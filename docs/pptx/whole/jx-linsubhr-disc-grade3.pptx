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120596"/>
            </a:xfrm>
            <a:custGeom>
              <a:avLst/>
              <a:pathLst>
                <a:path w="7090630" h="3120596">
                  <a:moveTo>
                    <a:pt x="726298" y="0"/>
                  </a:moveTo>
                  <a:lnTo>
                    <a:pt x="787847" y="75482"/>
                  </a:lnTo>
                  <a:lnTo>
                    <a:pt x="859470" y="161110"/>
                  </a:lnTo>
                  <a:lnTo>
                    <a:pt x="931092" y="244588"/>
                  </a:lnTo>
                  <a:lnTo>
                    <a:pt x="1002715" y="325968"/>
                  </a:lnTo>
                  <a:lnTo>
                    <a:pt x="1074337" y="405303"/>
                  </a:lnTo>
                  <a:lnTo>
                    <a:pt x="1145960" y="482645"/>
                  </a:lnTo>
                  <a:lnTo>
                    <a:pt x="1217582" y="558044"/>
                  </a:lnTo>
                  <a:lnTo>
                    <a:pt x="1289205" y="631549"/>
                  </a:lnTo>
                  <a:lnTo>
                    <a:pt x="1360827" y="703207"/>
                  </a:lnTo>
                  <a:lnTo>
                    <a:pt x="1432450" y="773065"/>
                  </a:lnTo>
                  <a:lnTo>
                    <a:pt x="1504073" y="841168"/>
                  </a:lnTo>
                  <a:lnTo>
                    <a:pt x="1575695" y="907559"/>
                  </a:lnTo>
                  <a:lnTo>
                    <a:pt x="1647318" y="972283"/>
                  </a:lnTo>
                  <a:lnTo>
                    <a:pt x="1718940" y="1035380"/>
                  </a:lnTo>
                  <a:lnTo>
                    <a:pt x="1790563" y="1096893"/>
                  </a:lnTo>
                  <a:lnTo>
                    <a:pt x="1862185" y="1156859"/>
                  </a:lnTo>
                  <a:lnTo>
                    <a:pt x="1933808" y="1215320"/>
                  </a:lnTo>
                  <a:lnTo>
                    <a:pt x="2005430" y="1272311"/>
                  </a:lnTo>
                  <a:lnTo>
                    <a:pt x="2077053" y="1327871"/>
                  </a:lnTo>
                  <a:lnTo>
                    <a:pt x="2148675" y="1382035"/>
                  </a:lnTo>
                  <a:lnTo>
                    <a:pt x="2220298" y="1434838"/>
                  </a:lnTo>
                  <a:lnTo>
                    <a:pt x="2291920" y="1486314"/>
                  </a:lnTo>
                  <a:lnTo>
                    <a:pt x="2363543" y="1536497"/>
                  </a:lnTo>
                  <a:lnTo>
                    <a:pt x="2435165" y="1585419"/>
                  </a:lnTo>
                  <a:lnTo>
                    <a:pt x="2506788" y="1633113"/>
                  </a:lnTo>
                  <a:lnTo>
                    <a:pt x="2578410" y="1679608"/>
                  </a:lnTo>
                  <a:lnTo>
                    <a:pt x="2650033" y="1724934"/>
                  </a:lnTo>
                  <a:lnTo>
                    <a:pt x="2721655" y="1769123"/>
                  </a:lnTo>
                  <a:lnTo>
                    <a:pt x="2793278" y="1812200"/>
                  </a:lnTo>
                  <a:lnTo>
                    <a:pt x="2864901" y="1854196"/>
                  </a:lnTo>
                  <a:lnTo>
                    <a:pt x="2936523" y="1895137"/>
                  </a:lnTo>
                  <a:lnTo>
                    <a:pt x="3008146" y="1935048"/>
                  </a:lnTo>
                  <a:lnTo>
                    <a:pt x="3079768" y="1973958"/>
                  </a:lnTo>
                  <a:lnTo>
                    <a:pt x="3151391" y="2011889"/>
                  </a:lnTo>
                  <a:lnTo>
                    <a:pt x="3223013" y="2048868"/>
                  </a:lnTo>
                  <a:lnTo>
                    <a:pt x="3294636" y="2084918"/>
                  </a:lnTo>
                  <a:lnTo>
                    <a:pt x="3366258" y="2120061"/>
                  </a:lnTo>
                  <a:lnTo>
                    <a:pt x="3437881" y="2154322"/>
                  </a:lnTo>
                  <a:lnTo>
                    <a:pt x="3509503" y="2187723"/>
                  </a:lnTo>
                  <a:lnTo>
                    <a:pt x="3581126" y="2220284"/>
                  </a:lnTo>
                  <a:lnTo>
                    <a:pt x="3652748" y="2252027"/>
                  </a:lnTo>
                  <a:lnTo>
                    <a:pt x="3724371" y="2282972"/>
                  </a:lnTo>
                  <a:lnTo>
                    <a:pt x="3795993" y="2313140"/>
                  </a:lnTo>
                  <a:lnTo>
                    <a:pt x="3867616" y="2342550"/>
                  </a:lnTo>
                  <a:lnTo>
                    <a:pt x="3939238" y="2371221"/>
                  </a:lnTo>
                  <a:lnTo>
                    <a:pt x="4010861" y="2399172"/>
                  </a:lnTo>
                  <a:lnTo>
                    <a:pt x="4082483" y="2426421"/>
                  </a:lnTo>
                  <a:lnTo>
                    <a:pt x="4154106" y="2452985"/>
                  </a:lnTo>
                  <a:lnTo>
                    <a:pt x="4225729" y="2478882"/>
                  </a:lnTo>
                  <a:lnTo>
                    <a:pt x="4297351" y="2504128"/>
                  </a:lnTo>
                  <a:lnTo>
                    <a:pt x="4368974" y="2528739"/>
                  </a:lnTo>
                  <a:lnTo>
                    <a:pt x="4440596" y="2552733"/>
                  </a:lnTo>
                  <a:lnTo>
                    <a:pt x="4512219" y="2576123"/>
                  </a:lnTo>
                  <a:lnTo>
                    <a:pt x="4583841" y="2598926"/>
                  </a:lnTo>
                  <a:lnTo>
                    <a:pt x="4655464" y="2621156"/>
                  </a:lnTo>
                  <a:lnTo>
                    <a:pt x="4727086" y="2642828"/>
                  </a:lnTo>
                  <a:lnTo>
                    <a:pt x="4798709" y="2658640"/>
                  </a:lnTo>
                  <a:lnTo>
                    <a:pt x="4870331" y="2668014"/>
                  </a:lnTo>
                  <a:lnTo>
                    <a:pt x="4941954" y="2677282"/>
                  </a:lnTo>
                  <a:lnTo>
                    <a:pt x="5013576" y="2686444"/>
                  </a:lnTo>
                  <a:lnTo>
                    <a:pt x="5085199" y="2695502"/>
                  </a:lnTo>
                  <a:lnTo>
                    <a:pt x="5156821" y="2704458"/>
                  </a:lnTo>
                  <a:lnTo>
                    <a:pt x="5228444" y="2713311"/>
                  </a:lnTo>
                  <a:lnTo>
                    <a:pt x="5300066" y="2722064"/>
                  </a:lnTo>
                  <a:lnTo>
                    <a:pt x="5371689" y="2730718"/>
                  </a:lnTo>
                  <a:lnTo>
                    <a:pt x="5443311" y="2739273"/>
                  </a:lnTo>
                  <a:lnTo>
                    <a:pt x="5514934" y="2747731"/>
                  </a:lnTo>
                  <a:lnTo>
                    <a:pt x="5586557" y="2756093"/>
                  </a:lnTo>
                  <a:lnTo>
                    <a:pt x="5658179" y="2764360"/>
                  </a:lnTo>
                  <a:lnTo>
                    <a:pt x="5729802" y="2772533"/>
                  </a:lnTo>
                  <a:lnTo>
                    <a:pt x="5801424" y="2780613"/>
                  </a:lnTo>
                  <a:lnTo>
                    <a:pt x="5873047" y="2788601"/>
                  </a:lnTo>
                  <a:lnTo>
                    <a:pt x="5944669" y="2796499"/>
                  </a:lnTo>
                  <a:lnTo>
                    <a:pt x="6016292" y="2804307"/>
                  </a:lnTo>
                  <a:lnTo>
                    <a:pt x="6087914" y="2812026"/>
                  </a:lnTo>
                  <a:lnTo>
                    <a:pt x="6159537" y="2819657"/>
                  </a:lnTo>
                  <a:lnTo>
                    <a:pt x="6231159" y="2827202"/>
                  </a:lnTo>
                  <a:lnTo>
                    <a:pt x="6302782" y="2834661"/>
                  </a:lnTo>
                  <a:lnTo>
                    <a:pt x="6374404" y="2842035"/>
                  </a:lnTo>
                  <a:lnTo>
                    <a:pt x="6446027" y="2849326"/>
                  </a:lnTo>
                  <a:lnTo>
                    <a:pt x="6517649" y="2856533"/>
                  </a:lnTo>
                  <a:lnTo>
                    <a:pt x="6589272" y="2863659"/>
                  </a:lnTo>
                  <a:lnTo>
                    <a:pt x="6660894" y="2870704"/>
                  </a:lnTo>
                  <a:lnTo>
                    <a:pt x="6732517" y="2877669"/>
                  </a:lnTo>
                  <a:lnTo>
                    <a:pt x="6804139" y="2884555"/>
                  </a:lnTo>
                  <a:lnTo>
                    <a:pt x="6875762" y="2891362"/>
                  </a:lnTo>
                  <a:lnTo>
                    <a:pt x="6947385" y="2898092"/>
                  </a:lnTo>
                  <a:lnTo>
                    <a:pt x="7019007" y="2904746"/>
                  </a:lnTo>
                  <a:lnTo>
                    <a:pt x="7090630" y="2911324"/>
                  </a:lnTo>
                  <a:lnTo>
                    <a:pt x="7090630" y="3120596"/>
                  </a:lnTo>
                  <a:lnTo>
                    <a:pt x="7019007" y="3111237"/>
                  </a:lnTo>
                  <a:lnTo>
                    <a:pt x="6947385" y="3101637"/>
                  </a:lnTo>
                  <a:lnTo>
                    <a:pt x="6875762" y="3091790"/>
                  </a:lnTo>
                  <a:lnTo>
                    <a:pt x="6804139" y="3081689"/>
                  </a:lnTo>
                  <a:lnTo>
                    <a:pt x="6732517" y="3071327"/>
                  </a:lnTo>
                  <a:lnTo>
                    <a:pt x="6660894" y="3060699"/>
                  </a:lnTo>
                  <a:lnTo>
                    <a:pt x="6589272" y="3049796"/>
                  </a:lnTo>
                  <a:lnTo>
                    <a:pt x="6517649" y="3038613"/>
                  </a:lnTo>
                  <a:lnTo>
                    <a:pt x="6446027" y="3027141"/>
                  </a:lnTo>
                  <a:lnTo>
                    <a:pt x="6374404" y="3015374"/>
                  </a:lnTo>
                  <a:lnTo>
                    <a:pt x="6302782" y="3003303"/>
                  </a:lnTo>
                  <a:lnTo>
                    <a:pt x="6231159" y="2990921"/>
                  </a:lnTo>
                  <a:lnTo>
                    <a:pt x="6159537" y="2978221"/>
                  </a:lnTo>
                  <a:lnTo>
                    <a:pt x="6087914" y="2965193"/>
                  </a:lnTo>
                  <a:lnTo>
                    <a:pt x="6016292" y="2951829"/>
                  </a:lnTo>
                  <a:lnTo>
                    <a:pt x="5944669" y="2938121"/>
                  </a:lnTo>
                  <a:lnTo>
                    <a:pt x="5873047" y="2924059"/>
                  </a:lnTo>
                  <a:lnTo>
                    <a:pt x="5801424" y="2909635"/>
                  </a:lnTo>
                  <a:lnTo>
                    <a:pt x="5729802" y="2894840"/>
                  </a:lnTo>
                  <a:lnTo>
                    <a:pt x="5658179" y="2879663"/>
                  </a:lnTo>
                  <a:lnTo>
                    <a:pt x="5586557" y="2864095"/>
                  </a:lnTo>
                  <a:lnTo>
                    <a:pt x="5514934" y="2848126"/>
                  </a:lnTo>
                  <a:lnTo>
                    <a:pt x="5443311" y="2831745"/>
                  </a:lnTo>
                  <a:lnTo>
                    <a:pt x="5371689" y="2814942"/>
                  </a:lnTo>
                  <a:lnTo>
                    <a:pt x="5300066" y="2797706"/>
                  </a:lnTo>
                  <a:lnTo>
                    <a:pt x="5228444" y="2780026"/>
                  </a:lnTo>
                  <a:lnTo>
                    <a:pt x="5156821" y="2761890"/>
                  </a:lnTo>
                  <a:lnTo>
                    <a:pt x="5085199" y="2743287"/>
                  </a:lnTo>
                  <a:lnTo>
                    <a:pt x="5013576" y="2724204"/>
                  </a:lnTo>
                  <a:lnTo>
                    <a:pt x="4941954" y="2704630"/>
                  </a:lnTo>
                  <a:lnTo>
                    <a:pt x="4870331" y="2684551"/>
                  </a:lnTo>
                  <a:lnTo>
                    <a:pt x="4798709" y="2663955"/>
                  </a:lnTo>
                  <a:lnTo>
                    <a:pt x="4727086" y="2649158"/>
                  </a:lnTo>
                  <a:lnTo>
                    <a:pt x="4655464" y="2639568"/>
                  </a:lnTo>
                  <a:lnTo>
                    <a:pt x="4583841" y="2629867"/>
                  </a:lnTo>
                  <a:lnTo>
                    <a:pt x="4512219" y="2620054"/>
                  </a:lnTo>
                  <a:lnTo>
                    <a:pt x="4440596" y="2610129"/>
                  </a:lnTo>
                  <a:lnTo>
                    <a:pt x="4368974" y="2600090"/>
                  </a:lnTo>
                  <a:lnTo>
                    <a:pt x="4297351" y="2589935"/>
                  </a:lnTo>
                  <a:lnTo>
                    <a:pt x="4225729" y="2579664"/>
                  </a:lnTo>
                  <a:lnTo>
                    <a:pt x="4154106" y="2569274"/>
                  </a:lnTo>
                  <a:lnTo>
                    <a:pt x="4082483" y="2558766"/>
                  </a:lnTo>
                  <a:lnTo>
                    <a:pt x="4010861" y="2548136"/>
                  </a:lnTo>
                  <a:lnTo>
                    <a:pt x="3939238" y="2537384"/>
                  </a:lnTo>
                  <a:lnTo>
                    <a:pt x="3867616" y="2526509"/>
                  </a:lnTo>
                  <a:lnTo>
                    <a:pt x="3795993" y="2515509"/>
                  </a:lnTo>
                  <a:lnTo>
                    <a:pt x="3724371" y="2504382"/>
                  </a:lnTo>
                  <a:lnTo>
                    <a:pt x="3652748" y="2493128"/>
                  </a:lnTo>
                  <a:lnTo>
                    <a:pt x="3581126" y="2481744"/>
                  </a:lnTo>
                  <a:lnTo>
                    <a:pt x="3509503" y="2470230"/>
                  </a:lnTo>
                  <a:lnTo>
                    <a:pt x="3437881" y="2458583"/>
                  </a:lnTo>
                  <a:lnTo>
                    <a:pt x="3366258" y="2446802"/>
                  </a:lnTo>
                  <a:lnTo>
                    <a:pt x="3294636" y="2434886"/>
                  </a:lnTo>
                  <a:lnTo>
                    <a:pt x="3223013" y="2422833"/>
                  </a:lnTo>
                  <a:lnTo>
                    <a:pt x="3151391" y="2410641"/>
                  </a:lnTo>
                  <a:lnTo>
                    <a:pt x="3079768" y="2398309"/>
                  </a:lnTo>
                  <a:lnTo>
                    <a:pt x="3008146" y="2385836"/>
                  </a:lnTo>
                  <a:lnTo>
                    <a:pt x="2936523" y="2373219"/>
                  </a:lnTo>
                  <a:lnTo>
                    <a:pt x="2864901" y="2360457"/>
                  </a:lnTo>
                  <a:lnTo>
                    <a:pt x="2793278" y="2347549"/>
                  </a:lnTo>
                  <a:lnTo>
                    <a:pt x="2721655" y="2334492"/>
                  </a:lnTo>
                  <a:lnTo>
                    <a:pt x="2650033" y="2321285"/>
                  </a:lnTo>
                  <a:lnTo>
                    <a:pt x="2578410" y="2307927"/>
                  </a:lnTo>
                  <a:lnTo>
                    <a:pt x="2506788" y="2294415"/>
                  </a:lnTo>
                  <a:lnTo>
                    <a:pt x="2435165" y="2280747"/>
                  </a:lnTo>
                  <a:lnTo>
                    <a:pt x="2363543" y="2266923"/>
                  </a:lnTo>
                  <a:lnTo>
                    <a:pt x="2291920" y="2252940"/>
                  </a:lnTo>
                  <a:lnTo>
                    <a:pt x="2220298" y="2238796"/>
                  </a:lnTo>
                  <a:lnTo>
                    <a:pt x="2148675" y="2224489"/>
                  </a:lnTo>
                  <a:lnTo>
                    <a:pt x="2077053" y="2210018"/>
                  </a:lnTo>
                  <a:lnTo>
                    <a:pt x="2005430" y="2195381"/>
                  </a:lnTo>
                  <a:lnTo>
                    <a:pt x="1933808" y="2180576"/>
                  </a:lnTo>
                  <a:lnTo>
                    <a:pt x="1862185" y="2165600"/>
                  </a:lnTo>
                  <a:lnTo>
                    <a:pt x="1790563" y="2150453"/>
                  </a:lnTo>
                  <a:lnTo>
                    <a:pt x="1718940" y="2135131"/>
                  </a:lnTo>
                  <a:lnTo>
                    <a:pt x="1647318" y="2119633"/>
                  </a:lnTo>
                  <a:lnTo>
                    <a:pt x="1575695" y="2103957"/>
                  </a:lnTo>
                  <a:lnTo>
                    <a:pt x="1504073" y="2088101"/>
                  </a:lnTo>
                  <a:lnTo>
                    <a:pt x="1432450" y="2072063"/>
                  </a:lnTo>
                  <a:lnTo>
                    <a:pt x="1360827" y="2055841"/>
                  </a:lnTo>
                  <a:lnTo>
                    <a:pt x="1289205" y="2039432"/>
                  </a:lnTo>
                  <a:lnTo>
                    <a:pt x="1217582" y="2022834"/>
                  </a:lnTo>
                  <a:lnTo>
                    <a:pt x="1145960" y="2006046"/>
                  </a:lnTo>
                  <a:lnTo>
                    <a:pt x="1074337" y="1989065"/>
                  </a:lnTo>
                  <a:lnTo>
                    <a:pt x="1002715" y="1971889"/>
                  </a:lnTo>
                  <a:lnTo>
                    <a:pt x="931092" y="1954515"/>
                  </a:lnTo>
                  <a:lnTo>
                    <a:pt x="859470" y="1936941"/>
                  </a:lnTo>
                  <a:lnTo>
                    <a:pt x="787847" y="1919166"/>
                  </a:lnTo>
                  <a:lnTo>
                    <a:pt x="716225" y="1901187"/>
                  </a:lnTo>
                  <a:lnTo>
                    <a:pt x="644602" y="1883000"/>
                  </a:lnTo>
                  <a:lnTo>
                    <a:pt x="572980" y="1864605"/>
                  </a:lnTo>
                  <a:lnTo>
                    <a:pt x="501357" y="1845999"/>
                  </a:lnTo>
                  <a:lnTo>
                    <a:pt x="429735" y="1827178"/>
                  </a:lnTo>
                  <a:lnTo>
                    <a:pt x="358112" y="1808142"/>
                  </a:lnTo>
                  <a:lnTo>
                    <a:pt x="286490" y="1788886"/>
                  </a:lnTo>
                  <a:lnTo>
                    <a:pt x="214867" y="1769410"/>
                  </a:lnTo>
                  <a:lnTo>
                    <a:pt x="143245" y="1749709"/>
                  </a:lnTo>
                  <a:lnTo>
                    <a:pt x="71622" y="1729782"/>
                  </a:lnTo>
                  <a:lnTo>
                    <a:pt x="0" y="170962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98347" y="2073503"/>
              <a:ext cx="6364332" cy="2911324"/>
            </a:xfrm>
            <a:custGeom>
              <a:avLst/>
              <a:pathLst>
                <a:path w="6364332" h="2911324">
                  <a:moveTo>
                    <a:pt x="0" y="0"/>
                  </a:moveTo>
                  <a:lnTo>
                    <a:pt x="61549" y="75482"/>
                  </a:lnTo>
                  <a:lnTo>
                    <a:pt x="133172" y="161110"/>
                  </a:lnTo>
                  <a:lnTo>
                    <a:pt x="204794" y="244588"/>
                  </a:lnTo>
                  <a:lnTo>
                    <a:pt x="276417" y="325968"/>
                  </a:lnTo>
                  <a:lnTo>
                    <a:pt x="348039" y="405303"/>
                  </a:lnTo>
                  <a:lnTo>
                    <a:pt x="419662" y="482645"/>
                  </a:lnTo>
                  <a:lnTo>
                    <a:pt x="491284" y="558044"/>
                  </a:lnTo>
                  <a:lnTo>
                    <a:pt x="562907" y="631549"/>
                  </a:lnTo>
                  <a:lnTo>
                    <a:pt x="634529" y="703207"/>
                  </a:lnTo>
                  <a:lnTo>
                    <a:pt x="706152" y="773065"/>
                  </a:lnTo>
                  <a:lnTo>
                    <a:pt x="777774" y="841168"/>
                  </a:lnTo>
                  <a:lnTo>
                    <a:pt x="849397" y="907559"/>
                  </a:lnTo>
                  <a:lnTo>
                    <a:pt x="921020" y="972283"/>
                  </a:lnTo>
                  <a:lnTo>
                    <a:pt x="992642" y="1035380"/>
                  </a:lnTo>
                  <a:lnTo>
                    <a:pt x="1064265" y="1096893"/>
                  </a:lnTo>
                  <a:lnTo>
                    <a:pt x="1135887" y="1156859"/>
                  </a:lnTo>
                  <a:lnTo>
                    <a:pt x="1207510" y="1215320"/>
                  </a:lnTo>
                  <a:lnTo>
                    <a:pt x="1279132" y="1272311"/>
                  </a:lnTo>
                  <a:lnTo>
                    <a:pt x="1350755" y="1327871"/>
                  </a:lnTo>
                  <a:lnTo>
                    <a:pt x="1422377" y="1382035"/>
                  </a:lnTo>
                  <a:lnTo>
                    <a:pt x="1494000" y="1434838"/>
                  </a:lnTo>
                  <a:lnTo>
                    <a:pt x="1565622" y="1486314"/>
                  </a:lnTo>
                  <a:lnTo>
                    <a:pt x="1637245" y="1536497"/>
                  </a:lnTo>
                  <a:lnTo>
                    <a:pt x="1708867" y="1585419"/>
                  </a:lnTo>
                  <a:lnTo>
                    <a:pt x="1780490" y="1633113"/>
                  </a:lnTo>
                  <a:lnTo>
                    <a:pt x="1852112" y="1679608"/>
                  </a:lnTo>
                  <a:lnTo>
                    <a:pt x="1923735" y="1724934"/>
                  </a:lnTo>
                  <a:lnTo>
                    <a:pt x="1995357" y="1769123"/>
                  </a:lnTo>
                  <a:lnTo>
                    <a:pt x="2066980" y="1812200"/>
                  </a:lnTo>
                  <a:lnTo>
                    <a:pt x="2138602" y="1854196"/>
                  </a:lnTo>
                  <a:lnTo>
                    <a:pt x="2210225" y="1895137"/>
                  </a:lnTo>
                  <a:lnTo>
                    <a:pt x="2281848" y="1935048"/>
                  </a:lnTo>
                  <a:lnTo>
                    <a:pt x="2353470" y="1973958"/>
                  </a:lnTo>
                  <a:lnTo>
                    <a:pt x="2425093" y="2011889"/>
                  </a:lnTo>
                  <a:lnTo>
                    <a:pt x="2496715" y="2048868"/>
                  </a:lnTo>
                  <a:lnTo>
                    <a:pt x="2568338" y="2084918"/>
                  </a:lnTo>
                  <a:lnTo>
                    <a:pt x="2639960" y="2120061"/>
                  </a:lnTo>
                  <a:lnTo>
                    <a:pt x="2711583" y="2154322"/>
                  </a:lnTo>
                  <a:lnTo>
                    <a:pt x="2783205" y="2187723"/>
                  </a:lnTo>
                  <a:lnTo>
                    <a:pt x="2854828" y="2220284"/>
                  </a:lnTo>
                  <a:lnTo>
                    <a:pt x="2926450" y="2252027"/>
                  </a:lnTo>
                  <a:lnTo>
                    <a:pt x="2998073" y="2282972"/>
                  </a:lnTo>
                  <a:lnTo>
                    <a:pt x="3069695" y="2313140"/>
                  </a:lnTo>
                  <a:lnTo>
                    <a:pt x="3141318" y="2342550"/>
                  </a:lnTo>
                  <a:lnTo>
                    <a:pt x="3212940" y="2371221"/>
                  </a:lnTo>
                  <a:lnTo>
                    <a:pt x="3284563" y="2399172"/>
                  </a:lnTo>
                  <a:lnTo>
                    <a:pt x="3356185" y="2426421"/>
                  </a:lnTo>
                  <a:lnTo>
                    <a:pt x="3427808" y="2452985"/>
                  </a:lnTo>
                  <a:lnTo>
                    <a:pt x="3499430" y="2478882"/>
                  </a:lnTo>
                  <a:lnTo>
                    <a:pt x="3571053" y="2504128"/>
                  </a:lnTo>
                  <a:lnTo>
                    <a:pt x="3642676" y="2528739"/>
                  </a:lnTo>
                  <a:lnTo>
                    <a:pt x="3714298" y="2552733"/>
                  </a:lnTo>
                  <a:lnTo>
                    <a:pt x="3785921" y="2576123"/>
                  </a:lnTo>
                  <a:lnTo>
                    <a:pt x="3857543" y="2598926"/>
                  </a:lnTo>
                  <a:lnTo>
                    <a:pt x="3929166" y="2621156"/>
                  </a:lnTo>
                  <a:lnTo>
                    <a:pt x="4000788" y="2642828"/>
                  </a:lnTo>
                  <a:lnTo>
                    <a:pt x="4072411" y="2658640"/>
                  </a:lnTo>
                  <a:lnTo>
                    <a:pt x="4144033" y="2668014"/>
                  </a:lnTo>
                  <a:lnTo>
                    <a:pt x="4215656" y="2677282"/>
                  </a:lnTo>
                  <a:lnTo>
                    <a:pt x="4287278" y="2686444"/>
                  </a:lnTo>
                  <a:lnTo>
                    <a:pt x="4358901" y="2695502"/>
                  </a:lnTo>
                  <a:lnTo>
                    <a:pt x="4430523" y="2704458"/>
                  </a:lnTo>
                  <a:lnTo>
                    <a:pt x="4502146" y="2713311"/>
                  </a:lnTo>
                  <a:lnTo>
                    <a:pt x="4573768" y="2722064"/>
                  </a:lnTo>
                  <a:lnTo>
                    <a:pt x="4645391" y="2730718"/>
                  </a:lnTo>
                  <a:lnTo>
                    <a:pt x="4717013" y="2739273"/>
                  </a:lnTo>
                  <a:lnTo>
                    <a:pt x="4788636" y="2747731"/>
                  </a:lnTo>
                  <a:lnTo>
                    <a:pt x="4860258" y="2756093"/>
                  </a:lnTo>
                  <a:lnTo>
                    <a:pt x="4931881" y="2764360"/>
                  </a:lnTo>
                  <a:lnTo>
                    <a:pt x="5003504" y="2772533"/>
                  </a:lnTo>
                  <a:lnTo>
                    <a:pt x="5075126" y="2780613"/>
                  </a:lnTo>
                  <a:lnTo>
                    <a:pt x="5146749" y="2788601"/>
                  </a:lnTo>
                  <a:lnTo>
                    <a:pt x="5218371" y="2796499"/>
                  </a:lnTo>
                  <a:lnTo>
                    <a:pt x="5289994" y="2804307"/>
                  </a:lnTo>
                  <a:lnTo>
                    <a:pt x="5361616" y="2812026"/>
                  </a:lnTo>
                  <a:lnTo>
                    <a:pt x="5433239" y="2819657"/>
                  </a:lnTo>
                  <a:lnTo>
                    <a:pt x="5504861" y="2827202"/>
                  </a:lnTo>
                  <a:lnTo>
                    <a:pt x="5576484" y="2834661"/>
                  </a:lnTo>
                  <a:lnTo>
                    <a:pt x="5648106" y="2842035"/>
                  </a:lnTo>
                  <a:lnTo>
                    <a:pt x="5719729" y="2849326"/>
                  </a:lnTo>
                  <a:lnTo>
                    <a:pt x="5791351" y="2856533"/>
                  </a:lnTo>
                  <a:lnTo>
                    <a:pt x="5862974" y="2863659"/>
                  </a:lnTo>
                  <a:lnTo>
                    <a:pt x="5934596" y="2870704"/>
                  </a:lnTo>
                  <a:lnTo>
                    <a:pt x="6006219" y="2877669"/>
                  </a:lnTo>
                  <a:lnTo>
                    <a:pt x="6077841" y="2884555"/>
                  </a:lnTo>
                  <a:lnTo>
                    <a:pt x="6149464" y="2891362"/>
                  </a:lnTo>
                  <a:lnTo>
                    <a:pt x="6221086" y="2898092"/>
                  </a:lnTo>
                  <a:lnTo>
                    <a:pt x="6292709" y="2904746"/>
                  </a:lnTo>
                  <a:lnTo>
                    <a:pt x="6364332" y="29113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783130"/>
              <a:ext cx="7090630" cy="1410969"/>
            </a:xfrm>
            <a:custGeom>
              <a:avLst/>
              <a:pathLst>
                <a:path w="7090630" h="1410969">
                  <a:moveTo>
                    <a:pt x="7090630" y="1410969"/>
                  </a:moveTo>
                  <a:lnTo>
                    <a:pt x="7019007" y="1401610"/>
                  </a:lnTo>
                  <a:lnTo>
                    <a:pt x="6947385" y="1392010"/>
                  </a:lnTo>
                  <a:lnTo>
                    <a:pt x="6875762" y="1382163"/>
                  </a:lnTo>
                  <a:lnTo>
                    <a:pt x="6804139" y="1372062"/>
                  </a:lnTo>
                  <a:lnTo>
                    <a:pt x="6732517" y="1361700"/>
                  </a:lnTo>
                  <a:lnTo>
                    <a:pt x="6660894" y="1351072"/>
                  </a:lnTo>
                  <a:lnTo>
                    <a:pt x="6589272" y="1340169"/>
                  </a:lnTo>
                  <a:lnTo>
                    <a:pt x="6517649" y="1328986"/>
                  </a:lnTo>
                  <a:lnTo>
                    <a:pt x="6446027" y="1317514"/>
                  </a:lnTo>
                  <a:lnTo>
                    <a:pt x="6374404" y="1305747"/>
                  </a:lnTo>
                  <a:lnTo>
                    <a:pt x="6302782" y="1293676"/>
                  </a:lnTo>
                  <a:lnTo>
                    <a:pt x="6231159" y="1281294"/>
                  </a:lnTo>
                  <a:lnTo>
                    <a:pt x="6159537" y="1268594"/>
                  </a:lnTo>
                  <a:lnTo>
                    <a:pt x="6087914" y="1255566"/>
                  </a:lnTo>
                  <a:lnTo>
                    <a:pt x="6016292" y="1242202"/>
                  </a:lnTo>
                  <a:lnTo>
                    <a:pt x="5944669" y="1228494"/>
                  </a:lnTo>
                  <a:lnTo>
                    <a:pt x="5873047" y="1214432"/>
                  </a:lnTo>
                  <a:lnTo>
                    <a:pt x="5801424" y="1200008"/>
                  </a:lnTo>
                  <a:lnTo>
                    <a:pt x="5729802" y="1185213"/>
                  </a:lnTo>
                  <a:lnTo>
                    <a:pt x="5658179" y="1170036"/>
                  </a:lnTo>
                  <a:lnTo>
                    <a:pt x="5586557" y="1154468"/>
                  </a:lnTo>
                  <a:lnTo>
                    <a:pt x="5514934" y="1138499"/>
                  </a:lnTo>
                  <a:lnTo>
                    <a:pt x="5443311" y="1122118"/>
                  </a:lnTo>
                  <a:lnTo>
                    <a:pt x="5371689" y="1105315"/>
                  </a:lnTo>
                  <a:lnTo>
                    <a:pt x="5300066" y="1088079"/>
                  </a:lnTo>
                  <a:lnTo>
                    <a:pt x="5228444" y="1070399"/>
                  </a:lnTo>
                  <a:lnTo>
                    <a:pt x="5156821" y="1052263"/>
                  </a:lnTo>
                  <a:lnTo>
                    <a:pt x="5085199" y="1033660"/>
                  </a:lnTo>
                  <a:lnTo>
                    <a:pt x="5013576" y="1014577"/>
                  </a:lnTo>
                  <a:lnTo>
                    <a:pt x="4941954" y="995003"/>
                  </a:lnTo>
                  <a:lnTo>
                    <a:pt x="4870331" y="974924"/>
                  </a:lnTo>
                  <a:lnTo>
                    <a:pt x="4798709" y="954328"/>
                  </a:lnTo>
                  <a:lnTo>
                    <a:pt x="4727086" y="939531"/>
                  </a:lnTo>
                  <a:lnTo>
                    <a:pt x="4655464" y="929941"/>
                  </a:lnTo>
                  <a:lnTo>
                    <a:pt x="4583841" y="920240"/>
                  </a:lnTo>
                  <a:lnTo>
                    <a:pt x="4512219" y="910427"/>
                  </a:lnTo>
                  <a:lnTo>
                    <a:pt x="4440596" y="900502"/>
                  </a:lnTo>
                  <a:lnTo>
                    <a:pt x="4368974" y="890463"/>
                  </a:lnTo>
                  <a:lnTo>
                    <a:pt x="4297351" y="880308"/>
                  </a:lnTo>
                  <a:lnTo>
                    <a:pt x="4225729" y="870037"/>
                  </a:lnTo>
                  <a:lnTo>
                    <a:pt x="4154106" y="859647"/>
                  </a:lnTo>
                  <a:lnTo>
                    <a:pt x="4082483" y="849139"/>
                  </a:lnTo>
                  <a:lnTo>
                    <a:pt x="4010861" y="838509"/>
                  </a:lnTo>
                  <a:lnTo>
                    <a:pt x="3939238" y="827757"/>
                  </a:lnTo>
                  <a:lnTo>
                    <a:pt x="3867616" y="816882"/>
                  </a:lnTo>
                  <a:lnTo>
                    <a:pt x="3795993" y="805882"/>
                  </a:lnTo>
                  <a:lnTo>
                    <a:pt x="3724371" y="794755"/>
                  </a:lnTo>
                  <a:lnTo>
                    <a:pt x="3652748" y="783501"/>
                  </a:lnTo>
                  <a:lnTo>
                    <a:pt x="3581126" y="772117"/>
                  </a:lnTo>
                  <a:lnTo>
                    <a:pt x="3509503" y="760603"/>
                  </a:lnTo>
                  <a:lnTo>
                    <a:pt x="3437881" y="748956"/>
                  </a:lnTo>
                  <a:lnTo>
                    <a:pt x="3366258" y="737175"/>
                  </a:lnTo>
                  <a:lnTo>
                    <a:pt x="3294636" y="725259"/>
                  </a:lnTo>
                  <a:lnTo>
                    <a:pt x="3223013" y="713206"/>
                  </a:lnTo>
                  <a:lnTo>
                    <a:pt x="3151391" y="701014"/>
                  </a:lnTo>
                  <a:lnTo>
                    <a:pt x="3079768" y="688682"/>
                  </a:lnTo>
                  <a:lnTo>
                    <a:pt x="3008146" y="676209"/>
                  </a:lnTo>
                  <a:lnTo>
                    <a:pt x="2936523" y="663592"/>
                  </a:lnTo>
                  <a:lnTo>
                    <a:pt x="2864901" y="650830"/>
                  </a:lnTo>
                  <a:lnTo>
                    <a:pt x="2793278" y="637922"/>
                  </a:lnTo>
                  <a:lnTo>
                    <a:pt x="2721655" y="624865"/>
                  </a:lnTo>
                  <a:lnTo>
                    <a:pt x="2650033" y="611658"/>
                  </a:lnTo>
                  <a:lnTo>
                    <a:pt x="2578410" y="598300"/>
                  </a:lnTo>
                  <a:lnTo>
                    <a:pt x="2506788" y="584788"/>
                  </a:lnTo>
                  <a:lnTo>
                    <a:pt x="2435165" y="571120"/>
                  </a:lnTo>
                  <a:lnTo>
                    <a:pt x="2363543" y="557296"/>
                  </a:lnTo>
                  <a:lnTo>
                    <a:pt x="2291920" y="543313"/>
                  </a:lnTo>
                  <a:lnTo>
                    <a:pt x="2220298" y="529169"/>
                  </a:lnTo>
                  <a:lnTo>
                    <a:pt x="2148675" y="514862"/>
                  </a:lnTo>
                  <a:lnTo>
                    <a:pt x="2077053" y="500391"/>
                  </a:lnTo>
                  <a:lnTo>
                    <a:pt x="2005430" y="485754"/>
                  </a:lnTo>
                  <a:lnTo>
                    <a:pt x="1933808" y="470949"/>
                  </a:lnTo>
                  <a:lnTo>
                    <a:pt x="1862185" y="455973"/>
                  </a:lnTo>
                  <a:lnTo>
                    <a:pt x="1790563" y="440826"/>
                  </a:lnTo>
                  <a:lnTo>
                    <a:pt x="1718940" y="425504"/>
                  </a:lnTo>
                  <a:lnTo>
                    <a:pt x="1647318" y="410006"/>
                  </a:lnTo>
                  <a:lnTo>
                    <a:pt x="1575695" y="394330"/>
                  </a:lnTo>
                  <a:lnTo>
                    <a:pt x="1504073" y="378474"/>
                  </a:lnTo>
                  <a:lnTo>
                    <a:pt x="1432450" y="362436"/>
                  </a:lnTo>
                  <a:lnTo>
                    <a:pt x="1360827" y="346214"/>
                  </a:lnTo>
                  <a:lnTo>
                    <a:pt x="1289205" y="329805"/>
                  </a:lnTo>
                  <a:lnTo>
                    <a:pt x="1217582" y="313207"/>
                  </a:lnTo>
                  <a:lnTo>
                    <a:pt x="1145960" y="296419"/>
                  </a:lnTo>
                  <a:lnTo>
                    <a:pt x="1074337" y="279438"/>
                  </a:lnTo>
                  <a:lnTo>
                    <a:pt x="1002715" y="262261"/>
                  </a:lnTo>
                  <a:lnTo>
                    <a:pt x="931092" y="244888"/>
                  </a:lnTo>
                  <a:lnTo>
                    <a:pt x="859470" y="227314"/>
                  </a:lnTo>
                  <a:lnTo>
                    <a:pt x="787847" y="209539"/>
                  </a:lnTo>
                  <a:lnTo>
                    <a:pt x="716225" y="191560"/>
                  </a:lnTo>
                  <a:lnTo>
                    <a:pt x="644602" y="173373"/>
                  </a:lnTo>
                  <a:lnTo>
                    <a:pt x="572980" y="154978"/>
                  </a:lnTo>
                  <a:lnTo>
                    <a:pt x="501357" y="136372"/>
                  </a:lnTo>
                  <a:lnTo>
                    <a:pt x="429735" y="117551"/>
                  </a:lnTo>
                  <a:lnTo>
                    <a:pt x="358112" y="98515"/>
                  </a:lnTo>
                  <a:lnTo>
                    <a:pt x="286490" y="79259"/>
                  </a:lnTo>
                  <a:lnTo>
                    <a:pt x="214867" y="59783"/>
                  </a:lnTo>
                  <a:lnTo>
                    <a:pt x="143245" y="40082"/>
                  </a:lnTo>
                  <a:lnTo>
                    <a:pt x="71622" y="2015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2728880"/>
              <a:ext cx="7090630" cy="2372435"/>
            </a:xfrm>
            <a:custGeom>
              <a:avLst/>
              <a:pathLst>
                <a:path w="7090630" h="2372435">
                  <a:moveTo>
                    <a:pt x="0" y="0"/>
                  </a:moveTo>
                  <a:lnTo>
                    <a:pt x="71622" y="51664"/>
                  </a:lnTo>
                  <a:lnTo>
                    <a:pt x="143245" y="102385"/>
                  </a:lnTo>
                  <a:lnTo>
                    <a:pt x="214867" y="152179"/>
                  </a:lnTo>
                  <a:lnTo>
                    <a:pt x="286490" y="201064"/>
                  </a:lnTo>
                  <a:lnTo>
                    <a:pt x="358112" y="249056"/>
                  </a:lnTo>
                  <a:lnTo>
                    <a:pt x="429735" y="296171"/>
                  </a:lnTo>
                  <a:lnTo>
                    <a:pt x="501357" y="342425"/>
                  </a:lnTo>
                  <a:lnTo>
                    <a:pt x="572980" y="387835"/>
                  </a:lnTo>
                  <a:lnTo>
                    <a:pt x="644602" y="432415"/>
                  </a:lnTo>
                  <a:lnTo>
                    <a:pt x="716225" y="476181"/>
                  </a:lnTo>
                  <a:lnTo>
                    <a:pt x="787847" y="519147"/>
                  </a:lnTo>
                  <a:lnTo>
                    <a:pt x="859470" y="561329"/>
                  </a:lnTo>
                  <a:lnTo>
                    <a:pt x="931092" y="602740"/>
                  </a:lnTo>
                  <a:lnTo>
                    <a:pt x="1002715" y="643394"/>
                  </a:lnTo>
                  <a:lnTo>
                    <a:pt x="1074337" y="683306"/>
                  </a:lnTo>
                  <a:lnTo>
                    <a:pt x="1145960" y="722489"/>
                  </a:lnTo>
                  <a:lnTo>
                    <a:pt x="1217582" y="760956"/>
                  </a:lnTo>
                  <a:lnTo>
                    <a:pt x="1289205" y="798721"/>
                  </a:lnTo>
                  <a:lnTo>
                    <a:pt x="1360827" y="835795"/>
                  </a:lnTo>
                  <a:lnTo>
                    <a:pt x="1432450" y="872193"/>
                  </a:lnTo>
                  <a:lnTo>
                    <a:pt x="1504073" y="907925"/>
                  </a:lnTo>
                  <a:lnTo>
                    <a:pt x="1575695" y="943005"/>
                  </a:lnTo>
                  <a:lnTo>
                    <a:pt x="1647318" y="977444"/>
                  </a:lnTo>
                  <a:lnTo>
                    <a:pt x="1718940" y="1011254"/>
                  </a:lnTo>
                  <a:lnTo>
                    <a:pt x="1790563" y="1044447"/>
                  </a:lnTo>
                  <a:lnTo>
                    <a:pt x="1862185" y="1077033"/>
                  </a:lnTo>
                  <a:lnTo>
                    <a:pt x="1933808" y="1109024"/>
                  </a:lnTo>
                  <a:lnTo>
                    <a:pt x="2005430" y="1140430"/>
                  </a:lnTo>
                  <a:lnTo>
                    <a:pt x="2077053" y="1171263"/>
                  </a:lnTo>
                  <a:lnTo>
                    <a:pt x="2148675" y="1201532"/>
                  </a:lnTo>
                  <a:lnTo>
                    <a:pt x="2220298" y="1231249"/>
                  </a:lnTo>
                  <a:lnTo>
                    <a:pt x="2291920" y="1260423"/>
                  </a:lnTo>
                  <a:lnTo>
                    <a:pt x="2363543" y="1289064"/>
                  </a:lnTo>
                  <a:lnTo>
                    <a:pt x="2435165" y="1317182"/>
                  </a:lnTo>
                  <a:lnTo>
                    <a:pt x="2506788" y="1344786"/>
                  </a:lnTo>
                  <a:lnTo>
                    <a:pt x="2578410" y="1371886"/>
                  </a:lnTo>
                  <a:lnTo>
                    <a:pt x="2650033" y="1398491"/>
                  </a:lnTo>
                  <a:lnTo>
                    <a:pt x="2721655" y="1424610"/>
                  </a:lnTo>
                  <a:lnTo>
                    <a:pt x="2793278" y="1450251"/>
                  </a:lnTo>
                  <a:lnTo>
                    <a:pt x="2864901" y="1475425"/>
                  </a:lnTo>
                  <a:lnTo>
                    <a:pt x="2936523" y="1500139"/>
                  </a:lnTo>
                  <a:lnTo>
                    <a:pt x="3008146" y="1524401"/>
                  </a:lnTo>
                  <a:lnTo>
                    <a:pt x="3079768" y="1548220"/>
                  </a:lnTo>
                  <a:lnTo>
                    <a:pt x="3151391" y="1571604"/>
                  </a:lnTo>
                  <a:lnTo>
                    <a:pt x="3223013" y="1594560"/>
                  </a:lnTo>
                  <a:lnTo>
                    <a:pt x="3294636" y="1617098"/>
                  </a:lnTo>
                  <a:lnTo>
                    <a:pt x="3366258" y="1639224"/>
                  </a:lnTo>
                  <a:lnTo>
                    <a:pt x="3437881" y="1660945"/>
                  </a:lnTo>
                  <a:lnTo>
                    <a:pt x="3509503" y="1682270"/>
                  </a:lnTo>
                  <a:lnTo>
                    <a:pt x="3581126" y="1703205"/>
                  </a:lnTo>
                  <a:lnTo>
                    <a:pt x="3652748" y="1723758"/>
                  </a:lnTo>
                  <a:lnTo>
                    <a:pt x="3724371" y="1743935"/>
                  </a:lnTo>
                  <a:lnTo>
                    <a:pt x="3795993" y="1763744"/>
                  </a:lnTo>
                  <a:lnTo>
                    <a:pt x="3867616" y="1783191"/>
                  </a:lnTo>
                  <a:lnTo>
                    <a:pt x="3939238" y="1802283"/>
                  </a:lnTo>
                  <a:lnTo>
                    <a:pt x="4010861" y="1821026"/>
                  </a:lnTo>
                  <a:lnTo>
                    <a:pt x="4082483" y="1839427"/>
                  </a:lnTo>
                  <a:lnTo>
                    <a:pt x="4154106" y="1857491"/>
                  </a:lnTo>
                  <a:lnTo>
                    <a:pt x="4225729" y="1875226"/>
                  </a:lnTo>
                  <a:lnTo>
                    <a:pt x="4297351" y="1892636"/>
                  </a:lnTo>
                  <a:lnTo>
                    <a:pt x="4368974" y="1909729"/>
                  </a:lnTo>
                  <a:lnTo>
                    <a:pt x="4440596" y="1926509"/>
                  </a:lnTo>
                  <a:lnTo>
                    <a:pt x="4512219" y="1942983"/>
                  </a:lnTo>
                  <a:lnTo>
                    <a:pt x="4583841" y="1959156"/>
                  </a:lnTo>
                  <a:lnTo>
                    <a:pt x="4655464" y="1975034"/>
                  </a:lnTo>
                  <a:lnTo>
                    <a:pt x="4727086" y="1990621"/>
                  </a:lnTo>
                  <a:lnTo>
                    <a:pt x="4798709" y="2005924"/>
                  </a:lnTo>
                  <a:lnTo>
                    <a:pt x="4870331" y="2020947"/>
                  </a:lnTo>
                  <a:lnTo>
                    <a:pt x="4941954" y="2035696"/>
                  </a:lnTo>
                  <a:lnTo>
                    <a:pt x="5013576" y="2050175"/>
                  </a:lnTo>
                  <a:lnTo>
                    <a:pt x="5085199" y="2064390"/>
                  </a:lnTo>
                  <a:lnTo>
                    <a:pt x="5156821" y="2078346"/>
                  </a:lnTo>
                  <a:lnTo>
                    <a:pt x="5228444" y="2092046"/>
                  </a:lnTo>
                  <a:lnTo>
                    <a:pt x="5300066" y="2105496"/>
                  </a:lnTo>
                  <a:lnTo>
                    <a:pt x="5371689" y="2118700"/>
                  </a:lnTo>
                  <a:lnTo>
                    <a:pt x="5443311" y="2131663"/>
                  </a:lnTo>
                  <a:lnTo>
                    <a:pt x="5514934" y="2144390"/>
                  </a:lnTo>
                  <a:lnTo>
                    <a:pt x="5586557" y="2156884"/>
                  </a:lnTo>
                  <a:lnTo>
                    <a:pt x="5658179" y="2169150"/>
                  </a:lnTo>
                  <a:lnTo>
                    <a:pt x="5729802" y="2181191"/>
                  </a:lnTo>
                  <a:lnTo>
                    <a:pt x="5801424" y="2193013"/>
                  </a:lnTo>
                  <a:lnTo>
                    <a:pt x="5873047" y="2204619"/>
                  </a:lnTo>
                  <a:lnTo>
                    <a:pt x="5944669" y="2216012"/>
                  </a:lnTo>
                  <a:lnTo>
                    <a:pt x="6016292" y="2227198"/>
                  </a:lnTo>
                  <a:lnTo>
                    <a:pt x="6087914" y="2238179"/>
                  </a:lnTo>
                  <a:lnTo>
                    <a:pt x="6159537" y="2248960"/>
                  </a:lnTo>
                  <a:lnTo>
                    <a:pt x="6231159" y="2259544"/>
                  </a:lnTo>
                  <a:lnTo>
                    <a:pt x="6302782" y="2269934"/>
                  </a:lnTo>
                  <a:lnTo>
                    <a:pt x="6374404" y="2280135"/>
                  </a:lnTo>
                  <a:lnTo>
                    <a:pt x="6446027" y="2290149"/>
                  </a:lnTo>
                  <a:lnTo>
                    <a:pt x="6517649" y="2299981"/>
                  </a:lnTo>
                  <a:lnTo>
                    <a:pt x="6589272" y="2309633"/>
                  </a:lnTo>
                  <a:lnTo>
                    <a:pt x="6660894" y="2319108"/>
                  </a:lnTo>
                  <a:lnTo>
                    <a:pt x="6732517" y="2328410"/>
                  </a:lnTo>
                  <a:lnTo>
                    <a:pt x="6804139" y="2337543"/>
                  </a:lnTo>
                  <a:lnTo>
                    <a:pt x="6875762" y="2346509"/>
                  </a:lnTo>
                  <a:lnTo>
                    <a:pt x="6947385" y="2355311"/>
                  </a:lnTo>
                  <a:lnTo>
                    <a:pt x="7019007" y="2363952"/>
                  </a:lnTo>
                  <a:lnTo>
                    <a:pt x="7090630" y="237243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585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1.25 (1.15-1.36), p_Bonf = &lt;0.001 (n = 6)  |  per IQR decline (Δ = 23.3): 1.68 (1.38-2.05)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2026-09-28T16:57:38Z</dcterms:modified>
  <cp:category/>
</cp:coreProperties>
</file>