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(1.15-1.36), p_Bonf = &lt;0.001 (n = 6)  |  per IQR decline (Δ = 23.3): 1.68 (1.38-2.05)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2026-07-17T12:43:06Z</dcterms:modified>
  <cp:category/>
</cp:coreProperties>
</file>