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455798"/>
              <a:ext cx="6964104" cy="880097"/>
            </a:xfrm>
            <a:custGeom>
              <a:avLst/>
              <a:pathLst>
                <a:path w="6964104" h="880097">
                  <a:moveTo>
                    <a:pt x="0" y="0"/>
                  </a:moveTo>
                  <a:lnTo>
                    <a:pt x="70344" y="25276"/>
                  </a:lnTo>
                  <a:lnTo>
                    <a:pt x="140688" y="49877"/>
                  </a:lnTo>
                  <a:lnTo>
                    <a:pt x="211033" y="73819"/>
                  </a:lnTo>
                  <a:lnTo>
                    <a:pt x="281377" y="97120"/>
                  </a:lnTo>
                  <a:lnTo>
                    <a:pt x="351722" y="119798"/>
                  </a:lnTo>
                  <a:lnTo>
                    <a:pt x="422066" y="141868"/>
                  </a:lnTo>
                  <a:lnTo>
                    <a:pt x="492411" y="163348"/>
                  </a:lnTo>
                  <a:lnTo>
                    <a:pt x="562755" y="184254"/>
                  </a:lnTo>
                  <a:lnTo>
                    <a:pt x="633100" y="204599"/>
                  </a:lnTo>
                  <a:lnTo>
                    <a:pt x="703444" y="224401"/>
                  </a:lnTo>
                  <a:lnTo>
                    <a:pt x="773789" y="243672"/>
                  </a:lnTo>
                  <a:lnTo>
                    <a:pt x="844133" y="262428"/>
                  </a:lnTo>
                  <a:lnTo>
                    <a:pt x="914478" y="280681"/>
                  </a:lnTo>
                  <a:lnTo>
                    <a:pt x="984822" y="298446"/>
                  </a:lnTo>
                  <a:lnTo>
                    <a:pt x="1055167" y="315736"/>
                  </a:lnTo>
                  <a:lnTo>
                    <a:pt x="1125511" y="332563"/>
                  </a:lnTo>
                  <a:lnTo>
                    <a:pt x="1195856" y="348940"/>
                  </a:lnTo>
                  <a:lnTo>
                    <a:pt x="1266200" y="364878"/>
                  </a:lnTo>
                  <a:lnTo>
                    <a:pt x="1336545" y="380390"/>
                  </a:lnTo>
                  <a:lnTo>
                    <a:pt x="1406889" y="395487"/>
                  </a:lnTo>
                  <a:lnTo>
                    <a:pt x="1477234" y="410179"/>
                  </a:lnTo>
                  <a:lnTo>
                    <a:pt x="1547578" y="424479"/>
                  </a:lnTo>
                  <a:lnTo>
                    <a:pt x="1617923" y="438396"/>
                  </a:lnTo>
                  <a:lnTo>
                    <a:pt x="1688267" y="451940"/>
                  </a:lnTo>
                  <a:lnTo>
                    <a:pt x="1758612" y="465122"/>
                  </a:lnTo>
                  <a:lnTo>
                    <a:pt x="1828956" y="477951"/>
                  </a:lnTo>
                  <a:lnTo>
                    <a:pt x="1899301" y="490437"/>
                  </a:lnTo>
                  <a:lnTo>
                    <a:pt x="1969645" y="502588"/>
                  </a:lnTo>
                  <a:lnTo>
                    <a:pt x="2039990" y="514415"/>
                  </a:lnTo>
                  <a:lnTo>
                    <a:pt x="2110334" y="525925"/>
                  </a:lnTo>
                  <a:lnTo>
                    <a:pt x="2180679" y="537127"/>
                  </a:lnTo>
                  <a:lnTo>
                    <a:pt x="2251023" y="548029"/>
                  </a:lnTo>
                  <a:lnTo>
                    <a:pt x="2321368" y="558639"/>
                  </a:lnTo>
                  <a:lnTo>
                    <a:pt x="2391712" y="568966"/>
                  </a:lnTo>
                  <a:lnTo>
                    <a:pt x="2462057" y="579016"/>
                  </a:lnTo>
                  <a:lnTo>
                    <a:pt x="2532401" y="588797"/>
                  </a:lnTo>
                  <a:lnTo>
                    <a:pt x="2602746" y="598316"/>
                  </a:lnTo>
                  <a:lnTo>
                    <a:pt x="2673090" y="607580"/>
                  </a:lnTo>
                  <a:lnTo>
                    <a:pt x="2743435" y="616597"/>
                  </a:lnTo>
                  <a:lnTo>
                    <a:pt x="2813779" y="625372"/>
                  </a:lnTo>
                  <a:lnTo>
                    <a:pt x="2884124" y="633913"/>
                  </a:lnTo>
                  <a:lnTo>
                    <a:pt x="2954468" y="642225"/>
                  </a:lnTo>
                  <a:lnTo>
                    <a:pt x="3024813" y="646319"/>
                  </a:lnTo>
                  <a:lnTo>
                    <a:pt x="3095157" y="648118"/>
                  </a:lnTo>
                  <a:lnTo>
                    <a:pt x="3165502" y="649907"/>
                  </a:lnTo>
                  <a:lnTo>
                    <a:pt x="3235846" y="651685"/>
                  </a:lnTo>
                  <a:lnTo>
                    <a:pt x="3306191" y="653451"/>
                  </a:lnTo>
                  <a:lnTo>
                    <a:pt x="3376535" y="655208"/>
                  </a:lnTo>
                  <a:lnTo>
                    <a:pt x="3446880" y="656953"/>
                  </a:lnTo>
                  <a:lnTo>
                    <a:pt x="3517224" y="658689"/>
                  </a:lnTo>
                  <a:lnTo>
                    <a:pt x="3587569" y="660413"/>
                  </a:lnTo>
                  <a:lnTo>
                    <a:pt x="3657913" y="662127"/>
                  </a:lnTo>
                  <a:lnTo>
                    <a:pt x="3728257" y="663831"/>
                  </a:lnTo>
                  <a:lnTo>
                    <a:pt x="3798602" y="665525"/>
                  </a:lnTo>
                  <a:lnTo>
                    <a:pt x="3868946" y="667208"/>
                  </a:lnTo>
                  <a:lnTo>
                    <a:pt x="3939291" y="668882"/>
                  </a:lnTo>
                  <a:lnTo>
                    <a:pt x="4009635" y="670545"/>
                  </a:lnTo>
                  <a:lnTo>
                    <a:pt x="4079980" y="672198"/>
                  </a:lnTo>
                  <a:lnTo>
                    <a:pt x="4150324" y="673841"/>
                  </a:lnTo>
                  <a:lnTo>
                    <a:pt x="4220669" y="675474"/>
                  </a:lnTo>
                  <a:lnTo>
                    <a:pt x="4291013" y="677098"/>
                  </a:lnTo>
                  <a:lnTo>
                    <a:pt x="4361358" y="678711"/>
                  </a:lnTo>
                  <a:lnTo>
                    <a:pt x="4431702" y="680315"/>
                  </a:lnTo>
                  <a:lnTo>
                    <a:pt x="4502047" y="681909"/>
                  </a:lnTo>
                  <a:lnTo>
                    <a:pt x="4572391" y="683494"/>
                  </a:lnTo>
                  <a:lnTo>
                    <a:pt x="4642736" y="685069"/>
                  </a:lnTo>
                  <a:lnTo>
                    <a:pt x="4713080" y="686634"/>
                  </a:lnTo>
                  <a:lnTo>
                    <a:pt x="4783425" y="688190"/>
                  </a:lnTo>
                  <a:lnTo>
                    <a:pt x="4853769" y="689737"/>
                  </a:lnTo>
                  <a:lnTo>
                    <a:pt x="4924114" y="691274"/>
                  </a:lnTo>
                  <a:lnTo>
                    <a:pt x="4994458" y="692802"/>
                  </a:lnTo>
                  <a:lnTo>
                    <a:pt x="5064803" y="694321"/>
                  </a:lnTo>
                  <a:lnTo>
                    <a:pt x="5135147" y="695831"/>
                  </a:lnTo>
                  <a:lnTo>
                    <a:pt x="5205492" y="697331"/>
                  </a:lnTo>
                  <a:lnTo>
                    <a:pt x="5275836" y="698823"/>
                  </a:lnTo>
                  <a:lnTo>
                    <a:pt x="5346181" y="700305"/>
                  </a:lnTo>
                  <a:lnTo>
                    <a:pt x="5416525" y="701779"/>
                  </a:lnTo>
                  <a:lnTo>
                    <a:pt x="5486870" y="703244"/>
                  </a:lnTo>
                  <a:lnTo>
                    <a:pt x="5557214" y="704699"/>
                  </a:lnTo>
                  <a:lnTo>
                    <a:pt x="5627559" y="706146"/>
                  </a:lnTo>
                  <a:lnTo>
                    <a:pt x="5697903" y="707585"/>
                  </a:lnTo>
                  <a:lnTo>
                    <a:pt x="5768248" y="709014"/>
                  </a:lnTo>
                  <a:lnTo>
                    <a:pt x="5838592" y="710435"/>
                  </a:lnTo>
                  <a:lnTo>
                    <a:pt x="5908937" y="711848"/>
                  </a:lnTo>
                  <a:lnTo>
                    <a:pt x="5979281" y="713252"/>
                  </a:lnTo>
                  <a:lnTo>
                    <a:pt x="6049626" y="714647"/>
                  </a:lnTo>
                  <a:lnTo>
                    <a:pt x="6119970" y="716034"/>
                  </a:lnTo>
                  <a:lnTo>
                    <a:pt x="6190315" y="717413"/>
                  </a:lnTo>
                  <a:lnTo>
                    <a:pt x="6260659" y="718783"/>
                  </a:lnTo>
                  <a:lnTo>
                    <a:pt x="6331004" y="720145"/>
                  </a:lnTo>
                  <a:lnTo>
                    <a:pt x="6401348" y="721499"/>
                  </a:lnTo>
                  <a:lnTo>
                    <a:pt x="6471693" y="722845"/>
                  </a:lnTo>
                  <a:lnTo>
                    <a:pt x="6542037" y="724182"/>
                  </a:lnTo>
                  <a:lnTo>
                    <a:pt x="6612382" y="725512"/>
                  </a:lnTo>
                  <a:lnTo>
                    <a:pt x="6682726" y="726833"/>
                  </a:lnTo>
                  <a:lnTo>
                    <a:pt x="6753071" y="728146"/>
                  </a:lnTo>
                  <a:lnTo>
                    <a:pt x="6823415" y="729452"/>
                  </a:lnTo>
                  <a:lnTo>
                    <a:pt x="6893760" y="730750"/>
                  </a:lnTo>
                  <a:lnTo>
                    <a:pt x="6964104" y="732039"/>
                  </a:lnTo>
                  <a:lnTo>
                    <a:pt x="6964104" y="880097"/>
                  </a:lnTo>
                  <a:lnTo>
                    <a:pt x="6893760" y="878326"/>
                  </a:lnTo>
                  <a:lnTo>
                    <a:pt x="6823415" y="876506"/>
                  </a:lnTo>
                  <a:lnTo>
                    <a:pt x="6753071" y="874637"/>
                  </a:lnTo>
                  <a:lnTo>
                    <a:pt x="6682726" y="872716"/>
                  </a:lnTo>
                  <a:lnTo>
                    <a:pt x="6612382" y="870742"/>
                  </a:lnTo>
                  <a:lnTo>
                    <a:pt x="6542037" y="868714"/>
                  </a:lnTo>
                  <a:lnTo>
                    <a:pt x="6471693" y="866630"/>
                  </a:lnTo>
                  <a:lnTo>
                    <a:pt x="6401348" y="864489"/>
                  </a:lnTo>
                  <a:lnTo>
                    <a:pt x="6331004" y="862289"/>
                  </a:lnTo>
                  <a:lnTo>
                    <a:pt x="6260659" y="860028"/>
                  </a:lnTo>
                  <a:lnTo>
                    <a:pt x="6190315" y="857706"/>
                  </a:lnTo>
                  <a:lnTo>
                    <a:pt x="6119970" y="855319"/>
                  </a:lnTo>
                  <a:lnTo>
                    <a:pt x="6049626" y="852867"/>
                  </a:lnTo>
                  <a:lnTo>
                    <a:pt x="5979281" y="850347"/>
                  </a:lnTo>
                  <a:lnTo>
                    <a:pt x="5908937" y="847759"/>
                  </a:lnTo>
                  <a:lnTo>
                    <a:pt x="5838592" y="845098"/>
                  </a:lnTo>
                  <a:lnTo>
                    <a:pt x="5768248" y="842365"/>
                  </a:lnTo>
                  <a:lnTo>
                    <a:pt x="5697903" y="839557"/>
                  </a:lnTo>
                  <a:lnTo>
                    <a:pt x="5627559" y="836671"/>
                  </a:lnTo>
                  <a:lnTo>
                    <a:pt x="5557214" y="833706"/>
                  </a:lnTo>
                  <a:lnTo>
                    <a:pt x="5486870" y="830660"/>
                  </a:lnTo>
                  <a:lnTo>
                    <a:pt x="5416525" y="827529"/>
                  </a:lnTo>
                  <a:lnTo>
                    <a:pt x="5346181" y="824313"/>
                  </a:lnTo>
                  <a:lnTo>
                    <a:pt x="5275836" y="821008"/>
                  </a:lnTo>
                  <a:lnTo>
                    <a:pt x="5205492" y="817613"/>
                  </a:lnTo>
                  <a:lnTo>
                    <a:pt x="5135147" y="814124"/>
                  </a:lnTo>
                  <a:lnTo>
                    <a:pt x="5064803" y="810539"/>
                  </a:lnTo>
                  <a:lnTo>
                    <a:pt x="4994458" y="806855"/>
                  </a:lnTo>
                  <a:lnTo>
                    <a:pt x="4924114" y="803070"/>
                  </a:lnTo>
                  <a:lnTo>
                    <a:pt x="4853769" y="799181"/>
                  </a:lnTo>
                  <a:lnTo>
                    <a:pt x="4783425" y="795185"/>
                  </a:lnTo>
                  <a:lnTo>
                    <a:pt x="4713080" y="791080"/>
                  </a:lnTo>
                  <a:lnTo>
                    <a:pt x="4642736" y="786861"/>
                  </a:lnTo>
                  <a:lnTo>
                    <a:pt x="4572391" y="782526"/>
                  </a:lnTo>
                  <a:lnTo>
                    <a:pt x="4502047" y="778073"/>
                  </a:lnTo>
                  <a:lnTo>
                    <a:pt x="4431702" y="773496"/>
                  </a:lnTo>
                  <a:lnTo>
                    <a:pt x="4361358" y="768794"/>
                  </a:lnTo>
                  <a:lnTo>
                    <a:pt x="4291013" y="763963"/>
                  </a:lnTo>
                  <a:lnTo>
                    <a:pt x="4220669" y="758998"/>
                  </a:lnTo>
                  <a:lnTo>
                    <a:pt x="4150324" y="753897"/>
                  </a:lnTo>
                  <a:lnTo>
                    <a:pt x="4079980" y="748656"/>
                  </a:lnTo>
                  <a:lnTo>
                    <a:pt x="4009635" y="743271"/>
                  </a:lnTo>
                  <a:lnTo>
                    <a:pt x="3939291" y="737738"/>
                  </a:lnTo>
                  <a:lnTo>
                    <a:pt x="3868946" y="732052"/>
                  </a:lnTo>
                  <a:lnTo>
                    <a:pt x="3798602" y="726211"/>
                  </a:lnTo>
                  <a:lnTo>
                    <a:pt x="3728257" y="720208"/>
                  </a:lnTo>
                  <a:lnTo>
                    <a:pt x="3657913" y="714041"/>
                  </a:lnTo>
                  <a:lnTo>
                    <a:pt x="3587569" y="707704"/>
                  </a:lnTo>
                  <a:lnTo>
                    <a:pt x="3517224" y="701192"/>
                  </a:lnTo>
                  <a:lnTo>
                    <a:pt x="3446880" y="694502"/>
                  </a:lnTo>
                  <a:lnTo>
                    <a:pt x="3376535" y="687627"/>
                  </a:lnTo>
                  <a:lnTo>
                    <a:pt x="3306191" y="680564"/>
                  </a:lnTo>
                  <a:lnTo>
                    <a:pt x="3235846" y="673306"/>
                  </a:lnTo>
                  <a:lnTo>
                    <a:pt x="3165502" y="665849"/>
                  </a:lnTo>
                  <a:lnTo>
                    <a:pt x="3095157" y="658187"/>
                  </a:lnTo>
                  <a:lnTo>
                    <a:pt x="3024813" y="650314"/>
                  </a:lnTo>
                  <a:lnTo>
                    <a:pt x="2954468" y="644509"/>
                  </a:lnTo>
                  <a:lnTo>
                    <a:pt x="2884124" y="642688"/>
                  </a:lnTo>
                  <a:lnTo>
                    <a:pt x="2813779" y="640855"/>
                  </a:lnTo>
                  <a:lnTo>
                    <a:pt x="2743435" y="639012"/>
                  </a:lnTo>
                  <a:lnTo>
                    <a:pt x="2673090" y="637157"/>
                  </a:lnTo>
                  <a:lnTo>
                    <a:pt x="2602746" y="635291"/>
                  </a:lnTo>
                  <a:lnTo>
                    <a:pt x="2532401" y="633414"/>
                  </a:lnTo>
                  <a:lnTo>
                    <a:pt x="2462057" y="631526"/>
                  </a:lnTo>
                  <a:lnTo>
                    <a:pt x="2391712" y="629626"/>
                  </a:lnTo>
                  <a:lnTo>
                    <a:pt x="2321368" y="627714"/>
                  </a:lnTo>
                  <a:lnTo>
                    <a:pt x="2251023" y="625791"/>
                  </a:lnTo>
                  <a:lnTo>
                    <a:pt x="2180679" y="623856"/>
                  </a:lnTo>
                  <a:lnTo>
                    <a:pt x="2110334" y="621909"/>
                  </a:lnTo>
                  <a:lnTo>
                    <a:pt x="2039990" y="619951"/>
                  </a:lnTo>
                  <a:lnTo>
                    <a:pt x="1969645" y="617981"/>
                  </a:lnTo>
                  <a:lnTo>
                    <a:pt x="1899301" y="615998"/>
                  </a:lnTo>
                  <a:lnTo>
                    <a:pt x="1828956" y="614004"/>
                  </a:lnTo>
                  <a:lnTo>
                    <a:pt x="1758612" y="611998"/>
                  </a:lnTo>
                  <a:lnTo>
                    <a:pt x="1688267" y="609979"/>
                  </a:lnTo>
                  <a:lnTo>
                    <a:pt x="1617923" y="607948"/>
                  </a:lnTo>
                  <a:lnTo>
                    <a:pt x="1547578" y="605905"/>
                  </a:lnTo>
                  <a:lnTo>
                    <a:pt x="1477234" y="603849"/>
                  </a:lnTo>
                  <a:lnTo>
                    <a:pt x="1406889" y="601781"/>
                  </a:lnTo>
                  <a:lnTo>
                    <a:pt x="1336545" y="599701"/>
                  </a:lnTo>
                  <a:lnTo>
                    <a:pt x="1266200" y="597607"/>
                  </a:lnTo>
                  <a:lnTo>
                    <a:pt x="1195856" y="595501"/>
                  </a:lnTo>
                  <a:lnTo>
                    <a:pt x="1125511" y="593383"/>
                  </a:lnTo>
                  <a:lnTo>
                    <a:pt x="1055167" y="591251"/>
                  </a:lnTo>
                  <a:lnTo>
                    <a:pt x="984822" y="589106"/>
                  </a:lnTo>
                  <a:lnTo>
                    <a:pt x="914478" y="586949"/>
                  </a:lnTo>
                  <a:lnTo>
                    <a:pt x="844133" y="584778"/>
                  </a:lnTo>
                  <a:lnTo>
                    <a:pt x="773789" y="582594"/>
                  </a:lnTo>
                  <a:lnTo>
                    <a:pt x="703444" y="580397"/>
                  </a:lnTo>
                  <a:lnTo>
                    <a:pt x="633100" y="578187"/>
                  </a:lnTo>
                  <a:lnTo>
                    <a:pt x="562755" y="575963"/>
                  </a:lnTo>
                  <a:lnTo>
                    <a:pt x="492411" y="573726"/>
                  </a:lnTo>
                  <a:lnTo>
                    <a:pt x="422066" y="571475"/>
                  </a:lnTo>
                  <a:lnTo>
                    <a:pt x="351722" y="569210"/>
                  </a:lnTo>
                  <a:lnTo>
                    <a:pt x="281377" y="566932"/>
                  </a:lnTo>
                  <a:lnTo>
                    <a:pt x="211033" y="564639"/>
                  </a:lnTo>
                  <a:lnTo>
                    <a:pt x="140688" y="562333"/>
                  </a:lnTo>
                  <a:lnTo>
                    <a:pt x="70344" y="560013"/>
                  </a:lnTo>
                  <a:lnTo>
                    <a:pt x="0" y="557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55798"/>
              <a:ext cx="6964104" cy="732039"/>
            </a:xfrm>
            <a:custGeom>
              <a:avLst/>
              <a:pathLst>
                <a:path w="6964104" h="732039">
                  <a:moveTo>
                    <a:pt x="0" y="0"/>
                  </a:moveTo>
                  <a:lnTo>
                    <a:pt x="70344" y="25276"/>
                  </a:lnTo>
                  <a:lnTo>
                    <a:pt x="140688" y="49877"/>
                  </a:lnTo>
                  <a:lnTo>
                    <a:pt x="211033" y="73819"/>
                  </a:lnTo>
                  <a:lnTo>
                    <a:pt x="281377" y="97120"/>
                  </a:lnTo>
                  <a:lnTo>
                    <a:pt x="351722" y="119798"/>
                  </a:lnTo>
                  <a:lnTo>
                    <a:pt x="422066" y="141868"/>
                  </a:lnTo>
                  <a:lnTo>
                    <a:pt x="492411" y="163348"/>
                  </a:lnTo>
                  <a:lnTo>
                    <a:pt x="562755" y="184254"/>
                  </a:lnTo>
                  <a:lnTo>
                    <a:pt x="633100" y="204599"/>
                  </a:lnTo>
                  <a:lnTo>
                    <a:pt x="703444" y="224401"/>
                  </a:lnTo>
                  <a:lnTo>
                    <a:pt x="773789" y="243672"/>
                  </a:lnTo>
                  <a:lnTo>
                    <a:pt x="844133" y="262428"/>
                  </a:lnTo>
                  <a:lnTo>
                    <a:pt x="914478" y="280681"/>
                  </a:lnTo>
                  <a:lnTo>
                    <a:pt x="984822" y="298446"/>
                  </a:lnTo>
                  <a:lnTo>
                    <a:pt x="1055167" y="315736"/>
                  </a:lnTo>
                  <a:lnTo>
                    <a:pt x="1125511" y="332563"/>
                  </a:lnTo>
                  <a:lnTo>
                    <a:pt x="1195856" y="348940"/>
                  </a:lnTo>
                  <a:lnTo>
                    <a:pt x="1266200" y="364878"/>
                  </a:lnTo>
                  <a:lnTo>
                    <a:pt x="1336545" y="380390"/>
                  </a:lnTo>
                  <a:lnTo>
                    <a:pt x="1406889" y="395487"/>
                  </a:lnTo>
                  <a:lnTo>
                    <a:pt x="1477234" y="410179"/>
                  </a:lnTo>
                  <a:lnTo>
                    <a:pt x="1547578" y="424479"/>
                  </a:lnTo>
                  <a:lnTo>
                    <a:pt x="1617923" y="438396"/>
                  </a:lnTo>
                  <a:lnTo>
                    <a:pt x="1688267" y="451940"/>
                  </a:lnTo>
                  <a:lnTo>
                    <a:pt x="1758612" y="465122"/>
                  </a:lnTo>
                  <a:lnTo>
                    <a:pt x="1828956" y="477951"/>
                  </a:lnTo>
                  <a:lnTo>
                    <a:pt x="1899301" y="490437"/>
                  </a:lnTo>
                  <a:lnTo>
                    <a:pt x="1969645" y="502588"/>
                  </a:lnTo>
                  <a:lnTo>
                    <a:pt x="2039990" y="514415"/>
                  </a:lnTo>
                  <a:lnTo>
                    <a:pt x="2110334" y="525925"/>
                  </a:lnTo>
                  <a:lnTo>
                    <a:pt x="2180679" y="537127"/>
                  </a:lnTo>
                  <a:lnTo>
                    <a:pt x="2251023" y="548029"/>
                  </a:lnTo>
                  <a:lnTo>
                    <a:pt x="2321368" y="558639"/>
                  </a:lnTo>
                  <a:lnTo>
                    <a:pt x="2391712" y="568966"/>
                  </a:lnTo>
                  <a:lnTo>
                    <a:pt x="2462057" y="579016"/>
                  </a:lnTo>
                  <a:lnTo>
                    <a:pt x="2532401" y="588797"/>
                  </a:lnTo>
                  <a:lnTo>
                    <a:pt x="2602746" y="598316"/>
                  </a:lnTo>
                  <a:lnTo>
                    <a:pt x="2673090" y="607580"/>
                  </a:lnTo>
                  <a:lnTo>
                    <a:pt x="2743435" y="616597"/>
                  </a:lnTo>
                  <a:lnTo>
                    <a:pt x="2813779" y="625372"/>
                  </a:lnTo>
                  <a:lnTo>
                    <a:pt x="2884124" y="633913"/>
                  </a:lnTo>
                  <a:lnTo>
                    <a:pt x="2954468" y="642225"/>
                  </a:lnTo>
                  <a:lnTo>
                    <a:pt x="3024813" y="646319"/>
                  </a:lnTo>
                  <a:lnTo>
                    <a:pt x="3095157" y="648118"/>
                  </a:lnTo>
                  <a:lnTo>
                    <a:pt x="3165502" y="649907"/>
                  </a:lnTo>
                  <a:lnTo>
                    <a:pt x="3235846" y="651685"/>
                  </a:lnTo>
                  <a:lnTo>
                    <a:pt x="3306191" y="653451"/>
                  </a:lnTo>
                  <a:lnTo>
                    <a:pt x="3376535" y="655208"/>
                  </a:lnTo>
                  <a:lnTo>
                    <a:pt x="3446880" y="656953"/>
                  </a:lnTo>
                  <a:lnTo>
                    <a:pt x="3517224" y="658689"/>
                  </a:lnTo>
                  <a:lnTo>
                    <a:pt x="3587569" y="660413"/>
                  </a:lnTo>
                  <a:lnTo>
                    <a:pt x="3657913" y="662127"/>
                  </a:lnTo>
                  <a:lnTo>
                    <a:pt x="3728257" y="663831"/>
                  </a:lnTo>
                  <a:lnTo>
                    <a:pt x="3798602" y="665525"/>
                  </a:lnTo>
                  <a:lnTo>
                    <a:pt x="3868946" y="667208"/>
                  </a:lnTo>
                  <a:lnTo>
                    <a:pt x="3939291" y="668882"/>
                  </a:lnTo>
                  <a:lnTo>
                    <a:pt x="4009635" y="670545"/>
                  </a:lnTo>
                  <a:lnTo>
                    <a:pt x="4079980" y="672198"/>
                  </a:lnTo>
                  <a:lnTo>
                    <a:pt x="4150324" y="673841"/>
                  </a:lnTo>
                  <a:lnTo>
                    <a:pt x="4220669" y="675474"/>
                  </a:lnTo>
                  <a:lnTo>
                    <a:pt x="4291013" y="677098"/>
                  </a:lnTo>
                  <a:lnTo>
                    <a:pt x="4361358" y="678711"/>
                  </a:lnTo>
                  <a:lnTo>
                    <a:pt x="4431702" y="680315"/>
                  </a:lnTo>
                  <a:lnTo>
                    <a:pt x="4502047" y="681909"/>
                  </a:lnTo>
                  <a:lnTo>
                    <a:pt x="4572391" y="683494"/>
                  </a:lnTo>
                  <a:lnTo>
                    <a:pt x="4642736" y="685069"/>
                  </a:lnTo>
                  <a:lnTo>
                    <a:pt x="4713080" y="686634"/>
                  </a:lnTo>
                  <a:lnTo>
                    <a:pt x="4783425" y="688190"/>
                  </a:lnTo>
                  <a:lnTo>
                    <a:pt x="4853769" y="689737"/>
                  </a:lnTo>
                  <a:lnTo>
                    <a:pt x="4924114" y="691274"/>
                  </a:lnTo>
                  <a:lnTo>
                    <a:pt x="4994458" y="692802"/>
                  </a:lnTo>
                  <a:lnTo>
                    <a:pt x="5064803" y="694321"/>
                  </a:lnTo>
                  <a:lnTo>
                    <a:pt x="5135147" y="695831"/>
                  </a:lnTo>
                  <a:lnTo>
                    <a:pt x="5205492" y="697331"/>
                  </a:lnTo>
                  <a:lnTo>
                    <a:pt x="5275836" y="698823"/>
                  </a:lnTo>
                  <a:lnTo>
                    <a:pt x="5346181" y="700305"/>
                  </a:lnTo>
                  <a:lnTo>
                    <a:pt x="5416525" y="701779"/>
                  </a:lnTo>
                  <a:lnTo>
                    <a:pt x="5486870" y="703244"/>
                  </a:lnTo>
                  <a:lnTo>
                    <a:pt x="5557214" y="704699"/>
                  </a:lnTo>
                  <a:lnTo>
                    <a:pt x="5627559" y="706146"/>
                  </a:lnTo>
                  <a:lnTo>
                    <a:pt x="5697903" y="707585"/>
                  </a:lnTo>
                  <a:lnTo>
                    <a:pt x="5768248" y="709014"/>
                  </a:lnTo>
                  <a:lnTo>
                    <a:pt x="5838592" y="710435"/>
                  </a:lnTo>
                  <a:lnTo>
                    <a:pt x="5908937" y="711848"/>
                  </a:lnTo>
                  <a:lnTo>
                    <a:pt x="5979281" y="713252"/>
                  </a:lnTo>
                  <a:lnTo>
                    <a:pt x="6049626" y="714647"/>
                  </a:lnTo>
                  <a:lnTo>
                    <a:pt x="6119970" y="716034"/>
                  </a:lnTo>
                  <a:lnTo>
                    <a:pt x="6190315" y="717413"/>
                  </a:lnTo>
                  <a:lnTo>
                    <a:pt x="6260659" y="718783"/>
                  </a:lnTo>
                  <a:lnTo>
                    <a:pt x="6331004" y="720145"/>
                  </a:lnTo>
                  <a:lnTo>
                    <a:pt x="6401348" y="721499"/>
                  </a:lnTo>
                  <a:lnTo>
                    <a:pt x="6471693" y="722845"/>
                  </a:lnTo>
                  <a:lnTo>
                    <a:pt x="6542037" y="724182"/>
                  </a:lnTo>
                  <a:lnTo>
                    <a:pt x="6612382" y="725512"/>
                  </a:lnTo>
                  <a:lnTo>
                    <a:pt x="6682726" y="726833"/>
                  </a:lnTo>
                  <a:lnTo>
                    <a:pt x="6753071" y="728146"/>
                  </a:lnTo>
                  <a:lnTo>
                    <a:pt x="6823415" y="729452"/>
                  </a:lnTo>
                  <a:lnTo>
                    <a:pt x="6893760" y="730750"/>
                  </a:lnTo>
                  <a:lnTo>
                    <a:pt x="6964104" y="732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13477"/>
              <a:ext cx="6964104" cy="322417"/>
            </a:xfrm>
            <a:custGeom>
              <a:avLst/>
              <a:pathLst>
                <a:path w="6964104" h="322417">
                  <a:moveTo>
                    <a:pt x="6964104" y="322417"/>
                  </a:moveTo>
                  <a:lnTo>
                    <a:pt x="6893760" y="320647"/>
                  </a:lnTo>
                  <a:lnTo>
                    <a:pt x="6823415" y="318827"/>
                  </a:lnTo>
                  <a:lnTo>
                    <a:pt x="6753071" y="316958"/>
                  </a:lnTo>
                  <a:lnTo>
                    <a:pt x="6682726" y="315037"/>
                  </a:lnTo>
                  <a:lnTo>
                    <a:pt x="6612382" y="313063"/>
                  </a:lnTo>
                  <a:lnTo>
                    <a:pt x="6542037" y="311035"/>
                  </a:lnTo>
                  <a:lnTo>
                    <a:pt x="6471693" y="308951"/>
                  </a:lnTo>
                  <a:lnTo>
                    <a:pt x="6401348" y="306810"/>
                  </a:lnTo>
                  <a:lnTo>
                    <a:pt x="6331004" y="304610"/>
                  </a:lnTo>
                  <a:lnTo>
                    <a:pt x="6260659" y="302349"/>
                  </a:lnTo>
                  <a:lnTo>
                    <a:pt x="6190315" y="300026"/>
                  </a:lnTo>
                  <a:lnTo>
                    <a:pt x="6119970" y="297640"/>
                  </a:lnTo>
                  <a:lnTo>
                    <a:pt x="6049626" y="295188"/>
                  </a:lnTo>
                  <a:lnTo>
                    <a:pt x="5979281" y="292668"/>
                  </a:lnTo>
                  <a:lnTo>
                    <a:pt x="5908937" y="290079"/>
                  </a:lnTo>
                  <a:lnTo>
                    <a:pt x="5838592" y="287419"/>
                  </a:lnTo>
                  <a:lnTo>
                    <a:pt x="5768248" y="284686"/>
                  </a:lnTo>
                  <a:lnTo>
                    <a:pt x="5697903" y="281877"/>
                  </a:lnTo>
                  <a:lnTo>
                    <a:pt x="5627559" y="278992"/>
                  </a:lnTo>
                  <a:lnTo>
                    <a:pt x="5557214" y="276027"/>
                  </a:lnTo>
                  <a:lnTo>
                    <a:pt x="5486870" y="272980"/>
                  </a:lnTo>
                  <a:lnTo>
                    <a:pt x="5416525" y="269850"/>
                  </a:lnTo>
                  <a:lnTo>
                    <a:pt x="5346181" y="266634"/>
                  </a:lnTo>
                  <a:lnTo>
                    <a:pt x="5275836" y="263329"/>
                  </a:lnTo>
                  <a:lnTo>
                    <a:pt x="5205492" y="259933"/>
                  </a:lnTo>
                  <a:lnTo>
                    <a:pt x="5135147" y="256444"/>
                  </a:lnTo>
                  <a:lnTo>
                    <a:pt x="5064803" y="252859"/>
                  </a:lnTo>
                  <a:lnTo>
                    <a:pt x="4994458" y="249176"/>
                  </a:lnTo>
                  <a:lnTo>
                    <a:pt x="4924114" y="245391"/>
                  </a:lnTo>
                  <a:lnTo>
                    <a:pt x="4853769" y="241502"/>
                  </a:lnTo>
                  <a:lnTo>
                    <a:pt x="4783425" y="237506"/>
                  </a:lnTo>
                  <a:lnTo>
                    <a:pt x="4713080" y="233400"/>
                  </a:lnTo>
                  <a:lnTo>
                    <a:pt x="4642736" y="229182"/>
                  </a:lnTo>
                  <a:lnTo>
                    <a:pt x="4572391" y="224847"/>
                  </a:lnTo>
                  <a:lnTo>
                    <a:pt x="4502047" y="220393"/>
                  </a:lnTo>
                  <a:lnTo>
                    <a:pt x="4431702" y="215817"/>
                  </a:lnTo>
                  <a:lnTo>
                    <a:pt x="4361358" y="211115"/>
                  </a:lnTo>
                  <a:lnTo>
                    <a:pt x="4291013" y="206283"/>
                  </a:lnTo>
                  <a:lnTo>
                    <a:pt x="4220669" y="201319"/>
                  </a:lnTo>
                  <a:lnTo>
                    <a:pt x="4150324" y="196218"/>
                  </a:lnTo>
                  <a:lnTo>
                    <a:pt x="4079980" y="190977"/>
                  </a:lnTo>
                  <a:lnTo>
                    <a:pt x="4009635" y="185592"/>
                  </a:lnTo>
                  <a:lnTo>
                    <a:pt x="3939291" y="180058"/>
                  </a:lnTo>
                  <a:lnTo>
                    <a:pt x="3868946" y="174373"/>
                  </a:lnTo>
                  <a:lnTo>
                    <a:pt x="3798602" y="168531"/>
                  </a:lnTo>
                  <a:lnTo>
                    <a:pt x="3728257" y="162529"/>
                  </a:lnTo>
                  <a:lnTo>
                    <a:pt x="3657913" y="156361"/>
                  </a:lnTo>
                  <a:lnTo>
                    <a:pt x="3587569" y="150024"/>
                  </a:lnTo>
                  <a:lnTo>
                    <a:pt x="3517224" y="143513"/>
                  </a:lnTo>
                  <a:lnTo>
                    <a:pt x="3446880" y="136822"/>
                  </a:lnTo>
                  <a:lnTo>
                    <a:pt x="3376535" y="129948"/>
                  </a:lnTo>
                  <a:lnTo>
                    <a:pt x="3306191" y="122885"/>
                  </a:lnTo>
                  <a:lnTo>
                    <a:pt x="3235846" y="115627"/>
                  </a:lnTo>
                  <a:lnTo>
                    <a:pt x="3165502" y="108170"/>
                  </a:lnTo>
                  <a:lnTo>
                    <a:pt x="3095157" y="100508"/>
                  </a:lnTo>
                  <a:lnTo>
                    <a:pt x="3024813" y="92635"/>
                  </a:lnTo>
                  <a:lnTo>
                    <a:pt x="2954468" y="86829"/>
                  </a:lnTo>
                  <a:lnTo>
                    <a:pt x="2884124" y="85008"/>
                  </a:lnTo>
                  <a:lnTo>
                    <a:pt x="2813779" y="83176"/>
                  </a:lnTo>
                  <a:lnTo>
                    <a:pt x="2743435" y="81332"/>
                  </a:lnTo>
                  <a:lnTo>
                    <a:pt x="2673090" y="79478"/>
                  </a:lnTo>
                  <a:lnTo>
                    <a:pt x="2602746" y="77612"/>
                  </a:lnTo>
                  <a:lnTo>
                    <a:pt x="2532401" y="75735"/>
                  </a:lnTo>
                  <a:lnTo>
                    <a:pt x="2462057" y="73846"/>
                  </a:lnTo>
                  <a:lnTo>
                    <a:pt x="2391712" y="71946"/>
                  </a:lnTo>
                  <a:lnTo>
                    <a:pt x="2321368" y="70035"/>
                  </a:lnTo>
                  <a:lnTo>
                    <a:pt x="2251023" y="68111"/>
                  </a:lnTo>
                  <a:lnTo>
                    <a:pt x="2180679" y="66177"/>
                  </a:lnTo>
                  <a:lnTo>
                    <a:pt x="2110334" y="64230"/>
                  </a:lnTo>
                  <a:lnTo>
                    <a:pt x="2039990" y="62272"/>
                  </a:lnTo>
                  <a:lnTo>
                    <a:pt x="1969645" y="60301"/>
                  </a:lnTo>
                  <a:lnTo>
                    <a:pt x="1899301" y="58319"/>
                  </a:lnTo>
                  <a:lnTo>
                    <a:pt x="1828956" y="56325"/>
                  </a:lnTo>
                  <a:lnTo>
                    <a:pt x="1758612" y="54318"/>
                  </a:lnTo>
                  <a:lnTo>
                    <a:pt x="1688267" y="52300"/>
                  </a:lnTo>
                  <a:lnTo>
                    <a:pt x="1617923" y="50269"/>
                  </a:lnTo>
                  <a:lnTo>
                    <a:pt x="1547578" y="48225"/>
                  </a:lnTo>
                  <a:lnTo>
                    <a:pt x="1477234" y="46170"/>
                  </a:lnTo>
                  <a:lnTo>
                    <a:pt x="1406889" y="44102"/>
                  </a:lnTo>
                  <a:lnTo>
                    <a:pt x="1336545" y="42021"/>
                  </a:lnTo>
                  <a:lnTo>
                    <a:pt x="1266200" y="39928"/>
                  </a:lnTo>
                  <a:lnTo>
                    <a:pt x="1195856" y="37822"/>
                  </a:lnTo>
                  <a:lnTo>
                    <a:pt x="1125511" y="35703"/>
                  </a:lnTo>
                  <a:lnTo>
                    <a:pt x="1055167" y="33572"/>
                  </a:lnTo>
                  <a:lnTo>
                    <a:pt x="984822" y="31427"/>
                  </a:lnTo>
                  <a:lnTo>
                    <a:pt x="914478" y="29269"/>
                  </a:lnTo>
                  <a:lnTo>
                    <a:pt x="844133" y="27099"/>
                  </a:lnTo>
                  <a:lnTo>
                    <a:pt x="773789" y="24915"/>
                  </a:lnTo>
                  <a:lnTo>
                    <a:pt x="703444" y="22718"/>
                  </a:lnTo>
                  <a:lnTo>
                    <a:pt x="633100" y="20507"/>
                  </a:lnTo>
                  <a:lnTo>
                    <a:pt x="562755" y="18283"/>
                  </a:lnTo>
                  <a:lnTo>
                    <a:pt x="492411" y="16046"/>
                  </a:lnTo>
                  <a:lnTo>
                    <a:pt x="422066" y="13795"/>
                  </a:lnTo>
                  <a:lnTo>
                    <a:pt x="351722" y="11531"/>
                  </a:lnTo>
                  <a:lnTo>
                    <a:pt x="281377" y="9252"/>
                  </a:lnTo>
                  <a:lnTo>
                    <a:pt x="211033" y="6960"/>
                  </a:lnTo>
                  <a:lnTo>
                    <a:pt x="140688" y="4654"/>
                  </a:lnTo>
                  <a:lnTo>
                    <a:pt x="70344" y="2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795855"/>
              <a:ext cx="6964104" cy="487469"/>
            </a:xfrm>
            <a:custGeom>
              <a:avLst/>
              <a:pathLst>
                <a:path w="6964104" h="487469">
                  <a:moveTo>
                    <a:pt x="0" y="0"/>
                  </a:moveTo>
                  <a:lnTo>
                    <a:pt x="70344" y="9944"/>
                  </a:lnTo>
                  <a:lnTo>
                    <a:pt x="140688" y="19725"/>
                  </a:lnTo>
                  <a:lnTo>
                    <a:pt x="211033" y="29346"/>
                  </a:lnTo>
                  <a:lnTo>
                    <a:pt x="281377" y="38808"/>
                  </a:lnTo>
                  <a:lnTo>
                    <a:pt x="351722" y="48114"/>
                  </a:lnTo>
                  <a:lnTo>
                    <a:pt x="422066" y="57267"/>
                  </a:lnTo>
                  <a:lnTo>
                    <a:pt x="492411" y="66270"/>
                  </a:lnTo>
                  <a:lnTo>
                    <a:pt x="562755" y="75124"/>
                  </a:lnTo>
                  <a:lnTo>
                    <a:pt x="633100" y="83833"/>
                  </a:lnTo>
                  <a:lnTo>
                    <a:pt x="703444" y="92398"/>
                  </a:lnTo>
                  <a:lnTo>
                    <a:pt x="773789" y="100823"/>
                  </a:lnTo>
                  <a:lnTo>
                    <a:pt x="844133" y="109109"/>
                  </a:lnTo>
                  <a:lnTo>
                    <a:pt x="914478" y="117258"/>
                  </a:lnTo>
                  <a:lnTo>
                    <a:pt x="984822" y="125274"/>
                  </a:lnTo>
                  <a:lnTo>
                    <a:pt x="1055167" y="133158"/>
                  </a:lnTo>
                  <a:lnTo>
                    <a:pt x="1125511" y="140912"/>
                  </a:lnTo>
                  <a:lnTo>
                    <a:pt x="1195856" y="148538"/>
                  </a:lnTo>
                  <a:lnTo>
                    <a:pt x="1266200" y="156039"/>
                  </a:lnTo>
                  <a:lnTo>
                    <a:pt x="1336545" y="163416"/>
                  </a:lnTo>
                  <a:lnTo>
                    <a:pt x="1406889" y="170672"/>
                  </a:lnTo>
                  <a:lnTo>
                    <a:pt x="1477234" y="177809"/>
                  </a:lnTo>
                  <a:lnTo>
                    <a:pt x="1547578" y="184828"/>
                  </a:lnTo>
                  <a:lnTo>
                    <a:pt x="1617923" y="191732"/>
                  </a:lnTo>
                  <a:lnTo>
                    <a:pt x="1688267" y="198523"/>
                  </a:lnTo>
                  <a:lnTo>
                    <a:pt x="1758612" y="205201"/>
                  </a:lnTo>
                  <a:lnTo>
                    <a:pt x="1828956" y="211770"/>
                  </a:lnTo>
                  <a:lnTo>
                    <a:pt x="1899301" y="218230"/>
                  </a:lnTo>
                  <a:lnTo>
                    <a:pt x="1969645" y="224584"/>
                  </a:lnTo>
                  <a:lnTo>
                    <a:pt x="2039990" y="230834"/>
                  </a:lnTo>
                  <a:lnTo>
                    <a:pt x="2110334" y="236981"/>
                  </a:lnTo>
                  <a:lnTo>
                    <a:pt x="2180679" y="243027"/>
                  </a:lnTo>
                  <a:lnTo>
                    <a:pt x="2251023" y="248973"/>
                  </a:lnTo>
                  <a:lnTo>
                    <a:pt x="2321368" y="254822"/>
                  </a:lnTo>
                  <a:lnTo>
                    <a:pt x="2391712" y="260574"/>
                  </a:lnTo>
                  <a:lnTo>
                    <a:pt x="2462057" y="266231"/>
                  </a:lnTo>
                  <a:lnTo>
                    <a:pt x="2532401" y="271796"/>
                  </a:lnTo>
                  <a:lnTo>
                    <a:pt x="2602746" y="277269"/>
                  </a:lnTo>
                  <a:lnTo>
                    <a:pt x="2673090" y="282652"/>
                  </a:lnTo>
                  <a:lnTo>
                    <a:pt x="2743435" y="287946"/>
                  </a:lnTo>
                  <a:lnTo>
                    <a:pt x="2813779" y="293153"/>
                  </a:lnTo>
                  <a:lnTo>
                    <a:pt x="2884124" y="298275"/>
                  </a:lnTo>
                  <a:lnTo>
                    <a:pt x="2954468" y="303312"/>
                  </a:lnTo>
                  <a:lnTo>
                    <a:pt x="3024813" y="308266"/>
                  </a:lnTo>
                  <a:lnTo>
                    <a:pt x="3095157" y="313139"/>
                  </a:lnTo>
                  <a:lnTo>
                    <a:pt x="3165502" y="317932"/>
                  </a:lnTo>
                  <a:lnTo>
                    <a:pt x="3235846" y="322646"/>
                  </a:lnTo>
                  <a:lnTo>
                    <a:pt x="3306191" y="327282"/>
                  </a:lnTo>
                  <a:lnTo>
                    <a:pt x="3376535" y="331842"/>
                  </a:lnTo>
                  <a:lnTo>
                    <a:pt x="3446880" y="336327"/>
                  </a:lnTo>
                  <a:lnTo>
                    <a:pt x="3517224" y="340739"/>
                  </a:lnTo>
                  <a:lnTo>
                    <a:pt x="3587569" y="345077"/>
                  </a:lnTo>
                  <a:lnTo>
                    <a:pt x="3657913" y="349344"/>
                  </a:lnTo>
                  <a:lnTo>
                    <a:pt x="3728257" y="353541"/>
                  </a:lnTo>
                  <a:lnTo>
                    <a:pt x="3798602" y="357669"/>
                  </a:lnTo>
                  <a:lnTo>
                    <a:pt x="3868946" y="361730"/>
                  </a:lnTo>
                  <a:lnTo>
                    <a:pt x="3939291" y="365723"/>
                  </a:lnTo>
                  <a:lnTo>
                    <a:pt x="4009635" y="369650"/>
                  </a:lnTo>
                  <a:lnTo>
                    <a:pt x="4079980" y="373513"/>
                  </a:lnTo>
                  <a:lnTo>
                    <a:pt x="4150324" y="377313"/>
                  </a:lnTo>
                  <a:lnTo>
                    <a:pt x="4220669" y="381050"/>
                  </a:lnTo>
                  <a:lnTo>
                    <a:pt x="4291013" y="384725"/>
                  </a:lnTo>
                  <a:lnTo>
                    <a:pt x="4361358" y="388340"/>
                  </a:lnTo>
                  <a:lnTo>
                    <a:pt x="4431702" y="391895"/>
                  </a:lnTo>
                  <a:lnTo>
                    <a:pt x="4502047" y="395392"/>
                  </a:lnTo>
                  <a:lnTo>
                    <a:pt x="4572391" y="398832"/>
                  </a:lnTo>
                  <a:lnTo>
                    <a:pt x="4642736" y="402215"/>
                  </a:lnTo>
                  <a:lnTo>
                    <a:pt x="4713080" y="405542"/>
                  </a:lnTo>
                  <a:lnTo>
                    <a:pt x="4783425" y="408814"/>
                  </a:lnTo>
                  <a:lnTo>
                    <a:pt x="4853769" y="412033"/>
                  </a:lnTo>
                  <a:lnTo>
                    <a:pt x="4924114" y="415198"/>
                  </a:lnTo>
                  <a:lnTo>
                    <a:pt x="4994458" y="418312"/>
                  </a:lnTo>
                  <a:lnTo>
                    <a:pt x="5064803" y="421374"/>
                  </a:lnTo>
                  <a:lnTo>
                    <a:pt x="5135147" y="424386"/>
                  </a:lnTo>
                  <a:lnTo>
                    <a:pt x="5205492" y="427349"/>
                  </a:lnTo>
                  <a:lnTo>
                    <a:pt x="5275836" y="430262"/>
                  </a:lnTo>
                  <a:lnTo>
                    <a:pt x="5346181" y="433128"/>
                  </a:lnTo>
                  <a:lnTo>
                    <a:pt x="5416525" y="435947"/>
                  </a:lnTo>
                  <a:lnTo>
                    <a:pt x="5486870" y="438719"/>
                  </a:lnTo>
                  <a:lnTo>
                    <a:pt x="5557214" y="441445"/>
                  </a:lnTo>
                  <a:lnTo>
                    <a:pt x="5627559" y="444127"/>
                  </a:lnTo>
                  <a:lnTo>
                    <a:pt x="5697903" y="446765"/>
                  </a:lnTo>
                  <a:lnTo>
                    <a:pt x="5768248" y="449359"/>
                  </a:lnTo>
                  <a:lnTo>
                    <a:pt x="5838592" y="451910"/>
                  </a:lnTo>
                  <a:lnTo>
                    <a:pt x="5908937" y="454420"/>
                  </a:lnTo>
                  <a:lnTo>
                    <a:pt x="5979281" y="456888"/>
                  </a:lnTo>
                  <a:lnTo>
                    <a:pt x="6049626" y="459316"/>
                  </a:lnTo>
                  <a:lnTo>
                    <a:pt x="6119970" y="461703"/>
                  </a:lnTo>
                  <a:lnTo>
                    <a:pt x="6190315" y="464052"/>
                  </a:lnTo>
                  <a:lnTo>
                    <a:pt x="6260659" y="466362"/>
                  </a:lnTo>
                  <a:lnTo>
                    <a:pt x="6331004" y="468633"/>
                  </a:lnTo>
                  <a:lnTo>
                    <a:pt x="6401348" y="470868"/>
                  </a:lnTo>
                  <a:lnTo>
                    <a:pt x="6471693" y="473065"/>
                  </a:lnTo>
                  <a:lnTo>
                    <a:pt x="6542037" y="475227"/>
                  </a:lnTo>
                  <a:lnTo>
                    <a:pt x="6612382" y="477353"/>
                  </a:lnTo>
                  <a:lnTo>
                    <a:pt x="6682726" y="479444"/>
                  </a:lnTo>
                  <a:lnTo>
                    <a:pt x="6753071" y="481500"/>
                  </a:lnTo>
                  <a:lnTo>
                    <a:pt x="6823415" y="483523"/>
                  </a:lnTo>
                  <a:lnTo>
                    <a:pt x="6893760" y="485512"/>
                  </a:lnTo>
                  <a:lnTo>
                    <a:pt x="6964104" y="4874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649190"/>
              <a:ext cx="6964104" cy="880097"/>
            </a:xfrm>
            <a:custGeom>
              <a:avLst/>
              <a:pathLst>
                <a:path w="6964104" h="880097">
                  <a:moveTo>
                    <a:pt x="0" y="0"/>
                  </a:moveTo>
                  <a:lnTo>
                    <a:pt x="70344" y="25276"/>
                  </a:lnTo>
                  <a:lnTo>
                    <a:pt x="140688" y="49877"/>
                  </a:lnTo>
                  <a:lnTo>
                    <a:pt x="211033" y="73819"/>
                  </a:lnTo>
                  <a:lnTo>
                    <a:pt x="281377" y="97120"/>
                  </a:lnTo>
                  <a:lnTo>
                    <a:pt x="351722" y="119798"/>
                  </a:lnTo>
                  <a:lnTo>
                    <a:pt x="422066" y="141868"/>
                  </a:lnTo>
                  <a:lnTo>
                    <a:pt x="492411" y="163348"/>
                  </a:lnTo>
                  <a:lnTo>
                    <a:pt x="562755" y="184254"/>
                  </a:lnTo>
                  <a:lnTo>
                    <a:pt x="633100" y="204599"/>
                  </a:lnTo>
                  <a:lnTo>
                    <a:pt x="703444" y="224401"/>
                  </a:lnTo>
                  <a:lnTo>
                    <a:pt x="773789" y="243672"/>
                  </a:lnTo>
                  <a:lnTo>
                    <a:pt x="844133" y="262428"/>
                  </a:lnTo>
                  <a:lnTo>
                    <a:pt x="914478" y="280681"/>
                  </a:lnTo>
                  <a:lnTo>
                    <a:pt x="984822" y="298446"/>
                  </a:lnTo>
                  <a:lnTo>
                    <a:pt x="1055167" y="315736"/>
                  </a:lnTo>
                  <a:lnTo>
                    <a:pt x="1125511" y="332563"/>
                  </a:lnTo>
                  <a:lnTo>
                    <a:pt x="1195856" y="348940"/>
                  </a:lnTo>
                  <a:lnTo>
                    <a:pt x="1266200" y="364878"/>
                  </a:lnTo>
                  <a:lnTo>
                    <a:pt x="1336545" y="380390"/>
                  </a:lnTo>
                  <a:lnTo>
                    <a:pt x="1406889" y="395487"/>
                  </a:lnTo>
                  <a:lnTo>
                    <a:pt x="1477234" y="410179"/>
                  </a:lnTo>
                  <a:lnTo>
                    <a:pt x="1547578" y="424479"/>
                  </a:lnTo>
                  <a:lnTo>
                    <a:pt x="1617923" y="438396"/>
                  </a:lnTo>
                  <a:lnTo>
                    <a:pt x="1688267" y="451940"/>
                  </a:lnTo>
                  <a:lnTo>
                    <a:pt x="1758612" y="465122"/>
                  </a:lnTo>
                  <a:lnTo>
                    <a:pt x="1828956" y="477951"/>
                  </a:lnTo>
                  <a:lnTo>
                    <a:pt x="1899301" y="490437"/>
                  </a:lnTo>
                  <a:lnTo>
                    <a:pt x="1969645" y="502588"/>
                  </a:lnTo>
                  <a:lnTo>
                    <a:pt x="2039990" y="514415"/>
                  </a:lnTo>
                  <a:lnTo>
                    <a:pt x="2110334" y="525925"/>
                  </a:lnTo>
                  <a:lnTo>
                    <a:pt x="2180679" y="537127"/>
                  </a:lnTo>
                  <a:lnTo>
                    <a:pt x="2251023" y="548029"/>
                  </a:lnTo>
                  <a:lnTo>
                    <a:pt x="2321368" y="558639"/>
                  </a:lnTo>
                  <a:lnTo>
                    <a:pt x="2391712" y="568966"/>
                  </a:lnTo>
                  <a:lnTo>
                    <a:pt x="2462057" y="579016"/>
                  </a:lnTo>
                  <a:lnTo>
                    <a:pt x="2532401" y="588797"/>
                  </a:lnTo>
                  <a:lnTo>
                    <a:pt x="2602746" y="598316"/>
                  </a:lnTo>
                  <a:lnTo>
                    <a:pt x="2673090" y="607580"/>
                  </a:lnTo>
                  <a:lnTo>
                    <a:pt x="2743435" y="616597"/>
                  </a:lnTo>
                  <a:lnTo>
                    <a:pt x="2813779" y="625372"/>
                  </a:lnTo>
                  <a:lnTo>
                    <a:pt x="2884124" y="633913"/>
                  </a:lnTo>
                  <a:lnTo>
                    <a:pt x="2954468" y="642225"/>
                  </a:lnTo>
                  <a:lnTo>
                    <a:pt x="3024813" y="646319"/>
                  </a:lnTo>
                  <a:lnTo>
                    <a:pt x="3095157" y="648118"/>
                  </a:lnTo>
                  <a:lnTo>
                    <a:pt x="3165502" y="649907"/>
                  </a:lnTo>
                  <a:lnTo>
                    <a:pt x="3235846" y="651685"/>
                  </a:lnTo>
                  <a:lnTo>
                    <a:pt x="3306191" y="653451"/>
                  </a:lnTo>
                  <a:lnTo>
                    <a:pt x="3376535" y="655208"/>
                  </a:lnTo>
                  <a:lnTo>
                    <a:pt x="3446880" y="656953"/>
                  </a:lnTo>
                  <a:lnTo>
                    <a:pt x="3517224" y="658689"/>
                  </a:lnTo>
                  <a:lnTo>
                    <a:pt x="3587569" y="660413"/>
                  </a:lnTo>
                  <a:lnTo>
                    <a:pt x="3657913" y="662127"/>
                  </a:lnTo>
                  <a:lnTo>
                    <a:pt x="3728257" y="663831"/>
                  </a:lnTo>
                  <a:lnTo>
                    <a:pt x="3798602" y="665525"/>
                  </a:lnTo>
                  <a:lnTo>
                    <a:pt x="3868946" y="667208"/>
                  </a:lnTo>
                  <a:lnTo>
                    <a:pt x="3939291" y="668882"/>
                  </a:lnTo>
                  <a:lnTo>
                    <a:pt x="4009635" y="670545"/>
                  </a:lnTo>
                  <a:lnTo>
                    <a:pt x="4079980" y="672198"/>
                  </a:lnTo>
                  <a:lnTo>
                    <a:pt x="4150324" y="673841"/>
                  </a:lnTo>
                  <a:lnTo>
                    <a:pt x="4220669" y="675474"/>
                  </a:lnTo>
                  <a:lnTo>
                    <a:pt x="4291013" y="677098"/>
                  </a:lnTo>
                  <a:lnTo>
                    <a:pt x="4361358" y="678711"/>
                  </a:lnTo>
                  <a:lnTo>
                    <a:pt x="4431702" y="680315"/>
                  </a:lnTo>
                  <a:lnTo>
                    <a:pt x="4502047" y="681909"/>
                  </a:lnTo>
                  <a:lnTo>
                    <a:pt x="4572391" y="683494"/>
                  </a:lnTo>
                  <a:lnTo>
                    <a:pt x="4642736" y="685069"/>
                  </a:lnTo>
                  <a:lnTo>
                    <a:pt x="4713080" y="686634"/>
                  </a:lnTo>
                  <a:lnTo>
                    <a:pt x="4783425" y="688190"/>
                  </a:lnTo>
                  <a:lnTo>
                    <a:pt x="4853769" y="689737"/>
                  </a:lnTo>
                  <a:lnTo>
                    <a:pt x="4924114" y="691274"/>
                  </a:lnTo>
                  <a:lnTo>
                    <a:pt x="4994458" y="692802"/>
                  </a:lnTo>
                  <a:lnTo>
                    <a:pt x="5064803" y="694321"/>
                  </a:lnTo>
                  <a:lnTo>
                    <a:pt x="5135147" y="695831"/>
                  </a:lnTo>
                  <a:lnTo>
                    <a:pt x="5205492" y="697331"/>
                  </a:lnTo>
                  <a:lnTo>
                    <a:pt x="5275836" y="698823"/>
                  </a:lnTo>
                  <a:lnTo>
                    <a:pt x="5346181" y="700305"/>
                  </a:lnTo>
                  <a:lnTo>
                    <a:pt x="5416525" y="701779"/>
                  </a:lnTo>
                  <a:lnTo>
                    <a:pt x="5486870" y="703244"/>
                  </a:lnTo>
                  <a:lnTo>
                    <a:pt x="5557214" y="704699"/>
                  </a:lnTo>
                  <a:lnTo>
                    <a:pt x="5627559" y="706146"/>
                  </a:lnTo>
                  <a:lnTo>
                    <a:pt x="5697903" y="707585"/>
                  </a:lnTo>
                  <a:lnTo>
                    <a:pt x="5768248" y="709014"/>
                  </a:lnTo>
                  <a:lnTo>
                    <a:pt x="5838592" y="710435"/>
                  </a:lnTo>
                  <a:lnTo>
                    <a:pt x="5908937" y="711848"/>
                  </a:lnTo>
                  <a:lnTo>
                    <a:pt x="5979281" y="713252"/>
                  </a:lnTo>
                  <a:lnTo>
                    <a:pt x="6049626" y="714647"/>
                  </a:lnTo>
                  <a:lnTo>
                    <a:pt x="6119970" y="716034"/>
                  </a:lnTo>
                  <a:lnTo>
                    <a:pt x="6190315" y="717413"/>
                  </a:lnTo>
                  <a:lnTo>
                    <a:pt x="6260659" y="718783"/>
                  </a:lnTo>
                  <a:lnTo>
                    <a:pt x="6331004" y="720145"/>
                  </a:lnTo>
                  <a:lnTo>
                    <a:pt x="6401348" y="721499"/>
                  </a:lnTo>
                  <a:lnTo>
                    <a:pt x="6471693" y="722845"/>
                  </a:lnTo>
                  <a:lnTo>
                    <a:pt x="6542037" y="724182"/>
                  </a:lnTo>
                  <a:lnTo>
                    <a:pt x="6612382" y="725512"/>
                  </a:lnTo>
                  <a:lnTo>
                    <a:pt x="6682726" y="726833"/>
                  </a:lnTo>
                  <a:lnTo>
                    <a:pt x="6753071" y="728146"/>
                  </a:lnTo>
                  <a:lnTo>
                    <a:pt x="6823415" y="729452"/>
                  </a:lnTo>
                  <a:lnTo>
                    <a:pt x="6893760" y="730750"/>
                  </a:lnTo>
                  <a:lnTo>
                    <a:pt x="6964104" y="732039"/>
                  </a:lnTo>
                  <a:lnTo>
                    <a:pt x="6964104" y="880097"/>
                  </a:lnTo>
                  <a:lnTo>
                    <a:pt x="6893760" y="878326"/>
                  </a:lnTo>
                  <a:lnTo>
                    <a:pt x="6823415" y="876506"/>
                  </a:lnTo>
                  <a:lnTo>
                    <a:pt x="6753071" y="874637"/>
                  </a:lnTo>
                  <a:lnTo>
                    <a:pt x="6682726" y="872716"/>
                  </a:lnTo>
                  <a:lnTo>
                    <a:pt x="6612382" y="870742"/>
                  </a:lnTo>
                  <a:lnTo>
                    <a:pt x="6542037" y="868714"/>
                  </a:lnTo>
                  <a:lnTo>
                    <a:pt x="6471693" y="866630"/>
                  </a:lnTo>
                  <a:lnTo>
                    <a:pt x="6401348" y="864489"/>
                  </a:lnTo>
                  <a:lnTo>
                    <a:pt x="6331004" y="862289"/>
                  </a:lnTo>
                  <a:lnTo>
                    <a:pt x="6260659" y="860028"/>
                  </a:lnTo>
                  <a:lnTo>
                    <a:pt x="6190315" y="857706"/>
                  </a:lnTo>
                  <a:lnTo>
                    <a:pt x="6119970" y="855319"/>
                  </a:lnTo>
                  <a:lnTo>
                    <a:pt x="6049626" y="852867"/>
                  </a:lnTo>
                  <a:lnTo>
                    <a:pt x="5979281" y="850347"/>
                  </a:lnTo>
                  <a:lnTo>
                    <a:pt x="5908937" y="847759"/>
                  </a:lnTo>
                  <a:lnTo>
                    <a:pt x="5838592" y="845098"/>
                  </a:lnTo>
                  <a:lnTo>
                    <a:pt x="5768248" y="842365"/>
                  </a:lnTo>
                  <a:lnTo>
                    <a:pt x="5697903" y="839557"/>
                  </a:lnTo>
                  <a:lnTo>
                    <a:pt x="5627559" y="836671"/>
                  </a:lnTo>
                  <a:lnTo>
                    <a:pt x="5557214" y="833706"/>
                  </a:lnTo>
                  <a:lnTo>
                    <a:pt x="5486870" y="830660"/>
                  </a:lnTo>
                  <a:lnTo>
                    <a:pt x="5416525" y="827529"/>
                  </a:lnTo>
                  <a:lnTo>
                    <a:pt x="5346181" y="824313"/>
                  </a:lnTo>
                  <a:lnTo>
                    <a:pt x="5275836" y="821008"/>
                  </a:lnTo>
                  <a:lnTo>
                    <a:pt x="5205492" y="817613"/>
                  </a:lnTo>
                  <a:lnTo>
                    <a:pt x="5135147" y="814124"/>
                  </a:lnTo>
                  <a:lnTo>
                    <a:pt x="5064803" y="810539"/>
                  </a:lnTo>
                  <a:lnTo>
                    <a:pt x="4994458" y="806855"/>
                  </a:lnTo>
                  <a:lnTo>
                    <a:pt x="4924114" y="803070"/>
                  </a:lnTo>
                  <a:lnTo>
                    <a:pt x="4853769" y="799181"/>
                  </a:lnTo>
                  <a:lnTo>
                    <a:pt x="4783425" y="795185"/>
                  </a:lnTo>
                  <a:lnTo>
                    <a:pt x="4713080" y="791080"/>
                  </a:lnTo>
                  <a:lnTo>
                    <a:pt x="4642736" y="786861"/>
                  </a:lnTo>
                  <a:lnTo>
                    <a:pt x="4572391" y="782526"/>
                  </a:lnTo>
                  <a:lnTo>
                    <a:pt x="4502047" y="778073"/>
                  </a:lnTo>
                  <a:lnTo>
                    <a:pt x="4431702" y="773496"/>
                  </a:lnTo>
                  <a:lnTo>
                    <a:pt x="4361358" y="768794"/>
                  </a:lnTo>
                  <a:lnTo>
                    <a:pt x="4291013" y="763963"/>
                  </a:lnTo>
                  <a:lnTo>
                    <a:pt x="4220669" y="758998"/>
                  </a:lnTo>
                  <a:lnTo>
                    <a:pt x="4150324" y="753897"/>
                  </a:lnTo>
                  <a:lnTo>
                    <a:pt x="4079980" y="748656"/>
                  </a:lnTo>
                  <a:lnTo>
                    <a:pt x="4009635" y="743271"/>
                  </a:lnTo>
                  <a:lnTo>
                    <a:pt x="3939291" y="737738"/>
                  </a:lnTo>
                  <a:lnTo>
                    <a:pt x="3868946" y="732052"/>
                  </a:lnTo>
                  <a:lnTo>
                    <a:pt x="3798602" y="726211"/>
                  </a:lnTo>
                  <a:lnTo>
                    <a:pt x="3728257" y="720208"/>
                  </a:lnTo>
                  <a:lnTo>
                    <a:pt x="3657913" y="714041"/>
                  </a:lnTo>
                  <a:lnTo>
                    <a:pt x="3587569" y="707704"/>
                  </a:lnTo>
                  <a:lnTo>
                    <a:pt x="3517224" y="701192"/>
                  </a:lnTo>
                  <a:lnTo>
                    <a:pt x="3446880" y="694502"/>
                  </a:lnTo>
                  <a:lnTo>
                    <a:pt x="3376535" y="687627"/>
                  </a:lnTo>
                  <a:lnTo>
                    <a:pt x="3306191" y="680564"/>
                  </a:lnTo>
                  <a:lnTo>
                    <a:pt x="3235846" y="673306"/>
                  </a:lnTo>
                  <a:lnTo>
                    <a:pt x="3165502" y="665849"/>
                  </a:lnTo>
                  <a:lnTo>
                    <a:pt x="3095157" y="658187"/>
                  </a:lnTo>
                  <a:lnTo>
                    <a:pt x="3024813" y="650314"/>
                  </a:lnTo>
                  <a:lnTo>
                    <a:pt x="2954468" y="644509"/>
                  </a:lnTo>
                  <a:lnTo>
                    <a:pt x="2884124" y="642688"/>
                  </a:lnTo>
                  <a:lnTo>
                    <a:pt x="2813779" y="640855"/>
                  </a:lnTo>
                  <a:lnTo>
                    <a:pt x="2743435" y="639012"/>
                  </a:lnTo>
                  <a:lnTo>
                    <a:pt x="2673090" y="637157"/>
                  </a:lnTo>
                  <a:lnTo>
                    <a:pt x="2602746" y="635291"/>
                  </a:lnTo>
                  <a:lnTo>
                    <a:pt x="2532401" y="633414"/>
                  </a:lnTo>
                  <a:lnTo>
                    <a:pt x="2462057" y="631526"/>
                  </a:lnTo>
                  <a:lnTo>
                    <a:pt x="2391712" y="629626"/>
                  </a:lnTo>
                  <a:lnTo>
                    <a:pt x="2321368" y="627714"/>
                  </a:lnTo>
                  <a:lnTo>
                    <a:pt x="2251023" y="625791"/>
                  </a:lnTo>
                  <a:lnTo>
                    <a:pt x="2180679" y="623856"/>
                  </a:lnTo>
                  <a:lnTo>
                    <a:pt x="2110334" y="621909"/>
                  </a:lnTo>
                  <a:lnTo>
                    <a:pt x="2039990" y="619951"/>
                  </a:lnTo>
                  <a:lnTo>
                    <a:pt x="1969645" y="617981"/>
                  </a:lnTo>
                  <a:lnTo>
                    <a:pt x="1899301" y="615998"/>
                  </a:lnTo>
                  <a:lnTo>
                    <a:pt x="1828956" y="614004"/>
                  </a:lnTo>
                  <a:lnTo>
                    <a:pt x="1758612" y="611998"/>
                  </a:lnTo>
                  <a:lnTo>
                    <a:pt x="1688267" y="609979"/>
                  </a:lnTo>
                  <a:lnTo>
                    <a:pt x="1617923" y="607948"/>
                  </a:lnTo>
                  <a:lnTo>
                    <a:pt x="1547578" y="605905"/>
                  </a:lnTo>
                  <a:lnTo>
                    <a:pt x="1477234" y="603849"/>
                  </a:lnTo>
                  <a:lnTo>
                    <a:pt x="1406889" y="601781"/>
                  </a:lnTo>
                  <a:lnTo>
                    <a:pt x="1336545" y="599701"/>
                  </a:lnTo>
                  <a:lnTo>
                    <a:pt x="1266200" y="597607"/>
                  </a:lnTo>
                  <a:lnTo>
                    <a:pt x="1195856" y="595501"/>
                  </a:lnTo>
                  <a:lnTo>
                    <a:pt x="1125511" y="593383"/>
                  </a:lnTo>
                  <a:lnTo>
                    <a:pt x="1055167" y="591251"/>
                  </a:lnTo>
                  <a:lnTo>
                    <a:pt x="984822" y="589106"/>
                  </a:lnTo>
                  <a:lnTo>
                    <a:pt x="914478" y="586949"/>
                  </a:lnTo>
                  <a:lnTo>
                    <a:pt x="844133" y="584778"/>
                  </a:lnTo>
                  <a:lnTo>
                    <a:pt x="773789" y="582594"/>
                  </a:lnTo>
                  <a:lnTo>
                    <a:pt x="703444" y="580397"/>
                  </a:lnTo>
                  <a:lnTo>
                    <a:pt x="633100" y="578187"/>
                  </a:lnTo>
                  <a:lnTo>
                    <a:pt x="562755" y="575963"/>
                  </a:lnTo>
                  <a:lnTo>
                    <a:pt x="492411" y="573726"/>
                  </a:lnTo>
                  <a:lnTo>
                    <a:pt x="422066" y="571475"/>
                  </a:lnTo>
                  <a:lnTo>
                    <a:pt x="351722" y="569210"/>
                  </a:lnTo>
                  <a:lnTo>
                    <a:pt x="281377" y="566932"/>
                  </a:lnTo>
                  <a:lnTo>
                    <a:pt x="211033" y="564639"/>
                  </a:lnTo>
                  <a:lnTo>
                    <a:pt x="140688" y="562333"/>
                  </a:lnTo>
                  <a:lnTo>
                    <a:pt x="70344" y="560013"/>
                  </a:lnTo>
                  <a:lnTo>
                    <a:pt x="0" y="557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4649190"/>
              <a:ext cx="6964104" cy="732039"/>
            </a:xfrm>
            <a:custGeom>
              <a:avLst/>
              <a:pathLst>
                <a:path w="6964104" h="732039">
                  <a:moveTo>
                    <a:pt x="0" y="0"/>
                  </a:moveTo>
                  <a:lnTo>
                    <a:pt x="70344" y="25276"/>
                  </a:lnTo>
                  <a:lnTo>
                    <a:pt x="140688" y="49877"/>
                  </a:lnTo>
                  <a:lnTo>
                    <a:pt x="211033" y="73819"/>
                  </a:lnTo>
                  <a:lnTo>
                    <a:pt x="281377" y="97120"/>
                  </a:lnTo>
                  <a:lnTo>
                    <a:pt x="351722" y="119798"/>
                  </a:lnTo>
                  <a:lnTo>
                    <a:pt x="422066" y="141868"/>
                  </a:lnTo>
                  <a:lnTo>
                    <a:pt x="492411" y="163348"/>
                  </a:lnTo>
                  <a:lnTo>
                    <a:pt x="562755" y="184254"/>
                  </a:lnTo>
                  <a:lnTo>
                    <a:pt x="633100" y="204599"/>
                  </a:lnTo>
                  <a:lnTo>
                    <a:pt x="703444" y="224401"/>
                  </a:lnTo>
                  <a:lnTo>
                    <a:pt x="773789" y="243672"/>
                  </a:lnTo>
                  <a:lnTo>
                    <a:pt x="844133" y="262428"/>
                  </a:lnTo>
                  <a:lnTo>
                    <a:pt x="914478" y="280681"/>
                  </a:lnTo>
                  <a:lnTo>
                    <a:pt x="984822" y="298446"/>
                  </a:lnTo>
                  <a:lnTo>
                    <a:pt x="1055167" y="315736"/>
                  </a:lnTo>
                  <a:lnTo>
                    <a:pt x="1125511" y="332563"/>
                  </a:lnTo>
                  <a:lnTo>
                    <a:pt x="1195856" y="348940"/>
                  </a:lnTo>
                  <a:lnTo>
                    <a:pt x="1266200" y="364878"/>
                  </a:lnTo>
                  <a:lnTo>
                    <a:pt x="1336545" y="380390"/>
                  </a:lnTo>
                  <a:lnTo>
                    <a:pt x="1406889" y="395487"/>
                  </a:lnTo>
                  <a:lnTo>
                    <a:pt x="1477234" y="410179"/>
                  </a:lnTo>
                  <a:lnTo>
                    <a:pt x="1547578" y="424479"/>
                  </a:lnTo>
                  <a:lnTo>
                    <a:pt x="1617923" y="438396"/>
                  </a:lnTo>
                  <a:lnTo>
                    <a:pt x="1688267" y="451940"/>
                  </a:lnTo>
                  <a:lnTo>
                    <a:pt x="1758612" y="465122"/>
                  </a:lnTo>
                  <a:lnTo>
                    <a:pt x="1828956" y="477951"/>
                  </a:lnTo>
                  <a:lnTo>
                    <a:pt x="1899301" y="490437"/>
                  </a:lnTo>
                  <a:lnTo>
                    <a:pt x="1969645" y="502588"/>
                  </a:lnTo>
                  <a:lnTo>
                    <a:pt x="2039990" y="514415"/>
                  </a:lnTo>
                  <a:lnTo>
                    <a:pt x="2110334" y="525925"/>
                  </a:lnTo>
                  <a:lnTo>
                    <a:pt x="2180679" y="537127"/>
                  </a:lnTo>
                  <a:lnTo>
                    <a:pt x="2251023" y="548029"/>
                  </a:lnTo>
                  <a:lnTo>
                    <a:pt x="2321368" y="558639"/>
                  </a:lnTo>
                  <a:lnTo>
                    <a:pt x="2391712" y="568966"/>
                  </a:lnTo>
                  <a:lnTo>
                    <a:pt x="2462057" y="579016"/>
                  </a:lnTo>
                  <a:lnTo>
                    <a:pt x="2532401" y="588797"/>
                  </a:lnTo>
                  <a:lnTo>
                    <a:pt x="2602746" y="598316"/>
                  </a:lnTo>
                  <a:lnTo>
                    <a:pt x="2673090" y="607580"/>
                  </a:lnTo>
                  <a:lnTo>
                    <a:pt x="2743435" y="616597"/>
                  </a:lnTo>
                  <a:lnTo>
                    <a:pt x="2813779" y="625372"/>
                  </a:lnTo>
                  <a:lnTo>
                    <a:pt x="2884124" y="633913"/>
                  </a:lnTo>
                  <a:lnTo>
                    <a:pt x="2954468" y="642225"/>
                  </a:lnTo>
                  <a:lnTo>
                    <a:pt x="3024813" y="646319"/>
                  </a:lnTo>
                  <a:lnTo>
                    <a:pt x="3095157" y="648118"/>
                  </a:lnTo>
                  <a:lnTo>
                    <a:pt x="3165502" y="649907"/>
                  </a:lnTo>
                  <a:lnTo>
                    <a:pt x="3235846" y="651685"/>
                  </a:lnTo>
                  <a:lnTo>
                    <a:pt x="3306191" y="653451"/>
                  </a:lnTo>
                  <a:lnTo>
                    <a:pt x="3376535" y="655208"/>
                  </a:lnTo>
                  <a:lnTo>
                    <a:pt x="3446880" y="656953"/>
                  </a:lnTo>
                  <a:lnTo>
                    <a:pt x="3517224" y="658689"/>
                  </a:lnTo>
                  <a:lnTo>
                    <a:pt x="3587569" y="660413"/>
                  </a:lnTo>
                  <a:lnTo>
                    <a:pt x="3657913" y="662127"/>
                  </a:lnTo>
                  <a:lnTo>
                    <a:pt x="3728257" y="663831"/>
                  </a:lnTo>
                  <a:lnTo>
                    <a:pt x="3798602" y="665525"/>
                  </a:lnTo>
                  <a:lnTo>
                    <a:pt x="3868946" y="667208"/>
                  </a:lnTo>
                  <a:lnTo>
                    <a:pt x="3939291" y="668882"/>
                  </a:lnTo>
                  <a:lnTo>
                    <a:pt x="4009635" y="670545"/>
                  </a:lnTo>
                  <a:lnTo>
                    <a:pt x="4079980" y="672198"/>
                  </a:lnTo>
                  <a:lnTo>
                    <a:pt x="4150324" y="673841"/>
                  </a:lnTo>
                  <a:lnTo>
                    <a:pt x="4220669" y="675474"/>
                  </a:lnTo>
                  <a:lnTo>
                    <a:pt x="4291013" y="677098"/>
                  </a:lnTo>
                  <a:lnTo>
                    <a:pt x="4361358" y="678711"/>
                  </a:lnTo>
                  <a:lnTo>
                    <a:pt x="4431702" y="680315"/>
                  </a:lnTo>
                  <a:lnTo>
                    <a:pt x="4502047" y="681909"/>
                  </a:lnTo>
                  <a:lnTo>
                    <a:pt x="4572391" y="683494"/>
                  </a:lnTo>
                  <a:lnTo>
                    <a:pt x="4642736" y="685069"/>
                  </a:lnTo>
                  <a:lnTo>
                    <a:pt x="4713080" y="686634"/>
                  </a:lnTo>
                  <a:lnTo>
                    <a:pt x="4783425" y="688190"/>
                  </a:lnTo>
                  <a:lnTo>
                    <a:pt x="4853769" y="689737"/>
                  </a:lnTo>
                  <a:lnTo>
                    <a:pt x="4924114" y="691274"/>
                  </a:lnTo>
                  <a:lnTo>
                    <a:pt x="4994458" y="692802"/>
                  </a:lnTo>
                  <a:lnTo>
                    <a:pt x="5064803" y="694321"/>
                  </a:lnTo>
                  <a:lnTo>
                    <a:pt x="5135147" y="695831"/>
                  </a:lnTo>
                  <a:lnTo>
                    <a:pt x="5205492" y="697331"/>
                  </a:lnTo>
                  <a:lnTo>
                    <a:pt x="5275836" y="698823"/>
                  </a:lnTo>
                  <a:lnTo>
                    <a:pt x="5346181" y="700305"/>
                  </a:lnTo>
                  <a:lnTo>
                    <a:pt x="5416525" y="701779"/>
                  </a:lnTo>
                  <a:lnTo>
                    <a:pt x="5486870" y="703244"/>
                  </a:lnTo>
                  <a:lnTo>
                    <a:pt x="5557214" y="704699"/>
                  </a:lnTo>
                  <a:lnTo>
                    <a:pt x="5627559" y="706146"/>
                  </a:lnTo>
                  <a:lnTo>
                    <a:pt x="5697903" y="707585"/>
                  </a:lnTo>
                  <a:lnTo>
                    <a:pt x="5768248" y="709014"/>
                  </a:lnTo>
                  <a:lnTo>
                    <a:pt x="5838592" y="710435"/>
                  </a:lnTo>
                  <a:lnTo>
                    <a:pt x="5908937" y="711848"/>
                  </a:lnTo>
                  <a:lnTo>
                    <a:pt x="5979281" y="713252"/>
                  </a:lnTo>
                  <a:lnTo>
                    <a:pt x="6049626" y="714647"/>
                  </a:lnTo>
                  <a:lnTo>
                    <a:pt x="6119970" y="716034"/>
                  </a:lnTo>
                  <a:lnTo>
                    <a:pt x="6190315" y="717413"/>
                  </a:lnTo>
                  <a:lnTo>
                    <a:pt x="6260659" y="718783"/>
                  </a:lnTo>
                  <a:lnTo>
                    <a:pt x="6331004" y="720145"/>
                  </a:lnTo>
                  <a:lnTo>
                    <a:pt x="6401348" y="721499"/>
                  </a:lnTo>
                  <a:lnTo>
                    <a:pt x="6471693" y="722845"/>
                  </a:lnTo>
                  <a:lnTo>
                    <a:pt x="6542037" y="724182"/>
                  </a:lnTo>
                  <a:lnTo>
                    <a:pt x="6612382" y="725512"/>
                  </a:lnTo>
                  <a:lnTo>
                    <a:pt x="6682726" y="726833"/>
                  </a:lnTo>
                  <a:lnTo>
                    <a:pt x="6753071" y="728146"/>
                  </a:lnTo>
                  <a:lnTo>
                    <a:pt x="6823415" y="729452"/>
                  </a:lnTo>
                  <a:lnTo>
                    <a:pt x="6893760" y="730750"/>
                  </a:lnTo>
                  <a:lnTo>
                    <a:pt x="6964104" y="732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06870"/>
              <a:ext cx="6964104" cy="322417"/>
            </a:xfrm>
            <a:custGeom>
              <a:avLst/>
              <a:pathLst>
                <a:path w="6964104" h="322417">
                  <a:moveTo>
                    <a:pt x="6964104" y="322417"/>
                  </a:moveTo>
                  <a:lnTo>
                    <a:pt x="6893760" y="320647"/>
                  </a:lnTo>
                  <a:lnTo>
                    <a:pt x="6823415" y="318827"/>
                  </a:lnTo>
                  <a:lnTo>
                    <a:pt x="6753071" y="316958"/>
                  </a:lnTo>
                  <a:lnTo>
                    <a:pt x="6682726" y="315037"/>
                  </a:lnTo>
                  <a:lnTo>
                    <a:pt x="6612382" y="313063"/>
                  </a:lnTo>
                  <a:lnTo>
                    <a:pt x="6542037" y="311035"/>
                  </a:lnTo>
                  <a:lnTo>
                    <a:pt x="6471693" y="308951"/>
                  </a:lnTo>
                  <a:lnTo>
                    <a:pt x="6401348" y="306810"/>
                  </a:lnTo>
                  <a:lnTo>
                    <a:pt x="6331004" y="304610"/>
                  </a:lnTo>
                  <a:lnTo>
                    <a:pt x="6260659" y="302349"/>
                  </a:lnTo>
                  <a:lnTo>
                    <a:pt x="6190315" y="300026"/>
                  </a:lnTo>
                  <a:lnTo>
                    <a:pt x="6119970" y="297640"/>
                  </a:lnTo>
                  <a:lnTo>
                    <a:pt x="6049626" y="295188"/>
                  </a:lnTo>
                  <a:lnTo>
                    <a:pt x="5979281" y="292668"/>
                  </a:lnTo>
                  <a:lnTo>
                    <a:pt x="5908937" y="290079"/>
                  </a:lnTo>
                  <a:lnTo>
                    <a:pt x="5838592" y="287419"/>
                  </a:lnTo>
                  <a:lnTo>
                    <a:pt x="5768248" y="284686"/>
                  </a:lnTo>
                  <a:lnTo>
                    <a:pt x="5697903" y="281877"/>
                  </a:lnTo>
                  <a:lnTo>
                    <a:pt x="5627559" y="278992"/>
                  </a:lnTo>
                  <a:lnTo>
                    <a:pt x="5557214" y="276027"/>
                  </a:lnTo>
                  <a:lnTo>
                    <a:pt x="5486870" y="272980"/>
                  </a:lnTo>
                  <a:lnTo>
                    <a:pt x="5416525" y="269850"/>
                  </a:lnTo>
                  <a:lnTo>
                    <a:pt x="5346181" y="266634"/>
                  </a:lnTo>
                  <a:lnTo>
                    <a:pt x="5275836" y="263329"/>
                  </a:lnTo>
                  <a:lnTo>
                    <a:pt x="5205492" y="259933"/>
                  </a:lnTo>
                  <a:lnTo>
                    <a:pt x="5135147" y="256444"/>
                  </a:lnTo>
                  <a:lnTo>
                    <a:pt x="5064803" y="252859"/>
                  </a:lnTo>
                  <a:lnTo>
                    <a:pt x="4994458" y="249176"/>
                  </a:lnTo>
                  <a:lnTo>
                    <a:pt x="4924114" y="245391"/>
                  </a:lnTo>
                  <a:lnTo>
                    <a:pt x="4853769" y="241502"/>
                  </a:lnTo>
                  <a:lnTo>
                    <a:pt x="4783425" y="237506"/>
                  </a:lnTo>
                  <a:lnTo>
                    <a:pt x="4713080" y="233400"/>
                  </a:lnTo>
                  <a:lnTo>
                    <a:pt x="4642736" y="229182"/>
                  </a:lnTo>
                  <a:lnTo>
                    <a:pt x="4572391" y="224847"/>
                  </a:lnTo>
                  <a:lnTo>
                    <a:pt x="4502047" y="220393"/>
                  </a:lnTo>
                  <a:lnTo>
                    <a:pt x="4431702" y="215817"/>
                  </a:lnTo>
                  <a:lnTo>
                    <a:pt x="4361358" y="211115"/>
                  </a:lnTo>
                  <a:lnTo>
                    <a:pt x="4291013" y="206283"/>
                  </a:lnTo>
                  <a:lnTo>
                    <a:pt x="4220669" y="201319"/>
                  </a:lnTo>
                  <a:lnTo>
                    <a:pt x="4150324" y="196218"/>
                  </a:lnTo>
                  <a:lnTo>
                    <a:pt x="4079980" y="190977"/>
                  </a:lnTo>
                  <a:lnTo>
                    <a:pt x="4009635" y="185592"/>
                  </a:lnTo>
                  <a:lnTo>
                    <a:pt x="3939291" y="180058"/>
                  </a:lnTo>
                  <a:lnTo>
                    <a:pt x="3868946" y="174373"/>
                  </a:lnTo>
                  <a:lnTo>
                    <a:pt x="3798602" y="168531"/>
                  </a:lnTo>
                  <a:lnTo>
                    <a:pt x="3728257" y="162529"/>
                  </a:lnTo>
                  <a:lnTo>
                    <a:pt x="3657913" y="156361"/>
                  </a:lnTo>
                  <a:lnTo>
                    <a:pt x="3587569" y="150024"/>
                  </a:lnTo>
                  <a:lnTo>
                    <a:pt x="3517224" y="143513"/>
                  </a:lnTo>
                  <a:lnTo>
                    <a:pt x="3446880" y="136822"/>
                  </a:lnTo>
                  <a:lnTo>
                    <a:pt x="3376535" y="129948"/>
                  </a:lnTo>
                  <a:lnTo>
                    <a:pt x="3306191" y="122885"/>
                  </a:lnTo>
                  <a:lnTo>
                    <a:pt x="3235846" y="115627"/>
                  </a:lnTo>
                  <a:lnTo>
                    <a:pt x="3165502" y="108170"/>
                  </a:lnTo>
                  <a:lnTo>
                    <a:pt x="3095157" y="100508"/>
                  </a:lnTo>
                  <a:lnTo>
                    <a:pt x="3024813" y="92635"/>
                  </a:lnTo>
                  <a:lnTo>
                    <a:pt x="2954468" y="86829"/>
                  </a:lnTo>
                  <a:lnTo>
                    <a:pt x="2884124" y="85008"/>
                  </a:lnTo>
                  <a:lnTo>
                    <a:pt x="2813779" y="83176"/>
                  </a:lnTo>
                  <a:lnTo>
                    <a:pt x="2743435" y="81332"/>
                  </a:lnTo>
                  <a:lnTo>
                    <a:pt x="2673090" y="79478"/>
                  </a:lnTo>
                  <a:lnTo>
                    <a:pt x="2602746" y="77612"/>
                  </a:lnTo>
                  <a:lnTo>
                    <a:pt x="2532401" y="75735"/>
                  </a:lnTo>
                  <a:lnTo>
                    <a:pt x="2462057" y="73846"/>
                  </a:lnTo>
                  <a:lnTo>
                    <a:pt x="2391712" y="71946"/>
                  </a:lnTo>
                  <a:lnTo>
                    <a:pt x="2321368" y="70035"/>
                  </a:lnTo>
                  <a:lnTo>
                    <a:pt x="2251023" y="68111"/>
                  </a:lnTo>
                  <a:lnTo>
                    <a:pt x="2180679" y="66177"/>
                  </a:lnTo>
                  <a:lnTo>
                    <a:pt x="2110334" y="64230"/>
                  </a:lnTo>
                  <a:lnTo>
                    <a:pt x="2039990" y="62272"/>
                  </a:lnTo>
                  <a:lnTo>
                    <a:pt x="1969645" y="60301"/>
                  </a:lnTo>
                  <a:lnTo>
                    <a:pt x="1899301" y="58319"/>
                  </a:lnTo>
                  <a:lnTo>
                    <a:pt x="1828956" y="56325"/>
                  </a:lnTo>
                  <a:lnTo>
                    <a:pt x="1758612" y="54318"/>
                  </a:lnTo>
                  <a:lnTo>
                    <a:pt x="1688267" y="52300"/>
                  </a:lnTo>
                  <a:lnTo>
                    <a:pt x="1617923" y="50269"/>
                  </a:lnTo>
                  <a:lnTo>
                    <a:pt x="1547578" y="48225"/>
                  </a:lnTo>
                  <a:lnTo>
                    <a:pt x="1477234" y="46170"/>
                  </a:lnTo>
                  <a:lnTo>
                    <a:pt x="1406889" y="44102"/>
                  </a:lnTo>
                  <a:lnTo>
                    <a:pt x="1336545" y="42021"/>
                  </a:lnTo>
                  <a:lnTo>
                    <a:pt x="1266200" y="39928"/>
                  </a:lnTo>
                  <a:lnTo>
                    <a:pt x="1195856" y="37822"/>
                  </a:lnTo>
                  <a:lnTo>
                    <a:pt x="1125511" y="35703"/>
                  </a:lnTo>
                  <a:lnTo>
                    <a:pt x="1055167" y="33572"/>
                  </a:lnTo>
                  <a:lnTo>
                    <a:pt x="984822" y="31427"/>
                  </a:lnTo>
                  <a:lnTo>
                    <a:pt x="914478" y="29269"/>
                  </a:lnTo>
                  <a:lnTo>
                    <a:pt x="844133" y="27099"/>
                  </a:lnTo>
                  <a:lnTo>
                    <a:pt x="773789" y="24915"/>
                  </a:lnTo>
                  <a:lnTo>
                    <a:pt x="703444" y="22718"/>
                  </a:lnTo>
                  <a:lnTo>
                    <a:pt x="633100" y="20507"/>
                  </a:lnTo>
                  <a:lnTo>
                    <a:pt x="562755" y="18283"/>
                  </a:lnTo>
                  <a:lnTo>
                    <a:pt x="492411" y="16046"/>
                  </a:lnTo>
                  <a:lnTo>
                    <a:pt x="422066" y="13795"/>
                  </a:lnTo>
                  <a:lnTo>
                    <a:pt x="351722" y="11531"/>
                  </a:lnTo>
                  <a:lnTo>
                    <a:pt x="281377" y="9252"/>
                  </a:lnTo>
                  <a:lnTo>
                    <a:pt x="211033" y="6960"/>
                  </a:lnTo>
                  <a:lnTo>
                    <a:pt x="140688" y="4654"/>
                  </a:lnTo>
                  <a:lnTo>
                    <a:pt x="70344" y="2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4989247"/>
              <a:ext cx="6964104" cy="487469"/>
            </a:xfrm>
            <a:custGeom>
              <a:avLst/>
              <a:pathLst>
                <a:path w="6964104" h="487469">
                  <a:moveTo>
                    <a:pt x="0" y="0"/>
                  </a:moveTo>
                  <a:lnTo>
                    <a:pt x="70344" y="9944"/>
                  </a:lnTo>
                  <a:lnTo>
                    <a:pt x="140688" y="19725"/>
                  </a:lnTo>
                  <a:lnTo>
                    <a:pt x="211033" y="29346"/>
                  </a:lnTo>
                  <a:lnTo>
                    <a:pt x="281377" y="38808"/>
                  </a:lnTo>
                  <a:lnTo>
                    <a:pt x="351722" y="48114"/>
                  </a:lnTo>
                  <a:lnTo>
                    <a:pt x="422066" y="57267"/>
                  </a:lnTo>
                  <a:lnTo>
                    <a:pt x="492411" y="66270"/>
                  </a:lnTo>
                  <a:lnTo>
                    <a:pt x="562755" y="75124"/>
                  </a:lnTo>
                  <a:lnTo>
                    <a:pt x="633100" y="83833"/>
                  </a:lnTo>
                  <a:lnTo>
                    <a:pt x="703444" y="92398"/>
                  </a:lnTo>
                  <a:lnTo>
                    <a:pt x="773789" y="100823"/>
                  </a:lnTo>
                  <a:lnTo>
                    <a:pt x="844133" y="109109"/>
                  </a:lnTo>
                  <a:lnTo>
                    <a:pt x="914478" y="117258"/>
                  </a:lnTo>
                  <a:lnTo>
                    <a:pt x="984822" y="125274"/>
                  </a:lnTo>
                  <a:lnTo>
                    <a:pt x="1055167" y="133158"/>
                  </a:lnTo>
                  <a:lnTo>
                    <a:pt x="1125511" y="140912"/>
                  </a:lnTo>
                  <a:lnTo>
                    <a:pt x="1195856" y="148538"/>
                  </a:lnTo>
                  <a:lnTo>
                    <a:pt x="1266200" y="156039"/>
                  </a:lnTo>
                  <a:lnTo>
                    <a:pt x="1336545" y="163416"/>
                  </a:lnTo>
                  <a:lnTo>
                    <a:pt x="1406889" y="170672"/>
                  </a:lnTo>
                  <a:lnTo>
                    <a:pt x="1477234" y="177809"/>
                  </a:lnTo>
                  <a:lnTo>
                    <a:pt x="1547578" y="184828"/>
                  </a:lnTo>
                  <a:lnTo>
                    <a:pt x="1617923" y="191732"/>
                  </a:lnTo>
                  <a:lnTo>
                    <a:pt x="1688267" y="198523"/>
                  </a:lnTo>
                  <a:lnTo>
                    <a:pt x="1758612" y="205201"/>
                  </a:lnTo>
                  <a:lnTo>
                    <a:pt x="1828956" y="211770"/>
                  </a:lnTo>
                  <a:lnTo>
                    <a:pt x="1899301" y="218230"/>
                  </a:lnTo>
                  <a:lnTo>
                    <a:pt x="1969645" y="224584"/>
                  </a:lnTo>
                  <a:lnTo>
                    <a:pt x="2039990" y="230834"/>
                  </a:lnTo>
                  <a:lnTo>
                    <a:pt x="2110334" y="236981"/>
                  </a:lnTo>
                  <a:lnTo>
                    <a:pt x="2180679" y="243027"/>
                  </a:lnTo>
                  <a:lnTo>
                    <a:pt x="2251023" y="248973"/>
                  </a:lnTo>
                  <a:lnTo>
                    <a:pt x="2321368" y="254822"/>
                  </a:lnTo>
                  <a:lnTo>
                    <a:pt x="2391712" y="260574"/>
                  </a:lnTo>
                  <a:lnTo>
                    <a:pt x="2462057" y="266231"/>
                  </a:lnTo>
                  <a:lnTo>
                    <a:pt x="2532401" y="271796"/>
                  </a:lnTo>
                  <a:lnTo>
                    <a:pt x="2602746" y="277269"/>
                  </a:lnTo>
                  <a:lnTo>
                    <a:pt x="2673090" y="282652"/>
                  </a:lnTo>
                  <a:lnTo>
                    <a:pt x="2743435" y="287946"/>
                  </a:lnTo>
                  <a:lnTo>
                    <a:pt x="2813779" y="293153"/>
                  </a:lnTo>
                  <a:lnTo>
                    <a:pt x="2884124" y="298275"/>
                  </a:lnTo>
                  <a:lnTo>
                    <a:pt x="2954468" y="303312"/>
                  </a:lnTo>
                  <a:lnTo>
                    <a:pt x="3024813" y="308266"/>
                  </a:lnTo>
                  <a:lnTo>
                    <a:pt x="3095157" y="313139"/>
                  </a:lnTo>
                  <a:lnTo>
                    <a:pt x="3165502" y="317932"/>
                  </a:lnTo>
                  <a:lnTo>
                    <a:pt x="3235846" y="322646"/>
                  </a:lnTo>
                  <a:lnTo>
                    <a:pt x="3306191" y="327282"/>
                  </a:lnTo>
                  <a:lnTo>
                    <a:pt x="3376535" y="331842"/>
                  </a:lnTo>
                  <a:lnTo>
                    <a:pt x="3446880" y="336327"/>
                  </a:lnTo>
                  <a:lnTo>
                    <a:pt x="3517224" y="340739"/>
                  </a:lnTo>
                  <a:lnTo>
                    <a:pt x="3587569" y="345077"/>
                  </a:lnTo>
                  <a:lnTo>
                    <a:pt x="3657913" y="349344"/>
                  </a:lnTo>
                  <a:lnTo>
                    <a:pt x="3728257" y="353541"/>
                  </a:lnTo>
                  <a:lnTo>
                    <a:pt x="3798602" y="357669"/>
                  </a:lnTo>
                  <a:lnTo>
                    <a:pt x="3868946" y="361730"/>
                  </a:lnTo>
                  <a:lnTo>
                    <a:pt x="3939291" y="365723"/>
                  </a:lnTo>
                  <a:lnTo>
                    <a:pt x="4009635" y="369650"/>
                  </a:lnTo>
                  <a:lnTo>
                    <a:pt x="4079980" y="373513"/>
                  </a:lnTo>
                  <a:lnTo>
                    <a:pt x="4150324" y="377313"/>
                  </a:lnTo>
                  <a:lnTo>
                    <a:pt x="4220669" y="381050"/>
                  </a:lnTo>
                  <a:lnTo>
                    <a:pt x="4291013" y="384725"/>
                  </a:lnTo>
                  <a:lnTo>
                    <a:pt x="4361358" y="388340"/>
                  </a:lnTo>
                  <a:lnTo>
                    <a:pt x="4431702" y="391895"/>
                  </a:lnTo>
                  <a:lnTo>
                    <a:pt x="4502047" y="395392"/>
                  </a:lnTo>
                  <a:lnTo>
                    <a:pt x="4572391" y="398832"/>
                  </a:lnTo>
                  <a:lnTo>
                    <a:pt x="4642736" y="402215"/>
                  </a:lnTo>
                  <a:lnTo>
                    <a:pt x="4713080" y="405542"/>
                  </a:lnTo>
                  <a:lnTo>
                    <a:pt x="4783425" y="408814"/>
                  </a:lnTo>
                  <a:lnTo>
                    <a:pt x="4853769" y="412033"/>
                  </a:lnTo>
                  <a:lnTo>
                    <a:pt x="4924114" y="415198"/>
                  </a:lnTo>
                  <a:lnTo>
                    <a:pt x="4994458" y="418312"/>
                  </a:lnTo>
                  <a:lnTo>
                    <a:pt x="5064803" y="421374"/>
                  </a:lnTo>
                  <a:lnTo>
                    <a:pt x="5135147" y="424386"/>
                  </a:lnTo>
                  <a:lnTo>
                    <a:pt x="5205492" y="427349"/>
                  </a:lnTo>
                  <a:lnTo>
                    <a:pt x="5275836" y="430262"/>
                  </a:lnTo>
                  <a:lnTo>
                    <a:pt x="5346181" y="433128"/>
                  </a:lnTo>
                  <a:lnTo>
                    <a:pt x="5416525" y="435947"/>
                  </a:lnTo>
                  <a:lnTo>
                    <a:pt x="5486870" y="438719"/>
                  </a:lnTo>
                  <a:lnTo>
                    <a:pt x="5557214" y="441445"/>
                  </a:lnTo>
                  <a:lnTo>
                    <a:pt x="5627559" y="444127"/>
                  </a:lnTo>
                  <a:lnTo>
                    <a:pt x="5697903" y="446765"/>
                  </a:lnTo>
                  <a:lnTo>
                    <a:pt x="5768248" y="449359"/>
                  </a:lnTo>
                  <a:lnTo>
                    <a:pt x="5838592" y="451910"/>
                  </a:lnTo>
                  <a:lnTo>
                    <a:pt x="5908937" y="454420"/>
                  </a:lnTo>
                  <a:lnTo>
                    <a:pt x="5979281" y="456888"/>
                  </a:lnTo>
                  <a:lnTo>
                    <a:pt x="6049626" y="459316"/>
                  </a:lnTo>
                  <a:lnTo>
                    <a:pt x="6119970" y="461703"/>
                  </a:lnTo>
                  <a:lnTo>
                    <a:pt x="6190315" y="464052"/>
                  </a:lnTo>
                  <a:lnTo>
                    <a:pt x="6260659" y="466362"/>
                  </a:lnTo>
                  <a:lnTo>
                    <a:pt x="6331004" y="468633"/>
                  </a:lnTo>
                  <a:lnTo>
                    <a:pt x="6401348" y="470868"/>
                  </a:lnTo>
                  <a:lnTo>
                    <a:pt x="6471693" y="473065"/>
                  </a:lnTo>
                  <a:lnTo>
                    <a:pt x="6542037" y="475227"/>
                  </a:lnTo>
                  <a:lnTo>
                    <a:pt x="6612382" y="477353"/>
                  </a:lnTo>
                  <a:lnTo>
                    <a:pt x="6682726" y="479444"/>
                  </a:lnTo>
                  <a:lnTo>
                    <a:pt x="6753071" y="481500"/>
                  </a:lnTo>
                  <a:lnTo>
                    <a:pt x="6823415" y="483523"/>
                  </a:lnTo>
                  <a:lnTo>
                    <a:pt x="6893760" y="485512"/>
                  </a:lnTo>
                  <a:lnTo>
                    <a:pt x="6964104" y="4874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2026-07-22T07:54:43Z</dcterms:modified>
  <cp:category/>
</cp:coreProperties>
</file>