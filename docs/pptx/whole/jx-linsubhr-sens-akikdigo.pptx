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(1.08-1.39), p_Bonf = 0.012 (n = 6)  |  per IQR decline (Δ = 0.27): 1.75 (1.23-2.49)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2026-07-03T07:59:51Z</dcterms:modified>
  <cp:category/>
</cp:coreProperties>
</file>