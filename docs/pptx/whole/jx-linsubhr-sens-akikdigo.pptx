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940021"/>
              <a:ext cx="7090630" cy="2438777"/>
            </a:xfrm>
            <a:custGeom>
              <a:avLst/>
              <a:pathLst>
                <a:path w="7090630" h="2438777">
                  <a:moveTo>
                    <a:pt x="0" y="0"/>
                  </a:moveTo>
                  <a:lnTo>
                    <a:pt x="71622" y="70042"/>
                  </a:lnTo>
                  <a:lnTo>
                    <a:pt x="143245" y="138211"/>
                  </a:lnTo>
                  <a:lnTo>
                    <a:pt x="214867" y="204555"/>
                  </a:lnTo>
                  <a:lnTo>
                    <a:pt x="286490" y="269123"/>
                  </a:lnTo>
                  <a:lnTo>
                    <a:pt x="358112" y="331964"/>
                  </a:lnTo>
                  <a:lnTo>
                    <a:pt x="429735" y="393122"/>
                  </a:lnTo>
                  <a:lnTo>
                    <a:pt x="501357" y="452644"/>
                  </a:lnTo>
                  <a:lnTo>
                    <a:pt x="572980" y="510574"/>
                  </a:lnTo>
                  <a:lnTo>
                    <a:pt x="644602" y="566952"/>
                  </a:lnTo>
                  <a:lnTo>
                    <a:pt x="716225" y="621822"/>
                  </a:lnTo>
                  <a:lnTo>
                    <a:pt x="787847" y="675224"/>
                  </a:lnTo>
                  <a:lnTo>
                    <a:pt x="859470" y="727196"/>
                  </a:lnTo>
                  <a:lnTo>
                    <a:pt x="931092" y="777777"/>
                  </a:lnTo>
                  <a:lnTo>
                    <a:pt x="1002715" y="827005"/>
                  </a:lnTo>
                  <a:lnTo>
                    <a:pt x="1074337" y="874916"/>
                  </a:lnTo>
                  <a:lnTo>
                    <a:pt x="1145960" y="921544"/>
                  </a:lnTo>
                  <a:lnTo>
                    <a:pt x="1217582" y="966924"/>
                  </a:lnTo>
                  <a:lnTo>
                    <a:pt x="1289205" y="1011090"/>
                  </a:lnTo>
                  <a:lnTo>
                    <a:pt x="1360827" y="1054074"/>
                  </a:lnTo>
                  <a:lnTo>
                    <a:pt x="1432450" y="1095907"/>
                  </a:lnTo>
                  <a:lnTo>
                    <a:pt x="1504073" y="1136621"/>
                  </a:lnTo>
                  <a:lnTo>
                    <a:pt x="1575695" y="1176245"/>
                  </a:lnTo>
                  <a:lnTo>
                    <a:pt x="1647318" y="1214809"/>
                  </a:lnTo>
                  <a:lnTo>
                    <a:pt x="1718940" y="1252341"/>
                  </a:lnTo>
                  <a:lnTo>
                    <a:pt x="1790563" y="1288868"/>
                  </a:lnTo>
                  <a:lnTo>
                    <a:pt x="1862185" y="1324418"/>
                  </a:lnTo>
                  <a:lnTo>
                    <a:pt x="1933808" y="1359017"/>
                  </a:lnTo>
                  <a:lnTo>
                    <a:pt x="2005430" y="1392689"/>
                  </a:lnTo>
                  <a:lnTo>
                    <a:pt x="2077053" y="1425461"/>
                  </a:lnTo>
                  <a:lnTo>
                    <a:pt x="2148675" y="1457355"/>
                  </a:lnTo>
                  <a:lnTo>
                    <a:pt x="2220298" y="1488396"/>
                  </a:lnTo>
                  <a:lnTo>
                    <a:pt x="2291920" y="1518606"/>
                  </a:lnTo>
                  <a:lnTo>
                    <a:pt x="2363543" y="1548007"/>
                  </a:lnTo>
                  <a:lnTo>
                    <a:pt x="2435165" y="1576622"/>
                  </a:lnTo>
                  <a:lnTo>
                    <a:pt x="2506788" y="1604471"/>
                  </a:lnTo>
                  <a:lnTo>
                    <a:pt x="2578410" y="1631575"/>
                  </a:lnTo>
                  <a:lnTo>
                    <a:pt x="2650033" y="1657953"/>
                  </a:lnTo>
                  <a:lnTo>
                    <a:pt x="2721655" y="1683625"/>
                  </a:lnTo>
                  <a:lnTo>
                    <a:pt x="2793278" y="1708610"/>
                  </a:lnTo>
                  <a:lnTo>
                    <a:pt x="2864901" y="1732927"/>
                  </a:lnTo>
                  <a:lnTo>
                    <a:pt x="2936523" y="1756593"/>
                  </a:lnTo>
                  <a:lnTo>
                    <a:pt x="3008146" y="1779625"/>
                  </a:lnTo>
                  <a:lnTo>
                    <a:pt x="3079768" y="1790971"/>
                  </a:lnTo>
                  <a:lnTo>
                    <a:pt x="3151391" y="1795957"/>
                  </a:lnTo>
                  <a:lnTo>
                    <a:pt x="3223013" y="1800913"/>
                  </a:lnTo>
                  <a:lnTo>
                    <a:pt x="3294636" y="1805839"/>
                  </a:lnTo>
                  <a:lnTo>
                    <a:pt x="3366258" y="1810735"/>
                  </a:lnTo>
                  <a:lnTo>
                    <a:pt x="3437881" y="1815602"/>
                  </a:lnTo>
                  <a:lnTo>
                    <a:pt x="3509503" y="1820439"/>
                  </a:lnTo>
                  <a:lnTo>
                    <a:pt x="3581126" y="1825247"/>
                  </a:lnTo>
                  <a:lnTo>
                    <a:pt x="3652748" y="1830027"/>
                  </a:lnTo>
                  <a:lnTo>
                    <a:pt x="3724371" y="1834777"/>
                  </a:lnTo>
                  <a:lnTo>
                    <a:pt x="3795993" y="1839498"/>
                  </a:lnTo>
                  <a:lnTo>
                    <a:pt x="3867616" y="1844192"/>
                  </a:lnTo>
                  <a:lnTo>
                    <a:pt x="3939238" y="1848856"/>
                  </a:lnTo>
                  <a:lnTo>
                    <a:pt x="4010861" y="1853493"/>
                  </a:lnTo>
                  <a:lnTo>
                    <a:pt x="4082483" y="1858102"/>
                  </a:lnTo>
                  <a:lnTo>
                    <a:pt x="4154106" y="1862683"/>
                  </a:lnTo>
                  <a:lnTo>
                    <a:pt x="4225729" y="1867236"/>
                  </a:lnTo>
                  <a:lnTo>
                    <a:pt x="4297351" y="1871762"/>
                  </a:lnTo>
                  <a:lnTo>
                    <a:pt x="4368974" y="1876260"/>
                  </a:lnTo>
                  <a:lnTo>
                    <a:pt x="4440596" y="1880731"/>
                  </a:lnTo>
                  <a:lnTo>
                    <a:pt x="4512219" y="1885176"/>
                  </a:lnTo>
                  <a:lnTo>
                    <a:pt x="4583841" y="1889593"/>
                  </a:lnTo>
                  <a:lnTo>
                    <a:pt x="4655464" y="1893984"/>
                  </a:lnTo>
                  <a:lnTo>
                    <a:pt x="4727086" y="1898348"/>
                  </a:lnTo>
                  <a:lnTo>
                    <a:pt x="4798709" y="1902686"/>
                  </a:lnTo>
                  <a:lnTo>
                    <a:pt x="4870331" y="1906998"/>
                  </a:lnTo>
                  <a:lnTo>
                    <a:pt x="4941954" y="1911284"/>
                  </a:lnTo>
                  <a:lnTo>
                    <a:pt x="5013576" y="1915544"/>
                  </a:lnTo>
                  <a:lnTo>
                    <a:pt x="5085199" y="1919778"/>
                  </a:lnTo>
                  <a:lnTo>
                    <a:pt x="5156821" y="1923987"/>
                  </a:lnTo>
                  <a:lnTo>
                    <a:pt x="5228444" y="1928170"/>
                  </a:lnTo>
                  <a:lnTo>
                    <a:pt x="5300066" y="1932328"/>
                  </a:lnTo>
                  <a:lnTo>
                    <a:pt x="5371689" y="1936461"/>
                  </a:lnTo>
                  <a:lnTo>
                    <a:pt x="5443311" y="1940569"/>
                  </a:lnTo>
                  <a:lnTo>
                    <a:pt x="5514934" y="1944652"/>
                  </a:lnTo>
                  <a:lnTo>
                    <a:pt x="5586557" y="1948711"/>
                  </a:lnTo>
                  <a:lnTo>
                    <a:pt x="5658179" y="1952745"/>
                  </a:lnTo>
                  <a:lnTo>
                    <a:pt x="5729802" y="1956755"/>
                  </a:lnTo>
                  <a:lnTo>
                    <a:pt x="5801424" y="1960740"/>
                  </a:lnTo>
                  <a:lnTo>
                    <a:pt x="5873047" y="1964702"/>
                  </a:lnTo>
                  <a:lnTo>
                    <a:pt x="5944669" y="1968639"/>
                  </a:lnTo>
                  <a:lnTo>
                    <a:pt x="6016292" y="1972553"/>
                  </a:lnTo>
                  <a:lnTo>
                    <a:pt x="6087914" y="1976444"/>
                  </a:lnTo>
                  <a:lnTo>
                    <a:pt x="6159537" y="1980310"/>
                  </a:lnTo>
                  <a:lnTo>
                    <a:pt x="6231159" y="1984154"/>
                  </a:lnTo>
                  <a:lnTo>
                    <a:pt x="6302782" y="1987974"/>
                  </a:lnTo>
                  <a:lnTo>
                    <a:pt x="6374404" y="1991771"/>
                  </a:lnTo>
                  <a:lnTo>
                    <a:pt x="6446027" y="1995545"/>
                  </a:lnTo>
                  <a:lnTo>
                    <a:pt x="6517649" y="1999297"/>
                  </a:lnTo>
                  <a:lnTo>
                    <a:pt x="6589272" y="2003026"/>
                  </a:lnTo>
                  <a:lnTo>
                    <a:pt x="6660894" y="2006732"/>
                  </a:lnTo>
                  <a:lnTo>
                    <a:pt x="6732517" y="2010416"/>
                  </a:lnTo>
                  <a:lnTo>
                    <a:pt x="6804139" y="2014078"/>
                  </a:lnTo>
                  <a:lnTo>
                    <a:pt x="6875762" y="2017717"/>
                  </a:lnTo>
                  <a:lnTo>
                    <a:pt x="6947385" y="2021335"/>
                  </a:lnTo>
                  <a:lnTo>
                    <a:pt x="7019007" y="2024931"/>
                  </a:lnTo>
                  <a:lnTo>
                    <a:pt x="7090630" y="2028505"/>
                  </a:lnTo>
                  <a:lnTo>
                    <a:pt x="7090630" y="2438777"/>
                  </a:lnTo>
                  <a:lnTo>
                    <a:pt x="7019007" y="2433870"/>
                  </a:lnTo>
                  <a:lnTo>
                    <a:pt x="6947385" y="2428828"/>
                  </a:lnTo>
                  <a:lnTo>
                    <a:pt x="6875762" y="2423647"/>
                  </a:lnTo>
                  <a:lnTo>
                    <a:pt x="6804139" y="2418324"/>
                  </a:lnTo>
                  <a:lnTo>
                    <a:pt x="6732517" y="2412855"/>
                  </a:lnTo>
                  <a:lnTo>
                    <a:pt x="6660894" y="2407235"/>
                  </a:lnTo>
                  <a:lnTo>
                    <a:pt x="6589272" y="2401460"/>
                  </a:lnTo>
                  <a:lnTo>
                    <a:pt x="6517649" y="2395527"/>
                  </a:lnTo>
                  <a:lnTo>
                    <a:pt x="6446027" y="2389431"/>
                  </a:lnTo>
                  <a:lnTo>
                    <a:pt x="6374404" y="2383167"/>
                  </a:lnTo>
                  <a:lnTo>
                    <a:pt x="6302782" y="2376731"/>
                  </a:lnTo>
                  <a:lnTo>
                    <a:pt x="6231159" y="2370117"/>
                  </a:lnTo>
                  <a:lnTo>
                    <a:pt x="6159537" y="2363322"/>
                  </a:lnTo>
                  <a:lnTo>
                    <a:pt x="6087914" y="2356340"/>
                  </a:lnTo>
                  <a:lnTo>
                    <a:pt x="6016292" y="2349166"/>
                  </a:lnTo>
                  <a:lnTo>
                    <a:pt x="5944669" y="2341795"/>
                  </a:lnTo>
                  <a:lnTo>
                    <a:pt x="5873047" y="2334221"/>
                  </a:lnTo>
                  <a:lnTo>
                    <a:pt x="5801424" y="2326439"/>
                  </a:lnTo>
                  <a:lnTo>
                    <a:pt x="5729802" y="2318443"/>
                  </a:lnTo>
                  <a:lnTo>
                    <a:pt x="5658179" y="2310227"/>
                  </a:lnTo>
                  <a:lnTo>
                    <a:pt x="5586557" y="2301785"/>
                  </a:lnTo>
                  <a:lnTo>
                    <a:pt x="5514934" y="2293111"/>
                  </a:lnTo>
                  <a:lnTo>
                    <a:pt x="5443311" y="2284198"/>
                  </a:lnTo>
                  <a:lnTo>
                    <a:pt x="5371689" y="2275041"/>
                  </a:lnTo>
                  <a:lnTo>
                    <a:pt x="5300066" y="2265631"/>
                  </a:lnTo>
                  <a:lnTo>
                    <a:pt x="5228444" y="2255963"/>
                  </a:lnTo>
                  <a:lnTo>
                    <a:pt x="5156821" y="2246029"/>
                  </a:lnTo>
                  <a:lnTo>
                    <a:pt x="5085199" y="2235822"/>
                  </a:lnTo>
                  <a:lnTo>
                    <a:pt x="5013576" y="2225334"/>
                  </a:lnTo>
                  <a:lnTo>
                    <a:pt x="4941954" y="2214557"/>
                  </a:lnTo>
                  <a:lnTo>
                    <a:pt x="4870331" y="2203485"/>
                  </a:lnTo>
                  <a:lnTo>
                    <a:pt x="4798709" y="2192107"/>
                  </a:lnTo>
                  <a:lnTo>
                    <a:pt x="4727086" y="2180417"/>
                  </a:lnTo>
                  <a:lnTo>
                    <a:pt x="4655464" y="2168406"/>
                  </a:lnTo>
                  <a:lnTo>
                    <a:pt x="4583841" y="2156064"/>
                  </a:lnTo>
                  <a:lnTo>
                    <a:pt x="4512219" y="2143383"/>
                  </a:lnTo>
                  <a:lnTo>
                    <a:pt x="4440596" y="2130353"/>
                  </a:lnTo>
                  <a:lnTo>
                    <a:pt x="4368974" y="2116965"/>
                  </a:lnTo>
                  <a:lnTo>
                    <a:pt x="4297351" y="2103209"/>
                  </a:lnTo>
                  <a:lnTo>
                    <a:pt x="4225729" y="2089074"/>
                  </a:lnTo>
                  <a:lnTo>
                    <a:pt x="4154106" y="2074551"/>
                  </a:lnTo>
                  <a:lnTo>
                    <a:pt x="4082483" y="2059628"/>
                  </a:lnTo>
                  <a:lnTo>
                    <a:pt x="4010861" y="2044295"/>
                  </a:lnTo>
                  <a:lnTo>
                    <a:pt x="3939238" y="2028541"/>
                  </a:lnTo>
                  <a:lnTo>
                    <a:pt x="3867616" y="2012353"/>
                  </a:lnTo>
                  <a:lnTo>
                    <a:pt x="3795993" y="1995720"/>
                  </a:lnTo>
                  <a:lnTo>
                    <a:pt x="3724371" y="1978630"/>
                  </a:lnTo>
                  <a:lnTo>
                    <a:pt x="3652748" y="1961070"/>
                  </a:lnTo>
                  <a:lnTo>
                    <a:pt x="3581126" y="1943027"/>
                  </a:lnTo>
                  <a:lnTo>
                    <a:pt x="3509503" y="1924487"/>
                  </a:lnTo>
                  <a:lnTo>
                    <a:pt x="3437881" y="1905438"/>
                  </a:lnTo>
                  <a:lnTo>
                    <a:pt x="3366258" y="1885865"/>
                  </a:lnTo>
                  <a:lnTo>
                    <a:pt x="3294636" y="1865754"/>
                  </a:lnTo>
                  <a:lnTo>
                    <a:pt x="3223013" y="1845090"/>
                  </a:lnTo>
                  <a:lnTo>
                    <a:pt x="3151391" y="1823858"/>
                  </a:lnTo>
                  <a:lnTo>
                    <a:pt x="3079768" y="1802042"/>
                  </a:lnTo>
                  <a:lnTo>
                    <a:pt x="3008146" y="1785955"/>
                  </a:lnTo>
                  <a:lnTo>
                    <a:pt x="2936523" y="1780908"/>
                  </a:lnTo>
                  <a:lnTo>
                    <a:pt x="2864901" y="1775831"/>
                  </a:lnTo>
                  <a:lnTo>
                    <a:pt x="2793278" y="1770723"/>
                  </a:lnTo>
                  <a:lnTo>
                    <a:pt x="2721655" y="1765584"/>
                  </a:lnTo>
                  <a:lnTo>
                    <a:pt x="2650033" y="1760413"/>
                  </a:lnTo>
                  <a:lnTo>
                    <a:pt x="2578410" y="1755212"/>
                  </a:lnTo>
                  <a:lnTo>
                    <a:pt x="2506788" y="1749978"/>
                  </a:lnTo>
                  <a:lnTo>
                    <a:pt x="2435165" y="1744713"/>
                  </a:lnTo>
                  <a:lnTo>
                    <a:pt x="2363543" y="1739416"/>
                  </a:lnTo>
                  <a:lnTo>
                    <a:pt x="2291920" y="1734087"/>
                  </a:lnTo>
                  <a:lnTo>
                    <a:pt x="2220298" y="1728725"/>
                  </a:lnTo>
                  <a:lnTo>
                    <a:pt x="2148675" y="1723331"/>
                  </a:lnTo>
                  <a:lnTo>
                    <a:pt x="2077053" y="1717904"/>
                  </a:lnTo>
                  <a:lnTo>
                    <a:pt x="2005430" y="1712444"/>
                  </a:lnTo>
                  <a:lnTo>
                    <a:pt x="1933808" y="1706952"/>
                  </a:lnTo>
                  <a:lnTo>
                    <a:pt x="1862185" y="1701425"/>
                  </a:lnTo>
                  <a:lnTo>
                    <a:pt x="1790563" y="1695865"/>
                  </a:lnTo>
                  <a:lnTo>
                    <a:pt x="1718940" y="1690272"/>
                  </a:lnTo>
                  <a:lnTo>
                    <a:pt x="1647318" y="1684644"/>
                  </a:lnTo>
                  <a:lnTo>
                    <a:pt x="1575695" y="1678982"/>
                  </a:lnTo>
                  <a:lnTo>
                    <a:pt x="1504073" y="1673286"/>
                  </a:lnTo>
                  <a:lnTo>
                    <a:pt x="1432450" y="1667556"/>
                  </a:lnTo>
                  <a:lnTo>
                    <a:pt x="1360827" y="1661790"/>
                  </a:lnTo>
                  <a:lnTo>
                    <a:pt x="1289205" y="1655990"/>
                  </a:lnTo>
                  <a:lnTo>
                    <a:pt x="1217582" y="1650154"/>
                  </a:lnTo>
                  <a:lnTo>
                    <a:pt x="1145960" y="1644283"/>
                  </a:lnTo>
                  <a:lnTo>
                    <a:pt x="1074337" y="1638376"/>
                  </a:lnTo>
                  <a:lnTo>
                    <a:pt x="1002715" y="1632433"/>
                  </a:lnTo>
                  <a:lnTo>
                    <a:pt x="931092" y="1626455"/>
                  </a:lnTo>
                  <a:lnTo>
                    <a:pt x="859470" y="1620440"/>
                  </a:lnTo>
                  <a:lnTo>
                    <a:pt x="787847" y="1614388"/>
                  </a:lnTo>
                  <a:lnTo>
                    <a:pt x="716225" y="1608300"/>
                  </a:lnTo>
                  <a:lnTo>
                    <a:pt x="644602" y="1602175"/>
                  </a:lnTo>
                  <a:lnTo>
                    <a:pt x="572980" y="1596012"/>
                  </a:lnTo>
                  <a:lnTo>
                    <a:pt x="501357" y="1589812"/>
                  </a:lnTo>
                  <a:lnTo>
                    <a:pt x="429735" y="1583575"/>
                  </a:lnTo>
                  <a:lnTo>
                    <a:pt x="358112" y="1577299"/>
                  </a:lnTo>
                  <a:lnTo>
                    <a:pt x="286490" y="1570986"/>
                  </a:lnTo>
                  <a:lnTo>
                    <a:pt x="214867" y="1564634"/>
                  </a:lnTo>
                  <a:lnTo>
                    <a:pt x="143245" y="1558244"/>
                  </a:lnTo>
                  <a:lnTo>
                    <a:pt x="71622" y="1551815"/>
                  </a:lnTo>
                  <a:lnTo>
                    <a:pt x="0" y="15453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940021"/>
              <a:ext cx="7090630" cy="2028505"/>
            </a:xfrm>
            <a:custGeom>
              <a:avLst/>
              <a:pathLst>
                <a:path w="7090630" h="2028505">
                  <a:moveTo>
                    <a:pt x="0" y="0"/>
                  </a:moveTo>
                  <a:lnTo>
                    <a:pt x="71622" y="70042"/>
                  </a:lnTo>
                  <a:lnTo>
                    <a:pt x="143245" y="138211"/>
                  </a:lnTo>
                  <a:lnTo>
                    <a:pt x="214867" y="204555"/>
                  </a:lnTo>
                  <a:lnTo>
                    <a:pt x="286490" y="269123"/>
                  </a:lnTo>
                  <a:lnTo>
                    <a:pt x="358112" y="331964"/>
                  </a:lnTo>
                  <a:lnTo>
                    <a:pt x="429735" y="393122"/>
                  </a:lnTo>
                  <a:lnTo>
                    <a:pt x="501357" y="452644"/>
                  </a:lnTo>
                  <a:lnTo>
                    <a:pt x="572980" y="510574"/>
                  </a:lnTo>
                  <a:lnTo>
                    <a:pt x="644602" y="566952"/>
                  </a:lnTo>
                  <a:lnTo>
                    <a:pt x="716225" y="621822"/>
                  </a:lnTo>
                  <a:lnTo>
                    <a:pt x="787847" y="675224"/>
                  </a:lnTo>
                  <a:lnTo>
                    <a:pt x="859470" y="727196"/>
                  </a:lnTo>
                  <a:lnTo>
                    <a:pt x="931092" y="777777"/>
                  </a:lnTo>
                  <a:lnTo>
                    <a:pt x="1002715" y="827005"/>
                  </a:lnTo>
                  <a:lnTo>
                    <a:pt x="1074337" y="874916"/>
                  </a:lnTo>
                  <a:lnTo>
                    <a:pt x="1145960" y="921544"/>
                  </a:lnTo>
                  <a:lnTo>
                    <a:pt x="1217582" y="966924"/>
                  </a:lnTo>
                  <a:lnTo>
                    <a:pt x="1289205" y="1011090"/>
                  </a:lnTo>
                  <a:lnTo>
                    <a:pt x="1360827" y="1054074"/>
                  </a:lnTo>
                  <a:lnTo>
                    <a:pt x="1432450" y="1095907"/>
                  </a:lnTo>
                  <a:lnTo>
                    <a:pt x="1504073" y="1136621"/>
                  </a:lnTo>
                  <a:lnTo>
                    <a:pt x="1575695" y="1176245"/>
                  </a:lnTo>
                  <a:lnTo>
                    <a:pt x="1647318" y="1214809"/>
                  </a:lnTo>
                  <a:lnTo>
                    <a:pt x="1718940" y="1252341"/>
                  </a:lnTo>
                  <a:lnTo>
                    <a:pt x="1790563" y="1288868"/>
                  </a:lnTo>
                  <a:lnTo>
                    <a:pt x="1862185" y="1324418"/>
                  </a:lnTo>
                  <a:lnTo>
                    <a:pt x="1933808" y="1359017"/>
                  </a:lnTo>
                  <a:lnTo>
                    <a:pt x="2005430" y="1392689"/>
                  </a:lnTo>
                  <a:lnTo>
                    <a:pt x="2077053" y="1425461"/>
                  </a:lnTo>
                  <a:lnTo>
                    <a:pt x="2148675" y="1457355"/>
                  </a:lnTo>
                  <a:lnTo>
                    <a:pt x="2220298" y="1488396"/>
                  </a:lnTo>
                  <a:lnTo>
                    <a:pt x="2291920" y="1518606"/>
                  </a:lnTo>
                  <a:lnTo>
                    <a:pt x="2363543" y="1548007"/>
                  </a:lnTo>
                  <a:lnTo>
                    <a:pt x="2435165" y="1576622"/>
                  </a:lnTo>
                  <a:lnTo>
                    <a:pt x="2506788" y="1604471"/>
                  </a:lnTo>
                  <a:lnTo>
                    <a:pt x="2578410" y="1631575"/>
                  </a:lnTo>
                  <a:lnTo>
                    <a:pt x="2650033" y="1657953"/>
                  </a:lnTo>
                  <a:lnTo>
                    <a:pt x="2721655" y="1683625"/>
                  </a:lnTo>
                  <a:lnTo>
                    <a:pt x="2793278" y="1708610"/>
                  </a:lnTo>
                  <a:lnTo>
                    <a:pt x="2864901" y="1732927"/>
                  </a:lnTo>
                  <a:lnTo>
                    <a:pt x="2936523" y="1756593"/>
                  </a:lnTo>
                  <a:lnTo>
                    <a:pt x="3008146" y="1779625"/>
                  </a:lnTo>
                  <a:lnTo>
                    <a:pt x="3079768" y="1790971"/>
                  </a:lnTo>
                  <a:lnTo>
                    <a:pt x="3151391" y="1795957"/>
                  </a:lnTo>
                  <a:lnTo>
                    <a:pt x="3223013" y="1800913"/>
                  </a:lnTo>
                  <a:lnTo>
                    <a:pt x="3294636" y="1805839"/>
                  </a:lnTo>
                  <a:lnTo>
                    <a:pt x="3366258" y="1810735"/>
                  </a:lnTo>
                  <a:lnTo>
                    <a:pt x="3437881" y="1815602"/>
                  </a:lnTo>
                  <a:lnTo>
                    <a:pt x="3509503" y="1820439"/>
                  </a:lnTo>
                  <a:lnTo>
                    <a:pt x="3581126" y="1825247"/>
                  </a:lnTo>
                  <a:lnTo>
                    <a:pt x="3652748" y="1830027"/>
                  </a:lnTo>
                  <a:lnTo>
                    <a:pt x="3724371" y="1834777"/>
                  </a:lnTo>
                  <a:lnTo>
                    <a:pt x="3795993" y="1839498"/>
                  </a:lnTo>
                  <a:lnTo>
                    <a:pt x="3867616" y="1844192"/>
                  </a:lnTo>
                  <a:lnTo>
                    <a:pt x="3939238" y="1848856"/>
                  </a:lnTo>
                  <a:lnTo>
                    <a:pt x="4010861" y="1853493"/>
                  </a:lnTo>
                  <a:lnTo>
                    <a:pt x="4082483" y="1858102"/>
                  </a:lnTo>
                  <a:lnTo>
                    <a:pt x="4154106" y="1862683"/>
                  </a:lnTo>
                  <a:lnTo>
                    <a:pt x="4225729" y="1867236"/>
                  </a:lnTo>
                  <a:lnTo>
                    <a:pt x="4297351" y="1871762"/>
                  </a:lnTo>
                  <a:lnTo>
                    <a:pt x="4368974" y="1876260"/>
                  </a:lnTo>
                  <a:lnTo>
                    <a:pt x="4440596" y="1880731"/>
                  </a:lnTo>
                  <a:lnTo>
                    <a:pt x="4512219" y="1885176"/>
                  </a:lnTo>
                  <a:lnTo>
                    <a:pt x="4583841" y="1889593"/>
                  </a:lnTo>
                  <a:lnTo>
                    <a:pt x="4655464" y="1893984"/>
                  </a:lnTo>
                  <a:lnTo>
                    <a:pt x="4727086" y="1898348"/>
                  </a:lnTo>
                  <a:lnTo>
                    <a:pt x="4798709" y="1902686"/>
                  </a:lnTo>
                  <a:lnTo>
                    <a:pt x="4870331" y="1906998"/>
                  </a:lnTo>
                  <a:lnTo>
                    <a:pt x="4941954" y="1911284"/>
                  </a:lnTo>
                  <a:lnTo>
                    <a:pt x="5013576" y="1915544"/>
                  </a:lnTo>
                  <a:lnTo>
                    <a:pt x="5085199" y="1919778"/>
                  </a:lnTo>
                  <a:lnTo>
                    <a:pt x="5156821" y="1923987"/>
                  </a:lnTo>
                  <a:lnTo>
                    <a:pt x="5228444" y="1928170"/>
                  </a:lnTo>
                  <a:lnTo>
                    <a:pt x="5300066" y="1932328"/>
                  </a:lnTo>
                  <a:lnTo>
                    <a:pt x="5371689" y="1936461"/>
                  </a:lnTo>
                  <a:lnTo>
                    <a:pt x="5443311" y="1940569"/>
                  </a:lnTo>
                  <a:lnTo>
                    <a:pt x="5514934" y="1944652"/>
                  </a:lnTo>
                  <a:lnTo>
                    <a:pt x="5586557" y="1948711"/>
                  </a:lnTo>
                  <a:lnTo>
                    <a:pt x="5658179" y="1952745"/>
                  </a:lnTo>
                  <a:lnTo>
                    <a:pt x="5729802" y="1956755"/>
                  </a:lnTo>
                  <a:lnTo>
                    <a:pt x="5801424" y="1960740"/>
                  </a:lnTo>
                  <a:lnTo>
                    <a:pt x="5873047" y="1964702"/>
                  </a:lnTo>
                  <a:lnTo>
                    <a:pt x="5944669" y="1968639"/>
                  </a:lnTo>
                  <a:lnTo>
                    <a:pt x="6016292" y="1972553"/>
                  </a:lnTo>
                  <a:lnTo>
                    <a:pt x="6087914" y="1976444"/>
                  </a:lnTo>
                  <a:lnTo>
                    <a:pt x="6159537" y="1980310"/>
                  </a:lnTo>
                  <a:lnTo>
                    <a:pt x="6231159" y="1984154"/>
                  </a:lnTo>
                  <a:lnTo>
                    <a:pt x="6302782" y="1987974"/>
                  </a:lnTo>
                  <a:lnTo>
                    <a:pt x="6374404" y="1991771"/>
                  </a:lnTo>
                  <a:lnTo>
                    <a:pt x="6446027" y="1995545"/>
                  </a:lnTo>
                  <a:lnTo>
                    <a:pt x="6517649" y="1999297"/>
                  </a:lnTo>
                  <a:lnTo>
                    <a:pt x="6589272" y="2003026"/>
                  </a:lnTo>
                  <a:lnTo>
                    <a:pt x="6660894" y="2006732"/>
                  </a:lnTo>
                  <a:lnTo>
                    <a:pt x="6732517" y="2010416"/>
                  </a:lnTo>
                  <a:lnTo>
                    <a:pt x="6804139" y="2014078"/>
                  </a:lnTo>
                  <a:lnTo>
                    <a:pt x="6875762" y="2017717"/>
                  </a:lnTo>
                  <a:lnTo>
                    <a:pt x="6947385" y="2021335"/>
                  </a:lnTo>
                  <a:lnTo>
                    <a:pt x="7019007" y="2024931"/>
                  </a:lnTo>
                  <a:lnTo>
                    <a:pt x="7090630" y="20285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85368"/>
              <a:ext cx="7090630" cy="893430"/>
            </a:xfrm>
            <a:custGeom>
              <a:avLst/>
              <a:pathLst>
                <a:path w="7090630" h="893430">
                  <a:moveTo>
                    <a:pt x="7090630" y="893430"/>
                  </a:moveTo>
                  <a:lnTo>
                    <a:pt x="7019007" y="888523"/>
                  </a:lnTo>
                  <a:lnTo>
                    <a:pt x="6947385" y="883481"/>
                  </a:lnTo>
                  <a:lnTo>
                    <a:pt x="6875762" y="878300"/>
                  </a:lnTo>
                  <a:lnTo>
                    <a:pt x="6804139" y="872977"/>
                  </a:lnTo>
                  <a:lnTo>
                    <a:pt x="6732517" y="867507"/>
                  </a:lnTo>
                  <a:lnTo>
                    <a:pt x="6660894" y="861888"/>
                  </a:lnTo>
                  <a:lnTo>
                    <a:pt x="6589272" y="856113"/>
                  </a:lnTo>
                  <a:lnTo>
                    <a:pt x="6517649" y="850180"/>
                  </a:lnTo>
                  <a:lnTo>
                    <a:pt x="6446027" y="844084"/>
                  </a:lnTo>
                  <a:lnTo>
                    <a:pt x="6374404" y="837820"/>
                  </a:lnTo>
                  <a:lnTo>
                    <a:pt x="6302782" y="831383"/>
                  </a:lnTo>
                  <a:lnTo>
                    <a:pt x="6231159" y="824770"/>
                  </a:lnTo>
                  <a:lnTo>
                    <a:pt x="6159537" y="817975"/>
                  </a:lnTo>
                  <a:lnTo>
                    <a:pt x="6087914" y="810993"/>
                  </a:lnTo>
                  <a:lnTo>
                    <a:pt x="6016292" y="803819"/>
                  </a:lnTo>
                  <a:lnTo>
                    <a:pt x="5944669" y="796448"/>
                  </a:lnTo>
                  <a:lnTo>
                    <a:pt x="5873047" y="788874"/>
                  </a:lnTo>
                  <a:lnTo>
                    <a:pt x="5801424" y="781092"/>
                  </a:lnTo>
                  <a:lnTo>
                    <a:pt x="5729802" y="773096"/>
                  </a:lnTo>
                  <a:lnTo>
                    <a:pt x="5658179" y="764880"/>
                  </a:lnTo>
                  <a:lnTo>
                    <a:pt x="5586557" y="756438"/>
                  </a:lnTo>
                  <a:lnTo>
                    <a:pt x="5514934" y="747764"/>
                  </a:lnTo>
                  <a:lnTo>
                    <a:pt x="5443311" y="738851"/>
                  </a:lnTo>
                  <a:lnTo>
                    <a:pt x="5371689" y="729694"/>
                  </a:lnTo>
                  <a:lnTo>
                    <a:pt x="5300066" y="720284"/>
                  </a:lnTo>
                  <a:lnTo>
                    <a:pt x="5228444" y="710616"/>
                  </a:lnTo>
                  <a:lnTo>
                    <a:pt x="5156821" y="700682"/>
                  </a:lnTo>
                  <a:lnTo>
                    <a:pt x="5085199" y="690474"/>
                  </a:lnTo>
                  <a:lnTo>
                    <a:pt x="5013576" y="679987"/>
                  </a:lnTo>
                  <a:lnTo>
                    <a:pt x="4941954" y="669210"/>
                  </a:lnTo>
                  <a:lnTo>
                    <a:pt x="4870331" y="658137"/>
                  </a:lnTo>
                  <a:lnTo>
                    <a:pt x="4798709" y="646760"/>
                  </a:lnTo>
                  <a:lnTo>
                    <a:pt x="4727086" y="635070"/>
                  </a:lnTo>
                  <a:lnTo>
                    <a:pt x="4655464" y="623059"/>
                  </a:lnTo>
                  <a:lnTo>
                    <a:pt x="4583841" y="610717"/>
                  </a:lnTo>
                  <a:lnTo>
                    <a:pt x="4512219" y="598036"/>
                  </a:lnTo>
                  <a:lnTo>
                    <a:pt x="4440596" y="585006"/>
                  </a:lnTo>
                  <a:lnTo>
                    <a:pt x="4368974" y="571618"/>
                  </a:lnTo>
                  <a:lnTo>
                    <a:pt x="4297351" y="557862"/>
                  </a:lnTo>
                  <a:lnTo>
                    <a:pt x="4225729" y="543727"/>
                  </a:lnTo>
                  <a:lnTo>
                    <a:pt x="4154106" y="529204"/>
                  </a:lnTo>
                  <a:lnTo>
                    <a:pt x="4082483" y="514281"/>
                  </a:lnTo>
                  <a:lnTo>
                    <a:pt x="4010861" y="498948"/>
                  </a:lnTo>
                  <a:lnTo>
                    <a:pt x="3939238" y="483194"/>
                  </a:lnTo>
                  <a:lnTo>
                    <a:pt x="3867616" y="467006"/>
                  </a:lnTo>
                  <a:lnTo>
                    <a:pt x="3795993" y="450373"/>
                  </a:lnTo>
                  <a:lnTo>
                    <a:pt x="3724371" y="433283"/>
                  </a:lnTo>
                  <a:lnTo>
                    <a:pt x="3652748" y="415723"/>
                  </a:lnTo>
                  <a:lnTo>
                    <a:pt x="3581126" y="397679"/>
                  </a:lnTo>
                  <a:lnTo>
                    <a:pt x="3509503" y="379140"/>
                  </a:lnTo>
                  <a:lnTo>
                    <a:pt x="3437881" y="360091"/>
                  </a:lnTo>
                  <a:lnTo>
                    <a:pt x="3366258" y="340518"/>
                  </a:lnTo>
                  <a:lnTo>
                    <a:pt x="3294636" y="320407"/>
                  </a:lnTo>
                  <a:lnTo>
                    <a:pt x="3223013" y="299743"/>
                  </a:lnTo>
                  <a:lnTo>
                    <a:pt x="3151391" y="278511"/>
                  </a:lnTo>
                  <a:lnTo>
                    <a:pt x="3079768" y="256694"/>
                  </a:lnTo>
                  <a:lnTo>
                    <a:pt x="3008146" y="240608"/>
                  </a:lnTo>
                  <a:lnTo>
                    <a:pt x="2936523" y="235561"/>
                  </a:lnTo>
                  <a:lnTo>
                    <a:pt x="2864901" y="230484"/>
                  </a:lnTo>
                  <a:lnTo>
                    <a:pt x="2793278" y="225376"/>
                  </a:lnTo>
                  <a:lnTo>
                    <a:pt x="2721655" y="220237"/>
                  </a:lnTo>
                  <a:lnTo>
                    <a:pt x="2650033" y="215066"/>
                  </a:lnTo>
                  <a:lnTo>
                    <a:pt x="2578410" y="209864"/>
                  </a:lnTo>
                  <a:lnTo>
                    <a:pt x="2506788" y="204631"/>
                  </a:lnTo>
                  <a:lnTo>
                    <a:pt x="2435165" y="199366"/>
                  </a:lnTo>
                  <a:lnTo>
                    <a:pt x="2363543" y="194069"/>
                  </a:lnTo>
                  <a:lnTo>
                    <a:pt x="2291920" y="188740"/>
                  </a:lnTo>
                  <a:lnTo>
                    <a:pt x="2220298" y="183378"/>
                  </a:lnTo>
                  <a:lnTo>
                    <a:pt x="2148675" y="177984"/>
                  </a:lnTo>
                  <a:lnTo>
                    <a:pt x="2077053" y="172557"/>
                  </a:lnTo>
                  <a:lnTo>
                    <a:pt x="2005430" y="167097"/>
                  </a:lnTo>
                  <a:lnTo>
                    <a:pt x="1933808" y="161604"/>
                  </a:lnTo>
                  <a:lnTo>
                    <a:pt x="1862185" y="156078"/>
                  </a:lnTo>
                  <a:lnTo>
                    <a:pt x="1790563" y="150518"/>
                  </a:lnTo>
                  <a:lnTo>
                    <a:pt x="1718940" y="144925"/>
                  </a:lnTo>
                  <a:lnTo>
                    <a:pt x="1647318" y="139297"/>
                  </a:lnTo>
                  <a:lnTo>
                    <a:pt x="1575695" y="133635"/>
                  </a:lnTo>
                  <a:lnTo>
                    <a:pt x="1504073" y="127939"/>
                  </a:lnTo>
                  <a:lnTo>
                    <a:pt x="1432450" y="122208"/>
                  </a:lnTo>
                  <a:lnTo>
                    <a:pt x="1360827" y="116443"/>
                  </a:lnTo>
                  <a:lnTo>
                    <a:pt x="1289205" y="110642"/>
                  </a:lnTo>
                  <a:lnTo>
                    <a:pt x="1217582" y="104807"/>
                  </a:lnTo>
                  <a:lnTo>
                    <a:pt x="1145960" y="98936"/>
                  </a:lnTo>
                  <a:lnTo>
                    <a:pt x="1074337" y="93029"/>
                  </a:lnTo>
                  <a:lnTo>
                    <a:pt x="1002715" y="87086"/>
                  </a:lnTo>
                  <a:lnTo>
                    <a:pt x="931092" y="81107"/>
                  </a:lnTo>
                  <a:lnTo>
                    <a:pt x="859470" y="75092"/>
                  </a:lnTo>
                  <a:lnTo>
                    <a:pt x="787847" y="69041"/>
                  </a:lnTo>
                  <a:lnTo>
                    <a:pt x="716225" y="62953"/>
                  </a:lnTo>
                  <a:lnTo>
                    <a:pt x="644602" y="56827"/>
                  </a:lnTo>
                  <a:lnTo>
                    <a:pt x="572980" y="50665"/>
                  </a:lnTo>
                  <a:lnTo>
                    <a:pt x="501357" y="44465"/>
                  </a:lnTo>
                  <a:lnTo>
                    <a:pt x="429735" y="38228"/>
                  </a:lnTo>
                  <a:lnTo>
                    <a:pt x="358112" y="31952"/>
                  </a:lnTo>
                  <a:lnTo>
                    <a:pt x="286490" y="25639"/>
                  </a:lnTo>
                  <a:lnTo>
                    <a:pt x="214867" y="19287"/>
                  </a:lnTo>
                  <a:lnTo>
                    <a:pt x="143245" y="12897"/>
                  </a:lnTo>
                  <a:lnTo>
                    <a:pt x="71622" y="646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82329"/>
              <a:ext cx="7090630" cy="1350793"/>
            </a:xfrm>
            <a:custGeom>
              <a:avLst/>
              <a:pathLst>
                <a:path w="7090630" h="1350793">
                  <a:moveTo>
                    <a:pt x="0" y="0"/>
                  </a:moveTo>
                  <a:lnTo>
                    <a:pt x="71622" y="27557"/>
                  </a:lnTo>
                  <a:lnTo>
                    <a:pt x="143245" y="54661"/>
                  </a:lnTo>
                  <a:lnTo>
                    <a:pt x="214867" y="81319"/>
                  </a:lnTo>
                  <a:lnTo>
                    <a:pt x="286490" y="107538"/>
                  </a:lnTo>
                  <a:lnTo>
                    <a:pt x="358112" y="133326"/>
                  </a:lnTo>
                  <a:lnTo>
                    <a:pt x="429735" y="158690"/>
                  </a:lnTo>
                  <a:lnTo>
                    <a:pt x="501357" y="183636"/>
                  </a:lnTo>
                  <a:lnTo>
                    <a:pt x="572980" y="208172"/>
                  </a:lnTo>
                  <a:lnTo>
                    <a:pt x="644602" y="232304"/>
                  </a:lnTo>
                  <a:lnTo>
                    <a:pt x="716225" y="256040"/>
                  </a:lnTo>
                  <a:lnTo>
                    <a:pt x="787847" y="279384"/>
                  </a:lnTo>
                  <a:lnTo>
                    <a:pt x="859470" y="302345"/>
                  </a:lnTo>
                  <a:lnTo>
                    <a:pt x="931092" y="324928"/>
                  </a:lnTo>
                  <a:lnTo>
                    <a:pt x="1002715" y="347139"/>
                  </a:lnTo>
                  <a:lnTo>
                    <a:pt x="1074337" y="368985"/>
                  </a:lnTo>
                  <a:lnTo>
                    <a:pt x="1145960" y="390471"/>
                  </a:lnTo>
                  <a:lnTo>
                    <a:pt x="1217582" y="411604"/>
                  </a:lnTo>
                  <a:lnTo>
                    <a:pt x="1289205" y="432390"/>
                  </a:lnTo>
                  <a:lnTo>
                    <a:pt x="1360827" y="452833"/>
                  </a:lnTo>
                  <a:lnTo>
                    <a:pt x="1432450" y="472940"/>
                  </a:lnTo>
                  <a:lnTo>
                    <a:pt x="1504073" y="492716"/>
                  </a:lnTo>
                  <a:lnTo>
                    <a:pt x="1575695" y="512166"/>
                  </a:lnTo>
                  <a:lnTo>
                    <a:pt x="1647318" y="531297"/>
                  </a:lnTo>
                  <a:lnTo>
                    <a:pt x="1718940" y="550113"/>
                  </a:lnTo>
                  <a:lnTo>
                    <a:pt x="1790563" y="568619"/>
                  </a:lnTo>
                  <a:lnTo>
                    <a:pt x="1862185" y="586821"/>
                  </a:lnTo>
                  <a:lnTo>
                    <a:pt x="1933808" y="604724"/>
                  </a:lnTo>
                  <a:lnTo>
                    <a:pt x="2005430" y="622331"/>
                  </a:lnTo>
                  <a:lnTo>
                    <a:pt x="2077053" y="639650"/>
                  </a:lnTo>
                  <a:lnTo>
                    <a:pt x="2148675" y="656683"/>
                  </a:lnTo>
                  <a:lnTo>
                    <a:pt x="2220298" y="673436"/>
                  </a:lnTo>
                  <a:lnTo>
                    <a:pt x="2291920" y="689913"/>
                  </a:lnTo>
                  <a:lnTo>
                    <a:pt x="2363543" y="706119"/>
                  </a:lnTo>
                  <a:lnTo>
                    <a:pt x="2435165" y="722059"/>
                  </a:lnTo>
                  <a:lnTo>
                    <a:pt x="2506788" y="737736"/>
                  </a:lnTo>
                  <a:lnTo>
                    <a:pt x="2578410" y="753156"/>
                  </a:lnTo>
                  <a:lnTo>
                    <a:pt x="2650033" y="768321"/>
                  </a:lnTo>
                  <a:lnTo>
                    <a:pt x="2721655" y="783238"/>
                  </a:lnTo>
                  <a:lnTo>
                    <a:pt x="2793278" y="797908"/>
                  </a:lnTo>
                  <a:lnTo>
                    <a:pt x="2864901" y="812338"/>
                  </a:lnTo>
                  <a:lnTo>
                    <a:pt x="2936523" y="826530"/>
                  </a:lnTo>
                  <a:lnTo>
                    <a:pt x="3008146" y="840488"/>
                  </a:lnTo>
                  <a:lnTo>
                    <a:pt x="3079768" y="854217"/>
                  </a:lnTo>
                  <a:lnTo>
                    <a:pt x="3151391" y="867720"/>
                  </a:lnTo>
                  <a:lnTo>
                    <a:pt x="3223013" y="881001"/>
                  </a:lnTo>
                  <a:lnTo>
                    <a:pt x="3294636" y="894063"/>
                  </a:lnTo>
                  <a:lnTo>
                    <a:pt x="3366258" y="906910"/>
                  </a:lnTo>
                  <a:lnTo>
                    <a:pt x="3437881" y="919546"/>
                  </a:lnTo>
                  <a:lnTo>
                    <a:pt x="3509503" y="931974"/>
                  </a:lnTo>
                  <a:lnTo>
                    <a:pt x="3581126" y="944198"/>
                  </a:lnTo>
                  <a:lnTo>
                    <a:pt x="3652748" y="956221"/>
                  </a:lnTo>
                  <a:lnTo>
                    <a:pt x="3724371" y="968045"/>
                  </a:lnTo>
                  <a:lnTo>
                    <a:pt x="3795993" y="979675"/>
                  </a:lnTo>
                  <a:lnTo>
                    <a:pt x="3867616" y="991114"/>
                  </a:lnTo>
                  <a:lnTo>
                    <a:pt x="3939238" y="1002365"/>
                  </a:lnTo>
                  <a:lnTo>
                    <a:pt x="4010861" y="1013430"/>
                  </a:lnTo>
                  <a:lnTo>
                    <a:pt x="4082483" y="1024314"/>
                  </a:lnTo>
                  <a:lnTo>
                    <a:pt x="4154106" y="1035018"/>
                  </a:lnTo>
                  <a:lnTo>
                    <a:pt x="4225729" y="1045546"/>
                  </a:lnTo>
                  <a:lnTo>
                    <a:pt x="4297351" y="1055901"/>
                  </a:lnTo>
                  <a:lnTo>
                    <a:pt x="4368974" y="1066086"/>
                  </a:lnTo>
                  <a:lnTo>
                    <a:pt x="4440596" y="1076103"/>
                  </a:lnTo>
                  <a:lnTo>
                    <a:pt x="4512219" y="1085955"/>
                  </a:lnTo>
                  <a:lnTo>
                    <a:pt x="4583841" y="1095645"/>
                  </a:lnTo>
                  <a:lnTo>
                    <a:pt x="4655464" y="1105176"/>
                  </a:lnTo>
                  <a:lnTo>
                    <a:pt x="4727086" y="1114550"/>
                  </a:lnTo>
                  <a:lnTo>
                    <a:pt x="4798709" y="1123770"/>
                  </a:lnTo>
                  <a:lnTo>
                    <a:pt x="4870331" y="1132838"/>
                  </a:lnTo>
                  <a:lnTo>
                    <a:pt x="4941954" y="1141757"/>
                  </a:lnTo>
                  <a:lnTo>
                    <a:pt x="5013576" y="1150529"/>
                  </a:lnTo>
                  <a:lnTo>
                    <a:pt x="5085199" y="1159157"/>
                  </a:lnTo>
                  <a:lnTo>
                    <a:pt x="5156821" y="1167642"/>
                  </a:lnTo>
                  <a:lnTo>
                    <a:pt x="5228444" y="1175989"/>
                  </a:lnTo>
                  <a:lnTo>
                    <a:pt x="5300066" y="1184197"/>
                  </a:lnTo>
                  <a:lnTo>
                    <a:pt x="5371689" y="1192271"/>
                  </a:lnTo>
                  <a:lnTo>
                    <a:pt x="5443311" y="1200212"/>
                  </a:lnTo>
                  <a:lnTo>
                    <a:pt x="5514934" y="1208023"/>
                  </a:lnTo>
                  <a:lnTo>
                    <a:pt x="5586557" y="1215704"/>
                  </a:lnTo>
                  <a:lnTo>
                    <a:pt x="5658179" y="1223260"/>
                  </a:lnTo>
                  <a:lnTo>
                    <a:pt x="5729802" y="1230691"/>
                  </a:lnTo>
                  <a:lnTo>
                    <a:pt x="5801424" y="1238000"/>
                  </a:lnTo>
                  <a:lnTo>
                    <a:pt x="5873047" y="1245188"/>
                  </a:lnTo>
                  <a:lnTo>
                    <a:pt x="5944669" y="1252259"/>
                  </a:lnTo>
                  <a:lnTo>
                    <a:pt x="6016292" y="1259213"/>
                  </a:lnTo>
                  <a:lnTo>
                    <a:pt x="6087914" y="1266052"/>
                  </a:lnTo>
                  <a:lnTo>
                    <a:pt x="6159537" y="1272779"/>
                  </a:lnTo>
                  <a:lnTo>
                    <a:pt x="6231159" y="1279396"/>
                  </a:lnTo>
                  <a:lnTo>
                    <a:pt x="6302782" y="1285903"/>
                  </a:lnTo>
                  <a:lnTo>
                    <a:pt x="6374404" y="1292304"/>
                  </a:lnTo>
                  <a:lnTo>
                    <a:pt x="6446027" y="1298599"/>
                  </a:lnTo>
                  <a:lnTo>
                    <a:pt x="6517649" y="1304790"/>
                  </a:lnTo>
                  <a:lnTo>
                    <a:pt x="6589272" y="1310880"/>
                  </a:lnTo>
                  <a:lnTo>
                    <a:pt x="6660894" y="1316870"/>
                  </a:lnTo>
                  <a:lnTo>
                    <a:pt x="6732517" y="1322761"/>
                  </a:lnTo>
                  <a:lnTo>
                    <a:pt x="6804139" y="1328555"/>
                  </a:lnTo>
                  <a:lnTo>
                    <a:pt x="6875762" y="1334253"/>
                  </a:lnTo>
                  <a:lnTo>
                    <a:pt x="6947385" y="1339858"/>
                  </a:lnTo>
                  <a:lnTo>
                    <a:pt x="7019007" y="1345371"/>
                  </a:lnTo>
                  <a:lnTo>
                    <a:pt x="7090630" y="135079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(1.08-1.39), p_Bonf = 0.012 (n = 6)  |  per IQR decline (Δ = 27.5 %): 1.75 (1.23-2.49)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8801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2026-09-28T15:20:00Z</dcterms:modified>
  <cp:category/>
</cp:coreProperties>
</file>