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259082"/>
              <a:ext cx="7090630" cy="2875163"/>
            </a:xfrm>
            <a:custGeom>
              <a:avLst/>
              <a:pathLst>
                <a:path w="7090630" h="2875163">
                  <a:moveTo>
                    <a:pt x="0" y="0"/>
                  </a:moveTo>
                  <a:lnTo>
                    <a:pt x="71622" y="67715"/>
                  </a:lnTo>
                  <a:lnTo>
                    <a:pt x="143245" y="134040"/>
                  </a:lnTo>
                  <a:lnTo>
                    <a:pt x="214867" y="199003"/>
                  </a:lnTo>
                  <a:lnTo>
                    <a:pt x="286490" y="262632"/>
                  </a:lnTo>
                  <a:lnTo>
                    <a:pt x="358112" y="324955"/>
                  </a:lnTo>
                  <a:lnTo>
                    <a:pt x="429735" y="385999"/>
                  </a:lnTo>
                  <a:lnTo>
                    <a:pt x="501357" y="445789"/>
                  </a:lnTo>
                  <a:lnTo>
                    <a:pt x="572980" y="504352"/>
                  </a:lnTo>
                  <a:lnTo>
                    <a:pt x="644602" y="561712"/>
                  </a:lnTo>
                  <a:lnTo>
                    <a:pt x="716225" y="617895"/>
                  </a:lnTo>
                  <a:lnTo>
                    <a:pt x="787847" y="672924"/>
                  </a:lnTo>
                  <a:lnTo>
                    <a:pt x="859470" y="726823"/>
                  </a:lnTo>
                  <a:lnTo>
                    <a:pt x="931092" y="779616"/>
                  </a:lnTo>
                  <a:lnTo>
                    <a:pt x="1002715" y="831325"/>
                  </a:lnTo>
                  <a:lnTo>
                    <a:pt x="1074337" y="881972"/>
                  </a:lnTo>
                  <a:lnTo>
                    <a:pt x="1145960" y="931579"/>
                  </a:lnTo>
                  <a:lnTo>
                    <a:pt x="1217582" y="980168"/>
                  </a:lnTo>
                  <a:lnTo>
                    <a:pt x="1289205" y="1027759"/>
                  </a:lnTo>
                  <a:lnTo>
                    <a:pt x="1360827" y="1074373"/>
                  </a:lnTo>
                  <a:lnTo>
                    <a:pt x="1432450" y="1120030"/>
                  </a:lnTo>
                  <a:lnTo>
                    <a:pt x="1504073" y="1164750"/>
                  </a:lnTo>
                  <a:lnTo>
                    <a:pt x="1575695" y="1208551"/>
                  </a:lnTo>
                  <a:lnTo>
                    <a:pt x="1647318" y="1251454"/>
                  </a:lnTo>
                  <a:lnTo>
                    <a:pt x="1718940" y="1293475"/>
                  </a:lnTo>
                  <a:lnTo>
                    <a:pt x="1790563" y="1334634"/>
                  </a:lnTo>
                  <a:lnTo>
                    <a:pt x="1862185" y="1374947"/>
                  </a:lnTo>
                  <a:lnTo>
                    <a:pt x="1933808" y="1414433"/>
                  </a:lnTo>
                  <a:lnTo>
                    <a:pt x="2005430" y="1453109"/>
                  </a:lnTo>
                  <a:lnTo>
                    <a:pt x="2077053" y="1490990"/>
                  </a:lnTo>
                  <a:lnTo>
                    <a:pt x="2148675" y="1528093"/>
                  </a:lnTo>
                  <a:lnTo>
                    <a:pt x="2220298" y="1564435"/>
                  </a:lnTo>
                  <a:lnTo>
                    <a:pt x="2291920" y="1600030"/>
                  </a:lnTo>
                  <a:lnTo>
                    <a:pt x="2363543" y="1634895"/>
                  </a:lnTo>
                  <a:lnTo>
                    <a:pt x="2435165" y="1669044"/>
                  </a:lnTo>
                  <a:lnTo>
                    <a:pt x="2506788" y="1702492"/>
                  </a:lnTo>
                  <a:lnTo>
                    <a:pt x="2578410" y="1735253"/>
                  </a:lnTo>
                  <a:lnTo>
                    <a:pt x="2650033" y="1767341"/>
                  </a:lnTo>
                  <a:lnTo>
                    <a:pt x="2721655" y="1798771"/>
                  </a:lnTo>
                  <a:lnTo>
                    <a:pt x="2793278" y="1829555"/>
                  </a:lnTo>
                  <a:lnTo>
                    <a:pt x="2864901" y="1859708"/>
                  </a:lnTo>
                  <a:lnTo>
                    <a:pt x="2936523" y="1889241"/>
                  </a:lnTo>
                  <a:lnTo>
                    <a:pt x="3008146" y="1918168"/>
                  </a:lnTo>
                  <a:lnTo>
                    <a:pt x="3079768" y="1946501"/>
                  </a:lnTo>
                  <a:lnTo>
                    <a:pt x="3151391" y="1974252"/>
                  </a:lnTo>
                  <a:lnTo>
                    <a:pt x="3223013" y="2001434"/>
                  </a:lnTo>
                  <a:lnTo>
                    <a:pt x="3294636" y="2028057"/>
                  </a:lnTo>
                  <a:lnTo>
                    <a:pt x="3366258" y="2054134"/>
                  </a:lnTo>
                  <a:lnTo>
                    <a:pt x="3437881" y="2079675"/>
                  </a:lnTo>
                  <a:lnTo>
                    <a:pt x="3509503" y="2104692"/>
                  </a:lnTo>
                  <a:lnTo>
                    <a:pt x="3581126" y="2129196"/>
                  </a:lnTo>
                  <a:lnTo>
                    <a:pt x="3652748" y="2153196"/>
                  </a:lnTo>
                  <a:lnTo>
                    <a:pt x="3724371" y="2176704"/>
                  </a:lnTo>
                  <a:lnTo>
                    <a:pt x="3795993" y="2199729"/>
                  </a:lnTo>
                  <a:lnTo>
                    <a:pt x="3867616" y="2222281"/>
                  </a:lnTo>
                  <a:lnTo>
                    <a:pt x="3939238" y="2244370"/>
                  </a:lnTo>
                  <a:lnTo>
                    <a:pt x="4010861" y="2266006"/>
                  </a:lnTo>
                  <a:lnTo>
                    <a:pt x="4082483" y="2287197"/>
                  </a:lnTo>
                  <a:lnTo>
                    <a:pt x="4154106" y="2307954"/>
                  </a:lnTo>
                  <a:lnTo>
                    <a:pt x="4225729" y="2328284"/>
                  </a:lnTo>
                  <a:lnTo>
                    <a:pt x="4297351" y="2348197"/>
                  </a:lnTo>
                  <a:lnTo>
                    <a:pt x="4368974" y="2367701"/>
                  </a:lnTo>
                  <a:lnTo>
                    <a:pt x="4440596" y="2386804"/>
                  </a:lnTo>
                  <a:lnTo>
                    <a:pt x="4512219" y="2405515"/>
                  </a:lnTo>
                  <a:lnTo>
                    <a:pt x="4583841" y="2423843"/>
                  </a:lnTo>
                  <a:lnTo>
                    <a:pt x="4655464" y="2441794"/>
                  </a:lnTo>
                  <a:lnTo>
                    <a:pt x="4727086" y="2459376"/>
                  </a:lnTo>
                  <a:lnTo>
                    <a:pt x="4798709" y="2470625"/>
                  </a:lnTo>
                  <a:lnTo>
                    <a:pt x="4870331" y="2474779"/>
                  </a:lnTo>
                  <a:lnTo>
                    <a:pt x="4941954" y="2478913"/>
                  </a:lnTo>
                  <a:lnTo>
                    <a:pt x="5013576" y="2483026"/>
                  </a:lnTo>
                  <a:lnTo>
                    <a:pt x="5085199" y="2487118"/>
                  </a:lnTo>
                  <a:lnTo>
                    <a:pt x="5156821" y="2491189"/>
                  </a:lnTo>
                  <a:lnTo>
                    <a:pt x="5228444" y="2495240"/>
                  </a:lnTo>
                  <a:lnTo>
                    <a:pt x="5300066" y="2499271"/>
                  </a:lnTo>
                  <a:lnTo>
                    <a:pt x="5371689" y="2503281"/>
                  </a:lnTo>
                  <a:lnTo>
                    <a:pt x="5443311" y="2507272"/>
                  </a:lnTo>
                  <a:lnTo>
                    <a:pt x="5514934" y="2511242"/>
                  </a:lnTo>
                  <a:lnTo>
                    <a:pt x="5586557" y="2515192"/>
                  </a:lnTo>
                  <a:lnTo>
                    <a:pt x="5658179" y="2519123"/>
                  </a:lnTo>
                  <a:lnTo>
                    <a:pt x="5729802" y="2523034"/>
                  </a:lnTo>
                  <a:lnTo>
                    <a:pt x="5801424" y="2526925"/>
                  </a:lnTo>
                  <a:lnTo>
                    <a:pt x="5873047" y="2530797"/>
                  </a:lnTo>
                  <a:lnTo>
                    <a:pt x="5944669" y="2534649"/>
                  </a:lnTo>
                  <a:lnTo>
                    <a:pt x="6016292" y="2538482"/>
                  </a:lnTo>
                  <a:lnTo>
                    <a:pt x="6087914" y="2542295"/>
                  </a:lnTo>
                  <a:lnTo>
                    <a:pt x="6159537" y="2546090"/>
                  </a:lnTo>
                  <a:lnTo>
                    <a:pt x="6231159" y="2549865"/>
                  </a:lnTo>
                  <a:lnTo>
                    <a:pt x="6302782" y="2553622"/>
                  </a:lnTo>
                  <a:lnTo>
                    <a:pt x="6374404" y="2557359"/>
                  </a:lnTo>
                  <a:lnTo>
                    <a:pt x="6446027" y="2561078"/>
                  </a:lnTo>
                  <a:lnTo>
                    <a:pt x="6517649" y="2564778"/>
                  </a:lnTo>
                  <a:lnTo>
                    <a:pt x="6589272" y="2568460"/>
                  </a:lnTo>
                  <a:lnTo>
                    <a:pt x="6660894" y="2572123"/>
                  </a:lnTo>
                  <a:lnTo>
                    <a:pt x="6732517" y="2575768"/>
                  </a:lnTo>
                  <a:lnTo>
                    <a:pt x="6804139" y="2579394"/>
                  </a:lnTo>
                  <a:lnTo>
                    <a:pt x="6875762" y="2583003"/>
                  </a:lnTo>
                  <a:lnTo>
                    <a:pt x="6947385" y="2586593"/>
                  </a:lnTo>
                  <a:lnTo>
                    <a:pt x="7019007" y="2590165"/>
                  </a:lnTo>
                  <a:lnTo>
                    <a:pt x="7090630" y="2593719"/>
                  </a:lnTo>
                  <a:lnTo>
                    <a:pt x="7090630" y="2875163"/>
                  </a:lnTo>
                  <a:lnTo>
                    <a:pt x="7019007" y="2866296"/>
                  </a:lnTo>
                  <a:lnTo>
                    <a:pt x="6947385" y="2857244"/>
                  </a:lnTo>
                  <a:lnTo>
                    <a:pt x="6875762" y="2848001"/>
                  </a:lnTo>
                  <a:lnTo>
                    <a:pt x="6804139" y="2838565"/>
                  </a:lnTo>
                  <a:lnTo>
                    <a:pt x="6732517" y="2828931"/>
                  </a:lnTo>
                  <a:lnTo>
                    <a:pt x="6660894" y="2819095"/>
                  </a:lnTo>
                  <a:lnTo>
                    <a:pt x="6589272" y="2809053"/>
                  </a:lnTo>
                  <a:lnTo>
                    <a:pt x="6517649" y="2798800"/>
                  </a:lnTo>
                  <a:lnTo>
                    <a:pt x="6446027" y="2788333"/>
                  </a:lnTo>
                  <a:lnTo>
                    <a:pt x="6374404" y="2777646"/>
                  </a:lnTo>
                  <a:lnTo>
                    <a:pt x="6302782" y="2766735"/>
                  </a:lnTo>
                  <a:lnTo>
                    <a:pt x="6231159" y="2755596"/>
                  </a:lnTo>
                  <a:lnTo>
                    <a:pt x="6159537" y="2744222"/>
                  </a:lnTo>
                  <a:lnTo>
                    <a:pt x="6087914" y="2732611"/>
                  </a:lnTo>
                  <a:lnTo>
                    <a:pt x="6016292" y="2720756"/>
                  </a:lnTo>
                  <a:lnTo>
                    <a:pt x="5944669" y="2708653"/>
                  </a:lnTo>
                  <a:lnTo>
                    <a:pt x="5873047" y="2696295"/>
                  </a:lnTo>
                  <a:lnTo>
                    <a:pt x="5801424" y="2683679"/>
                  </a:lnTo>
                  <a:lnTo>
                    <a:pt x="5729802" y="2670799"/>
                  </a:lnTo>
                  <a:lnTo>
                    <a:pt x="5658179" y="2657648"/>
                  </a:lnTo>
                  <a:lnTo>
                    <a:pt x="5586557" y="2644222"/>
                  </a:lnTo>
                  <a:lnTo>
                    <a:pt x="5514934" y="2630514"/>
                  </a:lnTo>
                  <a:lnTo>
                    <a:pt x="5443311" y="2616519"/>
                  </a:lnTo>
                  <a:lnTo>
                    <a:pt x="5371689" y="2602231"/>
                  </a:lnTo>
                  <a:lnTo>
                    <a:pt x="5300066" y="2587643"/>
                  </a:lnTo>
                  <a:lnTo>
                    <a:pt x="5228444" y="2572749"/>
                  </a:lnTo>
                  <a:lnTo>
                    <a:pt x="5156821" y="2557543"/>
                  </a:lnTo>
                  <a:lnTo>
                    <a:pt x="5085199" y="2542019"/>
                  </a:lnTo>
                  <a:lnTo>
                    <a:pt x="5013576" y="2526169"/>
                  </a:lnTo>
                  <a:lnTo>
                    <a:pt x="4941954" y="2509986"/>
                  </a:lnTo>
                  <a:lnTo>
                    <a:pt x="4870331" y="2493465"/>
                  </a:lnTo>
                  <a:lnTo>
                    <a:pt x="4798709" y="2476597"/>
                  </a:lnTo>
                  <a:lnTo>
                    <a:pt x="4727086" y="2466450"/>
                  </a:lnTo>
                  <a:lnTo>
                    <a:pt x="4655464" y="2462254"/>
                  </a:lnTo>
                  <a:lnTo>
                    <a:pt x="4583841" y="2458036"/>
                  </a:lnTo>
                  <a:lnTo>
                    <a:pt x="4512219" y="2453797"/>
                  </a:lnTo>
                  <a:lnTo>
                    <a:pt x="4440596" y="2449537"/>
                  </a:lnTo>
                  <a:lnTo>
                    <a:pt x="4368974" y="2445256"/>
                  </a:lnTo>
                  <a:lnTo>
                    <a:pt x="4297351" y="2440952"/>
                  </a:lnTo>
                  <a:lnTo>
                    <a:pt x="4225729" y="2436627"/>
                  </a:lnTo>
                  <a:lnTo>
                    <a:pt x="4154106" y="2432281"/>
                  </a:lnTo>
                  <a:lnTo>
                    <a:pt x="4082483" y="2427912"/>
                  </a:lnTo>
                  <a:lnTo>
                    <a:pt x="4010861" y="2423521"/>
                  </a:lnTo>
                  <a:lnTo>
                    <a:pt x="3939238" y="2419108"/>
                  </a:lnTo>
                  <a:lnTo>
                    <a:pt x="3867616" y="2414673"/>
                  </a:lnTo>
                  <a:lnTo>
                    <a:pt x="3795993" y="2410216"/>
                  </a:lnTo>
                  <a:lnTo>
                    <a:pt x="3724371" y="2405736"/>
                  </a:lnTo>
                  <a:lnTo>
                    <a:pt x="3652748" y="2401233"/>
                  </a:lnTo>
                  <a:lnTo>
                    <a:pt x="3581126" y="2396708"/>
                  </a:lnTo>
                  <a:lnTo>
                    <a:pt x="3509503" y="2392160"/>
                  </a:lnTo>
                  <a:lnTo>
                    <a:pt x="3437881" y="2387588"/>
                  </a:lnTo>
                  <a:lnTo>
                    <a:pt x="3366258" y="2382994"/>
                  </a:lnTo>
                  <a:lnTo>
                    <a:pt x="3294636" y="2378377"/>
                  </a:lnTo>
                  <a:lnTo>
                    <a:pt x="3223013" y="2373736"/>
                  </a:lnTo>
                  <a:lnTo>
                    <a:pt x="3151391" y="2369072"/>
                  </a:lnTo>
                  <a:lnTo>
                    <a:pt x="3079768" y="2364385"/>
                  </a:lnTo>
                  <a:lnTo>
                    <a:pt x="3008146" y="2359673"/>
                  </a:lnTo>
                  <a:lnTo>
                    <a:pt x="2936523" y="2354938"/>
                  </a:lnTo>
                  <a:lnTo>
                    <a:pt x="2864901" y="2350179"/>
                  </a:lnTo>
                  <a:lnTo>
                    <a:pt x="2793278" y="2345396"/>
                  </a:lnTo>
                  <a:lnTo>
                    <a:pt x="2721655" y="2340589"/>
                  </a:lnTo>
                  <a:lnTo>
                    <a:pt x="2650033" y="2335758"/>
                  </a:lnTo>
                  <a:lnTo>
                    <a:pt x="2578410" y="2330902"/>
                  </a:lnTo>
                  <a:lnTo>
                    <a:pt x="2506788" y="2326022"/>
                  </a:lnTo>
                  <a:lnTo>
                    <a:pt x="2435165" y="2321117"/>
                  </a:lnTo>
                  <a:lnTo>
                    <a:pt x="2363543" y="2316188"/>
                  </a:lnTo>
                  <a:lnTo>
                    <a:pt x="2291920" y="2311233"/>
                  </a:lnTo>
                  <a:lnTo>
                    <a:pt x="2220298" y="2306254"/>
                  </a:lnTo>
                  <a:lnTo>
                    <a:pt x="2148675" y="2301249"/>
                  </a:lnTo>
                  <a:lnTo>
                    <a:pt x="2077053" y="2296220"/>
                  </a:lnTo>
                  <a:lnTo>
                    <a:pt x="2005430" y="2291164"/>
                  </a:lnTo>
                  <a:lnTo>
                    <a:pt x="1933808" y="2286084"/>
                  </a:lnTo>
                  <a:lnTo>
                    <a:pt x="1862185" y="2280977"/>
                  </a:lnTo>
                  <a:lnTo>
                    <a:pt x="1790563" y="2275845"/>
                  </a:lnTo>
                  <a:lnTo>
                    <a:pt x="1718940" y="2270687"/>
                  </a:lnTo>
                  <a:lnTo>
                    <a:pt x="1647318" y="2265503"/>
                  </a:lnTo>
                  <a:lnTo>
                    <a:pt x="1575695" y="2260293"/>
                  </a:lnTo>
                  <a:lnTo>
                    <a:pt x="1504073" y="2255057"/>
                  </a:lnTo>
                  <a:lnTo>
                    <a:pt x="1432450" y="2249794"/>
                  </a:lnTo>
                  <a:lnTo>
                    <a:pt x="1360827" y="2244505"/>
                  </a:lnTo>
                  <a:lnTo>
                    <a:pt x="1289205" y="2239188"/>
                  </a:lnTo>
                  <a:lnTo>
                    <a:pt x="1217582" y="2233846"/>
                  </a:lnTo>
                  <a:lnTo>
                    <a:pt x="1145960" y="2228476"/>
                  </a:lnTo>
                  <a:lnTo>
                    <a:pt x="1074337" y="2223079"/>
                  </a:lnTo>
                  <a:lnTo>
                    <a:pt x="1002715" y="2217655"/>
                  </a:lnTo>
                  <a:lnTo>
                    <a:pt x="931092" y="2212203"/>
                  </a:lnTo>
                  <a:lnTo>
                    <a:pt x="859470" y="2206724"/>
                  </a:lnTo>
                  <a:lnTo>
                    <a:pt x="787847" y="2201217"/>
                  </a:lnTo>
                  <a:lnTo>
                    <a:pt x="716225" y="2195683"/>
                  </a:lnTo>
                  <a:lnTo>
                    <a:pt x="644602" y="2190120"/>
                  </a:lnTo>
                  <a:lnTo>
                    <a:pt x="572980" y="2184530"/>
                  </a:lnTo>
                  <a:lnTo>
                    <a:pt x="501357" y="2178911"/>
                  </a:lnTo>
                  <a:lnTo>
                    <a:pt x="429735" y="2173264"/>
                  </a:lnTo>
                  <a:lnTo>
                    <a:pt x="358112" y="2167589"/>
                  </a:lnTo>
                  <a:lnTo>
                    <a:pt x="286490" y="2161884"/>
                  </a:lnTo>
                  <a:lnTo>
                    <a:pt x="214867" y="2156151"/>
                  </a:lnTo>
                  <a:lnTo>
                    <a:pt x="143245" y="2150390"/>
                  </a:lnTo>
                  <a:lnTo>
                    <a:pt x="71622" y="2144599"/>
                  </a:lnTo>
                  <a:lnTo>
                    <a:pt x="0" y="213877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259082"/>
              <a:ext cx="7090630" cy="2593719"/>
            </a:xfrm>
            <a:custGeom>
              <a:avLst/>
              <a:pathLst>
                <a:path w="7090630" h="2593719">
                  <a:moveTo>
                    <a:pt x="0" y="0"/>
                  </a:moveTo>
                  <a:lnTo>
                    <a:pt x="71622" y="67715"/>
                  </a:lnTo>
                  <a:lnTo>
                    <a:pt x="143245" y="134040"/>
                  </a:lnTo>
                  <a:lnTo>
                    <a:pt x="214867" y="199003"/>
                  </a:lnTo>
                  <a:lnTo>
                    <a:pt x="286490" y="262632"/>
                  </a:lnTo>
                  <a:lnTo>
                    <a:pt x="358112" y="324955"/>
                  </a:lnTo>
                  <a:lnTo>
                    <a:pt x="429735" y="385999"/>
                  </a:lnTo>
                  <a:lnTo>
                    <a:pt x="501357" y="445789"/>
                  </a:lnTo>
                  <a:lnTo>
                    <a:pt x="572980" y="504352"/>
                  </a:lnTo>
                  <a:lnTo>
                    <a:pt x="644602" y="561712"/>
                  </a:lnTo>
                  <a:lnTo>
                    <a:pt x="716225" y="617895"/>
                  </a:lnTo>
                  <a:lnTo>
                    <a:pt x="787847" y="672924"/>
                  </a:lnTo>
                  <a:lnTo>
                    <a:pt x="859470" y="726823"/>
                  </a:lnTo>
                  <a:lnTo>
                    <a:pt x="931092" y="779616"/>
                  </a:lnTo>
                  <a:lnTo>
                    <a:pt x="1002715" y="831325"/>
                  </a:lnTo>
                  <a:lnTo>
                    <a:pt x="1074337" y="881972"/>
                  </a:lnTo>
                  <a:lnTo>
                    <a:pt x="1145960" y="931579"/>
                  </a:lnTo>
                  <a:lnTo>
                    <a:pt x="1217582" y="980168"/>
                  </a:lnTo>
                  <a:lnTo>
                    <a:pt x="1289205" y="1027759"/>
                  </a:lnTo>
                  <a:lnTo>
                    <a:pt x="1360827" y="1074373"/>
                  </a:lnTo>
                  <a:lnTo>
                    <a:pt x="1432450" y="1120030"/>
                  </a:lnTo>
                  <a:lnTo>
                    <a:pt x="1504073" y="1164750"/>
                  </a:lnTo>
                  <a:lnTo>
                    <a:pt x="1575695" y="1208551"/>
                  </a:lnTo>
                  <a:lnTo>
                    <a:pt x="1647318" y="1251454"/>
                  </a:lnTo>
                  <a:lnTo>
                    <a:pt x="1718940" y="1293475"/>
                  </a:lnTo>
                  <a:lnTo>
                    <a:pt x="1790563" y="1334634"/>
                  </a:lnTo>
                  <a:lnTo>
                    <a:pt x="1862185" y="1374947"/>
                  </a:lnTo>
                  <a:lnTo>
                    <a:pt x="1933808" y="1414433"/>
                  </a:lnTo>
                  <a:lnTo>
                    <a:pt x="2005430" y="1453109"/>
                  </a:lnTo>
                  <a:lnTo>
                    <a:pt x="2077053" y="1490990"/>
                  </a:lnTo>
                  <a:lnTo>
                    <a:pt x="2148675" y="1528093"/>
                  </a:lnTo>
                  <a:lnTo>
                    <a:pt x="2220298" y="1564435"/>
                  </a:lnTo>
                  <a:lnTo>
                    <a:pt x="2291920" y="1600030"/>
                  </a:lnTo>
                  <a:lnTo>
                    <a:pt x="2363543" y="1634895"/>
                  </a:lnTo>
                  <a:lnTo>
                    <a:pt x="2435165" y="1669044"/>
                  </a:lnTo>
                  <a:lnTo>
                    <a:pt x="2506788" y="1702492"/>
                  </a:lnTo>
                  <a:lnTo>
                    <a:pt x="2578410" y="1735253"/>
                  </a:lnTo>
                  <a:lnTo>
                    <a:pt x="2650033" y="1767341"/>
                  </a:lnTo>
                  <a:lnTo>
                    <a:pt x="2721655" y="1798771"/>
                  </a:lnTo>
                  <a:lnTo>
                    <a:pt x="2793278" y="1829555"/>
                  </a:lnTo>
                  <a:lnTo>
                    <a:pt x="2864901" y="1859708"/>
                  </a:lnTo>
                  <a:lnTo>
                    <a:pt x="2936523" y="1889241"/>
                  </a:lnTo>
                  <a:lnTo>
                    <a:pt x="3008146" y="1918168"/>
                  </a:lnTo>
                  <a:lnTo>
                    <a:pt x="3079768" y="1946501"/>
                  </a:lnTo>
                  <a:lnTo>
                    <a:pt x="3151391" y="1974252"/>
                  </a:lnTo>
                  <a:lnTo>
                    <a:pt x="3223013" y="2001434"/>
                  </a:lnTo>
                  <a:lnTo>
                    <a:pt x="3294636" y="2028057"/>
                  </a:lnTo>
                  <a:lnTo>
                    <a:pt x="3366258" y="2054134"/>
                  </a:lnTo>
                  <a:lnTo>
                    <a:pt x="3437881" y="2079675"/>
                  </a:lnTo>
                  <a:lnTo>
                    <a:pt x="3509503" y="2104692"/>
                  </a:lnTo>
                  <a:lnTo>
                    <a:pt x="3581126" y="2129196"/>
                  </a:lnTo>
                  <a:lnTo>
                    <a:pt x="3652748" y="2153196"/>
                  </a:lnTo>
                  <a:lnTo>
                    <a:pt x="3724371" y="2176704"/>
                  </a:lnTo>
                  <a:lnTo>
                    <a:pt x="3795993" y="2199729"/>
                  </a:lnTo>
                  <a:lnTo>
                    <a:pt x="3867616" y="2222281"/>
                  </a:lnTo>
                  <a:lnTo>
                    <a:pt x="3939238" y="2244370"/>
                  </a:lnTo>
                  <a:lnTo>
                    <a:pt x="4010861" y="2266006"/>
                  </a:lnTo>
                  <a:lnTo>
                    <a:pt x="4082483" y="2287197"/>
                  </a:lnTo>
                  <a:lnTo>
                    <a:pt x="4154106" y="2307954"/>
                  </a:lnTo>
                  <a:lnTo>
                    <a:pt x="4225729" y="2328284"/>
                  </a:lnTo>
                  <a:lnTo>
                    <a:pt x="4297351" y="2348197"/>
                  </a:lnTo>
                  <a:lnTo>
                    <a:pt x="4368974" y="2367701"/>
                  </a:lnTo>
                  <a:lnTo>
                    <a:pt x="4440596" y="2386804"/>
                  </a:lnTo>
                  <a:lnTo>
                    <a:pt x="4512219" y="2405515"/>
                  </a:lnTo>
                  <a:lnTo>
                    <a:pt x="4583841" y="2423843"/>
                  </a:lnTo>
                  <a:lnTo>
                    <a:pt x="4655464" y="2441794"/>
                  </a:lnTo>
                  <a:lnTo>
                    <a:pt x="4727086" y="2459376"/>
                  </a:lnTo>
                  <a:lnTo>
                    <a:pt x="4798709" y="2470625"/>
                  </a:lnTo>
                  <a:lnTo>
                    <a:pt x="4870331" y="2474779"/>
                  </a:lnTo>
                  <a:lnTo>
                    <a:pt x="4941954" y="2478913"/>
                  </a:lnTo>
                  <a:lnTo>
                    <a:pt x="5013576" y="2483026"/>
                  </a:lnTo>
                  <a:lnTo>
                    <a:pt x="5085199" y="2487118"/>
                  </a:lnTo>
                  <a:lnTo>
                    <a:pt x="5156821" y="2491189"/>
                  </a:lnTo>
                  <a:lnTo>
                    <a:pt x="5228444" y="2495240"/>
                  </a:lnTo>
                  <a:lnTo>
                    <a:pt x="5300066" y="2499271"/>
                  </a:lnTo>
                  <a:lnTo>
                    <a:pt x="5371689" y="2503281"/>
                  </a:lnTo>
                  <a:lnTo>
                    <a:pt x="5443311" y="2507272"/>
                  </a:lnTo>
                  <a:lnTo>
                    <a:pt x="5514934" y="2511242"/>
                  </a:lnTo>
                  <a:lnTo>
                    <a:pt x="5586557" y="2515192"/>
                  </a:lnTo>
                  <a:lnTo>
                    <a:pt x="5658179" y="2519123"/>
                  </a:lnTo>
                  <a:lnTo>
                    <a:pt x="5729802" y="2523034"/>
                  </a:lnTo>
                  <a:lnTo>
                    <a:pt x="5801424" y="2526925"/>
                  </a:lnTo>
                  <a:lnTo>
                    <a:pt x="5873047" y="2530797"/>
                  </a:lnTo>
                  <a:lnTo>
                    <a:pt x="5944669" y="2534649"/>
                  </a:lnTo>
                  <a:lnTo>
                    <a:pt x="6016292" y="2538482"/>
                  </a:lnTo>
                  <a:lnTo>
                    <a:pt x="6087914" y="2542295"/>
                  </a:lnTo>
                  <a:lnTo>
                    <a:pt x="6159537" y="2546090"/>
                  </a:lnTo>
                  <a:lnTo>
                    <a:pt x="6231159" y="2549865"/>
                  </a:lnTo>
                  <a:lnTo>
                    <a:pt x="6302782" y="2553622"/>
                  </a:lnTo>
                  <a:lnTo>
                    <a:pt x="6374404" y="2557359"/>
                  </a:lnTo>
                  <a:lnTo>
                    <a:pt x="6446027" y="2561078"/>
                  </a:lnTo>
                  <a:lnTo>
                    <a:pt x="6517649" y="2564778"/>
                  </a:lnTo>
                  <a:lnTo>
                    <a:pt x="6589272" y="2568460"/>
                  </a:lnTo>
                  <a:lnTo>
                    <a:pt x="6660894" y="2572123"/>
                  </a:lnTo>
                  <a:lnTo>
                    <a:pt x="6732517" y="2575768"/>
                  </a:lnTo>
                  <a:lnTo>
                    <a:pt x="6804139" y="2579394"/>
                  </a:lnTo>
                  <a:lnTo>
                    <a:pt x="6875762" y="2583003"/>
                  </a:lnTo>
                  <a:lnTo>
                    <a:pt x="6947385" y="2586593"/>
                  </a:lnTo>
                  <a:lnTo>
                    <a:pt x="7019007" y="2590165"/>
                  </a:lnTo>
                  <a:lnTo>
                    <a:pt x="7090630" y="25937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97861"/>
              <a:ext cx="7090630" cy="736384"/>
            </a:xfrm>
            <a:custGeom>
              <a:avLst/>
              <a:pathLst>
                <a:path w="7090630" h="736384">
                  <a:moveTo>
                    <a:pt x="7090630" y="736384"/>
                  </a:moveTo>
                  <a:lnTo>
                    <a:pt x="7019007" y="727517"/>
                  </a:lnTo>
                  <a:lnTo>
                    <a:pt x="6947385" y="718465"/>
                  </a:lnTo>
                  <a:lnTo>
                    <a:pt x="6875762" y="709222"/>
                  </a:lnTo>
                  <a:lnTo>
                    <a:pt x="6804139" y="699786"/>
                  </a:lnTo>
                  <a:lnTo>
                    <a:pt x="6732517" y="690152"/>
                  </a:lnTo>
                  <a:lnTo>
                    <a:pt x="6660894" y="680316"/>
                  </a:lnTo>
                  <a:lnTo>
                    <a:pt x="6589272" y="670274"/>
                  </a:lnTo>
                  <a:lnTo>
                    <a:pt x="6517649" y="660021"/>
                  </a:lnTo>
                  <a:lnTo>
                    <a:pt x="6446027" y="649554"/>
                  </a:lnTo>
                  <a:lnTo>
                    <a:pt x="6374404" y="638867"/>
                  </a:lnTo>
                  <a:lnTo>
                    <a:pt x="6302782" y="627956"/>
                  </a:lnTo>
                  <a:lnTo>
                    <a:pt x="6231159" y="616817"/>
                  </a:lnTo>
                  <a:lnTo>
                    <a:pt x="6159537" y="605443"/>
                  </a:lnTo>
                  <a:lnTo>
                    <a:pt x="6087914" y="593832"/>
                  </a:lnTo>
                  <a:lnTo>
                    <a:pt x="6016292" y="581977"/>
                  </a:lnTo>
                  <a:lnTo>
                    <a:pt x="5944669" y="569874"/>
                  </a:lnTo>
                  <a:lnTo>
                    <a:pt x="5873047" y="557516"/>
                  </a:lnTo>
                  <a:lnTo>
                    <a:pt x="5801424" y="544900"/>
                  </a:lnTo>
                  <a:lnTo>
                    <a:pt x="5729802" y="532020"/>
                  </a:lnTo>
                  <a:lnTo>
                    <a:pt x="5658179" y="518869"/>
                  </a:lnTo>
                  <a:lnTo>
                    <a:pt x="5586557" y="505443"/>
                  </a:lnTo>
                  <a:lnTo>
                    <a:pt x="5514934" y="491735"/>
                  </a:lnTo>
                  <a:lnTo>
                    <a:pt x="5443311" y="477740"/>
                  </a:lnTo>
                  <a:lnTo>
                    <a:pt x="5371689" y="463452"/>
                  </a:lnTo>
                  <a:lnTo>
                    <a:pt x="5300066" y="448864"/>
                  </a:lnTo>
                  <a:lnTo>
                    <a:pt x="5228444" y="433970"/>
                  </a:lnTo>
                  <a:lnTo>
                    <a:pt x="5156821" y="418764"/>
                  </a:lnTo>
                  <a:lnTo>
                    <a:pt x="5085199" y="403240"/>
                  </a:lnTo>
                  <a:lnTo>
                    <a:pt x="5013576" y="387390"/>
                  </a:lnTo>
                  <a:lnTo>
                    <a:pt x="4941954" y="371207"/>
                  </a:lnTo>
                  <a:lnTo>
                    <a:pt x="4870331" y="354686"/>
                  </a:lnTo>
                  <a:lnTo>
                    <a:pt x="4798709" y="337818"/>
                  </a:lnTo>
                  <a:lnTo>
                    <a:pt x="4727086" y="327671"/>
                  </a:lnTo>
                  <a:lnTo>
                    <a:pt x="4655464" y="323475"/>
                  </a:lnTo>
                  <a:lnTo>
                    <a:pt x="4583841" y="319257"/>
                  </a:lnTo>
                  <a:lnTo>
                    <a:pt x="4512219" y="315018"/>
                  </a:lnTo>
                  <a:lnTo>
                    <a:pt x="4440596" y="310758"/>
                  </a:lnTo>
                  <a:lnTo>
                    <a:pt x="4368974" y="306477"/>
                  </a:lnTo>
                  <a:lnTo>
                    <a:pt x="4297351" y="302173"/>
                  </a:lnTo>
                  <a:lnTo>
                    <a:pt x="4225729" y="297848"/>
                  </a:lnTo>
                  <a:lnTo>
                    <a:pt x="4154106" y="293502"/>
                  </a:lnTo>
                  <a:lnTo>
                    <a:pt x="4082483" y="289133"/>
                  </a:lnTo>
                  <a:lnTo>
                    <a:pt x="4010861" y="284742"/>
                  </a:lnTo>
                  <a:lnTo>
                    <a:pt x="3939238" y="280329"/>
                  </a:lnTo>
                  <a:lnTo>
                    <a:pt x="3867616" y="275894"/>
                  </a:lnTo>
                  <a:lnTo>
                    <a:pt x="3795993" y="271437"/>
                  </a:lnTo>
                  <a:lnTo>
                    <a:pt x="3724371" y="266957"/>
                  </a:lnTo>
                  <a:lnTo>
                    <a:pt x="3652748" y="262454"/>
                  </a:lnTo>
                  <a:lnTo>
                    <a:pt x="3581126" y="257929"/>
                  </a:lnTo>
                  <a:lnTo>
                    <a:pt x="3509503" y="253381"/>
                  </a:lnTo>
                  <a:lnTo>
                    <a:pt x="3437881" y="248809"/>
                  </a:lnTo>
                  <a:lnTo>
                    <a:pt x="3366258" y="244215"/>
                  </a:lnTo>
                  <a:lnTo>
                    <a:pt x="3294636" y="239598"/>
                  </a:lnTo>
                  <a:lnTo>
                    <a:pt x="3223013" y="234957"/>
                  </a:lnTo>
                  <a:lnTo>
                    <a:pt x="3151391" y="230293"/>
                  </a:lnTo>
                  <a:lnTo>
                    <a:pt x="3079768" y="225606"/>
                  </a:lnTo>
                  <a:lnTo>
                    <a:pt x="3008146" y="220894"/>
                  </a:lnTo>
                  <a:lnTo>
                    <a:pt x="2936523" y="216159"/>
                  </a:lnTo>
                  <a:lnTo>
                    <a:pt x="2864901" y="211400"/>
                  </a:lnTo>
                  <a:lnTo>
                    <a:pt x="2793278" y="206617"/>
                  </a:lnTo>
                  <a:lnTo>
                    <a:pt x="2721655" y="201810"/>
                  </a:lnTo>
                  <a:lnTo>
                    <a:pt x="2650033" y="196979"/>
                  </a:lnTo>
                  <a:lnTo>
                    <a:pt x="2578410" y="192123"/>
                  </a:lnTo>
                  <a:lnTo>
                    <a:pt x="2506788" y="187243"/>
                  </a:lnTo>
                  <a:lnTo>
                    <a:pt x="2435165" y="182338"/>
                  </a:lnTo>
                  <a:lnTo>
                    <a:pt x="2363543" y="177409"/>
                  </a:lnTo>
                  <a:lnTo>
                    <a:pt x="2291920" y="172454"/>
                  </a:lnTo>
                  <a:lnTo>
                    <a:pt x="2220298" y="167475"/>
                  </a:lnTo>
                  <a:lnTo>
                    <a:pt x="2148675" y="162470"/>
                  </a:lnTo>
                  <a:lnTo>
                    <a:pt x="2077053" y="157441"/>
                  </a:lnTo>
                  <a:lnTo>
                    <a:pt x="2005430" y="152385"/>
                  </a:lnTo>
                  <a:lnTo>
                    <a:pt x="1933808" y="147305"/>
                  </a:lnTo>
                  <a:lnTo>
                    <a:pt x="1862185" y="142198"/>
                  </a:lnTo>
                  <a:lnTo>
                    <a:pt x="1790563" y="137066"/>
                  </a:lnTo>
                  <a:lnTo>
                    <a:pt x="1718940" y="131908"/>
                  </a:lnTo>
                  <a:lnTo>
                    <a:pt x="1647318" y="126724"/>
                  </a:lnTo>
                  <a:lnTo>
                    <a:pt x="1575695" y="121514"/>
                  </a:lnTo>
                  <a:lnTo>
                    <a:pt x="1504073" y="116278"/>
                  </a:lnTo>
                  <a:lnTo>
                    <a:pt x="1432450" y="111015"/>
                  </a:lnTo>
                  <a:lnTo>
                    <a:pt x="1360827" y="105726"/>
                  </a:lnTo>
                  <a:lnTo>
                    <a:pt x="1289205" y="100409"/>
                  </a:lnTo>
                  <a:lnTo>
                    <a:pt x="1217582" y="95067"/>
                  </a:lnTo>
                  <a:lnTo>
                    <a:pt x="1145960" y="89697"/>
                  </a:lnTo>
                  <a:lnTo>
                    <a:pt x="1074337" y="84300"/>
                  </a:lnTo>
                  <a:lnTo>
                    <a:pt x="1002715" y="78876"/>
                  </a:lnTo>
                  <a:lnTo>
                    <a:pt x="931092" y="73424"/>
                  </a:lnTo>
                  <a:lnTo>
                    <a:pt x="859470" y="67945"/>
                  </a:lnTo>
                  <a:lnTo>
                    <a:pt x="787847" y="62438"/>
                  </a:lnTo>
                  <a:lnTo>
                    <a:pt x="716225" y="56904"/>
                  </a:lnTo>
                  <a:lnTo>
                    <a:pt x="644602" y="51341"/>
                  </a:lnTo>
                  <a:lnTo>
                    <a:pt x="572980" y="45751"/>
                  </a:lnTo>
                  <a:lnTo>
                    <a:pt x="501357" y="40132"/>
                  </a:lnTo>
                  <a:lnTo>
                    <a:pt x="429735" y="34485"/>
                  </a:lnTo>
                  <a:lnTo>
                    <a:pt x="358112" y="28810"/>
                  </a:lnTo>
                  <a:lnTo>
                    <a:pt x="286490" y="23105"/>
                  </a:lnTo>
                  <a:lnTo>
                    <a:pt x="214867" y="17372"/>
                  </a:lnTo>
                  <a:lnTo>
                    <a:pt x="143245" y="11611"/>
                  </a:lnTo>
                  <a:lnTo>
                    <a:pt x="71622" y="582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601781"/>
              <a:ext cx="7090630" cy="1409589"/>
            </a:xfrm>
            <a:custGeom>
              <a:avLst/>
              <a:pathLst>
                <a:path w="7090630" h="1409589">
                  <a:moveTo>
                    <a:pt x="0" y="0"/>
                  </a:moveTo>
                  <a:lnTo>
                    <a:pt x="71622" y="25041"/>
                  </a:lnTo>
                  <a:lnTo>
                    <a:pt x="143245" y="49762"/>
                  </a:lnTo>
                  <a:lnTo>
                    <a:pt x="214867" y="74167"/>
                  </a:lnTo>
                  <a:lnTo>
                    <a:pt x="286490" y="98259"/>
                  </a:lnTo>
                  <a:lnTo>
                    <a:pt x="358112" y="122043"/>
                  </a:lnTo>
                  <a:lnTo>
                    <a:pt x="429735" y="145522"/>
                  </a:lnTo>
                  <a:lnTo>
                    <a:pt x="501357" y="168700"/>
                  </a:lnTo>
                  <a:lnTo>
                    <a:pt x="572980" y="191581"/>
                  </a:lnTo>
                  <a:lnTo>
                    <a:pt x="644602" y="214170"/>
                  </a:lnTo>
                  <a:lnTo>
                    <a:pt x="716225" y="236469"/>
                  </a:lnTo>
                  <a:lnTo>
                    <a:pt x="787847" y="258483"/>
                  </a:lnTo>
                  <a:lnTo>
                    <a:pt x="859470" y="280214"/>
                  </a:lnTo>
                  <a:lnTo>
                    <a:pt x="931092" y="301668"/>
                  </a:lnTo>
                  <a:lnTo>
                    <a:pt x="1002715" y="322846"/>
                  </a:lnTo>
                  <a:lnTo>
                    <a:pt x="1074337" y="343754"/>
                  </a:lnTo>
                  <a:lnTo>
                    <a:pt x="1145960" y="364393"/>
                  </a:lnTo>
                  <a:lnTo>
                    <a:pt x="1217582" y="384769"/>
                  </a:lnTo>
                  <a:lnTo>
                    <a:pt x="1289205" y="404883"/>
                  </a:lnTo>
                  <a:lnTo>
                    <a:pt x="1360827" y="424740"/>
                  </a:lnTo>
                  <a:lnTo>
                    <a:pt x="1432450" y="444343"/>
                  </a:lnTo>
                  <a:lnTo>
                    <a:pt x="1504073" y="463694"/>
                  </a:lnTo>
                  <a:lnTo>
                    <a:pt x="1575695" y="482798"/>
                  </a:lnTo>
                  <a:lnTo>
                    <a:pt x="1647318" y="501657"/>
                  </a:lnTo>
                  <a:lnTo>
                    <a:pt x="1718940" y="520275"/>
                  </a:lnTo>
                  <a:lnTo>
                    <a:pt x="1790563" y="538654"/>
                  </a:lnTo>
                  <a:lnTo>
                    <a:pt x="1862185" y="556798"/>
                  </a:lnTo>
                  <a:lnTo>
                    <a:pt x="1933808" y="574709"/>
                  </a:lnTo>
                  <a:lnTo>
                    <a:pt x="2005430" y="592391"/>
                  </a:lnTo>
                  <a:lnTo>
                    <a:pt x="2077053" y="609847"/>
                  </a:lnTo>
                  <a:lnTo>
                    <a:pt x="2148675" y="627079"/>
                  </a:lnTo>
                  <a:lnTo>
                    <a:pt x="2220298" y="644090"/>
                  </a:lnTo>
                  <a:lnTo>
                    <a:pt x="2291920" y="660884"/>
                  </a:lnTo>
                  <a:lnTo>
                    <a:pt x="2363543" y="677462"/>
                  </a:lnTo>
                  <a:lnTo>
                    <a:pt x="2435165" y="693829"/>
                  </a:lnTo>
                  <a:lnTo>
                    <a:pt x="2506788" y="709985"/>
                  </a:lnTo>
                  <a:lnTo>
                    <a:pt x="2578410" y="725935"/>
                  </a:lnTo>
                  <a:lnTo>
                    <a:pt x="2650033" y="741680"/>
                  </a:lnTo>
                  <a:lnTo>
                    <a:pt x="2721655" y="757224"/>
                  </a:lnTo>
                  <a:lnTo>
                    <a:pt x="2793278" y="772569"/>
                  </a:lnTo>
                  <a:lnTo>
                    <a:pt x="2864901" y="787717"/>
                  </a:lnTo>
                  <a:lnTo>
                    <a:pt x="2936523" y="802672"/>
                  </a:lnTo>
                  <a:lnTo>
                    <a:pt x="3008146" y="817434"/>
                  </a:lnTo>
                  <a:lnTo>
                    <a:pt x="3079768" y="832008"/>
                  </a:lnTo>
                  <a:lnTo>
                    <a:pt x="3151391" y="846395"/>
                  </a:lnTo>
                  <a:lnTo>
                    <a:pt x="3223013" y="860598"/>
                  </a:lnTo>
                  <a:lnTo>
                    <a:pt x="3294636" y="874619"/>
                  </a:lnTo>
                  <a:lnTo>
                    <a:pt x="3366258" y="888460"/>
                  </a:lnTo>
                  <a:lnTo>
                    <a:pt x="3437881" y="902125"/>
                  </a:lnTo>
                  <a:lnTo>
                    <a:pt x="3509503" y="915614"/>
                  </a:lnTo>
                  <a:lnTo>
                    <a:pt x="3581126" y="928930"/>
                  </a:lnTo>
                  <a:lnTo>
                    <a:pt x="3652748" y="942076"/>
                  </a:lnTo>
                  <a:lnTo>
                    <a:pt x="3724371" y="955054"/>
                  </a:lnTo>
                  <a:lnTo>
                    <a:pt x="3795993" y="967865"/>
                  </a:lnTo>
                  <a:lnTo>
                    <a:pt x="3867616" y="980512"/>
                  </a:lnTo>
                  <a:lnTo>
                    <a:pt x="3939238" y="992998"/>
                  </a:lnTo>
                  <a:lnTo>
                    <a:pt x="4010861" y="1005323"/>
                  </a:lnTo>
                  <a:lnTo>
                    <a:pt x="4082483" y="1017491"/>
                  </a:lnTo>
                  <a:lnTo>
                    <a:pt x="4154106" y="1029502"/>
                  </a:lnTo>
                  <a:lnTo>
                    <a:pt x="4225729" y="1041360"/>
                  </a:lnTo>
                  <a:lnTo>
                    <a:pt x="4297351" y="1053067"/>
                  </a:lnTo>
                  <a:lnTo>
                    <a:pt x="4368974" y="1064623"/>
                  </a:lnTo>
                  <a:lnTo>
                    <a:pt x="4440596" y="1076031"/>
                  </a:lnTo>
                  <a:lnTo>
                    <a:pt x="4512219" y="1087293"/>
                  </a:lnTo>
                  <a:lnTo>
                    <a:pt x="4583841" y="1098411"/>
                  </a:lnTo>
                  <a:lnTo>
                    <a:pt x="4655464" y="1109387"/>
                  </a:lnTo>
                  <a:lnTo>
                    <a:pt x="4727086" y="1120221"/>
                  </a:lnTo>
                  <a:lnTo>
                    <a:pt x="4798709" y="1130918"/>
                  </a:lnTo>
                  <a:lnTo>
                    <a:pt x="4870331" y="1141477"/>
                  </a:lnTo>
                  <a:lnTo>
                    <a:pt x="4941954" y="1151901"/>
                  </a:lnTo>
                  <a:lnTo>
                    <a:pt x="5013576" y="1162191"/>
                  </a:lnTo>
                  <a:lnTo>
                    <a:pt x="5085199" y="1172350"/>
                  </a:lnTo>
                  <a:lnTo>
                    <a:pt x="5156821" y="1182379"/>
                  </a:lnTo>
                  <a:lnTo>
                    <a:pt x="5228444" y="1192279"/>
                  </a:lnTo>
                  <a:lnTo>
                    <a:pt x="5300066" y="1202053"/>
                  </a:lnTo>
                  <a:lnTo>
                    <a:pt x="5371689" y="1211701"/>
                  </a:lnTo>
                  <a:lnTo>
                    <a:pt x="5443311" y="1221226"/>
                  </a:lnTo>
                  <a:lnTo>
                    <a:pt x="5514934" y="1230628"/>
                  </a:lnTo>
                  <a:lnTo>
                    <a:pt x="5586557" y="1239911"/>
                  </a:lnTo>
                  <a:lnTo>
                    <a:pt x="5658179" y="1249074"/>
                  </a:lnTo>
                  <a:lnTo>
                    <a:pt x="5729802" y="1258120"/>
                  </a:lnTo>
                  <a:lnTo>
                    <a:pt x="5801424" y="1267050"/>
                  </a:lnTo>
                  <a:lnTo>
                    <a:pt x="5873047" y="1275866"/>
                  </a:lnTo>
                  <a:lnTo>
                    <a:pt x="5944669" y="1284569"/>
                  </a:lnTo>
                  <a:lnTo>
                    <a:pt x="6016292" y="1293161"/>
                  </a:lnTo>
                  <a:lnTo>
                    <a:pt x="6087914" y="1301642"/>
                  </a:lnTo>
                  <a:lnTo>
                    <a:pt x="6159537" y="1310015"/>
                  </a:lnTo>
                  <a:lnTo>
                    <a:pt x="6231159" y="1318281"/>
                  </a:lnTo>
                  <a:lnTo>
                    <a:pt x="6302782" y="1326441"/>
                  </a:lnTo>
                  <a:lnTo>
                    <a:pt x="6374404" y="1334496"/>
                  </a:lnTo>
                  <a:lnTo>
                    <a:pt x="6446027" y="1342449"/>
                  </a:lnTo>
                  <a:lnTo>
                    <a:pt x="6517649" y="1350299"/>
                  </a:lnTo>
                  <a:lnTo>
                    <a:pt x="6589272" y="1358049"/>
                  </a:lnTo>
                  <a:lnTo>
                    <a:pt x="6660894" y="1365699"/>
                  </a:lnTo>
                  <a:lnTo>
                    <a:pt x="6732517" y="1373252"/>
                  </a:lnTo>
                  <a:lnTo>
                    <a:pt x="6804139" y="1380708"/>
                  </a:lnTo>
                  <a:lnTo>
                    <a:pt x="6875762" y="1388068"/>
                  </a:lnTo>
                  <a:lnTo>
                    <a:pt x="6947385" y="1395334"/>
                  </a:lnTo>
                  <a:lnTo>
                    <a:pt x="7019007" y="1402507"/>
                  </a:lnTo>
                  <a:lnTo>
                    <a:pt x="7090630" y="140958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1.17 (1.06-1.29), p_Bonf = 0.008 (n = 6)  |  per IQR decline (Δ = 23.3): 1.44 (1.15-1.80)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2026-09-28T15:19:48Z</dcterms:modified>
  <cp:category/>
</cp:coreProperties>
</file>