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72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583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447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310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3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036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900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3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626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817517" y="2073503"/>
              <a:ext cx="7235830" cy="3340302"/>
            </a:xfrm>
            <a:custGeom>
              <a:avLst/>
              <a:pathLst>
                <a:path w="7235830" h="3340302">
                  <a:moveTo>
                    <a:pt x="357211" y="0"/>
                  </a:moveTo>
                  <a:lnTo>
                    <a:pt x="376147" y="30844"/>
                  </a:lnTo>
                  <a:lnTo>
                    <a:pt x="449907" y="146952"/>
                  </a:lnTo>
                  <a:lnTo>
                    <a:pt x="523667" y="259156"/>
                  </a:lnTo>
                  <a:lnTo>
                    <a:pt x="597427" y="367587"/>
                  </a:lnTo>
                  <a:lnTo>
                    <a:pt x="671187" y="472371"/>
                  </a:lnTo>
                  <a:lnTo>
                    <a:pt x="744947" y="573633"/>
                  </a:lnTo>
                  <a:lnTo>
                    <a:pt x="818707" y="671489"/>
                  </a:lnTo>
                  <a:lnTo>
                    <a:pt x="892467" y="766054"/>
                  </a:lnTo>
                  <a:lnTo>
                    <a:pt x="966227" y="857440"/>
                  </a:lnTo>
                  <a:lnTo>
                    <a:pt x="1039987" y="945753"/>
                  </a:lnTo>
                  <a:lnTo>
                    <a:pt x="1113747" y="1031096"/>
                  </a:lnTo>
                  <a:lnTo>
                    <a:pt x="1187508" y="1113569"/>
                  </a:lnTo>
                  <a:lnTo>
                    <a:pt x="1261268" y="1193269"/>
                  </a:lnTo>
                  <a:lnTo>
                    <a:pt x="1335028" y="1270289"/>
                  </a:lnTo>
                  <a:lnTo>
                    <a:pt x="1408788" y="1344719"/>
                  </a:lnTo>
                  <a:lnTo>
                    <a:pt x="1482548" y="1416647"/>
                  </a:lnTo>
                  <a:lnTo>
                    <a:pt x="1556308" y="1486156"/>
                  </a:lnTo>
                  <a:lnTo>
                    <a:pt x="1630068" y="1553327"/>
                  </a:lnTo>
                  <a:lnTo>
                    <a:pt x="1703828" y="1618240"/>
                  </a:lnTo>
                  <a:lnTo>
                    <a:pt x="1777588" y="1680970"/>
                  </a:lnTo>
                  <a:lnTo>
                    <a:pt x="1851348" y="1741590"/>
                  </a:lnTo>
                  <a:lnTo>
                    <a:pt x="1925108" y="1800172"/>
                  </a:lnTo>
                  <a:lnTo>
                    <a:pt x="1998868" y="1856784"/>
                  </a:lnTo>
                  <a:lnTo>
                    <a:pt x="2072628" y="1911493"/>
                  </a:lnTo>
                  <a:lnTo>
                    <a:pt x="2146388" y="1964362"/>
                  </a:lnTo>
                  <a:lnTo>
                    <a:pt x="2220148" y="2015453"/>
                  </a:lnTo>
                  <a:lnTo>
                    <a:pt x="2293908" y="2064826"/>
                  </a:lnTo>
                  <a:lnTo>
                    <a:pt x="2367668" y="2112539"/>
                  </a:lnTo>
                  <a:lnTo>
                    <a:pt x="2441428" y="2158648"/>
                  </a:lnTo>
                  <a:lnTo>
                    <a:pt x="2515188" y="2203206"/>
                  </a:lnTo>
                  <a:lnTo>
                    <a:pt x="2588948" y="2246265"/>
                  </a:lnTo>
                  <a:lnTo>
                    <a:pt x="2662708" y="2287877"/>
                  </a:lnTo>
                  <a:lnTo>
                    <a:pt x="2736468" y="2328090"/>
                  </a:lnTo>
                  <a:lnTo>
                    <a:pt x="2810228" y="2366950"/>
                  </a:lnTo>
                  <a:lnTo>
                    <a:pt x="2883988" y="2404504"/>
                  </a:lnTo>
                  <a:lnTo>
                    <a:pt x="2957748" y="2440795"/>
                  </a:lnTo>
                  <a:lnTo>
                    <a:pt x="3031508" y="2475865"/>
                  </a:lnTo>
                  <a:lnTo>
                    <a:pt x="3105268" y="2509756"/>
                  </a:lnTo>
                  <a:lnTo>
                    <a:pt x="3179028" y="2542508"/>
                  </a:lnTo>
                  <a:lnTo>
                    <a:pt x="3252788" y="2574158"/>
                  </a:lnTo>
                  <a:lnTo>
                    <a:pt x="3326548" y="2604744"/>
                  </a:lnTo>
                  <a:lnTo>
                    <a:pt x="3400308" y="2634302"/>
                  </a:lnTo>
                  <a:lnTo>
                    <a:pt x="3474068" y="2658119"/>
                  </a:lnTo>
                  <a:lnTo>
                    <a:pt x="3547828" y="2670609"/>
                  </a:lnTo>
                  <a:lnTo>
                    <a:pt x="3621588" y="2682910"/>
                  </a:lnTo>
                  <a:lnTo>
                    <a:pt x="3695348" y="2695025"/>
                  </a:lnTo>
                  <a:lnTo>
                    <a:pt x="3769108" y="2706956"/>
                  </a:lnTo>
                  <a:lnTo>
                    <a:pt x="3842868" y="2718707"/>
                  </a:lnTo>
                  <a:lnTo>
                    <a:pt x="3916628" y="2730281"/>
                  </a:lnTo>
                  <a:lnTo>
                    <a:pt x="3990388" y="2741679"/>
                  </a:lnTo>
                  <a:lnTo>
                    <a:pt x="4064149" y="2752905"/>
                  </a:lnTo>
                  <a:lnTo>
                    <a:pt x="4137909" y="2763961"/>
                  </a:lnTo>
                  <a:lnTo>
                    <a:pt x="4211669" y="2774850"/>
                  </a:lnTo>
                  <a:lnTo>
                    <a:pt x="4285429" y="2785574"/>
                  </a:lnTo>
                  <a:lnTo>
                    <a:pt x="4359189" y="2796136"/>
                  </a:lnTo>
                  <a:lnTo>
                    <a:pt x="4432949" y="2806538"/>
                  </a:lnTo>
                  <a:lnTo>
                    <a:pt x="4506709" y="2816783"/>
                  </a:lnTo>
                  <a:lnTo>
                    <a:pt x="4580469" y="2826872"/>
                  </a:lnTo>
                  <a:lnTo>
                    <a:pt x="4654229" y="2836810"/>
                  </a:lnTo>
                  <a:lnTo>
                    <a:pt x="4727989" y="2846596"/>
                  </a:lnTo>
                  <a:lnTo>
                    <a:pt x="4801749" y="2856235"/>
                  </a:lnTo>
                  <a:lnTo>
                    <a:pt x="4875509" y="2865728"/>
                  </a:lnTo>
                  <a:lnTo>
                    <a:pt x="4949269" y="2875077"/>
                  </a:lnTo>
                  <a:lnTo>
                    <a:pt x="5023029" y="2884285"/>
                  </a:lnTo>
                  <a:lnTo>
                    <a:pt x="5096789" y="2893354"/>
                  </a:lnTo>
                  <a:lnTo>
                    <a:pt x="5170549" y="2902285"/>
                  </a:lnTo>
                  <a:lnTo>
                    <a:pt x="5244309" y="2911081"/>
                  </a:lnTo>
                  <a:lnTo>
                    <a:pt x="5318069" y="2919744"/>
                  </a:lnTo>
                  <a:lnTo>
                    <a:pt x="5391829" y="2928277"/>
                  </a:lnTo>
                  <a:lnTo>
                    <a:pt x="5465589" y="2936680"/>
                  </a:lnTo>
                  <a:lnTo>
                    <a:pt x="5539349" y="2944956"/>
                  </a:lnTo>
                  <a:lnTo>
                    <a:pt x="5613109" y="2953106"/>
                  </a:lnTo>
                  <a:lnTo>
                    <a:pt x="5686869" y="2961134"/>
                  </a:lnTo>
                  <a:lnTo>
                    <a:pt x="5760629" y="2969040"/>
                  </a:lnTo>
                  <a:lnTo>
                    <a:pt x="5834389" y="2976826"/>
                  </a:lnTo>
                  <a:lnTo>
                    <a:pt x="5908149" y="2984495"/>
                  </a:lnTo>
                  <a:lnTo>
                    <a:pt x="5981909" y="2992047"/>
                  </a:lnTo>
                  <a:lnTo>
                    <a:pt x="6055669" y="2999486"/>
                  </a:lnTo>
                  <a:lnTo>
                    <a:pt x="6129429" y="3006812"/>
                  </a:lnTo>
                  <a:lnTo>
                    <a:pt x="6203189" y="3014027"/>
                  </a:lnTo>
                  <a:lnTo>
                    <a:pt x="6276949" y="3021132"/>
                  </a:lnTo>
                  <a:lnTo>
                    <a:pt x="6350709" y="3028131"/>
                  </a:lnTo>
                  <a:lnTo>
                    <a:pt x="6424469" y="3035023"/>
                  </a:lnTo>
                  <a:lnTo>
                    <a:pt x="6498229" y="3041812"/>
                  </a:lnTo>
                  <a:lnTo>
                    <a:pt x="6571989" y="3048497"/>
                  </a:lnTo>
                  <a:lnTo>
                    <a:pt x="6645749" y="3055081"/>
                  </a:lnTo>
                  <a:lnTo>
                    <a:pt x="6719509" y="3061566"/>
                  </a:lnTo>
                  <a:lnTo>
                    <a:pt x="6793269" y="3067953"/>
                  </a:lnTo>
                  <a:lnTo>
                    <a:pt x="6867029" y="3074243"/>
                  </a:lnTo>
                  <a:lnTo>
                    <a:pt x="6940789" y="3080438"/>
                  </a:lnTo>
                  <a:lnTo>
                    <a:pt x="7014550" y="3086539"/>
                  </a:lnTo>
                  <a:lnTo>
                    <a:pt x="7088310" y="3092548"/>
                  </a:lnTo>
                  <a:lnTo>
                    <a:pt x="7162070" y="3098466"/>
                  </a:lnTo>
                  <a:lnTo>
                    <a:pt x="7235830" y="3104294"/>
                  </a:lnTo>
                  <a:lnTo>
                    <a:pt x="7235830" y="3340302"/>
                  </a:lnTo>
                  <a:lnTo>
                    <a:pt x="7162070" y="3335311"/>
                  </a:lnTo>
                  <a:lnTo>
                    <a:pt x="7088310" y="3330146"/>
                  </a:lnTo>
                  <a:lnTo>
                    <a:pt x="7014550" y="3324801"/>
                  </a:lnTo>
                  <a:lnTo>
                    <a:pt x="6940789" y="3319271"/>
                  </a:lnTo>
                  <a:lnTo>
                    <a:pt x="6867029" y="3313547"/>
                  </a:lnTo>
                  <a:lnTo>
                    <a:pt x="6793269" y="3307625"/>
                  </a:lnTo>
                  <a:lnTo>
                    <a:pt x="6719509" y="3301497"/>
                  </a:lnTo>
                  <a:lnTo>
                    <a:pt x="6645749" y="3295155"/>
                  </a:lnTo>
                  <a:lnTo>
                    <a:pt x="6571989" y="3288593"/>
                  </a:lnTo>
                  <a:lnTo>
                    <a:pt x="6498229" y="3281802"/>
                  </a:lnTo>
                  <a:lnTo>
                    <a:pt x="6424469" y="3274775"/>
                  </a:lnTo>
                  <a:lnTo>
                    <a:pt x="6350709" y="3267504"/>
                  </a:lnTo>
                  <a:lnTo>
                    <a:pt x="6276949" y="3259980"/>
                  </a:lnTo>
                  <a:lnTo>
                    <a:pt x="6203189" y="3252193"/>
                  </a:lnTo>
                  <a:lnTo>
                    <a:pt x="6129429" y="3244136"/>
                  </a:lnTo>
                  <a:lnTo>
                    <a:pt x="6055669" y="3235799"/>
                  </a:lnTo>
                  <a:lnTo>
                    <a:pt x="5981909" y="3227171"/>
                  </a:lnTo>
                  <a:lnTo>
                    <a:pt x="5908149" y="3218243"/>
                  </a:lnTo>
                  <a:lnTo>
                    <a:pt x="5834389" y="3209005"/>
                  </a:lnTo>
                  <a:lnTo>
                    <a:pt x="5760629" y="3199445"/>
                  </a:lnTo>
                  <a:lnTo>
                    <a:pt x="5686869" y="3189552"/>
                  </a:lnTo>
                  <a:lnTo>
                    <a:pt x="5613109" y="3179315"/>
                  </a:lnTo>
                  <a:lnTo>
                    <a:pt x="5539349" y="3168722"/>
                  </a:lnTo>
                  <a:lnTo>
                    <a:pt x="5465589" y="3157760"/>
                  </a:lnTo>
                  <a:lnTo>
                    <a:pt x="5391829" y="3146417"/>
                  </a:lnTo>
                  <a:lnTo>
                    <a:pt x="5318069" y="3134679"/>
                  </a:lnTo>
                  <a:lnTo>
                    <a:pt x="5244309" y="3122533"/>
                  </a:lnTo>
                  <a:lnTo>
                    <a:pt x="5170549" y="3109964"/>
                  </a:lnTo>
                  <a:lnTo>
                    <a:pt x="5096789" y="3096958"/>
                  </a:lnTo>
                  <a:lnTo>
                    <a:pt x="5023029" y="3083499"/>
                  </a:lnTo>
                  <a:lnTo>
                    <a:pt x="4949269" y="3069572"/>
                  </a:lnTo>
                  <a:lnTo>
                    <a:pt x="4875509" y="3055160"/>
                  </a:lnTo>
                  <a:lnTo>
                    <a:pt x="4801749" y="3040247"/>
                  </a:lnTo>
                  <a:lnTo>
                    <a:pt x="4727989" y="3024815"/>
                  </a:lnTo>
                  <a:lnTo>
                    <a:pt x="4654229" y="3008846"/>
                  </a:lnTo>
                  <a:lnTo>
                    <a:pt x="4580469" y="2992321"/>
                  </a:lnTo>
                  <a:lnTo>
                    <a:pt x="4506709" y="2975222"/>
                  </a:lnTo>
                  <a:lnTo>
                    <a:pt x="4432949" y="2957527"/>
                  </a:lnTo>
                  <a:lnTo>
                    <a:pt x="4359189" y="2939216"/>
                  </a:lnTo>
                  <a:lnTo>
                    <a:pt x="4285429" y="2920269"/>
                  </a:lnTo>
                  <a:lnTo>
                    <a:pt x="4211669" y="2900662"/>
                  </a:lnTo>
                  <a:lnTo>
                    <a:pt x="4137909" y="2880373"/>
                  </a:lnTo>
                  <a:lnTo>
                    <a:pt x="4064149" y="2859377"/>
                  </a:lnTo>
                  <a:lnTo>
                    <a:pt x="3990388" y="2837652"/>
                  </a:lnTo>
                  <a:lnTo>
                    <a:pt x="3916628" y="2815170"/>
                  </a:lnTo>
                  <a:lnTo>
                    <a:pt x="3842868" y="2791906"/>
                  </a:lnTo>
                  <a:lnTo>
                    <a:pt x="3769108" y="2767832"/>
                  </a:lnTo>
                  <a:lnTo>
                    <a:pt x="3695348" y="2742921"/>
                  </a:lnTo>
                  <a:lnTo>
                    <a:pt x="3621588" y="2717143"/>
                  </a:lnTo>
                  <a:lnTo>
                    <a:pt x="3547828" y="2690468"/>
                  </a:lnTo>
                  <a:lnTo>
                    <a:pt x="3474068" y="2662865"/>
                  </a:lnTo>
                  <a:lnTo>
                    <a:pt x="3400308" y="2645437"/>
                  </a:lnTo>
                  <a:lnTo>
                    <a:pt x="3326548" y="2632560"/>
                  </a:lnTo>
                  <a:lnTo>
                    <a:pt x="3252788" y="2619486"/>
                  </a:lnTo>
                  <a:lnTo>
                    <a:pt x="3179028" y="2606211"/>
                  </a:lnTo>
                  <a:lnTo>
                    <a:pt x="3105268" y="2592731"/>
                  </a:lnTo>
                  <a:lnTo>
                    <a:pt x="3031508" y="2579045"/>
                  </a:lnTo>
                  <a:lnTo>
                    <a:pt x="2957748" y="2565149"/>
                  </a:lnTo>
                  <a:lnTo>
                    <a:pt x="2883988" y="2551039"/>
                  </a:lnTo>
                  <a:lnTo>
                    <a:pt x="2810228" y="2536712"/>
                  </a:lnTo>
                  <a:lnTo>
                    <a:pt x="2736468" y="2522166"/>
                  </a:lnTo>
                  <a:lnTo>
                    <a:pt x="2662708" y="2507396"/>
                  </a:lnTo>
                  <a:lnTo>
                    <a:pt x="2588948" y="2492399"/>
                  </a:lnTo>
                  <a:lnTo>
                    <a:pt x="2515188" y="2477171"/>
                  </a:lnTo>
                  <a:lnTo>
                    <a:pt x="2441428" y="2461710"/>
                  </a:lnTo>
                  <a:lnTo>
                    <a:pt x="2367668" y="2446011"/>
                  </a:lnTo>
                  <a:lnTo>
                    <a:pt x="2293908" y="2430072"/>
                  </a:lnTo>
                  <a:lnTo>
                    <a:pt x="2220148" y="2413887"/>
                  </a:lnTo>
                  <a:lnTo>
                    <a:pt x="2146388" y="2397454"/>
                  </a:lnTo>
                  <a:lnTo>
                    <a:pt x="2072628" y="2380768"/>
                  </a:lnTo>
                  <a:lnTo>
                    <a:pt x="1998868" y="2363826"/>
                  </a:lnTo>
                  <a:lnTo>
                    <a:pt x="1925108" y="2346624"/>
                  </a:lnTo>
                  <a:lnTo>
                    <a:pt x="1851348" y="2329157"/>
                  </a:lnTo>
                  <a:lnTo>
                    <a:pt x="1777588" y="2311423"/>
                  </a:lnTo>
                  <a:lnTo>
                    <a:pt x="1703828" y="2293415"/>
                  </a:lnTo>
                  <a:lnTo>
                    <a:pt x="1630068" y="2275132"/>
                  </a:lnTo>
                  <a:lnTo>
                    <a:pt x="1556308" y="2256567"/>
                  </a:lnTo>
                  <a:lnTo>
                    <a:pt x="1482548" y="2237717"/>
                  </a:lnTo>
                  <a:lnTo>
                    <a:pt x="1408788" y="2218578"/>
                  </a:lnTo>
                  <a:lnTo>
                    <a:pt x="1335028" y="2199145"/>
                  </a:lnTo>
                  <a:lnTo>
                    <a:pt x="1261268" y="2179413"/>
                  </a:lnTo>
                  <a:lnTo>
                    <a:pt x="1187508" y="2159378"/>
                  </a:lnTo>
                  <a:lnTo>
                    <a:pt x="1113747" y="2139036"/>
                  </a:lnTo>
                  <a:lnTo>
                    <a:pt x="1039987" y="2118381"/>
                  </a:lnTo>
                  <a:lnTo>
                    <a:pt x="966227" y="2097408"/>
                  </a:lnTo>
                  <a:lnTo>
                    <a:pt x="892467" y="2076114"/>
                  </a:lnTo>
                  <a:lnTo>
                    <a:pt x="818707" y="2054492"/>
                  </a:lnTo>
                  <a:lnTo>
                    <a:pt x="744947" y="2032539"/>
                  </a:lnTo>
                  <a:lnTo>
                    <a:pt x="671187" y="2010248"/>
                  </a:lnTo>
                  <a:lnTo>
                    <a:pt x="597427" y="1987614"/>
                  </a:lnTo>
                  <a:lnTo>
                    <a:pt x="523667" y="1964633"/>
                  </a:lnTo>
                  <a:lnTo>
                    <a:pt x="449907" y="1941300"/>
                  </a:lnTo>
                  <a:lnTo>
                    <a:pt x="376147" y="1917607"/>
                  </a:lnTo>
                  <a:lnTo>
                    <a:pt x="302387" y="1893551"/>
                  </a:lnTo>
                  <a:lnTo>
                    <a:pt x="228627" y="1869125"/>
                  </a:lnTo>
                  <a:lnTo>
                    <a:pt x="154867" y="1844324"/>
                  </a:lnTo>
                  <a:lnTo>
                    <a:pt x="81107" y="1819142"/>
                  </a:lnTo>
                  <a:lnTo>
                    <a:pt x="7347" y="1793574"/>
                  </a:lnTo>
                  <a:lnTo>
                    <a:pt x="0" y="179098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4729" y="2073503"/>
              <a:ext cx="6878618" cy="3104294"/>
            </a:xfrm>
            <a:custGeom>
              <a:avLst/>
              <a:pathLst>
                <a:path w="6878618" h="3104294">
                  <a:moveTo>
                    <a:pt x="0" y="0"/>
                  </a:moveTo>
                  <a:lnTo>
                    <a:pt x="18935" y="30844"/>
                  </a:lnTo>
                  <a:lnTo>
                    <a:pt x="92695" y="146952"/>
                  </a:lnTo>
                  <a:lnTo>
                    <a:pt x="166455" y="259156"/>
                  </a:lnTo>
                  <a:lnTo>
                    <a:pt x="240215" y="367587"/>
                  </a:lnTo>
                  <a:lnTo>
                    <a:pt x="313976" y="472371"/>
                  </a:lnTo>
                  <a:lnTo>
                    <a:pt x="387736" y="573633"/>
                  </a:lnTo>
                  <a:lnTo>
                    <a:pt x="461496" y="671489"/>
                  </a:lnTo>
                  <a:lnTo>
                    <a:pt x="535256" y="766054"/>
                  </a:lnTo>
                  <a:lnTo>
                    <a:pt x="609016" y="857440"/>
                  </a:lnTo>
                  <a:lnTo>
                    <a:pt x="682776" y="945753"/>
                  </a:lnTo>
                  <a:lnTo>
                    <a:pt x="756536" y="1031096"/>
                  </a:lnTo>
                  <a:lnTo>
                    <a:pt x="830296" y="1113569"/>
                  </a:lnTo>
                  <a:lnTo>
                    <a:pt x="904056" y="1193269"/>
                  </a:lnTo>
                  <a:lnTo>
                    <a:pt x="977816" y="1270289"/>
                  </a:lnTo>
                  <a:lnTo>
                    <a:pt x="1051576" y="1344719"/>
                  </a:lnTo>
                  <a:lnTo>
                    <a:pt x="1125336" y="1416647"/>
                  </a:lnTo>
                  <a:lnTo>
                    <a:pt x="1199096" y="1486156"/>
                  </a:lnTo>
                  <a:lnTo>
                    <a:pt x="1272856" y="1553327"/>
                  </a:lnTo>
                  <a:lnTo>
                    <a:pt x="1346616" y="1618240"/>
                  </a:lnTo>
                  <a:lnTo>
                    <a:pt x="1420376" y="1680970"/>
                  </a:lnTo>
                  <a:lnTo>
                    <a:pt x="1494136" y="1741590"/>
                  </a:lnTo>
                  <a:lnTo>
                    <a:pt x="1567896" y="1800172"/>
                  </a:lnTo>
                  <a:lnTo>
                    <a:pt x="1641656" y="1856784"/>
                  </a:lnTo>
                  <a:lnTo>
                    <a:pt x="1715416" y="1911493"/>
                  </a:lnTo>
                  <a:lnTo>
                    <a:pt x="1789176" y="1964362"/>
                  </a:lnTo>
                  <a:lnTo>
                    <a:pt x="1862936" y="2015453"/>
                  </a:lnTo>
                  <a:lnTo>
                    <a:pt x="1936696" y="2064826"/>
                  </a:lnTo>
                  <a:lnTo>
                    <a:pt x="2010456" y="2112539"/>
                  </a:lnTo>
                  <a:lnTo>
                    <a:pt x="2084216" y="2158648"/>
                  </a:lnTo>
                  <a:lnTo>
                    <a:pt x="2157976" y="2203206"/>
                  </a:lnTo>
                  <a:lnTo>
                    <a:pt x="2231736" y="2246265"/>
                  </a:lnTo>
                  <a:lnTo>
                    <a:pt x="2305496" y="2287877"/>
                  </a:lnTo>
                  <a:lnTo>
                    <a:pt x="2379256" y="2328090"/>
                  </a:lnTo>
                  <a:lnTo>
                    <a:pt x="2453016" y="2366950"/>
                  </a:lnTo>
                  <a:lnTo>
                    <a:pt x="2526776" y="2404504"/>
                  </a:lnTo>
                  <a:lnTo>
                    <a:pt x="2600536" y="2440795"/>
                  </a:lnTo>
                  <a:lnTo>
                    <a:pt x="2674296" y="2475865"/>
                  </a:lnTo>
                  <a:lnTo>
                    <a:pt x="2748056" y="2509756"/>
                  </a:lnTo>
                  <a:lnTo>
                    <a:pt x="2821816" y="2542508"/>
                  </a:lnTo>
                  <a:lnTo>
                    <a:pt x="2895576" y="2574158"/>
                  </a:lnTo>
                  <a:lnTo>
                    <a:pt x="2969336" y="2604744"/>
                  </a:lnTo>
                  <a:lnTo>
                    <a:pt x="3043096" y="2634302"/>
                  </a:lnTo>
                  <a:lnTo>
                    <a:pt x="3116856" y="2658119"/>
                  </a:lnTo>
                  <a:lnTo>
                    <a:pt x="3190616" y="2670609"/>
                  </a:lnTo>
                  <a:lnTo>
                    <a:pt x="3264377" y="2682910"/>
                  </a:lnTo>
                  <a:lnTo>
                    <a:pt x="3338137" y="2695025"/>
                  </a:lnTo>
                  <a:lnTo>
                    <a:pt x="3411897" y="2706956"/>
                  </a:lnTo>
                  <a:lnTo>
                    <a:pt x="3485657" y="2718707"/>
                  </a:lnTo>
                  <a:lnTo>
                    <a:pt x="3559417" y="2730281"/>
                  </a:lnTo>
                  <a:lnTo>
                    <a:pt x="3633177" y="2741679"/>
                  </a:lnTo>
                  <a:lnTo>
                    <a:pt x="3706937" y="2752905"/>
                  </a:lnTo>
                  <a:lnTo>
                    <a:pt x="3780697" y="2763961"/>
                  </a:lnTo>
                  <a:lnTo>
                    <a:pt x="3854457" y="2774850"/>
                  </a:lnTo>
                  <a:lnTo>
                    <a:pt x="3928217" y="2785574"/>
                  </a:lnTo>
                  <a:lnTo>
                    <a:pt x="4001977" y="2796136"/>
                  </a:lnTo>
                  <a:lnTo>
                    <a:pt x="4075737" y="2806538"/>
                  </a:lnTo>
                  <a:lnTo>
                    <a:pt x="4149497" y="2816783"/>
                  </a:lnTo>
                  <a:lnTo>
                    <a:pt x="4223257" y="2826872"/>
                  </a:lnTo>
                  <a:lnTo>
                    <a:pt x="4297017" y="2836810"/>
                  </a:lnTo>
                  <a:lnTo>
                    <a:pt x="4370777" y="2846596"/>
                  </a:lnTo>
                  <a:lnTo>
                    <a:pt x="4444537" y="2856235"/>
                  </a:lnTo>
                  <a:lnTo>
                    <a:pt x="4518297" y="2865728"/>
                  </a:lnTo>
                  <a:lnTo>
                    <a:pt x="4592057" y="2875077"/>
                  </a:lnTo>
                  <a:lnTo>
                    <a:pt x="4665817" y="2884285"/>
                  </a:lnTo>
                  <a:lnTo>
                    <a:pt x="4739577" y="2893354"/>
                  </a:lnTo>
                  <a:lnTo>
                    <a:pt x="4813337" y="2902285"/>
                  </a:lnTo>
                  <a:lnTo>
                    <a:pt x="4887097" y="2911081"/>
                  </a:lnTo>
                  <a:lnTo>
                    <a:pt x="4960857" y="2919744"/>
                  </a:lnTo>
                  <a:lnTo>
                    <a:pt x="5034617" y="2928277"/>
                  </a:lnTo>
                  <a:lnTo>
                    <a:pt x="5108377" y="2936680"/>
                  </a:lnTo>
                  <a:lnTo>
                    <a:pt x="5182137" y="2944956"/>
                  </a:lnTo>
                  <a:lnTo>
                    <a:pt x="5255897" y="2953106"/>
                  </a:lnTo>
                  <a:lnTo>
                    <a:pt x="5329657" y="2961134"/>
                  </a:lnTo>
                  <a:lnTo>
                    <a:pt x="5403417" y="2969040"/>
                  </a:lnTo>
                  <a:lnTo>
                    <a:pt x="5477177" y="2976826"/>
                  </a:lnTo>
                  <a:lnTo>
                    <a:pt x="5550937" y="2984495"/>
                  </a:lnTo>
                  <a:lnTo>
                    <a:pt x="5624697" y="2992047"/>
                  </a:lnTo>
                  <a:lnTo>
                    <a:pt x="5698457" y="2999486"/>
                  </a:lnTo>
                  <a:lnTo>
                    <a:pt x="5772217" y="3006812"/>
                  </a:lnTo>
                  <a:lnTo>
                    <a:pt x="5845977" y="3014027"/>
                  </a:lnTo>
                  <a:lnTo>
                    <a:pt x="5919737" y="3021132"/>
                  </a:lnTo>
                  <a:lnTo>
                    <a:pt x="5993497" y="3028131"/>
                  </a:lnTo>
                  <a:lnTo>
                    <a:pt x="6067257" y="3035023"/>
                  </a:lnTo>
                  <a:lnTo>
                    <a:pt x="6141017" y="3041812"/>
                  </a:lnTo>
                  <a:lnTo>
                    <a:pt x="6214778" y="3048497"/>
                  </a:lnTo>
                  <a:lnTo>
                    <a:pt x="6288538" y="3055081"/>
                  </a:lnTo>
                  <a:lnTo>
                    <a:pt x="6362298" y="3061566"/>
                  </a:lnTo>
                  <a:lnTo>
                    <a:pt x="6436058" y="3067953"/>
                  </a:lnTo>
                  <a:lnTo>
                    <a:pt x="6509818" y="3074243"/>
                  </a:lnTo>
                  <a:lnTo>
                    <a:pt x="6583578" y="3080438"/>
                  </a:lnTo>
                  <a:lnTo>
                    <a:pt x="6657338" y="3086539"/>
                  </a:lnTo>
                  <a:lnTo>
                    <a:pt x="6731098" y="3092548"/>
                  </a:lnTo>
                  <a:lnTo>
                    <a:pt x="6804858" y="3098466"/>
                  </a:lnTo>
                  <a:lnTo>
                    <a:pt x="6878618" y="310429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17517" y="3864491"/>
              <a:ext cx="7235830" cy="1549314"/>
            </a:xfrm>
            <a:custGeom>
              <a:avLst/>
              <a:pathLst>
                <a:path w="7235830" h="1549314">
                  <a:moveTo>
                    <a:pt x="7235830" y="1549314"/>
                  </a:moveTo>
                  <a:lnTo>
                    <a:pt x="7162070" y="1544323"/>
                  </a:lnTo>
                  <a:lnTo>
                    <a:pt x="7088310" y="1539158"/>
                  </a:lnTo>
                  <a:lnTo>
                    <a:pt x="7014550" y="1533813"/>
                  </a:lnTo>
                  <a:lnTo>
                    <a:pt x="6940789" y="1528283"/>
                  </a:lnTo>
                  <a:lnTo>
                    <a:pt x="6867029" y="1522559"/>
                  </a:lnTo>
                  <a:lnTo>
                    <a:pt x="6793269" y="1516637"/>
                  </a:lnTo>
                  <a:lnTo>
                    <a:pt x="6719509" y="1510509"/>
                  </a:lnTo>
                  <a:lnTo>
                    <a:pt x="6645749" y="1504167"/>
                  </a:lnTo>
                  <a:lnTo>
                    <a:pt x="6571989" y="1497605"/>
                  </a:lnTo>
                  <a:lnTo>
                    <a:pt x="6498229" y="1490814"/>
                  </a:lnTo>
                  <a:lnTo>
                    <a:pt x="6424469" y="1483787"/>
                  </a:lnTo>
                  <a:lnTo>
                    <a:pt x="6350709" y="1476516"/>
                  </a:lnTo>
                  <a:lnTo>
                    <a:pt x="6276949" y="1468992"/>
                  </a:lnTo>
                  <a:lnTo>
                    <a:pt x="6203189" y="1461205"/>
                  </a:lnTo>
                  <a:lnTo>
                    <a:pt x="6129429" y="1453148"/>
                  </a:lnTo>
                  <a:lnTo>
                    <a:pt x="6055669" y="1444811"/>
                  </a:lnTo>
                  <a:lnTo>
                    <a:pt x="5981909" y="1436183"/>
                  </a:lnTo>
                  <a:lnTo>
                    <a:pt x="5908149" y="1427255"/>
                  </a:lnTo>
                  <a:lnTo>
                    <a:pt x="5834389" y="1418017"/>
                  </a:lnTo>
                  <a:lnTo>
                    <a:pt x="5760629" y="1408457"/>
                  </a:lnTo>
                  <a:lnTo>
                    <a:pt x="5686869" y="1398564"/>
                  </a:lnTo>
                  <a:lnTo>
                    <a:pt x="5613109" y="1388327"/>
                  </a:lnTo>
                  <a:lnTo>
                    <a:pt x="5539349" y="1377734"/>
                  </a:lnTo>
                  <a:lnTo>
                    <a:pt x="5465589" y="1366772"/>
                  </a:lnTo>
                  <a:lnTo>
                    <a:pt x="5391829" y="1355429"/>
                  </a:lnTo>
                  <a:lnTo>
                    <a:pt x="5318069" y="1343691"/>
                  </a:lnTo>
                  <a:lnTo>
                    <a:pt x="5244309" y="1331545"/>
                  </a:lnTo>
                  <a:lnTo>
                    <a:pt x="5170549" y="1318976"/>
                  </a:lnTo>
                  <a:lnTo>
                    <a:pt x="5096789" y="1305970"/>
                  </a:lnTo>
                  <a:lnTo>
                    <a:pt x="5023029" y="1292511"/>
                  </a:lnTo>
                  <a:lnTo>
                    <a:pt x="4949269" y="1278584"/>
                  </a:lnTo>
                  <a:lnTo>
                    <a:pt x="4875509" y="1264172"/>
                  </a:lnTo>
                  <a:lnTo>
                    <a:pt x="4801749" y="1249259"/>
                  </a:lnTo>
                  <a:lnTo>
                    <a:pt x="4727989" y="1233827"/>
                  </a:lnTo>
                  <a:lnTo>
                    <a:pt x="4654229" y="1217858"/>
                  </a:lnTo>
                  <a:lnTo>
                    <a:pt x="4580469" y="1201333"/>
                  </a:lnTo>
                  <a:lnTo>
                    <a:pt x="4506709" y="1184233"/>
                  </a:lnTo>
                  <a:lnTo>
                    <a:pt x="4432949" y="1166539"/>
                  </a:lnTo>
                  <a:lnTo>
                    <a:pt x="4359189" y="1148228"/>
                  </a:lnTo>
                  <a:lnTo>
                    <a:pt x="4285429" y="1129281"/>
                  </a:lnTo>
                  <a:lnTo>
                    <a:pt x="4211669" y="1109674"/>
                  </a:lnTo>
                  <a:lnTo>
                    <a:pt x="4137909" y="1089384"/>
                  </a:lnTo>
                  <a:lnTo>
                    <a:pt x="4064149" y="1068389"/>
                  </a:lnTo>
                  <a:lnTo>
                    <a:pt x="3990388" y="1046664"/>
                  </a:lnTo>
                  <a:lnTo>
                    <a:pt x="3916628" y="1024182"/>
                  </a:lnTo>
                  <a:lnTo>
                    <a:pt x="3842868" y="1000918"/>
                  </a:lnTo>
                  <a:lnTo>
                    <a:pt x="3769108" y="976844"/>
                  </a:lnTo>
                  <a:lnTo>
                    <a:pt x="3695348" y="951933"/>
                  </a:lnTo>
                  <a:lnTo>
                    <a:pt x="3621588" y="926155"/>
                  </a:lnTo>
                  <a:lnTo>
                    <a:pt x="3547828" y="899480"/>
                  </a:lnTo>
                  <a:lnTo>
                    <a:pt x="3474068" y="871877"/>
                  </a:lnTo>
                  <a:lnTo>
                    <a:pt x="3400308" y="854449"/>
                  </a:lnTo>
                  <a:lnTo>
                    <a:pt x="3326548" y="841572"/>
                  </a:lnTo>
                  <a:lnTo>
                    <a:pt x="3252788" y="828498"/>
                  </a:lnTo>
                  <a:lnTo>
                    <a:pt x="3179028" y="815223"/>
                  </a:lnTo>
                  <a:lnTo>
                    <a:pt x="3105268" y="801743"/>
                  </a:lnTo>
                  <a:lnTo>
                    <a:pt x="3031508" y="788057"/>
                  </a:lnTo>
                  <a:lnTo>
                    <a:pt x="2957748" y="774161"/>
                  </a:lnTo>
                  <a:lnTo>
                    <a:pt x="2883988" y="760051"/>
                  </a:lnTo>
                  <a:lnTo>
                    <a:pt x="2810228" y="745724"/>
                  </a:lnTo>
                  <a:lnTo>
                    <a:pt x="2736468" y="731178"/>
                  </a:lnTo>
                  <a:lnTo>
                    <a:pt x="2662708" y="716408"/>
                  </a:lnTo>
                  <a:lnTo>
                    <a:pt x="2588948" y="701411"/>
                  </a:lnTo>
                  <a:lnTo>
                    <a:pt x="2515188" y="686183"/>
                  </a:lnTo>
                  <a:lnTo>
                    <a:pt x="2441428" y="670722"/>
                  </a:lnTo>
                  <a:lnTo>
                    <a:pt x="2367668" y="655023"/>
                  </a:lnTo>
                  <a:lnTo>
                    <a:pt x="2293908" y="639084"/>
                  </a:lnTo>
                  <a:lnTo>
                    <a:pt x="2220148" y="622899"/>
                  </a:lnTo>
                  <a:lnTo>
                    <a:pt x="2146388" y="606466"/>
                  </a:lnTo>
                  <a:lnTo>
                    <a:pt x="2072628" y="589780"/>
                  </a:lnTo>
                  <a:lnTo>
                    <a:pt x="1998868" y="572838"/>
                  </a:lnTo>
                  <a:lnTo>
                    <a:pt x="1925108" y="555636"/>
                  </a:lnTo>
                  <a:lnTo>
                    <a:pt x="1851348" y="538169"/>
                  </a:lnTo>
                  <a:lnTo>
                    <a:pt x="1777588" y="520435"/>
                  </a:lnTo>
                  <a:lnTo>
                    <a:pt x="1703828" y="502427"/>
                  </a:lnTo>
                  <a:lnTo>
                    <a:pt x="1630068" y="484144"/>
                  </a:lnTo>
                  <a:lnTo>
                    <a:pt x="1556308" y="465579"/>
                  </a:lnTo>
                  <a:lnTo>
                    <a:pt x="1482548" y="446729"/>
                  </a:lnTo>
                  <a:lnTo>
                    <a:pt x="1408788" y="427590"/>
                  </a:lnTo>
                  <a:lnTo>
                    <a:pt x="1335028" y="408157"/>
                  </a:lnTo>
                  <a:lnTo>
                    <a:pt x="1261268" y="388425"/>
                  </a:lnTo>
                  <a:lnTo>
                    <a:pt x="1187508" y="368390"/>
                  </a:lnTo>
                  <a:lnTo>
                    <a:pt x="1113747" y="348048"/>
                  </a:lnTo>
                  <a:lnTo>
                    <a:pt x="1039987" y="327392"/>
                  </a:lnTo>
                  <a:lnTo>
                    <a:pt x="966227" y="306420"/>
                  </a:lnTo>
                  <a:lnTo>
                    <a:pt x="892467" y="285126"/>
                  </a:lnTo>
                  <a:lnTo>
                    <a:pt x="818707" y="263504"/>
                  </a:lnTo>
                  <a:lnTo>
                    <a:pt x="744947" y="241550"/>
                  </a:lnTo>
                  <a:lnTo>
                    <a:pt x="671187" y="219260"/>
                  </a:lnTo>
                  <a:lnTo>
                    <a:pt x="597427" y="196626"/>
                  </a:lnTo>
                  <a:lnTo>
                    <a:pt x="523667" y="173645"/>
                  </a:lnTo>
                  <a:lnTo>
                    <a:pt x="449907" y="150311"/>
                  </a:lnTo>
                  <a:lnTo>
                    <a:pt x="376147" y="126619"/>
                  </a:lnTo>
                  <a:lnTo>
                    <a:pt x="302387" y="102563"/>
                  </a:lnTo>
                  <a:lnTo>
                    <a:pt x="228627" y="78137"/>
                  </a:lnTo>
                  <a:lnTo>
                    <a:pt x="154867" y="53336"/>
                  </a:lnTo>
                  <a:lnTo>
                    <a:pt x="81107" y="28154"/>
                  </a:lnTo>
                  <a:lnTo>
                    <a:pt x="7347" y="258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17517" y="2919240"/>
              <a:ext cx="7235830" cy="2404707"/>
            </a:xfrm>
            <a:custGeom>
              <a:avLst/>
              <a:pathLst>
                <a:path w="7235830" h="2404707">
                  <a:moveTo>
                    <a:pt x="0" y="0"/>
                  </a:moveTo>
                  <a:lnTo>
                    <a:pt x="7347" y="6561"/>
                  </a:lnTo>
                  <a:lnTo>
                    <a:pt x="81107" y="70824"/>
                  </a:lnTo>
                  <a:lnTo>
                    <a:pt x="154867" y="133516"/>
                  </a:lnTo>
                  <a:lnTo>
                    <a:pt x="228627" y="194678"/>
                  </a:lnTo>
                  <a:lnTo>
                    <a:pt x="302387" y="254347"/>
                  </a:lnTo>
                  <a:lnTo>
                    <a:pt x="376147" y="312558"/>
                  </a:lnTo>
                  <a:lnTo>
                    <a:pt x="449907" y="369347"/>
                  </a:lnTo>
                  <a:lnTo>
                    <a:pt x="523667" y="424750"/>
                  </a:lnTo>
                  <a:lnTo>
                    <a:pt x="597427" y="478800"/>
                  </a:lnTo>
                  <a:lnTo>
                    <a:pt x="671187" y="531530"/>
                  </a:lnTo>
                  <a:lnTo>
                    <a:pt x="744947" y="582972"/>
                  </a:lnTo>
                  <a:lnTo>
                    <a:pt x="818707" y="633157"/>
                  </a:lnTo>
                  <a:lnTo>
                    <a:pt x="892467" y="682118"/>
                  </a:lnTo>
                  <a:lnTo>
                    <a:pt x="966227" y="729882"/>
                  </a:lnTo>
                  <a:lnTo>
                    <a:pt x="1039987" y="776480"/>
                  </a:lnTo>
                  <a:lnTo>
                    <a:pt x="1113747" y="821941"/>
                  </a:lnTo>
                  <a:lnTo>
                    <a:pt x="1187508" y="866291"/>
                  </a:lnTo>
                  <a:lnTo>
                    <a:pt x="1261268" y="909558"/>
                  </a:lnTo>
                  <a:lnTo>
                    <a:pt x="1335028" y="951768"/>
                  </a:lnTo>
                  <a:lnTo>
                    <a:pt x="1408788" y="992947"/>
                  </a:lnTo>
                  <a:lnTo>
                    <a:pt x="1482548" y="1033121"/>
                  </a:lnTo>
                  <a:lnTo>
                    <a:pt x="1556308" y="1072314"/>
                  </a:lnTo>
                  <a:lnTo>
                    <a:pt x="1630068" y="1110550"/>
                  </a:lnTo>
                  <a:lnTo>
                    <a:pt x="1703828" y="1147852"/>
                  </a:lnTo>
                  <a:lnTo>
                    <a:pt x="1777588" y="1184242"/>
                  </a:lnTo>
                  <a:lnTo>
                    <a:pt x="1851348" y="1219745"/>
                  </a:lnTo>
                  <a:lnTo>
                    <a:pt x="1925108" y="1254380"/>
                  </a:lnTo>
                  <a:lnTo>
                    <a:pt x="1998868" y="1288169"/>
                  </a:lnTo>
                  <a:lnTo>
                    <a:pt x="2072628" y="1321134"/>
                  </a:lnTo>
                  <a:lnTo>
                    <a:pt x="2146388" y="1353293"/>
                  </a:lnTo>
                  <a:lnTo>
                    <a:pt x="2220148" y="1384667"/>
                  </a:lnTo>
                  <a:lnTo>
                    <a:pt x="2293908" y="1415275"/>
                  </a:lnTo>
                  <a:lnTo>
                    <a:pt x="2367668" y="1445135"/>
                  </a:lnTo>
                  <a:lnTo>
                    <a:pt x="2441428" y="1474266"/>
                  </a:lnTo>
                  <a:lnTo>
                    <a:pt x="2515188" y="1502686"/>
                  </a:lnTo>
                  <a:lnTo>
                    <a:pt x="2588948" y="1530411"/>
                  </a:lnTo>
                  <a:lnTo>
                    <a:pt x="2662708" y="1557460"/>
                  </a:lnTo>
                  <a:lnTo>
                    <a:pt x="2736468" y="1583848"/>
                  </a:lnTo>
                  <a:lnTo>
                    <a:pt x="2810228" y="1609591"/>
                  </a:lnTo>
                  <a:lnTo>
                    <a:pt x="2883988" y="1634706"/>
                  </a:lnTo>
                  <a:lnTo>
                    <a:pt x="2957748" y="1659208"/>
                  </a:lnTo>
                  <a:lnTo>
                    <a:pt x="3031508" y="1683111"/>
                  </a:lnTo>
                  <a:lnTo>
                    <a:pt x="3105268" y="1706430"/>
                  </a:lnTo>
                  <a:lnTo>
                    <a:pt x="3179028" y="1729180"/>
                  </a:lnTo>
                  <a:lnTo>
                    <a:pt x="3252788" y="1751375"/>
                  </a:lnTo>
                  <a:lnTo>
                    <a:pt x="3326548" y="1773027"/>
                  </a:lnTo>
                  <a:lnTo>
                    <a:pt x="3400308" y="1794151"/>
                  </a:lnTo>
                  <a:lnTo>
                    <a:pt x="3474068" y="1814758"/>
                  </a:lnTo>
                  <a:lnTo>
                    <a:pt x="3547828" y="1834863"/>
                  </a:lnTo>
                  <a:lnTo>
                    <a:pt x="3621588" y="1854477"/>
                  </a:lnTo>
                  <a:lnTo>
                    <a:pt x="3695348" y="1873611"/>
                  </a:lnTo>
                  <a:lnTo>
                    <a:pt x="3769108" y="1892278"/>
                  </a:lnTo>
                  <a:lnTo>
                    <a:pt x="3842868" y="1910490"/>
                  </a:lnTo>
                  <a:lnTo>
                    <a:pt x="3916628" y="1928256"/>
                  </a:lnTo>
                  <a:lnTo>
                    <a:pt x="3990388" y="1945589"/>
                  </a:lnTo>
                  <a:lnTo>
                    <a:pt x="4064149" y="1962499"/>
                  </a:lnTo>
                  <a:lnTo>
                    <a:pt x="4137909" y="1978995"/>
                  </a:lnTo>
                  <a:lnTo>
                    <a:pt x="4211669" y="1995089"/>
                  </a:lnTo>
                  <a:lnTo>
                    <a:pt x="4285429" y="2010790"/>
                  </a:lnTo>
                  <a:lnTo>
                    <a:pt x="4359189" y="2026107"/>
                  </a:lnTo>
                  <a:lnTo>
                    <a:pt x="4432949" y="2041050"/>
                  </a:lnTo>
                  <a:lnTo>
                    <a:pt x="4506709" y="2055628"/>
                  </a:lnTo>
                  <a:lnTo>
                    <a:pt x="4580469" y="2069851"/>
                  </a:lnTo>
                  <a:lnTo>
                    <a:pt x="4654229" y="2083726"/>
                  </a:lnTo>
                  <a:lnTo>
                    <a:pt x="4727989" y="2097262"/>
                  </a:lnTo>
                  <a:lnTo>
                    <a:pt x="4801749" y="2110467"/>
                  </a:lnTo>
                  <a:lnTo>
                    <a:pt x="4875509" y="2123350"/>
                  </a:lnTo>
                  <a:lnTo>
                    <a:pt x="4949269" y="2135919"/>
                  </a:lnTo>
                  <a:lnTo>
                    <a:pt x="5023029" y="2148180"/>
                  </a:lnTo>
                  <a:lnTo>
                    <a:pt x="5096789" y="2160142"/>
                  </a:lnTo>
                  <a:lnTo>
                    <a:pt x="5170549" y="2171812"/>
                  </a:lnTo>
                  <a:lnTo>
                    <a:pt x="5244309" y="2183197"/>
                  </a:lnTo>
                  <a:lnTo>
                    <a:pt x="5318069" y="2194304"/>
                  </a:lnTo>
                  <a:lnTo>
                    <a:pt x="5391829" y="2205140"/>
                  </a:lnTo>
                  <a:lnTo>
                    <a:pt x="5465589" y="2215711"/>
                  </a:lnTo>
                  <a:lnTo>
                    <a:pt x="5539349" y="2226024"/>
                  </a:lnTo>
                  <a:lnTo>
                    <a:pt x="5613109" y="2236085"/>
                  </a:lnTo>
                  <a:lnTo>
                    <a:pt x="5686869" y="2245900"/>
                  </a:lnTo>
                  <a:lnTo>
                    <a:pt x="5760629" y="2255476"/>
                  </a:lnTo>
                  <a:lnTo>
                    <a:pt x="5834389" y="2264818"/>
                  </a:lnTo>
                  <a:lnTo>
                    <a:pt x="5908149" y="2273931"/>
                  </a:lnTo>
                  <a:lnTo>
                    <a:pt x="5981909" y="2282822"/>
                  </a:lnTo>
                  <a:lnTo>
                    <a:pt x="6055669" y="2291496"/>
                  </a:lnTo>
                  <a:lnTo>
                    <a:pt x="6129429" y="2299958"/>
                  </a:lnTo>
                  <a:lnTo>
                    <a:pt x="6203189" y="2308214"/>
                  </a:lnTo>
                  <a:lnTo>
                    <a:pt x="6276949" y="2316268"/>
                  </a:lnTo>
                  <a:lnTo>
                    <a:pt x="6350709" y="2324125"/>
                  </a:lnTo>
                  <a:lnTo>
                    <a:pt x="6424469" y="2331790"/>
                  </a:lnTo>
                  <a:lnTo>
                    <a:pt x="6498229" y="2339269"/>
                  </a:lnTo>
                  <a:lnTo>
                    <a:pt x="6571989" y="2346564"/>
                  </a:lnTo>
                  <a:lnTo>
                    <a:pt x="6645749" y="2353681"/>
                  </a:lnTo>
                  <a:lnTo>
                    <a:pt x="6719509" y="2360625"/>
                  </a:lnTo>
                  <a:lnTo>
                    <a:pt x="6793269" y="2367399"/>
                  </a:lnTo>
                  <a:lnTo>
                    <a:pt x="6867029" y="2374007"/>
                  </a:lnTo>
                  <a:lnTo>
                    <a:pt x="6940789" y="2380455"/>
                  </a:lnTo>
                  <a:lnTo>
                    <a:pt x="7014550" y="2386744"/>
                  </a:lnTo>
                  <a:lnTo>
                    <a:pt x="7088310" y="2392880"/>
                  </a:lnTo>
                  <a:lnTo>
                    <a:pt x="7162070" y="2398867"/>
                  </a:lnTo>
                  <a:lnTo>
                    <a:pt x="7235830" y="240470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691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3442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2075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070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431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98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46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710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5733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1.35 (1.20-1.51), p_Bonf = &lt;0.001 (n = 6)  |  per IQR decline (Δ = 29.3 %): 2.39 (1.71-3.33)  |  IQR: [-14.6, 14.7]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242041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(Sherley adjusters)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2026-09-28T16:57:52Z</dcterms:modified>
  <cp:category/>
</cp:coreProperties>
</file>