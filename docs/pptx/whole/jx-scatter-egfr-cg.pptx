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672859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6903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687117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3767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766139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725448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973811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895110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829572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09576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60564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201454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80061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53067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795160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308969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13728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774673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144860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196225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312515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596211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500855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156633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53346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817301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93114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166636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04661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037380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31771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651855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9309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158783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369146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97428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87913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329886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239510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36869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1226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205465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832093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013643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63651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982579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633356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742904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285092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271648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541115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376138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685410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523799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93437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010852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96154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49722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951978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497668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700102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964662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014316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312110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7059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092966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725698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66662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58552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834562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756183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574629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83107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28731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824905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07556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869171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62781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881286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871185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386208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644420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3189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36000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94459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5701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891510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69241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9575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083417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137613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84482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412963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34689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125391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976414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257941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525460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070565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423163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138653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397815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242474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591515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890980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72049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846057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49422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891574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004778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696234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966651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7120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244550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940181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257517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145423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79608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080185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752914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480857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575991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81347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186669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479017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863656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239856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764386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309745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28288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916189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2332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06500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94960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770150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911710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1703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012338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198852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66295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150034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721110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338279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509703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033966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045395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426283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764230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3842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31683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4296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9510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389640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790443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618308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603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135342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682274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382007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348659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538273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1429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862559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20022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34461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57416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648336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313999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98312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806898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340166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701556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88836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21161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186087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916252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1808586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20844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66434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487101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60877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142287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686611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553977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286578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883835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665998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9206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40596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54122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096158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477640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962500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628393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02799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044401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81109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531599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129648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86464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232899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1485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3541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41224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645995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705924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1915577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143663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748301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077321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644825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272548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368634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14915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2806515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1783391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288375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380498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28570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824759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783317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797324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08312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801840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463975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1638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2253953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756922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533940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96848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488996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1538872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096494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69587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517429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61406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601914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936275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167486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564775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013296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86936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1997650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062638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79525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246050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586129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83647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215164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881139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153023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806908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885087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809003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87928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416726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245336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038048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788212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713092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448007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421645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768149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985325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907866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717342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769231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74671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1704281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265761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076992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1857637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1930115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0681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27724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076714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087002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92609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38651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454150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432876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96848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85753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311718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564308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460456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50154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968858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548185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390383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400769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782969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114400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167338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66697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072724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17384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43393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002804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3267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020111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32485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41388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14356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099533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91820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041360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720597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542945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817876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401686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444971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26893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255559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832715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891829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034709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1935426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518218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342235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075325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2373687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4680905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1818633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80684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801806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142906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737235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703368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1636087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716272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174261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2546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347638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530641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1789094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010251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212442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891929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307726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182043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979770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630180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1679490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187816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86971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1491728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483759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929401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790940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741076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073758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535848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998066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792168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432889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07153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3759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2034075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133124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165134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1554357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797630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149939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982343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560160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477819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788589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56297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140694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65642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329510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86853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004968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404264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29968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100249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961544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758634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64115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1718324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17532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756725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665210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23338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124048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238772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921086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120276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373778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231099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765668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12350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522272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455410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54411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594962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44228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5556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19978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2195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1760035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332259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74776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2647811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285102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128434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757309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1942673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2968630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35383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763529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9285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216547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567660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691769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741351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9463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292431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550608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38609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146430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367121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255192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549718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2215519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573299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95946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409739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658611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096040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2686135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2247110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914423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331009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1994039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132622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120200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831940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042340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97653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706089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93784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97523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242769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821609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73117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1667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66141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575249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164082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644312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903192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50132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10949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958487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263615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2118570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236293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319938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445437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2378657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1923383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636242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412499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2231309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030101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167342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125553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1686428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734387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137840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68613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96780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076148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249253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2307010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128645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45433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130249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1603344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061398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934702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723586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2475997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2709767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22219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2250191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2359853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377832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042430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123684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2286925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162099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127298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176544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256958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960069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2496395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2692300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835900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095662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648812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886025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196325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005500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760743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190026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1706330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302316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932645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962831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1830523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041993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233221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2138363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078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169295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1951270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188465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1775216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721701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838270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16224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280592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359687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379986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418672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239124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2549201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2309008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302947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607995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2839266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174411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27674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181949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645827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44366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269397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779414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89100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808855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119293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102853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425588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2637354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02802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305032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526554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2587032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2247441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43184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174386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427034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1385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753094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586968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829521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268798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1899831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025072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15391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59877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970783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93622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34713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2978262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97508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904741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060074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640527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536297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165274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570421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1507986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565846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1697766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201203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111871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60544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915339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2422871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6006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1927249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37783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547118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60536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343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8835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804963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741790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552288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1942912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2479247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44698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1683811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383958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1838434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504058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1858582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457912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934432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1905591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537068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1488894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764041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331673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227275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2450383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2864614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2026815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287871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2018016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2466433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2198820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2619707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2450317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266090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196687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419293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042995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2761989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3612056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282091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816836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020442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2501694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2192368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233402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2673899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268753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2090439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542235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2253493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86454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73519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981388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666073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1991560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77812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2027336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2376239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2260934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1112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2600215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2498820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2303305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596976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849850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2388239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2712537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2838364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2725058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264412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2315315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2300080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271103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2884161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2817591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81416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281018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2003944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1931125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1851629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119961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2585148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718763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2733737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2248554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2359918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53563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288388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958550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373218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2261097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2343867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1940119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2597303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2263775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448121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1772988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513671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2869046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2579272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981731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1792196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1945939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2265845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243121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1956364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057870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874539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1869721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2081590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080637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2259434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924703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1830577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674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264094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59315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2452074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276620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2599270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322494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2070460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2012485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649269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2808598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2286718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93687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2287113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184658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2774422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45123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2576429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1724393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37229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2535430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220057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2916023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2150722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126277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2176529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2726532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463275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408950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284130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420646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2687265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2676977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860804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273790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2670474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2906649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2570843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2808189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2817683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1874814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2322432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319280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3731051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2079958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2330215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288214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2599699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315766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3054349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2393226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1810946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3067271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3933318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4157721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2069697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1967023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17820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2955201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663705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2373625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073721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07763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1987656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222386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4079616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2395863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4572677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92693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2096462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2987459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2957450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2943444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2460661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3512654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3080769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1876819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2427674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2444065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212206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1895627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2376316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338972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2316064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2477436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3112755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2847094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2833048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2370581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2455940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2940220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3107595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2714970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258194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2274719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2787570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2892900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2331824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2669860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2606317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2932197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249796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28606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2894901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2290346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1862290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1823396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242198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57873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735041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1864950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1959820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2634747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2437510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2030521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2050797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2526996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843637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4166505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19949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2494257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3932262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2075012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2168550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2373384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249102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2093413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2016484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2544103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595267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2551102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3571757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413912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333161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2235604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422728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2226301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2580765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2092993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665681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2112214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2808949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2695688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2327462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242814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3041662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2679122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2771438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2554359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2045696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2450506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2619587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798854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4272359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357646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05237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2041166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785489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265723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3632527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652732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931606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167002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2878912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011648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2029080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2487576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2491280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2295193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295981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2134571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2638563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3172563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2640902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2213307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8587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196036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2782431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3509501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2661362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2507250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2795070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661249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2127880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2208011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2135887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2342160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476993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2141460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2393037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2936494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2266191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2396589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2219796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2950954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2438628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2950755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2158538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2876858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556598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826912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644878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753065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3824820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454896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2015614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2058710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2927188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2558038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2524684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2947535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2543431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622521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82762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937030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3290833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3566972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3869171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2793055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2689346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2896207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232476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2327305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261275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341203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2820833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112316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2408368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2588391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2618019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2533415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554715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927691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2192741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99379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2312105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282738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2858693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3115390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3658967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2993881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908444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326279" y="2161316"/>
              <a:ext cx="6943744" cy="2407218"/>
            </a:xfrm>
            <a:custGeom>
              <a:avLst/>
              <a:pathLst>
                <a:path w="6943744" h="2407218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  <a:lnTo>
                    <a:pt x="6943744" y="2407218"/>
                  </a:lnTo>
                  <a:lnTo>
                    <a:pt x="6855848" y="2376811"/>
                  </a:lnTo>
                  <a:lnTo>
                    <a:pt x="6767953" y="2346403"/>
                  </a:lnTo>
                  <a:lnTo>
                    <a:pt x="6680057" y="2315997"/>
                  </a:lnTo>
                  <a:lnTo>
                    <a:pt x="6592162" y="2285591"/>
                  </a:lnTo>
                  <a:lnTo>
                    <a:pt x="6504266" y="2255185"/>
                  </a:lnTo>
                  <a:lnTo>
                    <a:pt x="6416371" y="2224779"/>
                  </a:lnTo>
                  <a:lnTo>
                    <a:pt x="6328475" y="2194375"/>
                  </a:lnTo>
                  <a:lnTo>
                    <a:pt x="6240580" y="2163971"/>
                  </a:lnTo>
                  <a:lnTo>
                    <a:pt x="6152684" y="2133567"/>
                  </a:lnTo>
                  <a:lnTo>
                    <a:pt x="6064789" y="2103164"/>
                  </a:lnTo>
                  <a:lnTo>
                    <a:pt x="5976893" y="2072761"/>
                  </a:lnTo>
                  <a:lnTo>
                    <a:pt x="5888998" y="2042360"/>
                  </a:lnTo>
                  <a:lnTo>
                    <a:pt x="5801102" y="2011959"/>
                  </a:lnTo>
                  <a:lnTo>
                    <a:pt x="5713207" y="1981558"/>
                  </a:lnTo>
                  <a:lnTo>
                    <a:pt x="5625311" y="1951159"/>
                  </a:lnTo>
                  <a:lnTo>
                    <a:pt x="5537416" y="1920760"/>
                  </a:lnTo>
                  <a:lnTo>
                    <a:pt x="5449520" y="1890363"/>
                  </a:lnTo>
                  <a:lnTo>
                    <a:pt x="5361625" y="1859966"/>
                  </a:lnTo>
                  <a:lnTo>
                    <a:pt x="5273729" y="1829570"/>
                  </a:lnTo>
                  <a:lnTo>
                    <a:pt x="5185834" y="1799176"/>
                  </a:lnTo>
                  <a:lnTo>
                    <a:pt x="5097938" y="1768782"/>
                  </a:lnTo>
                  <a:lnTo>
                    <a:pt x="5010043" y="1738390"/>
                  </a:lnTo>
                  <a:lnTo>
                    <a:pt x="4922147" y="1707999"/>
                  </a:lnTo>
                  <a:lnTo>
                    <a:pt x="4834252" y="1677610"/>
                  </a:lnTo>
                  <a:lnTo>
                    <a:pt x="4746356" y="1647222"/>
                  </a:lnTo>
                  <a:lnTo>
                    <a:pt x="4658461" y="1616835"/>
                  </a:lnTo>
                  <a:lnTo>
                    <a:pt x="4570565" y="1586451"/>
                  </a:lnTo>
                  <a:lnTo>
                    <a:pt x="4482670" y="1556068"/>
                  </a:lnTo>
                  <a:lnTo>
                    <a:pt x="4394774" y="1525688"/>
                  </a:lnTo>
                  <a:lnTo>
                    <a:pt x="4306879" y="1495310"/>
                  </a:lnTo>
                  <a:lnTo>
                    <a:pt x="4218983" y="1464934"/>
                  </a:lnTo>
                  <a:lnTo>
                    <a:pt x="4131088" y="1434561"/>
                  </a:lnTo>
                  <a:lnTo>
                    <a:pt x="4043192" y="1404191"/>
                  </a:lnTo>
                  <a:lnTo>
                    <a:pt x="3955297" y="1373824"/>
                  </a:lnTo>
                  <a:lnTo>
                    <a:pt x="3867401" y="1343460"/>
                  </a:lnTo>
                  <a:lnTo>
                    <a:pt x="3779506" y="1313101"/>
                  </a:lnTo>
                  <a:lnTo>
                    <a:pt x="3691610" y="1282746"/>
                  </a:lnTo>
                  <a:lnTo>
                    <a:pt x="3603715" y="1252395"/>
                  </a:lnTo>
                  <a:lnTo>
                    <a:pt x="3515819" y="1222050"/>
                  </a:lnTo>
                  <a:lnTo>
                    <a:pt x="3427924" y="1191710"/>
                  </a:lnTo>
                  <a:lnTo>
                    <a:pt x="3340028" y="1161377"/>
                  </a:lnTo>
                  <a:lnTo>
                    <a:pt x="3252133" y="1131052"/>
                  </a:lnTo>
                  <a:lnTo>
                    <a:pt x="3164237" y="1100735"/>
                  </a:lnTo>
                  <a:lnTo>
                    <a:pt x="3076342" y="1070427"/>
                  </a:lnTo>
                  <a:lnTo>
                    <a:pt x="2988446" y="1040129"/>
                  </a:lnTo>
                  <a:lnTo>
                    <a:pt x="2900551" y="1009845"/>
                  </a:lnTo>
                  <a:lnTo>
                    <a:pt x="2812655" y="979574"/>
                  </a:lnTo>
                  <a:lnTo>
                    <a:pt x="2724760" y="949319"/>
                  </a:lnTo>
                  <a:lnTo>
                    <a:pt x="2636864" y="919083"/>
                  </a:lnTo>
                  <a:lnTo>
                    <a:pt x="2548969" y="888870"/>
                  </a:lnTo>
                  <a:lnTo>
                    <a:pt x="2461073" y="858682"/>
                  </a:lnTo>
                  <a:lnTo>
                    <a:pt x="2373178" y="828526"/>
                  </a:lnTo>
                  <a:lnTo>
                    <a:pt x="2285282" y="798406"/>
                  </a:lnTo>
                  <a:lnTo>
                    <a:pt x="2197387" y="768331"/>
                  </a:lnTo>
                  <a:lnTo>
                    <a:pt x="2109491" y="738310"/>
                  </a:lnTo>
                  <a:lnTo>
                    <a:pt x="2021596" y="708353"/>
                  </a:lnTo>
                  <a:lnTo>
                    <a:pt x="1933700" y="678476"/>
                  </a:lnTo>
                  <a:lnTo>
                    <a:pt x="1845805" y="648695"/>
                  </a:lnTo>
                  <a:lnTo>
                    <a:pt x="1757909" y="619032"/>
                  </a:lnTo>
                  <a:lnTo>
                    <a:pt x="1670014" y="589511"/>
                  </a:lnTo>
                  <a:lnTo>
                    <a:pt x="1582118" y="560159"/>
                  </a:lnTo>
                  <a:lnTo>
                    <a:pt x="1494223" y="531001"/>
                  </a:lnTo>
                  <a:lnTo>
                    <a:pt x="1406327" y="502063"/>
                  </a:lnTo>
                  <a:lnTo>
                    <a:pt x="1318432" y="473359"/>
                  </a:lnTo>
                  <a:lnTo>
                    <a:pt x="1230536" y="444895"/>
                  </a:lnTo>
                  <a:lnTo>
                    <a:pt x="1142641" y="416663"/>
                  </a:lnTo>
                  <a:lnTo>
                    <a:pt x="1054745" y="388646"/>
                  </a:lnTo>
                  <a:lnTo>
                    <a:pt x="966850" y="360820"/>
                  </a:lnTo>
                  <a:lnTo>
                    <a:pt x="878954" y="333157"/>
                  </a:lnTo>
                  <a:lnTo>
                    <a:pt x="791059" y="305631"/>
                  </a:lnTo>
                  <a:lnTo>
                    <a:pt x="703163" y="278218"/>
                  </a:lnTo>
                  <a:lnTo>
                    <a:pt x="615268" y="250899"/>
                  </a:lnTo>
                  <a:lnTo>
                    <a:pt x="527372" y="223656"/>
                  </a:lnTo>
                  <a:lnTo>
                    <a:pt x="439477" y="196477"/>
                  </a:lnTo>
                  <a:lnTo>
                    <a:pt x="351581" y="169348"/>
                  </a:lnTo>
                  <a:lnTo>
                    <a:pt x="263686" y="142263"/>
                  </a:lnTo>
                  <a:lnTo>
                    <a:pt x="175790" y="115213"/>
                  </a:lnTo>
                  <a:lnTo>
                    <a:pt x="87895" y="88194"/>
                  </a:lnTo>
                  <a:lnTo>
                    <a:pt x="0" y="6119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161316"/>
              <a:ext cx="6943744" cy="2173752"/>
            </a:xfrm>
            <a:custGeom>
              <a:avLst/>
              <a:pathLst>
                <a:path w="6943744" h="2173752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222516"/>
              <a:ext cx="6943744" cy="2346018"/>
            </a:xfrm>
            <a:custGeom>
              <a:avLst/>
              <a:pathLst>
                <a:path w="6943744" h="2346018">
                  <a:moveTo>
                    <a:pt x="6943744" y="2346018"/>
                  </a:moveTo>
                  <a:lnTo>
                    <a:pt x="6855848" y="2315611"/>
                  </a:lnTo>
                  <a:lnTo>
                    <a:pt x="6767953" y="2285204"/>
                  </a:lnTo>
                  <a:lnTo>
                    <a:pt x="6680057" y="2254797"/>
                  </a:lnTo>
                  <a:lnTo>
                    <a:pt x="6592162" y="2224391"/>
                  </a:lnTo>
                  <a:lnTo>
                    <a:pt x="6504266" y="2193985"/>
                  </a:lnTo>
                  <a:lnTo>
                    <a:pt x="6416371" y="2163580"/>
                  </a:lnTo>
                  <a:lnTo>
                    <a:pt x="6328475" y="2133175"/>
                  </a:lnTo>
                  <a:lnTo>
                    <a:pt x="6240580" y="2102771"/>
                  </a:lnTo>
                  <a:lnTo>
                    <a:pt x="6152684" y="2072367"/>
                  </a:lnTo>
                  <a:lnTo>
                    <a:pt x="6064789" y="2041964"/>
                  </a:lnTo>
                  <a:lnTo>
                    <a:pt x="5976893" y="2011562"/>
                  </a:lnTo>
                  <a:lnTo>
                    <a:pt x="5888998" y="1981160"/>
                  </a:lnTo>
                  <a:lnTo>
                    <a:pt x="5801102" y="1950759"/>
                  </a:lnTo>
                  <a:lnTo>
                    <a:pt x="5713207" y="1920359"/>
                  </a:lnTo>
                  <a:lnTo>
                    <a:pt x="5625311" y="1889959"/>
                  </a:lnTo>
                  <a:lnTo>
                    <a:pt x="5537416" y="1859561"/>
                  </a:lnTo>
                  <a:lnTo>
                    <a:pt x="5449520" y="1829163"/>
                  </a:lnTo>
                  <a:lnTo>
                    <a:pt x="5361625" y="1798766"/>
                  </a:lnTo>
                  <a:lnTo>
                    <a:pt x="5273729" y="1768371"/>
                  </a:lnTo>
                  <a:lnTo>
                    <a:pt x="5185834" y="1737976"/>
                  </a:lnTo>
                  <a:lnTo>
                    <a:pt x="5097938" y="1707582"/>
                  </a:lnTo>
                  <a:lnTo>
                    <a:pt x="5010043" y="1677190"/>
                  </a:lnTo>
                  <a:lnTo>
                    <a:pt x="4922147" y="1646799"/>
                  </a:lnTo>
                  <a:lnTo>
                    <a:pt x="4834252" y="1616410"/>
                  </a:lnTo>
                  <a:lnTo>
                    <a:pt x="4746356" y="1586022"/>
                  </a:lnTo>
                  <a:lnTo>
                    <a:pt x="4658461" y="1555636"/>
                  </a:lnTo>
                  <a:lnTo>
                    <a:pt x="4570565" y="1525251"/>
                  </a:lnTo>
                  <a:lnTo>
                    <a:pt x="4482670" y="1494869"/>
                  </a:lnTo>
                  <a:lnTo>
                    <a:pt x="4394774" y="1464488"/>
                  </a:lnTo>
                  <a:lnTo>
                    <a:pt x="4306879" y="1434110"/>
                  </a:lnTo>
                  <a:lnTo>
                    <a:pt x="4218983" y="1403734"/>
                  </a:lnTo>
                  <a:lnTo>
                    <a:pt x="4131088" y="1373361"/>
                  </a:lnTo>
                  <a:lnTo>
                    <a:pt x="4043192" y="1342991"/>
                  </a:lnTo>
                  <a:lnTo>
                    <a:pt x="3955297" y="1312624"/>
                  </a:lnTo>
                  <a:lnTo>
                    <a:pt x="3867401" y="1282261"/>
                  </a:lnTo>
                  <a:lnTo>
                    <a:pt x="3779506" y="1251901"/>
                  </a:lnTo>
                  <a:lnTo>
                    <a:pt x="3691610" y="1221546"/>
                  </a:lnTo>
                  <a:lnTo>
                    <a:pt x="3603715" y="1191195"/>
                  </a:lnTo>
                  <a:lnTo>
                    <a:pt x="3515819" y="1160850"/>
                  </a:lnTo>
                  <a:lnTo>
                    <a:pt x="3427924" y="1130511"/>
                  </a:lnTo>
                  <a:lnTo>
                    <a:pt x="3340028" y="1100178"/>
                  </a:lnTo>
                  <a:lnTo>
                    <a:pt x="3252133" y="1069852"/>
                  </a:lnTo>
                  <a:lnTo>
                    <a:pt x="3164237" y="1039535"/>
                  </a:lnTo>
                  <a:lnTo>
                    <a:pt x="3076342" y="1009227"/>
                  </a:lnTo>
                  <a:lnTo>
                    <a:pt x="2988446" y="978930"/>
                  </a:lnTo>
                  <a:lnTo>
                    <a:pt x="2900551" y="948645"/>
                  </a:lnTo>
                  <a:lnTo>
                    <a:pt x="2812655" y="918374"/>
                  </a:lnTo>
                  <a:lnTo>
                    <a:pt x="2724760" y="888119"/>
                  </a:lnTo>
                  <a:lnTo>
                    <a:pt x="2636864" y="857884"/>
                  </a:lnTo>
                  <a:lnTo>
                    <a:pt x="2548969" y="827670"/>
                  </a:lnTo>
                  <a:lnTo>
                    <a:pt x="2461073" y="797483"/>
                  </a:lnTo>
                  <a:lnTo>
                    <a:pt x="2373178" y="767326"/>
                  </a:lnTo>
                  <a:lnTo>
                    <a:pt x="2285282" y="737207"/>
                  </a:lnTo>
                  <a:lnTo>
                    <a:pt x="2197387" y="707132"/>
                  </a:lnTo>
                  <a:lnTo>
                    <a:pt x="2109491" y="677110"/>
                  </a:lnTo>
                  <a:lnTo>
                    <a:pt x="2021596" y="647153"/>
                  </a:lnTo>
                  <a:lnTo>
                    <a:pt x="1933700" y="617276"/>
                  </a:lnTo>
                  <a:lnTo>
                    <a:pt x="1845805" y="587496"/>
                  </a:lnTo>
                  <a:lnTo>
                    <a:pt x="1757909" y="557833"/>
                  </a:lnTo>
                  <a:lnTo>
                    <a:pt x="1670014" y="528312"/>
                  </a:lnTo>
                  <a:lnTo>
                    <a:pt x="1582118" y="498959"/>
                  </a:lnTo>
                  <a:lnTo>
                    <a:pt x="1494223" y="469802"/>
                  </a:lnTo>
                  <a:lnTo>
                    <a:pt x="1406327" y="440863"/>
                  </a:lnTo>
                  <a:lnTo>
                    <a:pt x="1318432" y="412159"/>
                  </a:lnTo>
                  <a:lnTo>
                    <a:pt x="1230536" y="383695"/>
                  </a:lnTo>
                  <a:lnTo>
                    <a:pt x="1142641" y="355463"/>
                  </a:lnTo>
                  <a:lnTo>
                    <a:pt x="1054745" y="327446"/>
                  </a:lnTo>
                  <a:lnTo>
                    <a:pt x="966850" y="299620"/>
                  </a:lnTo>
                  <a:lnTo>
                    <a:pt x="878954" y="271957"/>
                  </a:lnTo>
                  <a:lnTo>
                    <a:pt x="791059" y="244431"/>
                  </a:lnTo>
                  <a:lnTo>
                    <a:pt x="703163" y="217019"/>
                  </a:lnTo>
                  <a:lnTo>
                    <a:pt x="615268" y="189700"/>
                  </a:lnTo>
                  <a:lnTo>
                    <a:pt x="527372" y="162457"/>
                  </a:lnTo>
                  <a:lnTo>
                    <a:pt x="439477" y="135277"/>
                  </a:lnTo>
                  <a:lnTo>
                    <a:pt x="351581" y="108149"/>
                  </a:lnTo>
                  <a:lnTo>
                    <a:pt x="263686" y="81063"/>
                  </a:lnTo>
                  <a:lnTo>
                    <a:pt x="175790" y="54014"/>
                  </a:lnTo>
                  <a:lnTo>
                    <a:pt x="87895" y="26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326279" y="2191916"/>
              <a:ext cx="6943744" cy="2259885"/>
            </a:xfrm>
            <a:custGeom>
              <a:avLst/>
              <a:pathLst>
                <a:path w="6943744" h="2259885">
                  <a:moveTo>
                    <a:pt x="0" y="0"/>
                  </a:moveTo>
                  <a:lnTo>
                    <a:pt x="87895" y="28606"/>
                  </a:lnTo>
                  <a:lnTo>
                    <a:pt x="175790" y="57212"/>
                  </a:lnTo>
                  <a:lnTo>
                    <a:pt x="263686" y="85818"/>
                  </a:lnTo>
                  <a:lnTo>
                    <a:pt x="351581" y="114424"/>
                  </a:lnTo>
                  <a:lnTo>
                    <a:pt x="439477" y="143030"/>
                  </a:lnTo>
                  <a:lnTo>
                    <a:pt x="527372" y="171636"/>
                  </a:lnTo>
                  <a:lnTo>
                    <a:pt x="615268" y="200243"/>
                  </a:lnTo>
                  <a:lnTo>
                    <a:pt x="703163" y="228849"/>
                  </a:lnTo>
                  <a:lnTo>
                    <a:pt x="791059" y="257455"/>
                  </a:lnTo>
                  <a:lnTo>
                    <a:pt x="878954" y="286061"/>
                  </a:lnTo>
                  <a:lnTo>
                    <a:pt x="966850" y="314667"/>
                  </a:lnTo>
                  <a:lnTo>
                    <a:pt x="1054745" y="343273"/>
                  </a:lnTo>
                  <a:lnTo>
                    <a:pt x="1142641" y="371879"/>
                  </a:lnTo>
                  <a:lnTo>
                    <a:pt x="1230536" y="400486"/>
                  </a:lnTo>
                  <a:lnTo>
                    <a:pt x="1318432" y="429092"/>
                  </a:lnTo>
                  <a:lnTo>
                    <a:pt x="1406327" y="457698"/>
                  </a:lnTo>
                  <a:lnTo>
                    <a:pt x="1494223" y="486304"/>
                  </a:lnTo>
                  <a:lnTo>
                    <a:pt x="1582118" y="514910"/>
                  </a:lnTo>
                  <a:lnTo>
                    <a:pt x="1670014" y="543516"/>
                  </a:lnTo>
                  <a:lnTo>
                    <a:pt x="1757909" y="572122"/>
                  </a:lnTo>
                  <a:lnTo>
                    <a:pt x="1845805" y="600729"/>
                  </a:lnTo>
                  <a:lnTo>
                    <a:pt x="1933700" y="629335"/>
                  </a:lnTo>
                  <a:lnTo>
                    <a:pt x="2021596" y="657941"/>
                  </a:lnTo>
                  <a:lnTo>
                    <a:pt x="2109491" y="686547"/>
                  </a:lnTo>
                  <a:lnTo>
                    <a:pt x="2197387" y="715153"/>
                  </a:lnTo>
                  <a:lnTo>
                    <a:pt x="2285282" y="743759"/>
                  </a:lnTo>
                  <a:lnTo>
                    <a:pt x="2373178" y="772365"/>
                  </a:lnTo>
                  <a:lnTo>
                    <a:pt x="2461073" y="800972"/>
                  </a:lnTo>
                  <a:lnTo>
                    <a:pt x="2548969" y="829578"/>
                  </a:lnTo>
                  <a:lnTo>
                    <a:pt x="2636864" y="858184"/>
                  </a:lnTo>
                  <a:lnTo>
                    <a:pt x="2724760" y="886790"/>
                  </a:lnTo>
                  <a:lnTo>
                    <a:pt x="2812655" y="915396"/>
                  </a:lnTo>
                  <a:lnTo>
                    <a:pt x="2900551" y="944002"/>
                  </a:lnTo>
                  <a:lnTo>
                    <a:pt x="2988446" y="972609"/>
                  </a:lnTo>
                  <a:lnTo>
                    <a:pt x="3076342" y="1001215"/>
                  </a:lnTo>
                  <a:lnTo>
                    <a:pt x="3164237" y="1029821"/>
                  </a:lnTo>
                  <a:lnTo>
                    <a:pt x="3252133" y="1058427"/>
                  </a:lnTo>
                  <a:lnTo>
                    <a:pt x="3340028" y="1087033"/>
                  </a:lnTo>
                  <a:lnTo>
                    <a:pt x="3427924" y="1115639"/>
                  </a:lnTo>
                  <a:lnTo>
                    <a:pt x="3515819" y="1144245"/>
                  </a:lnTo>
                  <a:lnTo>
                    <a:pt x="3603715" y="1172852"/>
                  </a:lnTo>
                  <a:lnTo>
                    <a:pt x="3691610" y="1201458"/>
                  </a:lnTo>
                  <a:lnTo>
                    <a:pt x="3779506" y="1230064"/>
                  </a:lnTo>
                  <a:lnTo>
                    <a:pt x="3867401" y="1258670"/>
                  </a:lnTo>
                  <a:lnTo>
                    <a:pt x="3955297" y="1287276"/>
                  </a:lnTo>
                  <a:lnTo>
                    <a:pt x="4043192" y="1315882"/>
                  </a:lnTo>
                  <a:lnTo>
                    <a:pt x="4131088" y="1344488"/>
                  </a:lnTo>
                  <a:lnTo>
                    <a:pt x="4218983" y="1373095"/>
                  </a:lnTo>
                  <a:lnTo>
                    <a:pt x="4306879" y="1401701"/>
                  </a:lnTo>
                  <a:lnTo>
                    <a:pt x="4394774" y="1430307"/>
                  </a:lnTo>
                  <a:lnTo>
                    <a:pt x="4482670" y="1458913"/>
                  </a:lnTo>
                  <a:lnTo>
                    <a:pt x="4570565" y="1487519"/>
                  </a:lnTo>
                  <a:lnTo>
                    <a:pt x="4658461" y="1516125"/>
                  </a:lnTo>
                  <a:lnTo>
                    <a:pt x="4746356" y="1544731"/>
                  </a:lnTo>
                  <a:lnTo>
                    <a:pt x="4834252" y="1573338"/>
                  </a:lnTo>
                  <a:lnTo>
                    <a:pt x="4922147" y="1601944"/>
                  </a:lnTo>
                  <a:lnTo>
                    <a:pt x="5010043" y="1630550"/>
                  </a:lnTo>
                  <a:lnTo>
                    <a:pt x="5097938" y="1659156"/>
                  </a:lnTo>
                  <a:lnTo>
                    <a:pt x="5185834" y="1687762"/>
                  </a:lnTo>
                  <a:lnTo>
                    <a:pt x="5273729" y="1716368"/>
                  </a:lnTo>
                  <a:lnTo>
                    <a:pt x="5361625" y="1744975"/>
                  </a:lnTo>
                  <a:lnTo>
                    <a:pt x="5449520" y="1773581"/>
                  </a:lnTo>
                  <a:lnTo>
                    <a:pt x="5537416" y="1802187"/>
                  </a:lnTo>
                  <a:lnTo>
                    <a:pt x="5625311" y="1830793"/>
                  </a:lnTo>
                  <a:lnTo>
                    <a:pt x="5713207" y="1859399"/>
                  </a:lnTo>
                  <a:lnTo>
                    <a:pt x="5801102" y="1888005"/>
                  </a:lnTo>
                  <a:lnTo>
                    <a:pt x="5888998" y="1916611"/>
                  </a:lnTo>
                  <a:lnTo>
                    <a:pt x="5976893" y="1945218"/>
                  </a:lnTo>
                  <a:lnTo>
                    <a:pt x="6064789" y="1973824"/>
                  </a:lnTo>
                  <a:lnTo>
                    <a:pt x="6152684" y="2002430"/>
                  </a:lnTo>
                  <a:lnTo>
                    <a:pt x="6240580" y="2031036"/>
                  </a:lnTo>
                  <a:lnTo>
                    <a:pt x="6328475" y="2059642"/>
                  </a:lnTo>
                  <a:lnTo>
                    <a:pt x="6416371" y="2088248"/>
                  </a:lnTo>
                  <a:lnTo>
                    <a:pt x="6504266" y="2116854"/>
                  </a:lnTo>
                  <a:lnTo>
                    <a:pt x="6592162" y="2145461"/>
                  </a:lnTo>
                  <a:lnTo>
                    <a:pt x="6680057" y="2174067"/>
                  </a:lnTo>
                  <a:lnTo>
                    <a:pt x="6767953" y="2202673"/>
                  </a:lnTo>
                  <a:lnTo>
                    <a:pt x="6855848" y="2231279"/>
                  </a:lnTo>
                  <a:lnTo>
                    <a:pt x="6943744" y="2259885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tx970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0" name="tx980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979092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2026-07-04T10:31:03Z</dcterms:modified>
  <cp:category/>
</cp:coreProperties>
</file>