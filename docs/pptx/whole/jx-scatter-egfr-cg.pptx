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0561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34668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363725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2927828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79092" y="221839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245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77459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65673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53887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9092" y="541082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470140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399197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79092" y="3282542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79092" y="257311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83352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1566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9780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47994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1672859" y="2482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246903" y="30442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687117" y="2431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723767" y="26667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766139" y="2568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725448" y="2634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2973811" y="2575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895110" y="2112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829572" y="2792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309576" y="22144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1760564" y="2438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201454" y="2741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800616" y="27050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153067" y="25605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1795160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308969" y="22991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013728" y="23916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1774673" y="2688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144860" y="33407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2196225" y="25249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312515" y="2394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596211" y="27964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500855" y="2269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156633" y="25438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2753346" y="2794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817301" y="2347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993114" y="25473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166636" y="2581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1704661" y="23188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037380" y="25168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2231771" y="24443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651855" y="2444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2093098" y="24054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2158783" y="25260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369146" y="2539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097428" y="2197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879130" y="2433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2329886" y="2705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2239510" y="26878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736869" y="25364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2122625" y="24716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2205465" y="22107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832093" y="2254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2013643" y="24208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163651" y="28496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982579" y="25142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2633356" y="27121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2742904" y="25416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285092" y="2647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271648" y="2517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2541115" y="2660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2376138" y="27261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1685410" y="2639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23799" y="31891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393437" y="3009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010852" y="2414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696154" y="25555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2049722" y="2453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951978" y="22072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1497668" y="2676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700102" y="2959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1964662" y="24375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014316" y="2430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312110" y="2396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2777059" y="2727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092966" y="32102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725698" y="2423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2766662" y="24175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958552" y="3150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834562" y="2726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756183" y="21998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1574629" y="2549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1983107" y="2654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2328731" y="2573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824905" y="23651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707556" y="27110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869171" y="2355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062781" y="24547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2881286" y="2346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1871185" y="2326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386208" y="2558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1644420" y="2265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531899" y="27413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236000" y="2557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394459" y="2981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1857012" y="2122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2891510" y="24073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369241" y="24209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709575" y="2423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083417" y="2590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137613" y="25009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1784482" y="26512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412963" y="23675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534689" y="2331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125391" y="28829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976414" y="24963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257941" y="2257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2525460" y="24981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070565" y="26444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2423163" y="2463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138653" y="2545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397815" y="27922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242474" y="28991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591515" y="2458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890980" y="27925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1720490" y="2267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1846057" y="24164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749422" y="2329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891574" y="2617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004778" y="23729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696234" y="25758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1966651" y="26040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771204" y="2916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2445505" y="23807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940181" y="2968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257517" y="36834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145423" y="2224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1796088" y="2274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080185" y="27579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752914" y="24534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480857" y="2923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2575991" y="24406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681347" y="2544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186669" y="3074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2479017" y="2538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863656" y="23678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239856" y="2212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764386" y="2640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309745" y="2347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628288" y="2056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916189" y="2324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2423324" y="25465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606500" y="27161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1949600" y="2605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770150" y="33159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1911710" y="2611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741703" y="23516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3012338" y="26197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198852" y="23792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466295" y="26320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150034" y="2496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2721110" y="23637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2338279" y="2354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509703" y="2623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2033966" y="2310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045395" y="23596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426283" y="2529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2764230" y="2752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938424" y="36864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2316832" y="22744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504296" y="30849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595102" y="2876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2389640" y="24454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790443" y="24632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2618308" y="3102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560351" y="24575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135342" y="2549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682274" y="2922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382007" y="28640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2348659" y="27463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2538273" y="23669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881429" y="28584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862559" y="29089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200221" y="2801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434461" y="26500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457416" y="25174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648336" y="2551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313999" y="25630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983126" y="3569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1806898" y="26587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340166" y="28898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701556" y="2577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2288836" y="2547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2211618" y="2333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186087" y="2461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1916252" y="2166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808586" y="2233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820844" y="25315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566434" y="2572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2487101" y="2616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2960877" y="23552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142287" y="25874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686611" y="24904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553977" y="2418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2286578" y="2514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2883835" y="23201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2665998" y="27454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092061" y="26048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640596" y="3014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4554122" y="3638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096158" y="2290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2477640" y="2698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1962500" y="24524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628393" y="25302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402799" y="2216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044401" y="2355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2481109" y="25174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531599" y="26367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2129648" y="2432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2186464" y="25858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2232899" y="27891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014859" y="2545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2535412" y="2632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2412241" y="2367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2645995" y="2510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2705924" y="2932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1915577" y="2481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2143663" y="22703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2748301" y="2521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2077321" y="23813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2644825" y="2712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2272548" y="24096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2368634" y="2738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2314915" y="23099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2806515" y="23100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1783391" y="23515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2288375" y="22644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380498" y="2424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2128570" y="2218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2824759" y="2278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783317" y="23498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797324" y="26086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2083125" y="24407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2801840" y="23783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463975" y="25893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2116387" y="2484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2253953" y="27305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2756922" y="23110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1533940" y="22525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2496848" y="22150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2488996" y="26382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1538872" y="27159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096494" y="24881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169587" y="3065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517429" y="3046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061406" y="2392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601914" y="29273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2936275" y="2562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2167486" y="23035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2564775" y="25303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2013296" y="2431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869367" y="2457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1997650" y="2239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062638" y="2667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2879525" y="2379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2246050" y="25564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2586129" y="2452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083647" y="27750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2215164" y="2385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881139" y="2230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2153023" y="26029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2806908" y="2493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885087" y="2954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2809003" y="2902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587928" y="2205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2416726" y="2363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2245336" y="2390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2038048" y="24239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788212" y="2587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2713092" y="2712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2448007" y="2359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2421645" y="23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2768149" y="25823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2985325" y="28845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1907866" y="2463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2717342" y="27941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769231" y="26013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4374671" y="34303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1704281" y="2515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2265761" y="2587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076992" y="28117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1857637" y="2270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1930115" y="228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068153" y="2637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727724" y="2739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2076714" y="25181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2087002" y="2388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2092609" y="255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2386516" y="2738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2454150" y="21457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2432876" y="24001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1968487" y="26724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2285753" y="25167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311718" y="2244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2564308" y="24389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460456" y="26792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2650154" y="2313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2968858" y="2667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548185" y="2440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2390383" y="2765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4400769" y="29794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782969" y="30666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2114400" y="2237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2167338" y="2866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666972" y="2557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072724" y="24122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2417384" y="2298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2443393" y="23093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002804" y="2582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2532671" y="25339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2020111" y="23157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2132485" y="26297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2413880" y="21545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2143562" y="2218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099533" y="25012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491820" y="30820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041360" y="2645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2720597" y="2721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2542945" y="26984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2817876" y="2248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401686" y="24470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2444971" y="2722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4268937" y="32226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2255559" y="22740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2832715" y="2496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2891829" y="2475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034709" y="25701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1935426" y="24323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2518218" y="2817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342235" y="2073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075325" y="2733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2373687" y="2271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4680905" y="33386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1818633" y="2669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080684" y="30344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1801806" y="26153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142906" y="23048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2737235" y="2803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703368" y="2758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1636087" y="25792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716272" y="28931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174261" y="2400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2254687" y="2474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347638" y="23955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2530641" y="26859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1789094" y="27476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010251" y="26448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2212442" y="2272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2891929" y="2697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2307726" y="2594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182043" y="2567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2979770" y="2719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2630180" y="2603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1679490" y="2589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1878169" y="2350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869716" y="2984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1491728" y="25872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2483759" y="2075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2929401" y="2685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1790940" y="25910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741076" y="26227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073758" y="2519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2535848" y="2513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998066" y="2816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2792168" y="2660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2432889" y="23564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2071531" y="2463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137591" y="2820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2034075" y="2537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133124" y="3060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3165134" y="2959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1554357" y="2569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2797630" y="2759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2149939" y="248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2982343" y="2820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560160" y="2845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2477819" y="26743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2788589" y="2712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1956297" y="2440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140694" y="25453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3565642" y="29440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2329510" y="24027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2986853" y="2828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004968" y="22693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404264" y="2308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629968" y="26833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100249" y="2374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961544" y="3038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1758634" y="2292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764115" y="25009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1718324" y="24111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617532" y="2422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1756725" y="2597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2665210" y="27194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2233389" y="2619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2124048" y="2584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4238772" y="3092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2921086" y="26157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2120276" y="24506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2373778" y="2399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2310990" y="23191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2765668" y="2217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2512350" y="2443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2522272" y="2678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1455410" y="259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2154411" y="24973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2594962" y="23292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442280" y="2757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1555689" y="25864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2219978" y="21997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2219554" y="24257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1760035" y="21338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2332259" y="25009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274776" y="2452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2647811" y="25172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2285102" y="2242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2128434" y="2339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2757309" y="27278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1942673" y="2801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2968630" y="2693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2353830" y="2211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1763529" y="27403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4739285" y="4009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216547" y="26262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2567660" y="2493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691769" y="2591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2741351" y="26685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2039463" y="2691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292431" y="3145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2550608" y="2329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2238609" y="26833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2146430" y="21329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2367121" y="2520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255192" y="2948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2549718" y="27954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2215519" y="21670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2573299" y="28110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2795946" y="2559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2409739" y="2629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2658611" y="23940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2096040" y="2249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2686135" y="2586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2247110" y="2318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3914423" y="3143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3331009" y="27161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1994039" y="25988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2132622" y="2281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120200" y="2604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2831940" y="28807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3042340" y="3033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2697653" y="2518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706089" y="2917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2393784" y="3039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2975230" y="270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242769" y="2655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1821609" y="22786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2873117" y="2586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2541667" y="2661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1661410" y="24026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2575249" y="2302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2164082" y="23111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644312" y="2743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2903192" y="2645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2350132" y="2340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410949" y="26225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2958487" y="3129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2263615" y="2377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2118570" y="24923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2236293" y="23539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2319938" y="24906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3445437" y="25103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2378657" y="2471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1923383" y="2393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2636242" y="24258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2412499" y="2400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2231309" y="23655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2030101" y="23422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167342" y="26052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2125553" y="2560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1686428" y="23330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2734387" y="2223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2137840" y="24529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2686133" y="2849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2967803" y="2388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3076148" y="24327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2249253" y="2484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2307010" y="23439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3128645" y="2874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2454337" y="2383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2130249" y="21344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1603344" y="26087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061398" y="2727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2934702" y="23962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2723586" y="2566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2475997" y="2337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2709767" y="27329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4522219" y="3762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2250191" y="25503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2359853" y="24885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2377832" y="23063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042430" y="24600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4123684" y="35687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2286925" y="21147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2162099" y="2499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127298" y="2436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2176544" y="2543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256958" y="28324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2960069" y="31133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2496395" y="2584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2692300" y="27685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2835900" y="2528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4095662" y="30108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2648812" y="26300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2886025" y="24573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196325" y="28329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005500" y="3078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2760743" y="2383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3190026" y="33379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1706330" y="24620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2302316" y="23018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2932645" y="2497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2962831" y="25773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1830523" y="2694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2041993" y="2474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2233221" y="26249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2138363" y="24870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524078" y="2940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2169295" y="25064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1951270" y="24563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2188465" y="2375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1775216" y="26962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2721701" y="2524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838270" y="34822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4116224" y="3544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2805929" y="27859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359687" y="28205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2379986" y="27406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2418672" y="2959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3239124" y="27623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2549201" y="2548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2309008" y="25943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2302947" y="27287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2607995" y="25770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2839266" y="25978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4174411" y="3390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2527674" y="26851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181949" y="2905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2645827" y="2346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2443665" y="21494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2693972" y="22994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2779414" y="2406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2891007" y="26052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2808855" y="26118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119293" y="27332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2102853" y="23390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2425588" y="2480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2637354" y="27596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028029" y="2801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2305032" y="232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2526554" y="26933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2587032" y="2153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2247441" y="21589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2443184" y="2651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1743865" y="2539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3427034" y="26171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2813855" y="25678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1753094" y="2407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2586968" y="2677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2829521" y="2927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2268798" y="2629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1899831" y="2778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2025072" y="2390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2115391" y="2356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2598770" y="23207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1970783" y="25015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2936223" y="2516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2347137" y="2164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2978262" y="25832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2975087" y="2844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2904741" y="2690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2060074" y="2668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2640527" y="25471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2536297" y="2399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165274" y="2527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2570421" y="2257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1507986" y="2540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1565846" y="23322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1697766" y="2442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2201203" y="2819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2111871" y="23235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1860544" y="2234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1915339" y="24436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2422871" y="29248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2686006" y="2372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1927249" y="25555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3377836" y="3306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2547118" y="23229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2605362" y="25394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2883430" y="24333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1928835" y="2626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804963" y="29986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2741790" y="2770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2552288" y="26047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1942912" y="2480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2479247" y="25831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2446989" y="25197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1683811" y="24598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2383958" y="24865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1838434" y="23914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2504058" y="23473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1858582" y="22572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2457912" y="22764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2934432" y="28364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1905591" y="2589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3537068" y="2917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1488894" y="24500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2764041" y="2737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4331673" y="36980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2227275" y="22338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2450383" y="291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2864614" y="25662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2026815" y="22271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2878716" y="25686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2018016" y="2482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2466433" y="25261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2198820" y="24056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2619707" y="25876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2450317" y="25190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266090" y="27751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1966876" y="23454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3419293" y="2642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042995" y="24510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2761989" y="23314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3612056" y="33011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2820913" y="2752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3816836" y="29325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020442" y="25039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2501694" y="26806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2192368" y="2337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2334028" y="2682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2673899" y="24035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268753" y="26700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2090439" y="2698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2542235" y="23856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2253493" y="2831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786454" y="2762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735194" y="27208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3981388" y="28455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2666073" y="2338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1991560" y="26962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3277812" y="25350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2027336" y="25871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2376239" y="23719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2260934" y="23996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3111214" y="2661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2600215" y="2245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2498820" y="23704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2303305" y="2376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3596976" y="30093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3849850" y="3223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2388239" y="24443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2712537" y="25351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2838364" y="2560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2725058" y="28201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264412" y="2665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8245197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2315315" y="26077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2300080" y="2544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2711032" y="2414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2884161" y="2665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2817591" y="2578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2814169" y="27360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281018" y="26434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2003944" y="24186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1931125" y="2243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1851629" y="24278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3119961" y="28222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2585148" y="2189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3718763" y="2651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2733737" y="26796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2248554" y="2544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2359918" y="25467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3535634" y="30991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2883888" y="2446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958550" y="3126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4373218" y="3812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2261097" y="22301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2343867" y="22363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1940119" y="24572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2597303" y="2513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2263775" y="26004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448121" y="30823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1772988" y="2314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2513671" y="2239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2869046" y="25683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2579272" y="2629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2981731" y="2842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1792196" y="25638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1945939" y="2546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2265845" y="23678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243121" y="29646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1956364" y="2671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3057870" y="30220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2874539" y="3026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1869721" y="25437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2081590" y="2417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3080637" y="25370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2259434" y="23916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2924703" y="24705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1830577" y="26645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2674652" y="2570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264094" y="27817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559315" y="32629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2452074" y="26950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2766209" y="24144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2599270" y="2699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322494" y="2630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2070460" y="25074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2012485" y="25389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649269" y="24497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2808598" y="31778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2286718" y="22606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3293687" y="3020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2287113" y="24194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184658" y="25517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2774422" y="2572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3451235" y="28274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2576429" y="23252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1724393" y="2165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3372298" y="31649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2535430" y="27795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2200571" y="24678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2916023" y="2555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2150722" y="24928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3126277" y="25212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2176529" y="25937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2726532" y="2659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463275" y="31481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3408950" y="26544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2841306" y="2473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4420646" y="3734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2687265" y="29568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2676977" y="2720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3860804" y="31954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4273790" y="33068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2670474" y="25438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2906649" y="22446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2570843" y="24953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2808189" y="27479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2817683" y="2574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1874814" y="23642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2322432" y="2514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3319280" y="2725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3731051" y="30106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2079958" y="27053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2330215" y="2411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2882140" y="28061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2599699" y="26120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3157662" y="28250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3054349" y="26760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2393226" y="24877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1810946" y="22995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3067271" y="22330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933318" y="30350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4157721" y="31554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2069697" y="228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1967023" y="23100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3117820" y="2863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2955201" y="25981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3663705" y="3115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2373625" y="24415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4073721" y="31878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2077632" y="2091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1987656" y="27857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2223864" y="27153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4079616" y="30514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2395863" y="2618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4572677" y="32836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3926932" y="28004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2096462" y="26175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2987459" y="28780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2957450" y="27211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2943444" y="2314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2460661" y="2580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3512654" y="2807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3080769" y="2813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1876819" y="2768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2427674" y="23892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2444065" y="23470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212206" y="2969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1895627" y="22132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2376316" y="29436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2338972" y="24689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2316064" y="28844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2477436" y="2727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3112755" y="2554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2847094" y="24414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2833048" y="2790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2370581" y="27155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2455940" y="25480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2940220" y="27105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3107595" y="24592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2714970" y="24836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258194" y="2495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2274719" y="24722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2787570" y="24427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2892900" y="31847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2331824" y="24092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2669860" y="28285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2606317" y="28644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2932197" y="2631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2497969" y="27532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286066" y="29906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2894901" y="27031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2290346" y="24596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1862290" y="2428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1823396" y="2249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2242198" y="23967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3578733" y="2984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2735041" y="25778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1864950" y="25511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1959820" y="25544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2634747" y="23989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2437510" y="23838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2030521" y="22099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2050797" y="21139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2526996" y="27952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4843637" y="33753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4166505" y="2953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1994922" y="28899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2494257" y="241082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3932262" y="2874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301453" y="25878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2075012" y="24519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2168550" y="2562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2373384" y="25237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3249102" y="27986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2093413" y="24420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2016484" y="24009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2544103" y="2230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5595267" y="4237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2551102" y="22859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3571757" y="2959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4139125" y="29111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3333161" y="28201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2235604" y="25119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4227287" y="3112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2226301" y="25098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2580765" y="2505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2092993" y="25352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3665681" y="29078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2112214" y="21937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2808949" y="24248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2695688" y="24919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2327462" y="27888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242814" y="26732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3041662" y="23397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2679122" y="2403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2771438" y="27945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2554359" y="25997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2045696" y="25237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2450506" y="22198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2619587" y="24398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1798854" y="2278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4272359" y="29375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576465" y="3501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3052376" y="26144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2041166" y="2361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3785489" y="29060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2657230" y="26571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632527" y="3020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1652732" y="28447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2931606" y="2402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2167002" y="25850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2878912" y="32253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2011648" y="21497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2029080" y="26002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2487576" y="25440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2491280" y="22297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2295193" y="2544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3295981" y="27773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2134571" y="2408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2638563" y="22148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3172563" y="2882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2640902" y="26719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2213307" y="21693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1858733" y="2430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2196036" y="2358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2782431" y="27191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3509501" y="2996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2661362" y="23441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2507250" y="24169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2795070" y="2479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3661249" y="3167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2127880" y="25709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2208011" y="2503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2135887" y="233461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2342160" y="23207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2476993" y="2335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2141460" y="27274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2393037" y="23915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2936494" y="2534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2266191" y="22497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2396589" y="24809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2219796" y="2391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2950954" y="26515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2438628" y="25473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2950755" y="2900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2158538" y="23266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2876858" y="24452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4556598" y="36115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1826912" y="2594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2644878" y="27501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1753065" y="23369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3824820" y="28157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3454896" y="2754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2015614" y="21888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2058710" y="23164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2927188" y="26578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2558038" y="23281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2524684" y="2389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2947535" y="2366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2543431" y="21973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1622521" y="2659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1827628" y="26835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3937030" y="27963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3290833" y="24608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3566972" y="2562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3869171" y="3089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2793055" y="24930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2689346" y="22910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2896207" y="26873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2324762" y="22855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2327305" y="22827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3261275" y="2887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3412036" y="26081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2820833" y="22949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4112316" y="28996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2408368" y="23015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2588391" y="25284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2618019" y="25031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2533415" y="25429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4554715" y="33733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1927691" y="25359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2192741" y="21706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993794" y="34649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2312105" y="21170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4282738" y="30387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2858693" y="28238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3115390" y="2789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3658967" y="30948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2993881" y="27540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1908444" y="2320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326279" y="2161316"/>
              <a:ext cx="6943744" cy="2407218"/>
            </a:xfrm>
            <a:custGeom>
              <a:avLst/>
              <a:pathLst>
                <a:path w="6943744" h="2407218">
                  <a:moveTo>
                    <a:pt x="0" y="0"/>
                  </a:moveTo>
                  <a:lnTo>
                    <a:pt x="87895" y="30217"/>
                  </a:lnTo>
                  <a:lnTo>
                    <a:pt x="175790" y="60410"/>
                  </a:lnTo>
                  <a:lnTo>
                    <a:pt x="263686" y="90573"/>
                  </a:lnTo>
                  <a:lnTo>
                    <a:pt x="351581" y="120700"/>
                  </a:lnTo>
                  <a:lnTo>
                    <a:pt x="439477" y="150784"/>
                  </a:lnTo>
                  <a:lnTo>
                    <a:pt x="527372" y="180816"/>
                  </a:lnTo>
                  <a:lnTo>
                    <a:pt x="615268" y="210786"/>
                  </a:lnTo>
                  <a:lnTo>
                    <a:pt x="703163" y="240679"/>
                  </a:lnTo>
                  <a:lnTo>
                    <a:pt x="791059" y="270479"/>
                  </a:lnTo>
                  <a:lnTo>
                    <a:pt x="878954" y="300165"/>
                  </a:lnTo>
                  <a:lnTo>
                    <a:pt x="966850" y="329714"/>
                  </a:lnTo>
                  <a:lnTo>
                    <a:pt x="1054745" y="359100"/>
                  </a:lnTo>
                  <a:lnTo>
                    <a:pt x="1142641" y="388296"/>
                  </a:lnTo>
                  <a:lnTo>
                    <a:pt x="1230536" y="417276"/>
                  </a:lnTo>
                  <a:lnTo>
                    <a:pt x="1318432" y="446024"/>
                  </a:lnTo>
                  <a:lnTo>
                    <a:pt x="1406327" y="474533"/>
                  </a:lnTo>
                  <a:lnTo>
                    <a:pt x="1494223" y="502806"/>
                  </a:lnTo>
                  <a:lnTo>
                    <a:pt x="1582118" y="530861"/>
                  </a:lnTo>
                  <a:lnTo>
                    <a:pt x="1670014" y="558721"/>
                  </a:lnTo>
                  <a:lnTo>
                    <a:pt x="1757909" y="586412"/>
                  </a:lnTo>
                  <a:lnTo>
                    <a:pt x="1845805" y="613962"/>
                  </a:lnTo>
                  <a:lnTo>
                    <a:pt x="1933700" y="641393"/>
                  </a:lnTo>
                  <a:lnTo>
                    <a:pt x="2021596" y="668728"/>
                  </a:lnTo>
                  <a:lnTo>
                    <a:pt x="2109491" y="695984"/>
                  </a:lnTo>
                  <a:lnTo>
                    <a:pt x="2197387" y="723175"/>
                  </a:lnTo>
                  <a:lnTo>
                    <a:pt x="2285282" y="750312"/>
                  </a:lnTo>
                  <a:lnTo>
                    <a:pt x="2373178" y="777405"/>
                  </a:lnTo>
                  <a:lnTo>
                    <a:pt x="2461073" y="804460"/>
                  </a:lnTo>
                  <a:lnTo>
                    <a:pt x="2548969" y="831485"/>
                  </a:lnTo>
                  <a:lnTo>
                    <a:pt x="2636864" y="858484"/>
                  </a:lnTo>
                  <a:lnTo>
                    <a:pt x="2724760" y="885461"/>
                  </a:lnTo>
                  <a:lnTo>
                    <a:pt x="2812655" y="912418"/>
                  </a:lnTo>
                  <a:lnTo>
                    <a:pt x="2900551" y="939360"/>
                  </a:lnTo>
                  <a:lnTo>
                    <a:pt x="2988446" y="966287"/>
                  </a:lnTo>
                  <a:lnTo>
                    <a:pt x="3076342" y="993202"/>
                  </a:lnTo>
                  <a:lnTo>
                    <a:pt x="3164237" y="1020107"/>
                  </a:lnTo>
                  <a:lnTo>
                    <a:pt x="3252133" y="1047002"/>
                  </a:lnTo>
                  <a:lnTo>
                    <a:pt x="3340028" y="1073889"/>
                  </a:lnTo>
                  <a:lnTo>
                    <a:pt x="3427924" y="1100768"/>
                  </a:lnTo>
                  <a:lnTo>
                    <a:pt x="3515819" y="1127641"/>
                  </a:lnTo>
                  <a:lnTo>
                    <a:pt x="3603715" y="1154508"/>
                  </a:lnTo>
                  <a:lnTo>
                    <a:pt x="3691610" y="1181369"/>
                  </a:lnTo>
                  <a:lnTo>
                    <a:pt x="3779506" y="1208226"/>
                  </a:lnTo>
                  <a:lnTo>
                    <a:pt x="3867401" y="1235079"/>
                  </a:lnTo>
                  <a:lnTo>
                    <a:pt x="3955297" y="1261928"/>
                  </a:lnTo>
                  <a:lnTo>
                    <a:pt x="4043192" y="1288773"/>
                  </a:lnTo>
                  <a:lnTo>
                    <a:pt x="4131088" y="1315616"/>
                  </a:lnTo>
                  <a:lnTo>
                    <a:pt x="4218983" y="1342455"/>
                  </a:lnTo>
                  <a:lnTo>
                    <a:pt x="4306879" y="1369291"/>
                  </a:lnTo>
                  <a:lnTo>
                    <a:pt x="4394774" y="1396126"/>
                  </a:lnTo>
                  <a:lnTo>
                    <a:pt x="4482670" y="1422957"/>
                  </a:lnTo>
                  <a:lnTo>
                    <a:pt x="4570565" y="1449787"/>
                  </a:lnTo>
                  <a:lnTo>
                    <a:pt x="4658461" y="1476615"/>
                  </a:lnTo>
                  <a:lnTo>
                    <a:pt x="4746356" y="1503441"/>
                  </a:lnTo>
                  <a:lnTo>
                    <a:pt x="4834252" y="1530265"/>
                  </a:lnTo>
                  <a:lnTo>
                    <a:pt x="4922147" y="1557088"/>
                  </a:lnTo>
                  <a:lnTo>
                    <a:pt x="5010043" y="1583910"/>
                  </a:lnTo>
                  <a:lnTo>
                    <a:pt x="5097938" y="1610730"/>
                  </a:lnTo>
                  <a:lnTo>
                    <a:pt x="5185834" y="1637549"/>
                  </a:lnTo>
                  <a:lnTo>
                    <a:pt x="5273729" y="1664366"/>
                  </a:lnTo>
                  <a:lnTo>
                    <a:pt x="5361625" y="1691183"/>
                  </a:lnTo>
                  <a:lnTo>
                    <a:pt x="5449520" y="1717998"/>
                  </a:lnTo>
                  <a:lnTo>
                    <a:pt x="5537416" y="1744813"/>
                  </a:lnTo>
                  <a:lnTo>
                    <a:pt x="5625311" y="1771627"/>
                  </a:lnTo>
                  <a:lnTo>
                    <a:pt x="5713207" y="1798439"/>
                  </a:lnTo>
                  <a:lnTo>
                    <a:pt x="5801102" y="1825252"/>
                  </a:lnTo>
                  <a:lnTo>
                    <a:pt x="5888998" y="1852063"/>
                  </a:lnTo>
                  <a:lnTo>
                    <a:pt x="5976893" y="1878873"/>
                  </a:lnTo>
                  <a:lnTo>
                    <a:pt x="6064789" y="1905683"/>
                  </a:lnTo>
                  <a:lnTo>
                    <a:pt x="6152684" y="1932493"/>
                  </a:lnTo>
                  <a:lnTo>
                    <a:pt x="6240580" y="1959301"/>
                  </a:lnTo>
                  <a:lnTo>
                    <a:pt x="6328475" y="1986109"/>
                  </a:lnTo>
                  <a:lnTo>
                    <a:pt x="6416371" y="2012917"/>
                  </a:lnTo>
                  <a:lnTo>
                    <a:pt x="6504266" y="2039724"/>
                  </a:lnTo>
                  <a:lnTo>
                    <a:pt x="6592162" y="2066530"/>
                  </a:lnTo>
                  <a:lnTo>
                    <a:pt x="6680057" y="2093336"/>
                  </a:lnTo>
                  <a:lnTo>
                    <a:pt x="6767953" y="2120142"/>
                  </a:lnTo>
                  <a:lnTo>
                    <a:pt x="6855848" y="2146947"/>
                  </a:lnTo>
                  <a:lnTo>
                    <a:pt x="6943744" y="2173752"/>
                  </a:lnTo>
                  <a:lnTo>
                    <a:pt x="6943744" y="2407218"/>
                  </a:lnTo>
                  <a:lnTo>
                    <a:pt x="6855848" y="2376811"/>
                  </a:lnTo>
                  <a:lnTo>
                    <a:pt x="6767953" y="2346403"/>
                  </a:lnTo>
                  <a:lnTo>
                    <a:pt x="6680057" y="2315997"/>
                  </a:lnTo>
                  <a:lnTo>
                    <a:pt x="6592162" y="2285591"/>
                  </a:lnTo>
                  <a:lnTo>
                    <a:pt x="6504266" y="2255185"/>
                  </a:lnTo>
                  <a:lnTo>
                    <a:pt x="6416371" y="2224779"/>
                  </a:lnTo>
                  <a:lnTo>
                    <a:pt x="6328475" y="2194375"/>
                  </a:lnTo>
                  <a:lnTo>
                    <a:pt x="6240580" y="2163971"/>
                  </a:lnTo>
                  <a:lnTo>
                    <a:pt x="6152684" y="2133567"/>
                  </a:lnTo>
                  <a:lnTo>
                    <a:pt x="6064789" y="2103164"/>
                  </a:lnTo>
                  <a:lnTo>
                    <a:pt x="5976893" y="2072761"/>
                  </a:lnTo>
                  <a:lnTo>
                    <a:pt x="5888998" y="2042360"/>
                  </a:lnTo>
                  <a:lnTo>
                    <a:pt x="5801102" y="2011959"/>
                  </a:lnTo>
                  <a:lnTo>
                    <a:pt x="5713207" y="1981558"/>
                  </a:lnTo>
                  <a:lnTo>
                    <a:pt x="5625311" y="1951159"/>
                  </a:lnTo>
                  <a:lnTo>
                    <a:pt x="5537416" y="1920760"/>
                  </a:lnTo>
                  <a:lnTo>
                    <a:pt x="5449520" y="1890363"/>
                  </a:lnTo>
                  <a:lnTo>
                    <a:pt x="5361625" y="1859966"/>
                  </a:lnTo>
                  <a:lnTo>
                    <a:pt x="5273729" y="1829570"/>
                  </a:lnTo>
                  <a:lnTo>
                    <a:pt x="5185834" y="1799176"/>
                  </a:lnTo>
                  <a:lnTo>
                    <a:pt x="5097938" y="1768782"/>
                  </a:lnTo>
                  <a:lnTo>
                    <a:pt x="5010043" y="1738390"/>
                  </a:lnTo>
                  <a:lnTo>
                    <a:pt x="4922147" y="1707999"/>
                  </a:lnTo>
                  <a:lnTo>
                    <a:pt x="4834252" y="1677610"/>
                  </a:lnTo>
                  <a:lnTo>
                    <a:pt x="4746356" y="1647222"/>
                  </a:lnTo>
                  <a:lnTo>
                    <a:pt x="4658461" y="1616835"/>
                  </a:lnTo>
                  <a:lnTo>
                    <a:pt x="4570565" y="1586451"/>
                  </a:lnTo>
                  <a:lnTo>
                    <a:pt x="4482670" y="1556068"/>
                  </a:lnTo>
                  <a:lnTo>
                    <a:pt x="4394774" y="1525688"/>
                  </a:lnTo>
                  <a:lnTo>
                    <a:pt x="4306879" y="1495310"/>
                  </a:lnTo>
                  <a:lnTo>
                    <a:pt x="4218983" y="1464934"/>
                  </a:lnTo>
                  <a:lnTo>
                    <a:pt x="4131088" y="1434561"/>
                  </a:lnTo>
                  <a:lnTo>
                    <a:pt x="4043192" y="1404191"/>
                  </a:lnTo>
                  <a:lnTo>
                    <a:pt x="3955297" y="1373824"/>
                  </a:lnTo>
                  <a:lnTo>
                    <a:pt x="3867401" y="1343460"/>
                  </a:lnTo>
                  <a:lnTo>
                    <a:pt x="3779506" y="1313101"/>
                  </a:lnTo>
                  <a:lnTo>
                    <a:pt x="3691610" y="1282746"/>
                  </a:lnTo>
                  <a:lnTo>
                    <a:pt x="3603715" y="1252395"/>
                  </a:lnTo>
                  <a:lnTo>
                    <a:pt x="3515819" y="1222050"/>
                  </a:lnTo>
                  <a:lnTo>
                    <a:pt x="3427924" y="1191710"/>
                  </a:lnTo>
                  <a:lnTo>
                    <a:pt x="3340028" y="1161377"/>
                  </a:lnTo>
                  <a:lnTo>
                    <a:pt x="3252133" y="1131052"/>
                  </a:lnTo>
                  <a:lnTo>
                    <a:pt x="3164237" y="1100735"/>
                  </a:lnTo>
                  <a:lnTo>
                    <a:pt x="3076342" y="1070427"/>
                  </a:lnTo>
                  <a:lnTo>
                    <a:pt x="2988446" y="1040129"/>
                  </a:lnTo>
                  <a:lnTo>
                    <a:pt x="2900551" y="1009845"/>
                  </a:lnTo>
                  <a:lnTo>
                    <a:pt x="2812655" y="979574"/>
                  </a:lnTo>
                  <a:lnTo>
                    <a:pt x="2724760" y="949319"/>
                  </a:lnTo>
                  <a:lnTo>
                    <a:pt x="2636864" y="919083"/>
                  </a:lnTo>
                  <a:lnTo>
                    <a:pt x="2548969" y="888870"/>
                  </a:lnTo>
                  <a:lnTo>
                    <a:pt x="2461073" y="858682"/>
                  </a:lnTo>
                  <a:lnTo>
                    <a:pt x="2373178" y="828526"/>
                  </a:lnTo>
                  <a:lnTo>
                    <a:pt x="2285282" y="798406"/>
                  </a:lnTo>
                  <a:lnTo>
                    <a:pt x="2197387" y="768331"/>
                  </a:lnTo>
                  <a:lnTo>
                    <a:pt x="2109491" y="738310"/>
                  </a:lnTo>
                  <a:lnTo>
                    <a:pt x="2021596" y="708353"/>
                  </a:lnTo>
                  <a:lnTo>
                    <a:pt x="1933700" y="678476"/>
                  </a:lnTo>
                  <a:lnTo>
                    <a:pt x="1845805" y="648695"/>
                  </a:lnTo>
                  <a:lnTo>
                    <a:pt x="1757909" y="619032"/>
                  </a:lnTo>
                  <a:lnTo>
                    <a:pt x="1670014" y="589511"/>
                  </a:lnTo>
                  <a:lnTo>
                    <a:pt x="1582118" y="560159"/>
                  </a:lnTo>
                  <a:lnTo>
                    <a:pt x="1494223" y="531001"/>
                  </a:lnTo>
                  <a:lnTo>
                    <a:pt x="1406327" y="502063"/>
                  </a:lnTo>
                  <a:lnTo>
                    <a:pt x="1318432" y="473359"/>
                  </a:lnTo>
                  <a:lnTo>
                    <a:pt x="1230536" y="444895"/>
                  </a:lnTo>
                  <a:lnTo>
                    <a:pt x="1142641" y="416663"/>
                  </a:lnTo>
                  <a:lnTo>
                    <a:pt x="1054745" y="388646"/>
                  </a:lnTo>
                  <a:lnTo>
                    <a:pt x="966850" y="360820"/>
                  </a:lnTo>
                  <a:lnTo>
                    <a:pt x="878954" y="333157"/>
                  </a:lnTo>
                  <a:lnTo>
                    <a:pt x="791059" y="305631"/>
                  </a:lnTo>
                  <a:lnTo>
                    <a:pt x="703163" y="278218"/>
                  </a:lnTo>
                  <a:lnTo>
                    <a:pt x="615268" y="250899"/>
                  </a:lnTo>
                  <a:lnTo>
                    <a:pt x="527372" y="223656"/>
                  </a:lnTo>
                  <a:lnTo>
                    <a:pt x="439477" y="196477"/>
                  </a:lnTo>
                  <a:lnTo>
                    <a:pt x="351581" y="169348"/>
                  </a:lnTo>
                  <a:lnTo>
                    <a:pt x="263686" y="142263"/>
                  </a:lnTo>
                  <a:lnTo>
                    <a:pt x="175790" y="115213"/>
                  </a:lnTo>
                  <a:lnTo>
                    <a:pt x="87895" y="88194"/>
                  </a:lnTo>
                  <a:lnTo>
                    <a:pt x="0" y="61199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326279" y="2161316"/>
              <a:ext cx="6943744" cy="2173752"/>
            </a:xfrm>
            <a:custGeom>
              <a:avLst/>
              <a:pathLst>
                <a:path w="6943744" h="2173752">
                  <a:moveTo>
                    <a:pt x="0" y="0"/>
                  </a:moveTo>
                  <a:lnTo>
                    <a:pt x="87895" y="30217"/>
                  </a:lnTo>
                  <a:lnTo>
                    <a:pt x="175790" y="60410"/>
                  </a:lnTo>
                  <a:lnTo>
                    <a:pt x="263686" y="90573"/>
                  </a:lnTo>
                  <a:lnTo>
                    <a:pt x="351581" y="120700"/>
                  </a:lnTo>
                  <a:lnTo>
                    <a:pt x="439477" y="150784"/>
                  </a:lnTo>
                  <a:lnTo>
                    <a:pt x="527372" y="180816"/>
                  </a:lnTo>
                  <a:lnTo>
                    <a:pt x="615268" y="210786"/>
                  </a:lnTo>
                  <a:lnTo>
                    <a:pt x="703163" y="240679"/>
                  </a:lnTo>
                  <a:lnTo>
                    <a:pt x="791059" y="270479"/>
                  </a:lnTo>
                  <a:lnTo>
                    <a:pt x="878954" y="300165"/>
                  </a:lnTo>
                  <a:lnTo>
                    <a:pt x="966850" y="329714"/>
                  </a:lnTo>
                  <a:lnTo>
                    <a:pt x="1054745" y="359100"/>
                  </a:lnTo>
                  <a:lnTo>
                    <a:pt x="1142641" y="388296"/>
                  </a:lnTo>
                  <a:lnTo>
                    <a:pt x="1230536" y="417276"/>
                  </a:lnTo>
                  <a:lnTo>
                    <a:pt x="1318432" y="446024"/>
                  </a:lnTo>
                  <a:lnTo>
                    <a:pt x="1406327" y="474533"/>
                  </a:lnTo>
                  <a:lnTo>
                    <a:pt x="1494223" y="502806"/>
                  </a:lnTo>
                  <a:lnTo>
                    <a:pt x="1582118" y="530861"/>
                  </a:lnTo>
                  <a:lnTo>
                    <a:pt x="1670014" y="558721"/>
                  </a:lnTo>
                  <a:lnTo>
                    <a:pt x="1757909" y="586412"/>
                  </a:lnTo>
                  <a:lnTo>
                    <a:pt x="1845805" y="613962"/>
                  </a:lnTo>
                  <a:lnTo>
                    <a:pt x="1933700" y="641393"/>
                  </a:lnTo>
                  <a:lnTo>
                    <a:pt x="2021596" y="668728"/>
                  </a:lnTo>
                  <a:lnTo>
                    <a:pt x="2109491" y="695984"/>
                  </a:lnTo>
                  <a:lnTo>
                    <a:pt x="2197387" y="723175"/>
                  </a:lnTo>
                  <a:lnTo>
                    <a:pt x="2285282" y="750312"/>
                  </a:lnTo>
                  <a:lnTo>
                    <a:pt x="2373178" y="777405"/>
                  </a:lnTo>
                  <a:lnTo>
                    <a:pt x="2461073" y="804460"/>
                  </a:lnTo>
                  <a:lnTo>
                    <a:pt x="2548969" y="831485"/>
                  </a:lnTo>
                  <a:lnTo>
                    <a:pt x="2636864" y="858484"/>
                  </a:lnTo>
                  <a:lnTo>
                    <a:pt x="2724760" y="885461"/>
                  </a:lnTo>
                  <a:lnTo>
                    <a:pt x="2812655" y="912418"/>
                  </a:lnTo>
                  <a:lnTo>
                    <a:pt x="2900551" y="939360"/>
                  </a:lnTo>
                  <a:lnTo>
                    <a:pt x="2988446" y="966287"/>
                  </a:lnTo>
                  <a:lnTo>
                    <a:pt x="3076342" y="993202"/>
                  </a:lnTo>
                  <a:lnTo>
                    <a:pt x="3164237" y="1020107"/>
                  </a:lnTo>
                  <a:lnTo>
                    <a:pt x="3252133" y="1047002"/>
                  </a:lnTo>
                  <a:lnTo>
                    <a:pt x="3340028" y="1073889"/>
                  </a:lnTo>
                  <a:lnTo>
                    <a:pt x="3427924" y="1100768"/>
                  </a:lnTo>
                  <a:lnTo>
                    <a:pt x="3515819" y="1127641"/>
                  </a:lnTo>
                  <a:lnTo>
                    <a:pt x="3603715" y="1154508"/>
                  </a:lnTo>
                  <a:lnTo>
                    <a:pt x="3691610" y="1181369"/>
                  </a:lnTo>
                  <a:lnTo>
                    <a:pt x="3779506" y="1208226"/>
                  </a:lnTo>
                  <a:lnTo>
                    <a:pt x="3867401" y="1235079"/>
                  </a:lnTo>
                  <a:lnTo>
                    <a:pt x="3955297" y="1261928"/>
                  </a:lnTo>
                  <a:lnTo>
                    <a:pt x="4043192" y="1288773"/>
                  </a:lnTo>
                  <a:lnTo>
                    <a:pt x="4131088" y="1315616"/>
                  </a:lnTo>
                  <a:lnTo>
                    <a:pt x="4218983" y="1342455"/>
                  </a:lnTo>
                  <a:lnTo>
                    <a:pt x="4306879" y="1369291"/>
                  </a:lnTo>
                  <a:lnTo>
                    <a:pt x="4394774" y="1396126"/>
                  </a:lnTo>
                  <a:lnTo>
                    <a:pt x="4482670" y="1422957"/>
                  </a:lnTo>
                  <a:lnTo>
                    <a:pt x="4570565" y="1449787"/>
                  </a:lnTo>
                  <a:lnTo>
                    <a:pt x="4658461" y="1476615"/>
                  </a:lnTo>
                  <a:lnTo>
                    <a:pt x="4746356" y="1503441"/>
                  </a:lnTo>
                  <a:lnTo>
                    <a:pt x="4834252" y="1530265"/>
                  </a:lnTo>
                  <a:lnTo>
                    <a:pt x="4922147" y="1557088"/>
                  </a:lnTo>
                  <a:lnTo>
                    <a:pt x="5010043" y="1583910"/>
                  </a:lnTo>
                  <a:lnTo>
                    <a:pt x="5097938" y="1610730"/>
                  </a:lnTo>
                  <a:lnTo>
                    <a:pt x="5185834" y="1637549"/>
                  </a:lnTo>
                  <a:lnTo>
                    <a:pt x="5273729" y="1664366"/>
                  </a:lnTo>
                  <a:lnTo>
                    <a:pt x="5361625" y="1691183"/>
                  </a:lnTo>
                  <a:lnTo>
                    <a:pt x="5449520" y="1717998"/>
                  </a:lnTo>
                  <a:lnTo>
                    <a:pt x="5537416" y="1744813"/>
                  </a:lnTo>
                  <a:lnTo>
                    <a:pt x="5625311" y="1771627"/>
                  </a:lnTo>
                  <a:lnTo>
                    <a:pt x="5713207" y="1798439"/>
                  </a:lnTo>
                  <a:lnTo>
                    <a:pt x="5801102" y="1825252"/>
                  </a:lnTo>
                  <a:lnTo>
                    <a:pt x="5888998" y="1852063"/>
                  </a:lnTo>
                  <a:lnTo>
                    <a:pt x="5976893" y="1878873"/>
                  </a:lnTo>
                  <a:lnTo>
                    <a:pt x="6064789" y="1905683"/>
                  </a:lnTo>
                  <a:lnTo>
                    <a:pt x="6152684" y="1932493"/>
                  </a:lnTo>
                  <a:lnTo>
                    <a:pt x="6240580" y="1959301"/>
                  </a:lnTo>
                  <a:lnTo>
                    <a:pt x="6328475" y="1986109"/>
                  </a:lnTo>
                  <a:lnTo>
                    <a:pt x="6416371" y="2012917"/>
                  </a:lnTo>
                  <a:lnTo>
                    <a:pt x="6504266" y="2039724"/>
                  </a:lnTo>
                  <a:lnTo>
                    <a:pt x="6592162" y="2066530"/>
                  </a:lnTo>
                  <a:lnTo>
                    <a:pt x="6680057" y="2093336"/>
                  </a:lnTo>
                  <a:lnTo>
                    <a:pt x="6767953" y="2120142"/>
                  </a:lnTo>
                  <a:lnTo>
                    <a:pt x="6855848" y="2146947"/>
                  </a:lnTo>
                  <a:lnTo>
                    <a:pt x="6943744" y="21737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326279" y="2222516"/>
              <a:ext cx="6943744" cy="2346018"/>
            </a:xfrm>
            <a:custGeom>
              <a:avLst/>
              <a:pathLst>
                <a:path w="6943744" h="2346018">
                  <a:moveTo>
                    <a:pt x="6943744" y="2346018"/>
                  </a:moveTo>
                  <a:lnTo>
                    <a:pt x="6855848" y="2315611"/>
                  </a:lnTo>
                  <a:lnTo>
                    <a:pt x="6767953" y="2285204"/>
                  </a:lnTo>
                  <a:lnTo>
                    <a:pt x="6680057" y="2254797"/>
                  </a:lnTo>
                  <a:lnTo>
                    <a:pt x="6592162" y="2224391"/>
                  </a:lnTo>
                  <a:lnTo>
                    <a:pt x="6504266" y="2193985"/>
                  </a:lnTo>
                  <a:lnTo>
                    <a:pt x="6416371" y="2163580"/>
                  </a:lnTo>
                  <a:lnTo>
                    <a:pt x="6328475" y="2133175"/>
                  </a:lnTo>
                  <a:lnTo>
                    <a:pt x="6240580" y="2102771"/>
                  </a:lnTo>
                  <a:lnTo>
                    <a:pt x="6152684" y="2072367"/>
                  </a:lnTo>
                  <a:lnTo>
                    <a:pt x="6064789" y="2041964"/>
                  </a:lnTo>
                  <a:lnTo>
                    <a:pt x="5976893" y="2011562"/>
                  </a:lnTo>
                  <a:lnTo>
                    <a:pt x="5888998" y="1981160"/>
                  </a:lnTo>
                  <a:lnTo>
                    <a:pt x="5801102" y="1950759"/>
                  </a:lnTo>
                  <a:lnTo>
                    <a:pt x="5713207" y="1920359"/>
                  </a:lnTo>
                  <a:lnTo>
                    <a:pt x="5625311" y="1889959"/>
                  </a:lnTo>
                  <a:lnTo>
                    <a:pt x="5537416" y="1859561"/>
                  </a:lnTo>
                  <a:lnTo>
                    <a:pt x="5449520" y="1829163"/>
                  </a:lnTo>
                  <a:lnTo>
                    <a:pt x="5361625" y="1798766"/>
                  </a:lnTo>
                  <a:lnTo>
                    <a:pt x="5273729" y="1768371"/>
                  </a:lnTo>
                  <a:lnTo>
                    <a:pt x="5185834" y="1737976"/>
                  </a:lnTo>
                  <a:lnTo>
                    <a:pt x="5097938" y="1707582"/>
                  </a:lnTo>
                  <a:lnTo>
                    <a:pt x="5010043" y="1677190"/>
                  </a:lnTo>
                  <a:lnTo>
                    <a:pt x="4922147" y="1646799"/>
                  </a:lnTo>
                  <a:lnTo>
                    <a:pt x="4834252" y="1616410"/>
                  </a:lnTo>
                  <a:lnTo>
                    <a:pt x="4746356" y="1586022"/>
                  </a:lnTo>
                  <a:lnTo>
                    <a:pt x="4658461" y="1555636"/>
                  </a:lnTo>
                  <a:lnTo>
                    <a:pt x="4570565" y="1525251"/>
                  </a:lnTo>
                  <a:lnTo>
                    <a:pt x="4482670" y="1494869"/>
                  </a:lnTo>
                  <a:lnTo>
                    <a:pt x="4394774" y="1464488"/>
                  </a:lnTo>
                  <a:lnTo>
                    <a:pt x="4306879" y="1434110"/>
                  </a:lnTo>
                  <a:lnTo>
                    <a:pt x="4218983" y="1403734"/>
                  </a:lnTo>
                  <a:lnTo>
                    <a:pt x="4131088" y="1373361"/>
                  </a:lnTo>
                  <a:lnTo>
                    <a:pt x="4043192" y="1342991"/>
                  </a:lnTo>
                  <a:lnTo>
                    <a:pt x="3955297" y="1312624"/>
                  </a:lnTo>
                  <a:lnTo>
                    <a:pt x="3867401" y="1282261"/>
                  </a:lnTo>
                  <a:lnTo>
                    <a:pt x="3779506" y="1251901"/>
                  </a:lnTo>
                  <a:lnTo>
                    <a:pt x="3691610" y="1221546"/>
                  </a:lnTo>
                  <a:lnTo>
                    <a:pt x="3603715" y="1191195"/>
                  </a:lnTo>
                  <a:lnTo>
                    <a:pt x="3515819" y="1160850"/>
                  </a:lnTo>
                  <a:lnTo>
                    <a:pt x="3427924" y="1130511"/>
                  </a:lnTo>
                  <a:lnTo>
                    <a:pt x="3340028" y="1100178"/>
                  </a:lnTo>
                  <a:lnTo>
                    <a:pt x="3252133" y="1069852"/>
                  </a:lnTo>
                  <a:lnTo>
                    <a:pt x="3164237" y="1039535"/>
                  </a:lnTo>
                  <a:lnTo>
                    <a:pt x="3076342" y="1009227"/>
                  </a:lnTo>
                  <a:lnTo>
                    <a:pt x="2988446" y="978930"/>
                  </a:lnTo>
                  <a:lnTo>
                    <a:pt x="2900551" y="948645"/>
                  </a:lnTo>
                  <a:lnTo>
                    <a:pt x="2812655" y="918374"/>
                  </a:lnTo>
                  <a:lnTo>
                    <a:pt x="2724760" y="888119"/>
                  </a:lnTo>
                  <a:lnTo>
                    <a:pt x="2636864" y="857884"/>
                  </a:lnTo>
                  <a:lnTo>
                    <a:pt x="2548969" y="827670"/>
                  </a:lnTo>
                  <a:lnTo>
                    <a:pt x="2461073" y="797483"/>
                  </a:lnTo>
                  <a:lnTo>
                    <a:pt x="2373178" y="767326"/>
                  </a:lnTo>
                  <a:lnTo>
                    <a:pt x="2285282" y="737207"/>
                  </a:lnTo>
                  <a:lnTo>
                    <a:pt x="2197387" y="707132"/>
                  </a:lnTo>
                  <a:lnTo>
                    <a:pt x="2109491" y="677110"/>
                  </a:lnTo>
                  <a:lnTo>
                    <a:pt x="2021596" y="647153"/>
                  </a:lnTo>
                  <a:lnTo>
                    <a:pt x="1933700" y="617276"/>
                  </a:lnTo>
                  <a:lnTo>
                    <a:pt x="1845805" y="587496"/>
                  </a:lnTo>
                  <a:lnTo>
                    <a:pt x="1757909" y="557833"/>
                  </a:lnTo>
                  <a:lnTo>
                    <a:pt x="1670014" y="528312"/>
                  </a:lnTo>
                  <a:lnTo>
                    <a:pt x="1582118" y="498959"/>
                  </a:lnTo>
                  <a:lnTo>
                    <a:pt x="1494223" y="469802"/>
                  </a:lnTo>
                  <a:lnTo>
                    <a:pt x="1406327" y="440863"/>
                  </a:lnTo>
                  <a:lnTo>
                    <a:pt x="1318432" y="412159"/>
                  </a:lnTo>
                  <a:lnTo>
                    <a:pt x="1230536" y="383695"/>
                  </a:lnTo>
                  <a:lnTo>
                    <a:pt x="1142641" y="355463"/>
                  </a:lnTo>
                  <a:lnTo>
                    <a:pt x="1054745" y="327446"/>
                  </a:lnTo>
                  <a:lnTo>
                    <a:pt x="966850" y="299620"/>
                  </a:lnTo>
                  <a:lnTo>
                    <a:pt x="878954" y="271957"/>
                  </a:lnTo>
                  <a:lnTo>
                    <a:pt x="791059" y="244431"/>
                  </a:lnTo>
                  <a:lnTo>
                    <a:pt x="703163" y="217019"/>
                  </a:lnTo>
                  <a:lnTo>
                    <a:pt x="615268" y="189700"/>
                  </a:lnTo>
                  <a:lnTo>
                    <a:pt x="527372" y="162457"/>
                  </a:lnTo>
                  <a:lnTo>
                    <a:pt x="439477" y="135277"/>
                  </a:lnTo>
                  <a:lnTo>
                    <a:pt x="351581" y="108149"/>
                  </a:lnTo>
                  <a:lnTo>
                    <a:pt x="263686" y="81063"/>
                  </a:lnTo>
                  <a:lnTo>
                    <a:pt x="175790" y="54014"/>
                  </a:lnTo>
                  <a:lnTo>
                    <a:pt x="87895" y="2699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326279" y="2191916"/>
              <a:ext cx="6943744" cy="2259885"/>
            </a:xfrm>
            <a:custGeom>
              <a:avLst/>
              <a:pathLst>
                <a:path w="6943744" h="2259885">
                  <a:moveTo>
                    <a:pt x="0" y="0"/>
                  </a:moveTo>
                  <a:lnTo>
                    <a:pt x="87895" y="28606"/>
                  </a:lnTo>
                  <a:lnTo>
                    <a:pt x="175790" y="57212"/>
                  </a:lnTo>
                  <a:lnTo>
                    <a:pt x="263686" y="85818"/>
                  </a:lnTo>
                  <a:lnTo>
                    <a:pt x="351581" y="114424"/>
                  </a:lnTo>
                  <a:lnTo>
                    <a:pt x="439477" y="143030"/>
                  </a:lnTo>
                  <a:lnTo>
                    <a:pt x="527372" y="171636"/>
                  </a:lnTo>
                  <a:lnTo>
                    <a:pt x="615268" y="200243"/>
                  </a:lnTo>
                  <a:lnTo>
                    <a:pt x="703163" y="228849"/>
                  </a:lnTo>
                  <a:lnTo>
                    <a:pt x="791059" y="257455"/>
                  </a:lnTo>
                  <a:lnTo>
                    <a:pt x="878954" y="286061"/>
                  </a:lnTo>
                  <a:lnTo>
                    <a:pt x="966850" y="314667"/>
                  </a:lnTo>
                  <a:lnTo>
                    <a:pt x="1054745" y="343273"/>
                  </a:lnTo>
                  <a:lnTo>
                    <a:pt x="1142641" y="371879"/>
                  </a:lnTo>
                  <a:lnTo>
                    <a:pt x="1230536" y="400486"/>
                  </a:lnTo>
                  <a:lnTo>
                    <a:pt x="1318432" y="429092"/>
                  </a:lnTo>
                  <a:lnTo>
                    <a:pt x="1406327" y="457698"/>
                  </a:lnTo>
                  <a:lnTo>
                    <a:pt x="1494223" y="486304"/>
                  </a:lnTo>
                  <a:lnTo>
                    <a:pt x="1582118" y="514910"/>
                  </a:lnTo>
                  <a:lnTo>
                    <a:pt x="1670014" y="543516"/>
                  </a:lnTo>
                  <a:lnTo>
                    <a:pt x="1757909" y="572122"/>
                  </a:lnTo>
                  <a:lnTo>
                    <a:pt x="1845805" y="600729"/>
                  </a:lnTo>
                  <a:lnTo>
                    <a:pt x="1933700" y="629335"/>
                  </a:lnTo>
                  <a:lnTo>
                    <a:pt x="2021596" y="657941"/>
                  </a:lnTo>
                  <a:lnTo>
                    <a:pt x="2109491" y="686547"/>
                  </a:lnTo>
                  <a:lnTo>
                    <a:pt x="2197387" y="715153"/>
                  </a:lnTo>
                  <a:lnTo>
                    <a:pt x="2285282" y="743759"/>
                  </a:lnTo>
                  <a:lnTo>
                    <a:pt x="2373178" y="772365"/>
                  </a:lnTo>
                  <a:lnTo>
                    <a:pt x="2461073" y="800972"/>
                  </a:lnTo>
                  <a:lnTo>
                    <a:pt x="2548969" y="829578"/>
                  </a:lnTo>
                  <a:lnTo>
                    <a:pt x="2636864" y="858184"/>
                  </a:lnTo>
                  <a:lnTo>
                    <a:pt x="2724760" y="886790"/>
                  </a:lnTo>
                  <a:lnTo>
                    <a:pt x="2812655" y="915396"/>
                  </a:lnTo>
                  <a:lnTo>
                    <a:pt x="2900551" y="944002"/>
                  </a:lnTo>
                  <a:lnTo>
                    <a:pt x="2988446" y="972609"/>
                  </a:lnTo>
                  <a:lnTo>
                    <a:pt x="3076342" y="1001215"/>
                  </a:lnTo>
                  <a:lnTo>
                    <a:pt x="3164237" y="1029821"/>
                  </a:lnTo>
                  <a:lnTo>
                    <a:pt x="3252133" y="1058427"/>
                  </a:lnTo>
                  <a:lnTo>
                    <a:pt x="3340028" y="1087033"/>
                  </a:lnTo>
                  <a:lnTo>
                    <a:pt x="3427924" y="1115639"/>
                  </a:lnTo>
                  <a:lnTo>
                    <a:pt x="3515819" y="1144245"/>
                  </a:lnTo>
                  <a:lnTo>
                    <a:pt x="3603715" y="1172852"/>
                  </a:lnTo>
                  <a:lnTo>
                    <a:pt x="3691610" y="1201458"/>
                  </a:lnTo>
                  <a:lnTo>
                    <a:pt x="3779506" y="1230064"/>
                  </a:lnTo>
                  <a:lnTo>
                    <a:pt x="3867401" y="1258670"/>
                  </a:lnTo>
                  <a:lnTo>
                    <a:pt x="3955297" y="1287276"/>
                  </a:lnTo>
                  <a:lnTo>
                    <a:pt x="4043192" y="1315882"/>
                  </a:lnTo>
                  <a:lnTo>
                    <a:pt x="4131088" y="1344488"/>
                  </a:lnTo>
                  <a:lnTo>
                    <a:pt x="4218983" y="1373095"/>
                  </a:lnTo>
                  <a:lnTo>
                    <a:pt x="4306879" y="1401701"/>
                  </a:lnTo>
                  <a:lnTo>
                    <a:pt x="4394774" y="1430307"/>
                  </a:lnTo>
                  <a:lnTo>
                    <a:pt x="4482670" y="1458913"/>
                  </a:lnTo>
                  <a:lnTo>
                    <a:pt x="4570565" y="1487519"/>
                  </a:lnTo>
                  <a:lnTo>
                    <a:pt x="4658461" y="1516125"/>
                  </a:lnTo>
                  <a:lnTo>
                    <a:pt x="4746356" y="1544731"/>
                  </a:lnTo>
                  <a:lnTo>
                    <a:pt x="4834252" y="1573338"/>
                  </a:lnTo>
                  <a:lnTo>
                    <a:pt x="4922147" y="1601944"/>
                  </a:lnTo>
                  <a:lnTo>
                    <a:pt x="5010043" y="1630550"/>
                  </a:lnTo>
                  <a:lnTo>
                    <a:pt x="5097938" y="1659156"/>
                  </a:lnTo>
                  <a:lnTo>
                    <a:pt x="5185834" y="1687762"/>
                  </a:lnTo>
                  <a:lnTo>
                    <a:pt x="5273729" y="1716368"/>
                  </a:lnTo>
                  <a:lnTo>
                    <a:pt x="5361625" y="1744975"/>
                  </a:lnTo>
                  <a:lnTo>
                    <a:pt x="5449520" y="1773581"/>
                  </a:lnTo>
                  <a:lnTo>
                    <a:pt x="5537416" y="1802187"/>
                  </a:lnTo>
                  <a:lnTo>
                    <a:pt x="5625311" y="1830793"/>
                  </a:lnTo>
                  <a:lnTo>
                    <a:pt x="5713207" y="1859399"/>
                  </a:lnTo>
                  <a:lnTo>
                    <a:pt x="5801102" y="1888005"/>
                  </a:lnTo>
                  <a:lnTo>
                    <a:pt x="5888998" y="1916611"/>
                  </a:lnTo>
                  <a:lnTo>
                    <a:pt x="5976893" y="1945218"/>
                  </a:lnTo>
                  <a:lnTo>
                    <a:pt x="6064789" y="1973824"/>
                  </a:lnTo>
                  <a:lnTo>
                    <a:pt x="6152684" y="2002430"/>
                  </a:lnTo>
                  <a:lnTo>
                    <a:pt x="6240580" y="2031036"/>
                  </a:lnTo>
                  <a:lnTo>
                    <a:pt x="6328475" y="2059642"/>
                  </a:lnTo>
                  <a:lnTo>
                    <a:pt x="6416371" y="2088248"/>
                  </a:lnTo>
                  <a:lnTo>
                    <a:pt x="6504266" y="2116854"/>
                  </a:lnTo>
                  <a:lnTo>
                    <a:pt x="6592162" y="2145461"/>
                  </a:lnTo>
                  <a:lnTo>
                    <a:pt x="6680057" y="2174067"/>
                  </a:lnTo>
                  <a:lnTo>
                    <a:pt x="6767953" y="2202673"/>
                  </a:lnTo>
                  <a:lnTo>
                    <a:pt x="6855848" y="2231279"/>
                  </a:lnTo>
                  <a:lnTo>
                    <a:pt x="6943744" y="2259885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979092" y="2573113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0" name="tx970"/>
            <p:cNvSpPr/>
            <p:nvPr/>
          </p:nvSpPr>
          <p:spPr>
            <a:xfrm>
              <a:off x="692708" y="5370779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692708" y="4661350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-150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692708" y="3951921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754887" y="324249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854283" y="253306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274025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462239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50453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838667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3812382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0" name="tx980"/>
            <p:cNvSpPr/>
            <p:nvPr/>
          </p:nvSpPr>
          <p:spPr>
            <a:xfrm rot="-5400000">
              <a:off x="-308058" y="3759743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979092" y="1669789"/>
              <a:ext cx="333262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vs Cockcroft-Gault eGFR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2026-09-28T16:57:43Z</dcterms:modified>
  <cp:category/>
</cp:coreProperties>
</file>