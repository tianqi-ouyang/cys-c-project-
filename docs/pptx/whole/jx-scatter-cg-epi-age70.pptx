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67" y="4242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8" y="32260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2349376" y="2900874"/>
              <a:ext cx="6267834" cy="1664287"/>
            </a:xfrm>
            <a:custGeom>
              <a:avLst/>
              <a:pathLst>
                <a:path w="6267834" h="1664287">
                  <a:moveTo>
                    <a:pt x="0" y="1565883"/>
                  </a:moveTo>
                  <a:lnTo>
                    <a:pt x="158321" y="1529316"/>
                  </a:lnTo>
                  <a:lnTo>
                    <a:pt x="316643" y="1492712"/>
                  </a:lnTo>
                  <a:lnTo>
                    <a:pt x="474965" y="1456067"/>
                  </a:lnTo>
                  <a:lnTo>
                    <a:pt x="633286" y="1419373"/>
                  </a:lnTo>
                  <a:lnTo>
                    <a:pt x="791608" y="1382619"/>
                  </a:lnTo>
                  <a:lnTo>
                    <a:pt x="949930" y="1345796"/>
                  </a:lnTo>
                  <a:lnTo>
                    <a:pt x="1108251" y="1308888"/>
                  </a:lnTo>
                  <a:lnTo>
                    <a:pt x="1266573" y="1271877"/>
                  </a:lnTo>
                  <a:lnTo>
                    <a:pt x="1424895" y="1234743"/>
                  </a:lnTo>
                  <a:lnTo>
                    <a:pt x="1583217" y="1197459"/>
                  </a:lnTo>
                  <a:lnTo>
                    <a:pt x="1741538" y="1159994"/>
                  </a:lnTo>
                  <a:lnTo>
                    <a:pt x="1899860" y="1122312"/>
                  </a:lnTo>
                  <a:lnTo>
                    <a:pt x="2058182" y="1084376"/>
                  </a:lnTo>
                  <a:lnTo>
                    <a:pt x="2216503" y="1046147"/>
                  </a:lnTo>
                  <a:lnTo>
                    <a:pt x="2374825" y="1007592"/>
                  </a:lnTo>
                  <a:lnTo>
                    <a:pt x="2533147" y="968688"/>
                  </a:lnTo>
                  <a:lnTo>
                    <a:pt x="2691468" y="929431"/>
                  </a:lnTo>
                  <a:lnTo>
                    <a:pt x="2849790" y="889828"/>
                  </a:lnTo>
                  <a:lnTo>
                    <a:pt x="3008112" y="849905"/>
                  </a:lnTo>
                  <a:lnTo>
                    <a:pt x="3166434" y="809696"/>
                  </a:lnTo>
                  <a:lnTo>
                    <a:pt x="3324755" y="769241"/>
                  </a:lnTo>
                  <a:lnTo>
                    <a:pt x="3483077" y="728576"/>
                  </a:lnTo>
                  <a:lnTo>
                    <a:pt x="3641399" y="687736"/>
                  </a:lnTo>
                  <a:lnTo>
                    <a:pt x="3799720" y="646752"/>
                  </a:lnTo>
                  <a:lnTo>
                    <a:pt x="3958042" y="605648"/>
                  </a:lnTo>
                  <a:lnTo>
                    <a:pt x="4116364" y="564446"/>
                  </a:lnTo>
                  <a:lnTo>
                    <a:pt x="4274685" y="523163"/>
                  </a:lnTo>
                  <a:lnTo>
                    <a:pt x="4433007" y="481811"/>
                  </a:lnTo>
                  <a:lnTo>
                    <a:pt x="4591329" y="440403"/>
                  </a:lnTo>
                  <a:lnTo>
                    <a:pt x="4749651" y="398947"/>
                  </a:lnTo>
                  <a:lnTo>
                    <a:pt x="4907972" y="357451"/>
                  </a:lnTo>
                  <a:lnTo>
                    <a:pt x="5066294" y="315920"/>
                  </a:lnTo>
                  <a:lnTo>
                    <a:pt x="5224616" y="274359"/>
                  </a:lnTo>
                  <a:lnTo>
                    <a:pt x="5382937" y="232773"/>
                  </a:lnTo>
                  <a:lnTo>
                    <a:pt x="5541259" y="191165"/>
                  </a:lnTo>
                  <a:lnTo>
                    <a:pt x="5699581" y="149537"/>
                  </a:lnTo>
                  <a:lnTo>
                    <a:pt x="5857902" y="107893"/>
                  </a:lnTo>
                  <a:lnTo>
                    <a:pt x="6016224" y="66233"/>
                  </a:lnTo>
                  <a:lnTo>
                    <a:pt x="6174546" y="24561"/>
                  </a:lnTo>
                  <a:lnTo>
                    <a:pt x="6267834" y="0"/>
                  </a:lnTo>
                  <a:lnTo>
                    <a:pt x="6267834" y="138548"/>
                  </a:lnTo>
                  <a:lnTo>
                    <a:pt x="6174546" y="160001"/>
                  </a:lnTo>
                  <a:lnTo>
                    <a:pt x="6016224" y="196421"/>
                  </a:lnTo>
                  <a:lnTo>
                    <a:pt x="5857902" y="232855"/>
                  </a:lnTo>
                  <a:lnTo>
                    <a:pt x="5699581" y="269303"/>
                  </a:lnTo>
                  <a:lnTo>
                    <a:pt x="5541259" y="305768"/>
                  </a:lnTo>
                  <a:lnTo>
                    <a:pt x="5382937" y="342252"/>
                  </a:lnTo>
                  <a:lnTo>
                    <a:pt x="5224616" y="378758"/>
                  </a:lnTo>
                  <a:lnTo>
                    <a:pt x="5066294" y="415290"/>
                  </a:lnTo>
                  <a:lnTo>
                    <a:pt x="4907972" y="451852"/>
                  </a:lnTo>
                  <a:lnTo>
                    <a:pt x="4749651" y="488448"/>
                  </a:lnTo>
                  <a:lnTo>
                    <a:pt x="4591329" y="525084"/>
                  </a:lnTo>
                  <a:lnTo>
                    <a:pt x="4433007" y="561768"/>
                  </a:lnTo>
                  <a:lnTo>
                    <a:pt x="4274685" y="598510"/>
                  </a:lnTo>
                  <a:lnTo>
                    <a:pt x="4116364" y="635319"/>
                  </a:lnTo>
                  <a:lnTo>
                    <a:pt x="3958042" y="672209"/>
                  </a:lnTo>
                  <a:lnTo>
                    <a:pt x="3799720" y="709198"/>
                  </a:lnTo>
                  <a:lnTo>
                    <a:pt x="3641399" y="746307"/>
                  </a:lnTo>
                  <a:lnTo>
                    <a:pt x="3483077" y="783560"/>
                  </a:lnTo>
                  <a:lnTo>
                    <a:pt x="3324755" y="820987"/>
                  </a:lnTo>
                  <a:lnTo>
                    <a:pt x="3166434" y="858624"/>
                  </a:lnTo>
                  <a:lnTo>
                    <a:pt x="3008112" y="896508"/>
                  </a:lnTo>
                  <a:lnTo>
                    <a:pt x="2849790" y="934677"/>
                  </a:lnTo>
                  <a:lnTo>
                    <a:pt x="2691468" y="973167"/>
                  </a:lnTo>
                  <a:lnTo>
                    <a:pt x="2533147" y="1012002"/>
                  </a:lnTo>
                  <a:lnTo>
                    <a:pt x="2374825" y="1051191"/>
                  </a:lnTo>
                  <a:lnTo>
                    <a:pt x="2216503" y="1090729"/>
                  </a:lnTo>
                  <a:lnTo>
                    <a:pt x="2058182" y="1130592"/>
                  </a:lnTo>
                  <a:lnTo>
                    <a:pt x="1899860" y="1170748"/>
                  </a:lnTo>
                  <a:lnTo>
                    <a:pt x="1741538" y="1211159"/>
                  </a:lnTo>
                  <a:lnTo>
                    <a:pt x="1583217" y="1251787"/>
                  </a:lnTo>
                  <a:lnTo>
                    <a:pt x="1424895" y="1292595"/>
                  </a:lnTo>
                  <a:lnTo>
                    <a:pt x="1266573" y="1333553"/>
                  </a:lnTo>
                  <a:lnTo>
                    <a:pt x="1108251" y="1374636"/>
                  </a:lnTo>
                  <a:lnTo>
                    <a:pt x="949930" y="1415820"/>
                  </a:lnTo>
                  <a:lnTo>
                    <a:pt x="791608" y="1457089"/>
                  </a:lnTo>
                  <a:lnTo>
                    <a:pt x="633286" y="1498428"/>
                  </a:lnTo>
                  <a:lnTo>
                    <a:pt x="474965" y="1539826"/>
                  </a:lnTo>
                  <a:lnTo>
                    <a:pt x="316643" y="1581273"/>
                  </a:lnTo>
                  <a:lnTo>
                    <a:pt x="158321" y="1622763"/>
                  </a:lnTo>
                  <a:lnTo>
                    <a:pt x="0" y="1664287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2349376" y="2900874"/>
              <a:ext cx="6267834" cy="1565883"/>
            </a:xfrm>
            <a:custGeom>
              <a:avLst/>
              <a:pathLst>
                <a:path w="6267834" h="1565883">
                  <a:moveTo>
                    <a:pt x="0" y="1565883"/>
                  </a:moveTo>
                  <a:lnTo>
                    <a:pt x="158321" y="1529316"/>
                  </a:lnTo>
                  <a:lnTo>
                    <a:pt x="316643" y="1492712"/>
                  </a:lnTo>
                  <a:lnTo>
                    <a:pt x="474965" y="1456067"/>
                  </a:lnTo>
                  <a:lnTo>
                    <a:pt x="633286" y="1419373"/>
                  </a:lnTo>
                  <a:lnTo>
                    <a:pt x="791608" y="1382619"/>
                  </a:lnTo>
                  <a:lnTo>
                    <a:pt x="949930" y="1345796"/>
                  </a:lnTo>
                  <a:lnTo>
                    <a:pt x="1108251" y="1308888"/>
                  </a:lnTo>
                  <a:lnTo>
                    <a:pt x="1266573" y="1271877"/>
                  </a:lnTo>
                  <a:lnTo>
                    <a:pt x="1424895" y="1234743"/>
                  </a:lnTo>
                  <a:lnTo>
                    <a:pt x="1583217" y="1197459"/>
                  </a:lnTo>
                  <a:lnTo>
                    <a:pt x="1741538" y="1159994"/>
                  </a:lnTo>
                  <a:lnTo>
                    <a:pt x="1899860" y="1122312"/>
                  </a:lnTo>
                  <a:lnTo>
                    <a:pt x="2058182" y="1084376"/>
                  </a:lnTo>
                  <a:lnTo>
                    <a:pt x="2216503" y="1046147"/>
                  </a:lnTo>
                  <a:lnTo>
                    <a:pt x="2374825" y="1007592"/>
                  </a:lnTo>
                  <a:lnTo>
                    <a:pt x="2533147" y="968688"/>
                  </a:lnTo>
                  <a:lnTo>
                    <a:pt x="2691468" y="929431"/>
                  </a:lnTo>
                  <a:lnTo>
                    <a:pt x="2849790" y="889828"/>
                  </a:lnTo>
                  <a:lnTo>
                    <a:pt x="3008112" y="849905"/>
                  </a:lnTo>
                  <a:lnTo>
                    <a:pt x="3166434" y="809696"/>
                  </a:lnTo>
                  <a:lnTo>
                    <a:pt x="3324755" y="769241"/>
                  </a:lnTo>
                  <a:lnTo>
                    <a:pt x="3483077" y="728576"/>
                  </a:lnTo>
                  <a:lnTo>
                    <a:pt x="3641399" y="687736"/>
                  </a:lnTo>
                  <a:lnTo>
                    <a:pt x="3799720" y="646752"/>
                  </a:lnTo>
                  <a:lnTo>
                    <a:pt x="3958042" y="605648"/>
                  </a:lnTo>
                  <a:lnTo>
                    <a:pt x="4116364" y="564446"/>
                  </a:lnTo>
                  <a:lnTo>
                    <a:pt x="4274685" y="523163"/>
                  </a:lnTo>
                  <a:lnTo>
                    <a:pt x="4433007" y="481811"/>
                  </a:lnTo>
                  <a:lnTo>
                    <a:pt x="4591329" y="440403"/>
                  </a:lnTo>
                  <a:lnTo>
                    <a:pt x="4749651" y="398947"/>
                  </a:lnTo>
                  <a:lnTo>
                    <a:pt x="4907972" y="357451"/>
                  </a:lnTo>
                  <a:lnTo>
                    <a:pt x="5066294" y="315920"/>
                  </a:lnTo>
                  <a:lnTo>
                    <a:pt x="5224616" y="274359"/>
                  </a:lnTo>
                  <a:lnTo>
                    <a:pt x="5382937" y="232773"/>
                  </a:lnTo>
                  <a:lnTo>
                    <a:pt x="5541259" y="191165"/>
                  </a:lnTo>
                  <a:lnTo>
                    <a:pt x="5699581" y="149537"/>
                  </a:lnTo>
                  <a:lnTo>
                    <a:pt x="5857902" y="107893"/>
                  </a:lnTo>
                  <a:lnTo>
                    <a:pt x="6016224" y="66233"/>
                  </a:lnTo>
                  <a:lnTo>
                    <a:pt x="6174546" y="24561"/>
                  </a:lnTo>
                  <a:lnTo>
                    <a:pt x="626783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2349376" y="3039423"/>
              <a:ext cx="6267834" cy="1525739"/>
            </a:xfrm>
            <a:custGeom>
              <a:avLst/>
              <a:pathLst>
                <a:path w="6267834" h="1525739">
                  <a:moveTo>
                    <a:pt x="6267834" y="0"/>
                  </a:moveTo>
                  <a:lnTo>
                    <a:pt x="6174546" y="21452"/>
                  </a:lnTo>
                  <a:lnTo>
                    <a:pt x="6016224" y="57873"/>
                  </a:lnTo>
                  <a:lnTo>
                    <a:pt x="5857902" y="94306"/>
                  </a:lnTo>
                  <a:lnTo>
                    <a:pt x="5699581" y="130754"/>
                  </a:lnTo>
                  <a:lnTo>
                    <a:pt x="5541259" y="167219"/>
                  </a:lnTo>
                  <a:lnTo>
                    <a:pt x="5382937" y="203703"/>
                  </a:lnTo>
                  <a:lnTo>
                    <a:pt x="5224616" y="240210"/>
                  </a:lnTo>
                  <a:lnTo>
                    <a:pt x="5066294" y="276741"/>
                  </a:lnTo>
                  <a:lnTo>
                    <a:pt x="4907972" y="313303"/>
                  </a:lnTo>
                  <a:lnTo>
                    <a:pt x="4749651" y="349899"/>
                  </a:lnTo>
                  <a:lnTo>
                    <a:pt x="4591329" y="386535"/>
                  </a:lnTo>
                  <a:lnTo>
                    <a:pt x="4433007" y="423220"/>
                  </a:lnTo>
                  <a:lnTo>
                    <a:pt x="4274685" y="459961"/>
                  </a:lnTo>
                  <a:lnTo>
                    <a:pt x="4116364" y="496770"/>
                  </a:lnTo>
                  <a:lnTo>
                    <a:pt x="3958042" y="533660"/>
                  </a:lnTo>
                  <a:lnTo>
                    <a:pt x="3799720" y="570650"/>
                  </a:lnTo>
                  <a:lnTo>
                    <a:pt x="3641399" y="607758"/>
                  </a:lnTo>
                  <a:lnTo>
                    <a:pt x="3483077" y="645011"/>
                  </a:lnTo>
                  <a:lnTo>
                    <a:pt x="3324755" y="682438"/>
                  </a:lnTo>
                  <a:lnTo>
                    <a:pt x="3166434" y="720075"/>
                  </a:lnTo>
                  <a:lnTo>
                    <a:pt x="3008112" y="757959"/>
                  </a:lnTo>
                  <a:lnTo>
                    <a:pt x="2849790" y="796129"/>
                  </a:lnTo>
                  <a:lnTo>
                    <a:pt x="2691468" y="834618"/>
                  </a:lnTo>
                  <a:lnTo>
                    <a:pt x="2533147" y="873453"/>
                  </a:lnTo>
                  <a:lnTo>
                    <a:pt x="2374825" y="912643"/>
                  </a:lnTo>
                  <a:lnTo>
                    <a:pt x="2216503" y="952180"/>
                  </a:lnTo>
                  <a:lnTo>
                    <a:pt x="2058182" y="992043"/>
                  </a:lnTo>
                  <a:lnTo>
                    <a:pt x="1899860" y="1032200"/>
                  </a:lnTo>
                  <a:lnTo>
                    <a:pt x="1741538" y="1072611"/>
                  </a:lnTo>
                  <a:lnTo>
                    <a:pt x="1583217" y="1113238"/>
                  </a:lnTo>
                  <a:lnTo>
                    <a:pt x="1424895" y="1154046"/>
                  </a:lnTo>
                  <a:lnTo>
                    <a:pt x="1266573" y="1195005"/>
                  </a:lnTo>
                  <a:lnTo>
                    <a:pt x="1108251" y="1236087"/>
                  </a:lnTo>
                  <a:lnTo>
                    <a:pt x="949930" y="1277271"/>
                  </a:lnTo>
                  <a:lnTo>
                    <a:pt x="791608" y="1318540"/>
                  </a:lnTo>
                  <a:lnTo>
                    <a:pt x="633286" y="1359879"/>
                  </a:lnTo>
                  <a:lnTo>
                    <a:pt x="474965" y="1401277"/>
                  </a:lnTo>
                  <a:lnTo>
                    <a:pt x="316643" y="1442725"/>
                  </a:lnTo>
                  <a:lnTo>
                    <a:pt x="158321" y="1484214"/>
                  </a:lnTo>
                  <a:lnTo>
                    <a:pt x="0" y="15257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2349376" y="2970149"/>
              <a:ext cx="6267834" cy="1545811"/>
            </a:xfrm>
            <a:custGeom>
              <a:avLst/>
              <a:pathLst>
                <a:path w="6267834" h="1545811">
                  <a:moveTo>
                    <a:pt x="0" y="1545811"/>
                  </a:moveTo>
                  <a:lnTo>
                    <a:pt x="158321" y="1506765"/>
                  </a:lnTo>
                  <a:lnTo>
                    <a:pt x="316643" y="1467718"/>
                  </a:lnTo>
                  <a:lnTo>
                    <a:pt x="474965" y="1428672"/>
                  </a:lnTo>
                  <a:lnTo>
                    <a:pt x="633286" y="1389626"/>
                  </a:lnTo>
                  <a:lnTo>
                    <a:pt x="791608" y="1350580"/>
                  </a:lnTo>
                  <a:lnTo>
                    <a:pt x="949930" y="1311533"/>
                  </a:lnTo>
                  <a:lnTo>
                    <a:pt x="1108251" y="1272487"/>
                  </a:lnTo>
                  <a:lnTo>
                    <a:pt x="1266573" y="1233441"/>
                  </a:lnTo>
                  <a:lnTo>
                    <a:pt x="1424895" y="1194395"/>
                  </a:lnTo>
                  <a:lnTo>
                    <a:pt x="1583217" y="1155348"/>
                  </a:lnTo>
                  <a:lnTo>
                    <a:pt x="1741538" y="1116302"/>
                  </a:lnTo>
                  <a:lnTo>
                    <a:pt x="1899860" y="1077256"/>
                  </a:lnTo>
                  <a:lnTo>
                    <a:pt x="2058182" y="1038210"/>
                  </a:lnTo>
                  <a:lnTo>
                    <a:pt x="2216503" y="999163"/>
                  </a:lnTo>
                  <a:lnTo>
                    <a:pt x="2374825" y="960117"/>
                  </a:lnTo>
                  <a:lnTo>
                    <a:pt x="2533147" y="921071"/>
                  </a:lnTo>
                  <a:lnTo>
                    <a:pt x="2691468" y="882024"/>
                  </a:lnTo>
                  <a:lnTo>
                    <a:pt x="2849790" y="842978"/>
                  </a:lnTo>
                  <a:lnTo>
                    <a:pt x="3008112" y="803932"/>
                  </a:lnTo>
                  <a:lnTo>
                    <a:pt x="3166434" y="764886"/>
                  </a:lnTo>
                  <a:lnTo>
                    <a:pt x="3324755" y="725839"/>
                  </a:lnTo>
                  <a:lnTo>
                    <a:pt x="3483077" y="686793"/>
                  </a:lnTo>
                  <a:lnTo>
                    <a:pt x="3641399" y="647747"/>
                  </a:lnTo>
                  <a:lnTo>
                    <a:pt x="3799720" y="608701"/>
                  </a:lnTo>
                  <a:lnTo>
                    <a:pt x="3958042" y="569654"/>
                  </a:lnTo>
                  <a:lnTo>
                    <a:pt x="4116364" y="530608"/>
                  </a:lnTo>
                  <a:lnTo>
                    <a:pt x="4274685" y="491562"/>
                  </a:lnTo>
                  <a:lnTo>
                    <a:pt x="4433007" y="452516"/>
                  </a:lnTo>
                  <a:lnTo>
                    <a:pt x="4591329" y="413469"/>
                  </a:lnTo>
                  <a:lnTo>
                    <a:pt x="4749651" y="374423"/>
                  </a:lnTo>
                  <a:lnTo>
                    <a:pt x="4907972" y="335377"/>
                  </a:lnTo>
                  <a:lnTo>
                    <a:pt x="5066294" y="296331"/>
                  </a:lnTo>
                  <a:lnTo>
                    <a:pt x="5224616" y="257284"/>
                  </a:lnTo>
                  <a:lnTo>
                    <a:pt x="5382937" y="218238"/>
                  </a:lnTo>
                  <a:lnTo>
                    <a:pt x="5541259" y="179192"/>
                  </a:lnTo>
                  <a:lnTo>
                    <a:pt x="5699581" y="140145"/>
                  </a:lnTo>
                  <a:lnTo>
                    <a:pt x="5857902" y="101099"/>
                  </a:lnTo>
                  <a:lnTo>
                    <a:pt x="6016224" y="62053"/>
                  </a:lnTo>
                  <a:lnTo>
                    <a:pt x="6174546" y="23007"/>
                  </a:lnTo>
                  <a:lnTo>
                    <a:pt x="6267834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1985667" y="2603546"/>
              <a:ext cx="5970104" cy="2372748"/>
            </a:xfrm>
            <a:custGeom>
              <a:avLst/>
              <a:pathLst>
                <a:path w="5970104" h="2372748">
                  <a:moveTo>
                    <a:pt x="0" y="2256621"/>
                  </a:moveTo>
                  <a:lnTo>
                    <a:pt x="75570" y="2231139"/>
                  </a:lnTo>
                  <a:lnTo>
                    <a:pt x="151141" y="2205639"/>
                  </a:lnTo>
                  <a:lnTo>
                    <a:pt x="226712" y="2180119"/>
                  </a:lnTo>
                  <a:lnTo>
                    <a:pt x="302283" y="2154576"/>
                  </a:lnTo>
                  <a:lnTo>
                    <a:pt x="377854" y="2129008"/>
                  </a:lnTo>
                  <a:lnTo>
                    <a:pt x="453425" y="2103411"/>
                  </a:lnTo>
                  <a:lnTo>
                    <a:pt x="528996" y="2077781"/>
                  </a:lnTo>
                  <a:lnTo>
                    <a:pt x="604567" y="2052113"/>
                  </a:lnTo>
                  <a:lnTo>
                    <a:pt x="680138" y="2026401"/>
                  </a:lnTo>
                  <a:lnTo>
                    <a:pt x="755709" y="2000641"/>
                  </a:lnTo>
                  <a:lnTo>
                    <a:pt x="831280" y="1974823"/>
                  </a:lnTo>
                  <a:lnTo>
                    <a:pt x="906851" y="1948938"/>
                  </a:lnTo>
                  <a:lnTo>
                    <a:pt x="982422" y="1922978"/>
                  </a:lnTo>
                  <a:lnTo>
                    <a:pt x="1057993" y="1896929"/>
                  </a:lnTo>
                  <a:lnTo>
                    <a:pt x="1133564" y="1870777"/>
                  </a:lnTo>
                  <a:lnTo>
                    <a:pt x="1209135" y="1844507"/>
                  </a:lnTo>
                  <a:lnTo>
                    <a:pt x="1284706" y="1818103"/>
                  </a:lnTo>
                  <a:lnTo>
                    <a:pt x="1360277" y="1791544"/>
                  </a:lnTo>
                  <a:lnTo>
                    <a:pt x="1435847" y="1764812"/>
                  </a:lnTo>
                  <a:lnTo>
                    <a:pt x="1511418" y="1737890"/>
                  </a:lnTo>
                  <a:lnTo>
                    <a:pt x="1586989" y="1710760"/>
                  </a:lnTo>
                  <a:lnTo>
                    <a:pt x="1662560" y="1683410"/>
                  </a:lnTo>
                  <a:lnTo>
                    <a:pt x="1738131" y="1655834"/>
                  </a:lnTo>
                  <a:lnTo>
                    <a:pt x="1813702" y="1628031"/>
                  </a:lnTo>
                  <a:lnTo>
                    <a:pt x="1889273" y="1600005"/>
                  </a:lnTo>
                  <a:lnTo>
                    <a:pt x="1964844" y="1571770"/>
                  </a:lnTo>
                  <a:lnTo>
                    <a:pt x="2040415" y="1543338"/>
                  </a:lnTo>
                  <a:lnTo>
                    <a:pt x="2115986" y="1514730"/>
                  </a:lnTo>
                  <a:lnTo>
                    <a:pt x="2191557" y="1485963"/>
                  </a:lnTo>
                  <a:lnTo>
                    <a:pt x="2267128" y="1457056"/>
                  </a:lnTo>
                  <a:lnTo>
                    <a:pt x="2342699" y="1428027"/>
                  </a:lnTo>
                  <a:lnTo>
                    <a:pt x="2418270" y="1398892"/>
                  </a:lnTo>
                  <a:lnTo>
                    <a:pt x="2493841" y="1369666"/>
                  </a:lnTo>
                  <a:lnTo>
                    <a:pt x="2569412" y="1340360"/>
                  </a:lnTo>
                  <a:lnTo>
                    <a:pt x="2644983" y="1310986"/>
                  </a:lnTo>
                  <a:lnTo>
                    <a:pt x="2720554" y="1281552"/>
                  </a:lnTo>
                  <a:lnTo>
                    <a:pt x="2796124" y="1252067"/>
                  </a:lnTo>
                  <a:lnTo>
                    <a:pt x="2871695" y="1222537"/>
                  </a:lnTo>
                  <a:lnTo>
                    <a:pt x="2947266" y="1192969"/>
                  </a:lnTo>
                  <a:lnTo>
                    <a:pt x="3022837" y="1163366"/>
                  </a:lnTo>
                  <a:lnTo>
                    <a:pt x="3098408" y="1133734"/>
                  </a:lnTo>
                  <a:lnTo>
                    <a:pt x="3173979" y="1104075"/>
                  </a:lnTo>
                  <a:lnTo>
                    <a:pt x="3249550" y="1074392"/>
                  </a:lnTo>
                  <a:lnTo>
                    <a:pt x="3325121" y="1044689"/>
                  </a:lnTo>
                  <a:lnTo>
                    <a:pt x="3400692" y="1014968"/>
                  </a:lnTo>
                  <a:lnTo>
                    <a:pt x="3476263" y="985230"/>
                  </a:lnTo>
                  <a:lnTo>
                    <a:pt x="3551834" y="955477"/>
                  </a:lnTo>
                  <a:lnTo>
                    <a:pt x="3627405" y="925711"/>
                  </a:lnTo>
                  <a:lnTo>
                    <a:pt x="3702976" y="895933"/>
                  </a:lnTo>
                  <a:lnTo>
                    <a:pt x="3778547" y="866144"/>
                  </a:lnTo>
                  <a:lnTo>
                    <a:pt x="3854118" y="836346"/>
                  </a:lnTo>
                  <a:lnTo>
                    <a:pt x="3929689" y="806538"/>
                  </a:lnTo>
                  <a:lnTo>
                    <a:pt x="4005260" y="776723"/>
                  </a:lnTo>
                  <a:lnTo>
                    <a:pt x="4080831" y="746899"/>
                  </a:lnTo>
                  <a:lnTo>
                    <a:pt x="4156401" y="717069"/>
                  </a:lnTo>
                  <a:lnTo>
                    <a:pt x="4231972" y="687233"/>
                  </a:lnTo>
                  <a:lnTo>
                    <a:pt x="4307543" y="657391"/>
                  </a:lnTo>
                  <a:lnTo>
                    <a:pt x="4383114" y="627544"/>
                  </a:lnTo>
                  <a:lnTo>
                    <a:pt x="4458685" y="597692"/>
                  </a:lnTo>
                  <a:lnTo>
                    <a:pt x="4534256" y="567835"/>
                  </a:lnTo>
                  <a:lnTo>
                    <a:pt x="4609827" y="537974"/>
                  </a:lnTo>
                  <a:lnTo>
                    <a:pt x="4685398" y="508109"/>
                  </a:lnTo>
                  <a:lnTo>
                    <a:pt x="4760969" y="478240"/>
                  </a:lnTo>
                  <a:lnTo>
                    <a:pt x="4836540" y="448368"/>
                  </a:lnTo>
                  <a:lnTo>
                    <a:pt x="4912111" y="418493"/>
                  </a:lnTo>
                  <a:lnTo>
                    <a:pt x="4987682" y="388615"/>
                  </a:lnTo>
                  <a:lnTo>
                    <a:pt x="5063253" y="358734"/>
                  </a:lnTo>
                  <a:lnTo>
                    <a:pt x="5138824" y="328851"/>
                  </a:lnTo>
                  <a:lnTo>
                    <a:pt x="5214395" y="298965"/>
                  </a:lnTo>
                  <a:lnTo>
                    <a:pt x="5289966" y="269077"/>
                  </a:lnTo>
                  <a:lnTo>
                    <a:pt x="5365537" y="239186"/>
                  </a:lnTo>
                  <a:lnTo>
                    <a:pt x="5441108" y="209294"/>
                  </a:lnTo>
                  <a:lnTo>
                    <a:pt x="5516678" y="179400"/>
                  </a:lnTo>
                  <a:lnTo>
                    <a:pt x="5592249" y="149504"/>
                  </a:lnTo>
                  <a:lnTo>
                    <a:pt x="5667820" y="119606"/>
                  </a:lnTo>
                  <a:lnTo>
                    <a:pt x="5743391" y="89707"/>
                  </a:lnTo>
                  <a:lnTo>
                    <a:pt x="5818962" y="59806"/>
                  </a:lnTo>
                  <a:lnTo>
                    <a:pt x="5894533" y="29903"/>
                  </a:lnTo>
                  <a:lnTo>
                    <a:pt x="5970104" y="0"/>
                  </a:lnTo>
                  <a:lnTo>
                    <a:pt x="5970104" y="267970"/>
                  </a:lnTo>
                  <a:lnTo>
                    <a:pt x="5894533" y="293274"/>
                  </a:lnTo>
                  <a:lnTo>
                    <a:pt x="5818962" y="318579"/>
                  </a:lnTo>
                  <a:lnTo>
                    <a:pt x="5743391" y="343886"/>
                  </a:lnTo>
                  <a:lnTo>
                    <a:pt x="5667820" y="369194"/>
                  </a:lnTo>
                  <a:lnTo>
                    <a:pt x="5592249" y="394504"/>
                  </a:lnTo>
                  <a:lnTo>
                    <a:pt x="5516678" y="419815"/>
                  </a:lnTo>
                  <a:lnTo>
                    <a:pt x="5441108" y="445129"/>
                  </a:lnTo>
                  <a:lnTo>
                    <a:pt x="5365537" y="470444"/>
                  </a:lnTo>
                  <a:lnTo>
                    <a:pt x="5289966" y="495761"/>
                  </a:lnTo>
                  <a:lnTo>
                    <a:pt x="5214395" y="521081"/>
                  </a:lnTo>
                  <a:lnTo>
                    <a:pt x="5138824" y="546402"/>
                  </a:lnTo>
                  <a:lnTo>
                    <a:pt x="5063253" y="571726"/>
                  </a:lnTo>
                  <a:lnTo>
                    <a:pt x="4987682" y="597053"/>
                  </a:lnTo>
                  <a:lnTo>
                    <a:pt x="4912111" y="622383"/>
                  </a:lnTo>
                  <a:lnTo>
                    <a:pt x="4836540" y="647715"/>
                  </a:lnTo>
                  <a:lnTo>
                    <a:pt x="4760969" y="673051"/>
                  </a:lnTo>
                  <a:lnTo>
                    <a:pt x="4685398" y="698390"/>
                  </a:lnTo>
                  <a:lnTo>
                    <a:pt x="4609827" y="723733"/>
                  </a:lnTo>
                  <a:lnTo>
                    <a:pt x="4534256" y="749079"/>
                  </a:lnTo>
                  <a:lnTo>
                    <a:pt x="4458685" y="774430"/>
                  </a:lnTo>
                  <a:lnTo>
                    <a:pt x="4383114" y="799785"/>
                  </a:lnTo>
                  <a:lnTo>
                    <a:pt x="4307543" y="825146"/>
                  </a:lnTo>
                  <a:lnTo>
                    <a:pt x="4231972" y="850511"/>
                  </a:lnTo>
                  <a:lnTo>
                    <a:pt x="4156401" y="875882"/>
                  </a:lnTo>
                  <a:lnTo>
                    <a:pt x="4080831" y="901260"/>
                  </a:lnTo>
                  <a:lnTo>
                    <a:pt x="4005260" y="926644"/>
                  </a:lnTo>
                  <a:lnTo>
                    <a:pt x="3929689" y="952036"/>
                  </a:lnTo>
                  <a:lnTo>
                    <a:pt x="3854118" y="977436"/>
                  </a:lnTo>
                  <a:lnTo>
                    <a:pt x="3778547" y="1002845"/>
                  </a:lnTo>
                  <a:lnTo>
                    <a:pt x="3702976" y="1028264"/>
                  </a:lnTo>
                  <a:lnTo>
                    <a:pt x="3627405" y="1053694"/>
                  </a:lnTo>
                  <a:lnTo>
                    <a:pt x="3551834" y="1079135"/>
                  </a:lnTo>
                  <a:lnTo>
                    <a:pt x="3476263" y="1104590"/>
                  </a:lnTo>
                  <a:lnTo>
                    <a:pt x="3400692" y="1130060"/>
                  </a:lnTo>
                  <a:lnTo>
                    <a:pt x="3325121" y="1155546"/>
                  </a:lnTo>
                  <a:lnTo>
                    <a:pt x="3249550" y="1181051"/>
                  </a:lnTo>
                  <a:lnTo>
                    <a:pt x="3173979" y="1206576"/>
                  </a:lnTo>
                  <a:lnTo>
                    <a:pt x="3098408" y="1232125"/>
                  </a:lnTo>
                  <a:lnTo>
                    <a:pt x="3022837" y="1257700"/>
                  </a:lnTo>
                  <a:lnTo>
                    <a:pt x="2947266" y="1283305"/>
                  </a:lnTo>
                  <a:lnTo>
                    <a:pt x="2871695" y="1308944"/>
                  </a:lnTo>
                  <a:lnTo>
                    <a:pt x="2796124" y="1334621"/>
                  </a:lnTo>
                  <a:lnTo>
                    <a:pt x="2720554" y="1360344"/>
                  </a:lnTo>
                  <a:lnTo>
                    <a:pt x="2644983" y="1386118"/>
                  </a:lnTo>
                  <a:lnTo>
                    <a:pt x="2569412" y="1411951"/>
                  </a:lnTo>
                  <a:lnTo>
                    <a:pt x="2493841" y="1437853"/>
                  </a:lnTo>
                  <a:lnTo>
                    <a:pt x="2418270" y="1463834"/>
                  </a:lnTo>
                  <a:lnTo>
                    <a:pt x="2342699" y="1489907"/>
                  </a:lnTo>
                  <a:lnTo>
                    <a:pt x="2267128" y="1516086"/>
                  </a:lnTo>
                  <a:lnTo>
                    <a:pt x="2191557" y="1542386"/>
                  </a:lnTo>
                  <a:lnTo>
                    <a:pt x="2115986" y="1568827"/>
                  </a:lnTo>
                  <a:lnTo>
                    <a:pt x="2040415" y="1595426"/>
                  </a:lnTo>
                  <a:lnTo>
                    <a:pt x="1964844" y="1622202"/>
                  </a:lnTo>
                  <a:lnTo>
                    <a:pt x="1889273" y="1649174"/>
                  </a:lnTo>
                  <a:lnTo>
                    <a:pt x="1813702" y="1676357"/>
                  </a:lnTo>
                  <a:lnTo>
                    <a:pt x="1738131" y="1703761"/>
                  </a:lnTo>
                  <a:lnTo>
                    <a:pt x="1662560" y="1731392"/>
                  </a:lnTo>
                  <a:lnTo>
                    <a:pt x="1586989" y="1759250"/>
                  </a:lnTo>
                  <a:lnTo>
                    <a:pt x="1511418" y="1787328"/>
                  </a:lnTo>
                  <a:lnTo>
                    <a:pt x="1435847" y="1815613"/>
                  </a:lnTo>
                  <a:lnTo>
                    <a:pt x="1360277" y="1844089"/>
                  </a:lnTo>
                  <a:lnTo>
                    <a:pt x="1284706" y="1872738"/>
                  </a:lnTo>
                  <a:lnTo>
                    <a:pt x="1209135" y="1901540"/>
                  </a:lnTo>
                  <a:lnTo>
                    <a:pt x="1133564" y="1930479"/>
                  </a:lnTo>
                  <a:lnTo>
                    <a:pt x="1057993" y="1959535"/>
                  </a:lnTo>
                  <a:lnTo>
                    <a:pt x="982422" y="1988693"/>
                  </a:lnTo>
                  <a:lnTo>
                    <a:pt x="906851" y="2017940"/>
                  </a:lnTo>
                  <a:lnTo>
                    <a:pt x="831280" y="2047263"/>
                  </a:lnTo>
                  <a:lnTo>
                    <a:pt x="755709" y="2076653"/>
                  </a:lnTo>
                  <a:lnTo>
                    <a:pt x="680138" y="2106100"/>
                  </a:lnTo>
                  <a:lnTo>
                    <a:pt x="604567" y="2135596"/>
                  </a:lnTo>
                  <a:lnTo>
                    <a:pt x="528996" y="2165136"/>
                  </a:lnTo>
                  <a:lnTo>
                    <a:pt x="453425" y="2194713"/>
                  </a:lnTo>
                  <a:lnTo>
                    <a:pt x="377854" y="2224323"/>
                  </a:lnTo>
                  <a:lnTo>
                    <a:pt x="302283" y="2253963"/>
                  </a:lnTo>
                  <a:lnTo>
                    <a:pt x="226712" y="2283628"/>
                  </a:lnTo>
                  <a:lnTo>
                    <a:pt x="151141" y="2313315"/>
                  </a:lnTo>
                  <a:lnTo>
                    <a:pt x="75570" y="2343023"/>
                  </a:lnTo>
                  <a:lnTo>
                    <a:pt x="0" y="2372748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1985667" y="2603546"/>
              <a:ext cx="5970104" cy="2256621"/>
            </a:xfrm>
            <a:custGeom>
              <a:avLst/>
              <a:pathLst>
                <a:path w="5970104" h="2256621">
                  <a:moveTo>
                    <a:pt x="0" y="2256621"/>
                  </a:moveTo>
                  <a:lnTo>
                    <a:pt x="75570" y="2231139"/>
                  </a:lnTo>
                  <a:lnTo>
                    <a:pt x="151141" y="2205639"/>
                  </a:lnTo>
                  <a:lnTo>
                    <a:pt x="226712" y="2180119"/>
                  </a:lnTo>
                  <a:lnTo>
                    <a:pt x="302283" y="2154576"/>
                  </a:lnTo>
                  <a:lnTo>
                    <a:pt x="377854" y="2129008"/>
                  </a:lnTo>
                  <a:lnTo>
                    <a:pt x="453425" y="2103411"/>
                  </a:lnTo>
                  <a:lnTo>
                    <a:pt x="528996" y="2077781"/>
                  </a:lnTo>
                  <a:lnTo>
                    <a:pt x="604567" y="2052113"/>
                  </a:lnTo>
                  <a:lnTo>
                    <a:pt x="680138" y="2026401"/>
                  </a:lnTo>
                  <a:lnTo>
                    <a:pt x="755709" y="2000641"/>
                  </a:lnTo>
                  <a:lnTo>
                    <a:pt x="831280" y="1974823"/>
                  </a:lnTo>
                  <a:lnTo>
                    <a:pt x="906851" y="1948938"/>
                  </a:lnTo>
                  <a:lnTo>
                    <a:pt x="982422" y="1922978"/>
                  </a:lnTo>
                  <a:lnTo>
                    <a:pt x="1057993" y="1896929"/>
                  </a:lnTo>
                  <a:lnTo>
                    <a:pt x="1133564" y="1870777"/>
                  </a:lnTo>
                  <a:lnTo>
                    <a:pt x="1209135" y="1844507"/>
                  </a:lnTo>
                  <a:lnTo>
                    <a:pt x="1284706" y="1818103"/>
                  </a:lnTo>
                  <a:lnTo>
                    <a:pt x="1360277" y="1791544"/>
                  </a:lnTo>
                  <a:lnTo>
                    <a:pt x="1435847" y="1764812"/>
                  </a:lnTo>
                  <a:lnTo>
                    <a:pt x="1511418" y="1737890"/>
                  </a:lnTo>
                  <a:lnTo>
                    <a:pt x="1586989" y="1710760"/>
                  </a:lnTo>
                  <a:lnTo>
                    <a:pt x="1662560" y="1683410"/>
                  </a:lnTo>
                  <a:lnTo>
                    <a:pt x="1738131" y="1655834"/>
                  </a:lnTo>
                  <a:lnTo>
                    <a:pt x="1813702" y="1628031"/>
                  </a:lnTo>
                  <a:lnTo>
                    <a:pt x="1889273" y="1600005"/>
                  </a:lnTo>
                  <a:lnTo>
                    <a:pt x="1964844" y="1571770"/>
                  </a:lnTo>
                  <a:lnTo>
                    <a:pt x="2040415" y="1543338"/>
                  </a:lnTo>
                  <a:lnTo>
                    <a:pt x="2115986" y="1514730"/>
                  </a:lnTo>
                  <a:lnTo>
                    <a:pt x="2191557" y="1485963"/>
                  </a:lnTo>
                  <a:lnTo>
                    <a:pt x="2267128" y="1457056"/>
                  </a:lnTo>
                  <a:lnTo>
                    <a:pt x="2342699" y="1428027"/>
                  </a:lnTo>
                  <a:lnTo>
                    <a:pt x="2418270" y="1398892"/>
                  </a:lnTo>
                  <a:lnTo>
                    <a:pt x="2493841" y="1369666"/>
                  </a:lnTo>
                  <a:lnTo>
                    <a:pt x="2569412" y="1340360"/>
                  </a:lnTo>
                  <a:lnTo>
                    <a:pt x="2644983" y="1310986"/>
                  </a:lnTo>
                  <a:lnTo>
                    <a:pt x="2720554" y="1281552"/>
                  </a:lnTo>
                  <a:lnTo>
                    <a:pt x="2796124" y="1252067"/>
                  </a:lnTo>
                  <a:lnTo>
                    <a:pt x="2871695" y="1222537"/>
                  </a:lnTo>
                  <a:lnTo>
                    <a:pt x="2947266" y="1192969"/>
                  </a:lnTo>
                  <a:lnTo>
                    <a:pt x="3022837" y="1163366"/>
                  </a:lnTo>
                  <a:lnTo>
                    <a:pt x="3098408" y="1133734"/>
                  </a:lnTo>
                  <a:lnTo>
                    <a:pt x="3173979" y="1104075"/>
                  </a:lnTo>
                  <a:lnTo>
                    <a:pt x="3249550" y="1074392"/>
                  </a:lnTo>
                  <a:lnTo>
                    <a:pt x="3325121" y="1044689"/>
                  </a:lnTo>
                  <a:lnTo>
                    <a:pt x="3400692" y="1014968"/>
                  </a:lnTo>
                  <a:lnTo>
                    <a:pt x="3476263" y="985230"/>
                  </a:lnTo>
                  <a:lnTo>
                    <a:pt x="3551834" y="955477"/>
                  </a:lnTo>
                  <a:lnTo>
                    <a:pt x="3627405" y="925711"/>
                  </a:lnTo>
                  <a:lnTo>
                    <a:pt x="3702976" y="895933"/>
                  </a:lnTo>
                  <a:lnTo>
                    <a:pt x="3778547" y="866144"/>
                  </a:lnTo>
                  <a:lnTo>
                    <a:pt x="3854118" y="836346"/>
                  </a:lnTo>
                  <a:lnTo>
                    <a:pt x="3929689" y="806538"/>
                  </a:lnTo>
                  <a:lnTo>
                    <a:pt x="4005260" y="776723"/>
                  </a:lnTo>
                  <a:lnTo>
                    <a:pt x="4080831" y="746899"/>
                  </a:lnTo>
                  <a:lnTo>
                    <a:pt x="4156401" y="717069"/>
                  </a:lnTo>
                  <a:lnTo>
                    <a:pt x="4231972" y="687233"/>
                  </a:lnTo>
                  <a:lnTo>
                    <a:pt x="4307543" y="657391"/>
                  </a:lnTo>
                  <a:lnTo>
                    <a:pt x="4383114" y="627544"/>
                  </a:lnTo>
                  <a:lnTo>
                    <a:pt x="4458685" y="597692"/>
                  </a:lnTo>
                  <a:lnTo>
                    <a:pt x="4534256" y="567835"/>
                  </a:lnTo>
                  <a:lnTo>
                    <a:pt x="4609827" y="537974"/>
                  </a:lnTo>
                  <a:lnTo>
                    <a:pt x="4685398" y="508109"/>
                  </a:lnTo>
                  <a:lnTo>
                    <a:pt x="4760969" y="478240"/>
                  </a:lnTo>
                  <a:lnTo>
                    <a:pt x="4836540" y="448368"/>
                  </a:lnTo>
                  <a:lnTo>
                    <a:pt x="4912111" y="418493"/>
                  </a:lnTo>
                  <a:lnTo>
                    <a:pt x="4987682" y="388615"/>
                  </a:lnTo>
                  <a:lnTo>
                    <a:pt x="5063253" y="358734"/>
                  </a:lnTo>
                  <a:lnTo>
                    <a:pt x="5138824" y="328851"/>
                  </a:lnTo>
                  <a:lnTo>
                    <a:pt x="5214395" y="298965"/>
                  </a:lnTo>
                  <a:lnTo>
                    <a:pt x="5289966" y="269077"/>
                  </a:lnTo>
                  <a:lnTo>
                    <a:pt x="5365537" y="239186"/>
                  </a:lnTo>
                  <a:lnTo>
                    <a:pt x="5441108" y="209294"/>
                  </a:lnTo>
                  <a:lnTo>
                    <a:pt x="5516678" y="179400"/>
                  </a:lnTo>
                  <a:lnTo>
                    <a:pt x="5592249" y="149504"/>
                  </a:lnTo>
                  <a:lnTo>
                    <a:pt x="5667820" y="119606"/>
                  </a:lnTo>
                  <a:lnTo>
                    <a:pt x="5743391" y="89707"/>
                  </a:lnTo>
                  <a:lnTo>
                    <a:pt x="5818962" y="59806"/>
                  </a:lnTo>
                  <a:lnTo>
                    <a:pt x="5894533" y="29903"/>
                  </a:lnTo>
                  <a:lnTo>
                    <a:pt x="597010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1985667" y="2871517"/>
              <a:ext cx="5970104" cy="2104778"/>
            </a:xfrm>
            <a:custGeom>
              <a:avLst/>
              <a:pathLst>
                <a:path w="5970104" h="2104778">
                  <a:moveTo>
                    <a:pt x="5970104" y="0"/>
                  </a:moveTo>
                  <a:lnTo>
                    <a:pt x="5894533" y="25303"/>
                  </a:lnTo>
                  <a:lnTo>
                    <a:pt x="5818962" y="50609"/>
                  </a:lnTo>
                  <a:lnTo>
                    <a:pt x="5743391" y="75915"/>
                  </a:lnTo>
                  <a:lnTo>
                    <a:pt x="5667820" y="101223"/>
                  </a:lnTo>
                  <a:lnTo>
                    <a:pt x="5592249" y="126533"/>
                  </a:lnTo>
                  <a:lnTo>
                    <a:pt x="5516678" y="151845"/>
                  </a:lnTo>
                  <a:lnTo>
                    <a:pt x="5441108" y="177158"/>
                  </a:lnTo>
                  <a:lnTo>
                    <a:pt x="5365537" y="202473"/>
                  </a:lnTo>
                  <a:lnTo>
                    <a:pt x="5289966" y="227790"/>
                  </a:lnTo>
                  <a:lnTo>
                    <a:pt x="5214395" y="253110"/>
                  </a:lnTo>
                  <a:lnTo>
                    <a:pt x="5138824" y="278432"/>
                  </a:lnTo>
                  <a:lnTo>
                    <a:pt x="5063253" y="303756"/>
                  </a:lnTo>
                  <a:lnTo>
                    <a:pt x="4987682" y="329082"/>
                  </a:lnTo>
                  <a:lnTo>
                    <a:pt x="4912111" y="354412"/>
                  </a:lnTo>
                  <a:lnTo>
                    <a:pt x="4836540" y="379744"/>
                  </a:lnTo>
                  <a:lnTo>
                    <a:pt x="4760969" y="405080"/>
                  </a:lnTo>
                  <a:lnTo>
                    <a:pt x="4685398" y="430419"/>
                  </a:lnTo>
                  <a:lnTo>
                    <a:pt x="4609827" y="455762"/>
                  </a:lnTo>
                  <a:lnTo>
                    <a:pt x="4534256" y="481108"/>
                  </a:lnTo>
                  <a:lnTo>
                    <a:pt x="4458685" y="506459"/>
                  </a:lnTo>
                  <a:lnTo>
                    <a:pt x="4383114" y="531814"/>
                  </a:lnTo>
                  <a:lnTo>
                    <a:pt x="4307543" y="557175"/>
                  </a:lnTo>
                  <a:lnTo>
                    <a:pt x="4231972" y="582540"/>
                  </a:lnTo>
                  <a:lnTo>
                    <a:pt x="4156401" y="607912"/>
                  </a:lnTo>
                  <a:lnTo>
                    <a:pt x="4080831" y="633289"/>
                  </a:lnTo>
                  <a:lnTo>
                    <a:pt x="4005260" y="658674"/>
                  </a:lnTo>
                  <a:lnTo>
                    <a:pt x="3929689" y="684066"/>
                  </a:lnTo>
                  <a:lnTo>
                    <a:pt x="3854118" y="709466"/>
                  </a:lnTo>
                  <a:lnTo>
                    <a:pt x="3778547" y="734875"/>
                  </a:lnTo>
                  <a:lnTo>
                    <a:pt x="3702976" y="760293"/>
                  </a:lnTo>
                  <a:lnTo>
                    <a:pt x="3627405" y="785723"/>
                  </a:lnTo>
                  <a:lnTo>
                    <a:pt x="3551834" y="811165"/>
                  </a:lnTo>
                  <a:lnTo>
                    <a:pt x="3476263" y="836620"/>
                  </a:lnTo>
                  <a:lnTo>
                    <a:pt x="3400692" y="862089"/>
                  </a:lnTo>
                  <a:lnTo>
                    <a:pt x="3325121" y="887575"/>
                  </a:lnTo>
                  <a:lnTo>
                    <a:pt x="3249550" y="913080"/>
                  </a:lnTo>
                  <a:lnTo>
                    <a:pt x="3173979" y="938605"/>
                  </a:lnTo>
                  <a:lnTo>
                    <a:pt x="3098408" y="964154"/>
                  </a:lnTo>
                  <a:lnTo>
                    <a:pt x="3022837" y="989729"/>
                  </a:lnTo>
                  <a:lnTo>
                    <a:pt x="2947266" y="1015334"/>
                  </a:lnTo>
                  <a:lnTo>
                    <a:pt x="2871695" y="1040973"/>
                  </a:lnTo>
                  <a:lnTo>
                    <a:pt x="2796124" y="1066651"/>
                  </a:lnTo>
                  <a:lnTo>
                    <a:pt x="2720554" y="1092373"/>
                  </a:lnTo>
                  <a:lnTo>
                    <a:pt x="2644983" y="1118147"/>
                  </a:lnTo>
                  <a:lnTo>
                    <a:pt x="2569412" y="1143981"/>
                  </a:lnTo>
                  <a:lnTo>
                    <a:pt x="2493841" y="1169882"/>
                  </a:lnTo>
                  <a:lnTo>
                    <a:pt x="2418270" y="1195863"/>
                  </a:lnTo>
                  <a:lnTo>
                    <a:pt x="2342699" y="1221936"/>
                  </a:lnTo>
                  <a:lnTo>
                    <a:pt x="2267128" y="1248115"/>
                  </a:lnTo>
                  <a:lnTo>
                    <a:pt x="2191557" y="1274416"/>
                  </a:lnTo>
                  <a:lnTo>
                    <a:pt x="2115986" y="1300856"/>
                  </a:lnTo>
                  <a:lnTo>
                    <a:pt x="2040415" y="1327455"/>
                  </a:lnTo>
                  <a:lnTo>
                    <a:pt x="1964844" y="1354232"/>
                  </a:lnTo>
                  <a:lnTo>
                    <a:pt x="1889273" y="1381203"/>
                  </a:lnTo>
                  <a:lnTo>
                    <a:pt x="1813702" y="1408386"/>
                  </a:lnTo>
                  <a:lnTo>
                    <a:pt x="1738131" y="1435790"/>
                  </a:lnTo>
                  <a:lnTo>
                    <a:pt x="1662560" y="1463422"/>
                  </a:lnTo>
                  <a:lnTo>
                    <a:pt x="1586989" y="1491280"/>
                  </a:lnTo>
                  <a:lnTo>
                    <a:pt x="1511418" y="1519357"/>
                  </a:lnTo>
                  <a:lnTo>
                    <a:pt x="1435847" y="1547642"/>
                  </a:lnTo>
                  <a:lnTo>
                    <a:pt x="1360277" y="1576118"/>
                  </a:lnTo>
                  <a:lnTo>
                    <a:pt x="1284706" y="1604767"/>
                  </a:lnTo>
                  <a:lnTo>
                    <a:pt x="1209135" y="1633570"/>
                  </a:lnTo>
                  <a:lnTo>
                    <a:pt x="1133564" y="1662508"/>
                  </a:lnTo>
                  <a:lnTo>
                    <a:pt x="1057993" y="1691564"/>
                  </a:lnTo>
                  <a:lnTo>
                    <a:pt x="982422" y="1720722"/>
                  </a:lnTo>
                  <a:lnTo>
                    <a:pt x="906851" y="1749969"/>
                  </a:lnTo>
                  <a:lnTo>
                    <a:pt x="831280" y="1779293"/>
                  </a:lnTo>
                  <a:lnTo>
                    <a:pt x="755709" y="1808682"/>
                  </a:lnTo>
                  <a:lnTo>
                    <a:pt x="680138" y="1838129"/>
                  </a:lnTo>
                  <a:lnTo>
                    <a:pt x="604567" y="1867625"/>
                  </a:lnTo>
                  <a:lnTo>
                    <a:pt x="528996" y="1897165"/>
                  </a:lnTo>
                  <a:lnTo>
                    <a:pt x="453425" y="1926742"/>
                  </a:lnTo>
                  <a:lnTo>
                    <a:pt x="377854" y="1956353"/>
                  </a:lnTo>
                  <a:lnTo>
                    <a:pt x="302283" y="1985992"/>
                  </a:lnTo>
                  <a:lnTo>
                    <a:pt x="226712" y="2015657"/>
                  </a:lnTo>
                  <a:lnTo>
                    <a:pt x="151141" y="2045344"/>
                  </a:lnTo>
                  <a:lnTo>
                    <a:pt x="75570" y="2075052"/>
                  </a:lnTo>
                  <a:lnTo>
                    <a:pt x="0" y="21047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1985667" y="2737531"/>
              <a:ext cx="5970104" cy="2180699"/>
            </a:xfrm>
            <a:custGeom>
              <a:avLst/>
              <a:pathLst>
                <a:path w="5970104" h="2180699">
                  <a:moveTo>
                    <a:pt x="0" y="2180699"/>
                  </a:moveTo>
                  <a:lnTo>
                    <a:pt x="75570" y="2153096"/>
                  </a:lnTo>
                  <a:lnTo>
                    <a:pt x="151141" y="2125492"/>
                  </a:lnTo>
                  <a:lnTo>
                    <a:pt x="226712" y="2097888"/>
                  </a:lnTo>
                  <a:lnTo>
                    <a:pt x="302283" y="2070284"/>
                  </a:lnTo>
                  <a:lnTo>
                    <a:pt x="377854" y="2042680"/>
                  </a:lnTo>
                  <a:lnTo>
                    <a:pt x="453425" y="2015077"/>
                  </a:lnTo>
                  <a:lnTo>
                    <a:pt x="528996" y="1987473"/>
                  </a:lnTo>
                  <a:lnTo>
                    <a:pt x="604567" y="1959869"/>
                  </a:lnTo>
                  <a:lnTo>
                    <a:pt x="680138" y="1932265"/>
                  </a:lnTo>
                  <a:lnTo>
                    <a:pt x="755709" y="1904661"/>
                  </a:lnTo>
                  <a:lnTo>
                    <a:pt x="831280" y="1877058"/>
                  </a:lnTo>
                  <a:lnTo>
                    <a:pt x="906851" y="1849454"/>
                  </a:lnTo>
                  <a:lnTo>
                    <a:pt x="982422" y="1821850"/>
                  </a:lnTo>
                  <a:lnTo>
                    <a:pt x="1057993" y="1794246"/>
                  </a:lnTo>
                  <a:lnTo>
                    <a:pt x="1133564" y="1766642"/>
                  </a:lnTo>
                  <a:lnTo>
                    <a:pt x="1209135" y="1739039"/>
                  </a:lnTo>
                  <a:lnTo>
                    <a:pt x="1284706" y="1711435"/>
                  </a:lnTo>
                  <a:lnTo>
                    <a:pt x="1360277" y="1683831"/>
                  </a:lnTo>
                  <a:lnTo>
                    <a:pt x="1435847" y="1656227"/>
                  </a:lnTo>
                  <a:lnTo>
                    <a:pt x="1511418" y="1628623"/>
                  </a:lnTo>
                  <a:lnTo>
                    <a:pt x="1586989" y="1601020"/>
                  </a:lnTo>
                  <a:lnTo>
                    <a:pt x="1662560" y="1573416"/>
                  </a:lnTo>
                  <a:lnTo>
                    <a:pt x="1738131" y="1545812"/>
                  </a:lnTo>
                  <a:lnTo>
                    <a:pt x="1813702" y="1518208"/>
                  </a:lnTo>
                  <a:lnTo>
                    <a:pt x="1889273" y="1490604"/>
                  </a:lnTo>
                  <a:lnTo>
                    <a:pt x="1964844" y="1463001"/>
                  </a:lnTo>
                  <a:lnTo>
                    <a:pt x="2040415" y="1435397"/>
                  </a:lnTo>
                  <a:lnTo>
                    <a:pt x="2115986" y="1407793"/>
                  </a:lnTo>
                  <a:lnTo>
                    <a:pt x="2191557" y="1380189"/>
                  </a:lnTo>
                  <a:lnTo>
                    <a:pt x="2267128" y="1352585"/>
                  </a:lnTo>
                  <a:lnTo>
                    <a:pt x="2342699" y="1324982"/>
                  </a:lnTo>
                  <a:lnTo>
                    <a:pt x="2418270" y="1297378"/>
                  </a:lnTo>
                  <a:lnTo>
                    <a:pt x="2493841" y="1269774"/>
                  </a:lnTo>
                  <a:lnTo>
                    <a:pt x="2569412" y="1242170"/>
                  </a:lnTo>
                  <a:lnTo>
                    <a:pt x="2644983" y="1214566"/>
                  </a:lnTo>
                  <a:lnTo>
                    <a:pt x="2720554" y="1186963"/>
                  </a:lnTo>
                  <a:lnTo>
                    <a:pt x="2796124" y="1159359"/>
                  </a:lnTo>
                  <a:lnTo>
                    <a:pt x="2871695" y="1131755"/>
                  </a:lnTo>
                  <a:lnTo>
                    <a:pt x="2947266" y="1104151"/>
                  </a:lnTo>
                  <a:lnTo>
                    <a:pt x="3022837" y="1076548"/>
                  </a:lnTo>
                  <a:lnTo>
                    <a:pt x="3098408" y="1048944"/>
                  </a:lnTo>
                  <a:lnTo>
                    <a:pt x="3173979" y="1021340"/>
                  </a:lnTo>
                  <a:lnTo>
                    <a:pt x="3249550" y="993736"/>
                  </a:lnTo>
                  <a:lnTo>
                    <a:pt x="3325121" y="966132"/>
                  </a:lnTo>
                  <a:lnTo>
                    <a:pt x="3400692" y="938529"/>
                  </a:lnTo>
                  <a:lnTo>
                    <a:pt x="3476263" y="910925"/>
                  </a:lnTo>
                  <a:lnTo>
                    <a:pt x="3551834" y="883321"/>
                  </a:lnTo>
                  <a:lnTo>
                    <a:pt x="3627405" y="855717"/>
                  </a:lnTo>
                  <a:lnTo>
                    <a:pt x="3702976" y="828113"/>
                  </a:lnTo>
                  <a:lnTo>
                    <a:pt x="3778547" y="800510"/>
                  </a:lnTo>
                  <a:lnTo>
                    <a:pt x="3854118" y="772906"/>
                  </a:lnTo>
                  <a:lnTo>
                    <a:pt x="3929689" y="745302"/>
                  </a:lnTo>
                  <a:lnTo>
                    <a:pt x="4005260" y="717698"/>
                  </a:lnTo>
                  <a:lnTo>
                    <a:pt x="4080831" y="690094"/>
                  </a:lnTo>
                  <a:lnTo>
                    <a:pt x="4156401" y="662491"/>
                  </a:lnTo>
                  <a:lnTo>
                    <a:pt x="4231972" y="634887"/>
                  </a:lnTo>
                  <a:lnTo>
                    <a:pt x="4307543" y="607283"/>
                  </a:lnTo>
                  <a:lnTo>
                    <a:pt x="4383114" y="579679"/>
                  </a:lnTo>
                  <a:lnTo>
                    <a:pt x="4458685" y="552075"/>
                  </a:lnTo>
                  <a:lnTo>
                    <a:pt x="4534256" y="524472"/>
                  </a:lnTo>
                  <a:lnTo>
                    <a:pt x="4609827" y="496868"/>
                  </a:lnTo>
                  <a:lnTo>
                    <a:pt x="4685398" y="469264"/>
                  </a:lnTo>
                  <a:lnTo>
                    <a:pt x="4760969" y="441660"/>
                  </a:lnTo>
                  <a:lnTo>
                    <a:pt x="4836540" y="414056"/>
                  </a:lnTo>
                  <a:lnTo>
                    <a:pt x="4912111" y="386453"/>
                  </a:lnTo>
                  <a:lnTo>
                    <a:pt x="4987682" y="358849"/>
                  </a:lnTo>
                  <a:lnTo>
                    <a:pt x="5063253" y="331245"/>
                  </a:lnTo>
                  <a:lnTo>
                    <a:pt x="5138824" y="303641"/>
                  </a:lnTo>
                  <a:lnTo>
                    <a:pt x="5214395" y="276037"/>
                  </a:lnTo>
                  <a:lnTo>
                    <a:pt x="5289966" y="248434"/>
                  </a:lnTo>
                  <a:lnTo>
                    <a:pt x="5365537" y="220830"/>
                  </a:lnTo>
                  <a:lnTo>
                    <a:pt x="5441108" y="193226"/>
                  </a:lnTo>
                  <a:lnTo>
                    <a:pt x="5516678" y="165622"/>
                  </a:lnTo>
                  <a:lnTo>
                    <a:pt x="5592249" y="138018"/>
                  </a:lnTo>
                  <a:lnTo>
                    <a:pt x="5667820" y="110415"/>
                  </a:lnTo>
                  <a:lnTo>
                    <a:pt x="5743391" y="82811"/>
                  </a:lnTo>
                  <a:lnTo>
                    <a:pt x="5818962" y="55207"/>
                  </a:lnTo>
                  <a:lnTo>
                    <a:pt x="5894533" y="27603"/>
                  </a:lnTo>
                  <a:lnTo>
                    <a:pt x="597010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0.73 x +21.7   (R² = 0.61)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0.49 x +44.4   (R² = 0.56)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46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70   |   N = 943, n_red = 340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2026-09-28T15:19:54Z</dcterms:modified>
  <cp:category/>
</cp:coreProperties>
</file>