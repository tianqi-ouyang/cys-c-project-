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tx966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77" name="tx977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943, n_red = 340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2026-05-28T22:27:10Z</dcterms:modified>
  <cp:category/>
</cp:coreProperties>
</file>