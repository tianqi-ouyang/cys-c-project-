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1896563"/>
              <a:ext cx="7675334" cy="3826579"/>
            </a:xfrm>
            <a:custGeom>
              <a:avLst/>
              <a:pathLst>
                <a:path w="7675334" h="3826579">
                  <a:moveTo>
                    <a:pt x="0" y="3826579"/>
                  </a:move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7109168" y="32260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t965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tx966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67" name="tx967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68" name="tx968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69" name="tx969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0" name="tx970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77" name="tx977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941876" y="1669789"/>
              <a:ext cx="267946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70   |   N = 943, n_red = 340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2026-05-28T20:41:04Z</dcterms:modified>
  <cp:category/>
</cp:coreProperties>
</file>