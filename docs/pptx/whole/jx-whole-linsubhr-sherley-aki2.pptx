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378169"/>
              <a:ext cx="7235830" cy="2988931"/>
            </a:xfrm>
            <a:custGeom>
              <a:avLst/>
              <a:pathLst>
                <a:path w="7235830" h="2988931">
                  <a:moveTo>
                    <a:pt x="0" y="0"/>
                  </a:moveTo>
                  <a:lnTo>
                    <a:pt x="7347" y="9197"/>
                  </a:lnTo>
                  <a:lnTo>
                    <a:pt x="81107" y="98912"/>
                  </a:lnTo>
                  <a:lnTo>
                    <a:pt x="154867" y="186088"/>
                  </a:lnTo>
                  <a:lnTo>
                    <a:pt x="228627" y="270797"/>
                  </a:lnTo>
                  <a:lnTo>
                    <a:pt x="302387" y="353109"/>
                  </a:lnTo>
                  <a:lnTo>
                    <a:pt x="376147" y="433091"/>
                  </a:lnTo>
                  <a:lnTo>
                    <a:pt x="449907" y="510809"/>
                  </a:lnTo>
                  <a:lnTo>
                    <a:pt x="523667" y="586327"/>
                  </a:lnTo>
                  <a:lnTo>
                    <a:pt x="597427" y="659708"/>
                  </a:lnTo>
                  <a:lnTo>
                    <a:pt x="671187" y="731013"/>
                  </a:lnTo>
                  <a:lnTo>
                    <a:pt x="744947" y="800299"/>
                  </a:lnTo>
                  <a:lnTo>
                    <a:pt x="818707" y="867624"/>
                  </a:lnTo>
                  <a:lnTo>
                    <a:pt x="892467" y="933044"/>
                  </a:lnTo>
                  <a:lnTo>
                    <a:pt x="966227" y="996612"/>
                  </a:lnTo>
                  <a:lnTo>
                    <a:pt x="1039987" y="1058381"/>
                  </a:lnTo>
                  <a:lnTo>
                    <a:pt x="1113747" y="1118402"/>
                  </a:lnTo>
                  <a:lnTo>
                    <a:pt x="1187508" y="1176725"/>
                  </a:lnTo>
                  <a:lnTo>
                    <a:pt x="1261268" y="1233396"/>
                  </a:lnTo>
                  <a:lnTo>
                    <a:pt x="1335028" y="1288464"/>
                  </a:lnTo>
                  <a:lnTo>
                    <a:pt x="1408788" y="1341973"/>
                  </a:lnTo>
                  <a:lnTo>
                    <a:pt x="1482548" y="1393967"/>
                  </a:lnTo>
                  <a:lnTo>
                    <a:pt x="1556308" y="1444490"/>
                  </a:lnTo>
                  <a:lnTo>
                    <a:pt x="1630068" y="1493583"/>
                  </a:lnTo>
                  <a:lnTo>
                    <a:pt x="1703828" y="1541287"/>
                  </a:lnTo>
                  <a:lnTo>
                    <a:pt x="1777588" y="1587640"/>
                  </a:lnTo>
                  <a:lnTo>
                    <a:pt x="1851348" y="1632682"/>
                  </a:lnTo>
                  <a:lnTo>
                    <a:pt x="1925108" y="1676449"/>
                  </a:lnTo>
                  <a:lnTo>
                    <a:pt x="1998868" y="1718977"/>
                  </a:lnTo>
                  <a:lnTo>
                    <a:pt x="2072628" y="1760301"/>
                  </a:lnTo>
                  <a:lnTo>
                    <a:pt x="2146388" y="1800456"/>
                  </a:lnTo>
                  <a:lnTo>
                    <a:pt x="2220148" y="1839475"/>
                  </a:lnTo>
                  <a:lnTo>
                    <a:pt x="2293908" y="1877389"/>
                  </a:lnTo>
                  <a:lnTo>
                    <a:pt x="2367668" y="1914230"/>
                  </a:lnTo>
                  <a:lnTo>
                    <a:pt x="2441428" y="1950028"/>
                  </a:lnTo>
                  <a:lnTo>
                    <a:pt x="2515188" y="1984813"/>
                  </a:lnTo>
                  <a:lnTo>
                    <a:pt x="2588948" y="2018614"/>
                  </a:lnTo>
                  <a:lnTo>
                    <a:pt x="2662708" y="2051458"/>
                  </a:lnTo>
                  <a:lnTo>
                    <a:pt x="2736468" y="2083372"/>
                  </a:lnTo>
                  <a:lnTo>
                    <a:pt x="2810228" y="2114383"/>
                  </a:lnTo>
                  <a:lnTo>
                    <a:pt x="2883988" y="2144517"/>
                  </a:lnTo>
                  <a:lnTo>
                    <a:pt x="2957748" y="2173798"/>
                  </a:lnTo>
                  <a:lnTo>
                    <a:pt x="3031508" y="2202249"/>
                  </a:lnTo>
                  <a:lnTo>
                    <a:pt x="3105268" y="2229896"/>
                  </a:lnTo>
                  <a:lnTo>
                    <a:pt x="3179028" y="2256760"/>
                  </a:lnTo>
                  <a:lnTo>
                    <a:pt x="3252788" y="2282864"/>
                  </a:lnTo>
                  <a:lnTo>
                    <a:pt x="3326548" y="2308229"/>
                  </a:lnTo>
                  <a:lnTo>
                    <a:pt x="3400308" y="2332876"/>
                  </a:lnTo>
                  <a:lnTo>
                    <a:pt x="3474068" y="2352048"/>
                  </a:lnTo>
                  <a:lnTo>
                    <a:pt x="3547828" y="2359996"/>
                  </a:lnTo>
                  <a:lnTo>
                    <a:pt x="3621588" y="2367868"/>
                  </a:lnTo>
                  <a:lnTo>
                    <a:pt x="3695348" y="2375664"/>
                  </a:lnTo>
                  <a:lnTo>
                    <a:pt x="3769108" y="2383386"/>
                  </a:lnTo>
                  <a:lnTo>
                    <a:pt x="3842868" y="2391033"/>
                  </a:lnTo>
                  <a:lnTo>
                    <a:pt x="3916628" y="2398606"/>
                  </a:lnTo>
                  <a:lnTo>
                    <a:pt x="3990388" y="2406107"/>
                  </a:lnTo>
                  <a:lnTo>
                    <a:pt x="4064149" y="2413536"/>
                  </a:lnTo>
                  <a:lnTo>
                    <a:pt x="4137909" y="2420893"/>
                  </a:lnTo>
                  <a:lnTo>
                    <a:pt x="4211669" y="2428180"/>
                  </a:lnTo>
                  <a:lnTo>
                    <a:pt x="4285429" y="2435396"/>
                  </a:lnTo>
                  <a:lnTo>
                    <a:pt x="4359189" y="2442543"/>
                  </a:lnTo>
                  <a:lnTo>
                    <a:pt x="4432949" y="2449622"/>
                  </a:lnTo>
                  <a:lnTo>
                    <a:pt x="4506709" y="2456632"/>
                  </a:lnTo>
                  <a:lnTo>
                    <a:pt x="4580469" y="2463575"/>
                  </a:lnTo>
                  <a:lnTo>
                    <a:pt x="4654229" y="2470452"/>
                  </a:lnTo>
                  <a:lnTo>
                    <a:pt x="4727989" y="2477262"/>
                  </a:lnTo>
                  <a:lnTo>
                    <a:pt x="4801749" y="2484007"/>
                  </a:lnTo>
                  <a:lnTo>
                    <a:pt x="4875509" y="2490687"/>
                  </a:lnTo>
                  <a:lnTo>
                    <a:pt x="4949269" y="2497303"/>
                  </a:lnTo>
                  <a:lnTo>
                    <a:pt x="5023029" y="2503855"/>
                  </a:lnTo>
                  <a:lnTo>
                    <a:pt x="5096789" y="2510344"/>
                  </a:lnTo>
                  <a:lnTo>
                    <a:pt x="5170549" y="2516771"/>
                  </a:lnTo>
                  <a:lnTo>
                    <a:pt x="5244309" y="2523136"/>
                  </a:lnTo>
                  <a:lnTo>
                    <a:pt x="5318069" y="2529440"/>
                  </a:lnTo>
                  <a:lnTo>
                    <a:pt x="5391829" y="2535684"/>
                  </a:lnTo>
                  <a:lnTo>
                    <a:pt x="5465589" y="2541867"/>
                  </a:lnTo>
                  <a:lnTo>
                    <a:pt x="5539349" y="2547991"/>
                  </a:lnTo>
                  <a:lnTo>
                    <a:pt x="5613109" y="2554056"/>
                  </a:lnTo>
                  <a:lnTo>
                    <a:pt x="5686869" y="2560063"/>
                  </a:lnTo>
                  <a:lnTo>
                    <a:pt x="5760629" y="2566012"/>
                  </a:lnTo>
                  <a:lnTo>
                    <a:pt x="5834389" y="2571904"/>
                  </a:lnTo>
                  <a:lnTo>
                    <a:pt x="5908149" y="2577739"/>
                  </a:lnTo>
                  <a:lnTo>
                    <a:pt x="5981909" y="2583518"/>
                  </a:lnTo>
                  <a:lnTo>
                    <a:pt x="6055669" y="2589242"/>
                  </a:lnTo>
                  <a:lnTo>
                    <a:pt x="6129429" y="2594911"/>
                  </a:lnTo>
                  <a:lnTo>
                    <a:pt x="6203189" y="2600525"/>
                  </a:lnTo>
                  <a:lnTo>
                    <a:pt x="6276949" y="2606085"/>
                  </a:lnTo>
                  <a:lnTo>
                    <a:pt x="6350709" y="2611592"/>
                  </a:lnTo>
                  <a:lnTo>
                    <a:pt x="6424469" y="2617046"/>
                  </a:lnTo>
                  <a:lnTo>
                    <a:pt x="6498229" y="2622447"/>
                  </a:lnTo>
                  <a:lnTo>
                    <a:pt x="6571989" y="2627797"/>
                  </a:lnTo>
                  <a:lnTo>
                    <a:pt x="6645749" y="2633095"/>
                  </a:lnTo>
                  <a:lnTo>
                    <a:pt x="6719509" y="2638342"/>
                  </a:lnTo>
                  <a:lnTo>
                    <a:pt x="6793269" y="2643539"/>
                  </a:lnTo>
                  <a:lnTo>
                    <a:pt x="6867029" y="2648686"/>
                  </a:lnTo>
                  <a:lnTo>
                    <a:pt x="6940789" y="2653783"/>
                  </a:lnTo>
                  <a:lnTo>
                    <a:pt x="7014550" y="2658831"/>
                  </a:lnTo>
                  <a:lnTo>
                    <a:pt x="7088310" y="2663831"/>
                  </a:lnTo>
                  <a:lnTo>
                    <a:pt x="7162070" y="2668783"/>
                  </a:lnTo>
                  <a:lnTo>
                    <a:pt x="7235830" y="2673687"/>
                  </a:lnTo>
                  <a:lnTo>
                    <a:pt x="7235830" y="2988931"/>
                  </a:lnTo>
                  <a:lnTo>
                    <a:pt x="7162070" y="2983393"/>
                  </a:lnTo>
                  <a:lnTo>
                    <a:pt x="7088310" y="2977693"/>
                  </a:lnTo>
                  <a:lnTo>
                    <a:pt x="7014550" y="2971827"/>
                  </a:lnTo>
                  <a:lnTo>
                    <a:pt x="6940789" y="2965791"/>
                  </a:lnTo>
                  <a:lnTo>
                    <a:pt x="6867029" y="2959578"/>
                  </a:lnTo>
                  <a:lnTo>
                    <a:pt x="6793269" y="2953185"/>
                  </a:lnTo>
                  <a:lnTo>
                    <a:pt x="6719509" y="2946605"/>
                  </a:lnTo>
                  <a:lnTo>
                    <a:pt x="6645749" y="2939834"/>
                  </a:lnTo>
                  <a:lnTo>
                    <a:pt x="6571989" y="2932866"/>
                  </a:lnTo>
                  <a:lnTo>
                    <a:pt x="6498229" y="2925694"/>
                  </a:lnTo>
                  <a:lnTo>
                    <a:pt x="6424469" y="2918314"/>
                  </a:lnTo>
                  <a:lnTo>
                    <a:pt x="6350709" y="2910719"/>
                  </a:lnTo>
                  <a:lnTo>
                    <a:pt x="6276949" y="2902902"/>
                  </a:lnTo>
                  <a:lnTo>
                    <a:pt x="6203189" y="2894858"/>
                  </a:lnTo>
                  <a:lnTo>
                    <a:pt x="6129429" y="2886580"/>
                  </a:lnTo>
                  <a:lnTo>
                    <a:pt x="6055669" y="2878060"/>
                  </a:lnTo>
                  <a:lnTo>
                    <a:pt x="5981909" y="2869292"/>
                  </a:lnTo>
                  <a:lnTo>
                    <a:pt x="5908149" y="2860269"/>
                  </a:lnTo>
                  <a:lnTo>
                    <a:pt x="5834389" y="2850983"/>
                  </a:lnTo>
                  <a:lnTo>
                    <a:pt x="5760629" y="2841427"/>
                  </a:lnTo>
                  <a:lnTo>
                    <a:pt x="5686869" y="2831592"/>
                  </a:lnTo>
                  <a:lnTo>
                    <a:pt x="5613109" y="2821471"/>
                  </a:lnTo>
                  <a:lnTo>
                    <a:pt x="5539349" y="2811055"/>
                  </a:lnTo>
                  <a:lnTo>
                    <a:pt x="5465589" y="2800335"/>
                  </a:lnTo>
                  <a:lnTo>
                    <a:pt x="5391829" y="2789304"/>
                  </a:lnTo>
                  <a:lnTo>
                    <a:pt x="5318069" y="2777951"/>
                  </a:lnTo>
                  <a:lnTo>
                    <a:pt x="5244309" y="2766267"/>
                  </a:lnTo>
                  <a:lnTo>
                    <a:pt x="5170549" y="2754243"/>
                  </a:lnTo>
                  <a:lnTo>
                    <a:pt x="5096789" y="2741869"/>
                  </a:lnTo>
                  <a:lnTo>
                    <a:pt x="5023029" y="2729135"/>
                  </a:lnTo>
                  <a:lnTo>
                    <a:pt x="4949269" y="2716029"/>
                  </a:lnTo>
                  <a:lnTo>
                    <a:pt x="4875509" y="2702542"/>
                  </a:lnTo>
                  <a:lnTo>
                    <a:pt x="4801749" y="2688662"/>
                  </a:lnTo>
                  <a:lnTo>
                    <a:pt x="4727989" y="2674378"/>
                  </a:lnTo>
                  <a:lnTo>
                    <a:pt x="4654229" y="2659678"/>
                  </a:lnTo>
                  <a:lnTo>
                    <a:pt x="4580469" y="2644549"/>
                  </a:lnTo>
                  <a:lnTo>
                    <a:pt x="4506709" y="2628980"/>
                  </a:lnTo>
                  <a:lnTo>
                    <a:pt x="4432949" y="2612957"/>
                  </a:lnTo>
                  <a:lnTo>
                    <a:pt x="4359189" y="2596468"/>
                  </a:lnTo>
                  <a:lnTo>
                    <a:pt x="4285429" y="2579498"/>
                  </a:lnTo>
                  <a:lnTo>
                    <a:pt x="4211669" y="2562034"/>
                  </a:lnTo>
                  <a:lnTo>
                    <a:pt x="4137909" y="2544062"/>
                  </a:lnTo>
                  <a:lnTo>
                    <a:pt x="4064149" y="2525566"/>
                  </a:lnTo>
                  <a:lnTo>
                    <a:pt x="3990388" y="2506531"/>
                  </a:lnTo>
                  <a:lnTo>
                    <a:pt x="3916628" y="2486942"/>
                  </a:lnTo>
                  <a:lnTo>
                    <a:pt x="3842868" y="2466782"/>
                  </a:lnTo>
                  <a:lnTo>
                    <a:pt x="3769108" y="2446035"/>
                  </a:lnTo>
                  <a:lnTo>
                    <a:pt x="3695348" y="2424684"/>
                  </a:lnTo>
                  <a:lnTo>
                    <a:pt x="3621588" y="2402711"/>
                  </a:lnTo>
                  <a:lnTo>
                    <a:pt x="3547828" y="2380098"/>
                  </a:lnTo>
                  <a:lnTo>
                    <a:pt x="3474068" y="2356826"/>
                  </a:lnTo>
                  <a:lnTo>
                    <a:pt x="3400308" y="2344023"/>
                  </a:lnTo>
                  <a:lnTo>
                    <a:pt x="3326548" y="2335920"/>
                  </a:lnTo>
                  <a:lnTo>
                    <a:pt x="3252788" y="2327738"/>
                  </a:lnTo>
                  <a:lnTo>
                    <a:pt x="3179028" y="2319477"/>
                  </a:lnTo>
                  <a:lnTo>
                    <a:pt x="3105268" y="2311135"/>
                  </a:lnTo>
                  <a:lnTo>
                    <a:pt x="3031508" y="2302713"/>
                  </a:lnTo>
                  <a:lnTo>
                    <a:pt x="2957748" y="2294209"/>
                  </a:lnTo>
                  <a:lnTo>
                    <a:pt x="2883988" y="2285622"/>
                  </a:lnTo>
                  <a:lnTo>
                    <a:pt x="2810228" y="2276952"/>
                  </a:lnTo>
                  <a:lnTo>
                    <a:pt x="2736468" y="2268198"/>
                  </a:lnTo>
                  <a:lnTo>
                    <a:pt x="2662708" y="2259359"/>
                  </a:lnTo>
                  <a:lnTo>
                    <a:pt x="2588948" y="2250434"/>
                  </a:lnTo>
                  <a:lnTo>
                    <a:pt x="2515188" y="2241423"/>
                  </a:lnTo>
                  <a:lnTo>
                    <a:pt x="2441428" y="2232324"/>
                  </a:lnTo>
                  <a:lnTo>
                    <a:pt x="2367668" y="2223137"/>
                  </a:lnTo>
                  <a:lnTo>
                    <a:pt x="2293908" y="2213861"/>
                  </a:lnTo>
                  <a:lnTo>
                    <a:pt x="2220148" y="2204495"/>
                  </a:lnTo>
                  <a:lnTo>
                    <a:pt x="2146388" y="2195037"/>
                  </a:lnTo>
                  <a:lnTo>
                    <a:pt x="2072628" y="2185488"/>
                  </a:lnTo>
                  <a:lnTo>
                    <a:pt x="1998868" y="2175847"/>
                  </a:lnTo>
                  <a:lnTo>
                    <a:pt x="1925108" y="2166112"/>
                  </a:lnTo>
                  <a:lnTo>
                    <a:pt x="1851348" y="2156282"/>
                  </a:lnTo>
                  <a:lnTo>
                    <a:pt x="1777588" y="2146357"/>
                  </a:lnTo>
                  <a:lnTo>
                    <a:pt x="1703828" y="2136336"/>
                  </a:lnTo>
                  <a:lnTo>
                    <a:pt x="1630068" y="2126217"/>
                  </a:lnTo>
                  <a:lnTo>
                    <a:pt x="1556308" y="2116000"/>
                  </a:lnTo>
                  <a:lnTo>
                    <a:pt x="1482548" y="2105685"/>
                  </a:lnTo>
                  <a:lnTo>
                    <a:pt x="1408788" y="2095269"/>
                  </a:lnTo>
                  <a:lnTo>
                    <a:pt x="1335028" y="2084751"/>
                  </a:lnTo>
                  <a:lnTo>
                    <a:pt x="1261268" y="2074132"/>
                  </a:lnTo>
                  <a:lnTo>
                    <a:pt x="1187508" y="2063410"/>
                  </a:lnTo>
                  <a:lnTo>
                    <a:pt x="1113747" y="2052584"/>
                  </a:lnTo>
                  <a:lnTo>
                    <a:pt x="1039987" y="2041653"/>
                  </a:lnTo>
                  <a:lnTo>
                    <a:pt x="966227" y="2030615"/>
                  </a:lnTo>
                  <a:lnTo>
                    <a:pt x="892467" y="2019471"/>
                  </a:lnTo>
                  <a:lnTo>
                    <a:pt x="818707" y="2008218"/>
                  </a:lnTo>
                  <a:lnTo>
                    <a:pt x="744947" y="1996856"/>
                  </a:lnTo>
                  <a:lnTo>
                    <a:pt x="671187" y="1985384"/>
                  </a:lnTo>
                  <a:lnTo>
                    <a:pt x="597427" y="1973801"/>
                  </a:lnTo>
                  <a:lnTo>
                    <a:pt x="523667" y="1962105"/>
                  </a:lnTo>
                  <a:lnTo>
                    <a:pt x="449907" y="1950296"/>
                  </a:lnTo>
                  <a:lnTo>
                    <a:pt x="376147" y="1938372"/>
                  </a:lnTo>
                  <a:lnTo>
                    <a:pt x="302387" y="1926333"/>
                  </a:lnTo>
                  <a:lnTo>
                    <a:pt x="228627" y="1914176"/>
                  </a:lnTo>
                  <a:lnTo>
                    <a:pt x="154867" y="1901902"/>
                  </a:lnTo>
                  <a:lnTo>
                    <a:pt x="81107" y="1889508"/>
                  </a:lnTo>
                  <a:lnTo>
                    <a:pt x="7347" y="1876995"/>
                  </a:lnTo>
                  <a:lnTo>
                    <a:pt x="0" y="187573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2378169"/>
              <a:ext cx="7235830" cy="2673687"/>
            </a:xfrm>
            <a:custGeom>
              <a:avLst/>
              <a:pathLst>
                <a:path w="7235830" h="2673687">
                  <a:moveTo>
                    <a:pt x="0" y="0"/>
                  </a:moveTo>
                  <a:lnTo>
                    <a:pt x="7347" y="9197"/>
                  </a:lnTo>
                  <a:lnTo>
                    <a:pt x="81107" y="98912"/>
                  </a:lnTo>
                  <a:lnTo>
                    <a:pt x="154867" y="186088"/>
                  </a:lnTo>
                  <a:lnTo>
                    <a:pt x="228627" y="270797"/>
                  </a:lnTo>
                  <a:lnTo>
                    <a:pt x="302387" y="353109"/>
                  </a:lnTo>
                  <a:lnTo>
                    <a:pt x="376147" y="433091"/>
                  </a:lnTo>
                  <a:lnTo>
                    <a:pt x="449907" y="510809"/>
                  </a:lnTo>
                  <a:lnTo>
                    <a:pt x="523667" y="586327"/>
                  </a:lnTo>
                  <a:lnTo>
                    <a:pt x="597427" y="659708"/>
                  </a:lnTo>
                  <a:lnTo>
                    <a:pt x="671187" y="731013"/>
                  </a:lnTo>
                  <a:lnTo>
                    <a:pt x="744947" y="800299"/>
                  </a:lnTo>
                  <a:lnTo>
                    <a:pt x="818707" y="867624"/>
                  </a:lnTo>
                  <a:lnTo>
                    <a:pt x="892467" y="933044"/>
                  </a:lnTo>
                  <a:lnTo>
                    <a:pt x="966227" y="996612"/>
                  </a:lnTo>
                  <a:lnTo>
                    <a:pt x="1039987" y="1058381"/>
                  </a:lnTo>
                  <a:lnTo>
                    <a:pt x="1113747" y="1118402"/>
                  </a:lnTo>
                  <a:lnTo>
                    <a:pt x="1187508" y="1176725"/>
                  </a:lnTo>
                  <a:lnTo>
                    <a:pt x="1261268" y="1233396"/>
                  </a:lnTo>
                  <a:lnTo>
                    <a:pt x="1335028" y="1288464"/>
                  </a:lnTo>
                  <a:lnTo>
                    <a:pt x="1408788" y="1341973"/>
                  </a:lnTo>
                  <a:lnTo>
                    <a:pt x="1482548" y="1393967"/>
                  </a:lnTo>
                  <a:lnTo>
                    <a:pt x="1556308" y="1444490"/>
                  </a:lnTo>
                  <a:lnTo>
                    <a:pt x="1630068" y="1493583"/>
                  </a:lnTo>
                  <a:lnTo>
                    <a:pt x="1703828" y="1541287"/>
                  </a:lnTo>
                  <a:lnTo>
                    <a:pt x="1777588" y="1587640"/>
                  </a:lnTo>
                  <a:lnTo>
                    <a:pt x="1851348" y="1632682"/>
                  </a:lnTo>
                  <a:lnTo>
                    <a:pt x="1925108" y="1676449"/>
                  </a:lnTo>
                  <a:lnTo>
                    <a:pt x="1998868" y="1718977"/>
                  </a:lnTo>
                  <a:lnTo>
                    <a:pt x="2072628" y="1760301"/>
                  </a:lnTo>
                  <a:lnTo>
                    <a:pt x="2146388" y="1800456"/>
                  </a:lnTo>
                  <a:lnTo>
                    <a:pt x="2220148" y="1839475"/>
                  </a:lnTo>
                  <a:lnTo>
                    <a:pt x="2293908" y="1877389"/>
                  </a:lnTo>
                  <a:lnTo>
                    <a:pt x="2367668" y="1914230"/>
                  </a:lnTo>
                  <a:lnTo>
                    <a:pt x="2441428" y="1950028"/>
                  </a:lnTo>
                  <a:lnTo>
                    <a:pt x="2515188" y="1984813"/>
                  </a:lnTo>
                  <a:lnTo>
                    <a:pt x="2588948" y="2018614"/>
                  </a:lnTo>
                  <a:lnTo>
                    <a:pt x="2662708" y="2051458"/>
                  </a:lnTo>
                  <a:lnTo>
                    <a:pt x="2736468" y="2083372"/>
                  </a:lnTo>
                  <a:lnTo>
                    <a:pt x="2810228" y="2114383"/>
                  </a:lnTo>
                  <a:lnTo>
                    <a:pt x="2883988" y="2144517"/>
                  </a:lnTo>
                  <a:lnTo>
                    <a:pt x="2957748" y="2173798"/>
                  </a:lnTo>
                  <a:lnTo>
                    <a:pt x="3031508" y="2202249"/>
                  </a:lnTo>
                  <a:lnTo>
                    <a:pt x="3105268" y="2229896"/>
                  </a:lnTo>
                  <a:lnTo>
                    <a:pt x="3179028" y="2256760"/>
                  </a:lnTo>
                  <a:lnTo>
                    <a:pt x="3252788" y="2282864"/>
                  </a:lnTo>
                  <a:lnTo>
                    <a:pt x="3326548" y="2308229"/>
                  </a:lnTo>
                  <a:lnTo>
                    <a:pt x="3400308" y="2332876"/>
                  </a:lnTo>
                  <a:lnTo>
                    <a:pt x="3474068" y="2352048"/>
                  </a:lnTo>
                  <a:lnTo>
                    <a:pt x="3547828" y="2359996"/>
                  </a:lnTo>
                  <a:lnTo>
                    <a:pt x="3621588" y="2367868"/>
                  </a:lnTo>
                  <a:lnTo>
                    <a:pt x="3695348" y="2375664"/>
                  </a:lnTo>
                  <a:lnTo>
                    <a:pt x="3769108" y="2383386"/>
                  </a:lnTo>
                  <a:lnTo>
                    <a:pt x="3842868" y="2391033"/>
                  </a:lnTo>
                  <a:lnTo>
                    <a:pt x="3916628" y="2398606"/>
                  </a:lnTo>
                  <a:lnTo>
                    <a:pt x="3990388" y="2406107"/>
                  </a:lnTo>
                  <a:lnTo>
                    <a:pt x="4064149" y="2413536"/>
                  </a:lnTo>
                  <a:lnTo>
                    <a:pt x="4137909" y="2420893"/>
                  </a:lnTo>
                  <a:lnTo>
                    <a:pt x="4211669" y="2428180"/>
                  </a:lnTo>
                  <a:lnTo>
                    <a:pt x="4285429" y="2435396"/>
                  </a:lnTo>
                  <a:lnTo>
                    <a:pt x="4359189" y="2442543"/>
                  </a:lnTo>
                  <a:lnTo>
                    <a:pt x="4432949" y="2449622"/>
                  </a:lnTo>
                  <a:lnTo>
                    <a:pt x="4506709" y="2456632"/>
                  </a:lnTo>
                  <a:lnTo>
                    <a:pt x="4580469" y="2463575"/>
                  </a:lnTo>
                  <a:lnTo>
                    <a:pt x="4654229" y="2470452"/>
                  </a:lnTo>
                  <a:lnTo>
                    <a:pt x="4727989" y="2477262"/>
                  </a:lnTo>
                  <a:lnTo>
                    <a:pt x="4801749" y="2484007"/>
                  </a:lnTo>
                  <a:lnTo>
                    <a:pt x="4875509" y="2490687"/>
                  </a:lnTo>
                  <a:lnTo>
                    <a:pt x="4949269" y="2497303"/>
                  </a:lnTo>
                  <a:lnTo>
                    <a:pt x="5023029" y="2503855"/>
                  </a:lnTo>
                  <a:lnTo>
                    <a:pt x="5096789" y="2510344"/>
                  </a:lnTo>
                  <a:lnTo>
                    <a:pt x="5170549" y="2516771"/>
                  </a:lnTo>
                  <a:lnTo>
                    <a:pt x="5244309" y="2523136"/>
                  </a:lnTo>
                  <a:lnTo>
                    <a:pt x="5318069" y="2529440"/>
                  </a:lnTo>
                  <a:lnTo>
                    <a:pt x="5391829" y="2535684"/>
                  </a:lnTo>
                  <a:lnTo>
                    <a:pt x="5465589" y="2541867"/>
                  </a:lnTo>
                  <a:lnTo>
                    <a:pt x="5539349" y="2547991"/>
                  </a:lnTo>
                  <a:lnTo>
                    <a:pt x="5613109" y="2554056"/>
                  </a:lnTo>
                  <a:lnTo>
                    <a:pt x="5686869" y="2560063"/>
                  </a:lnTo>
                  <a:lnTo>
                    <a:pt x="5760629" y="2566012"/>
                  </a:lnTo>
                  <a:lnTo>
                    <a:pt x="5834389" y="2571904"/>
                  </a:lnTo>
                  <a:lnTo>
                    <a:pt x="5908149" y="2577739"/>
                  </a:lnTo>
                  <a:lnTo>
                    <a:pt x="5981909" y="2583518"/>
                  </a:lnTo>
                  <a:lnTo>
                    <a:pt x="6055669" y="2589242"/>
                  </a:lnTo>
                  <a:lnTo>
                    <a:pt x="6129429" y="2594911"/>
                  </a:lnTo>
                  <a:lnTo>
                    <a:pt x="6203189" y="2600525"/>
                  </a:lnTo>
                  <a:lnTo>
                    <a:pt x="6276949" y="2606085"/>
                  </a:lnTo>
                  <a:lnTo>
                    <a:pt x="6350709" y="2611592"/>
                  </a:lnTo>
                  <a:lnTo>
                    <a:pt x="6424469" y="2617046"/>
                  </a:lnTo>
                  <a:lnTo>
                    <a:pt x="6498229" y="2622447"/>
                  </a:lnTo>
                  <a:lnTo>
                    <a:pt x="6571989" y="2627797"/>
                  </a:lnTo>
                  <a:lnTo>
                    <a:pt x="6645749" y="2633095"/>
                  </a:lnTo>
                  <a:lnTo>
                    <a:pt x="6719509" y="2638342"/>
                  </a:lnTo>
                  <a:lnTo>
                    <a:pt x="6793269" y="2643539"/>
                  </a:lnTo>
                  <a:lnTo>
                    <a:pt x="6867029" y="2648686"/>
                  </a:lnTo>
                  <a:lnTo>
                    <a:pt x="6940789" y="2653783"/>
                  </a:lnTo>
                  <a:lnTo>
                    <a:pt x="7014550" y="2658831"/>
                  </a:lnTo>
                  <a:lnTo>
                    <a:pt x="7088310" y="2663831"/>
                  </a:lnTo>
                  <a:lnTo>
                    <a:pt x="7162070" y="2668783"/>
                  </a:lnTo>
                  <a:lnTo>
                    <a:pt x="7235830" y="26736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253906"/>
              <a:ext cx="7235830" cy="1113195"/>
            </a:xfrm>
            <a:custGeom>
              <a:avLst/>
              <a:pathLst>
                <a:path w="7235830" h="1113195">
                  <a:moveTo>
                    <a:pt x="7235830" y="1113195"/>
                  </a:moveTo>
                  <a:lnTo>
                    <a:pt x="7162070" y="1107656"/>
                  </a:lnTo>
                  <a:lnTo>
                    <a:pt x="7088310" y="1101957"/>
                  </a:lnTo>
                  <a:lnTo>
                    <a:pt x="7014550" y="1096091"/>
                  </a:lnTo>
                  <a:lnTo>
                    <a:pt x="6940789" y="1090054"/>
                  </a:lnTo>
                  <a:lnTo>
                    <a:pt x="6867029" y="1083842"/>
                  </a:lnTo>
                  <a:lnTo>
                    <a:pt x="6793269" y="1077448"/>
                  </a:lnTo>
                  <a:lnTo>
                    <a:pt x="6719509" y="1070869"/>
                  </a:lnTo>
                  <a:lnTo>
                    <a:pt x="6645749" y="1064098"/>
                  </a:lnTo>
                  <a:lnTo>
                    <a:pt x="6571989" y="1057129"/>
                  </a:lnTo>
                  <a:lnTo>
                    <a:pt x="6498229" y="1049958"/>
                  </a:lnTo>
                  <a:lnTo>
                    <a:pt x="6424469" y="1042577"/>
                  </a:lnTo>
                  <a:lnTo>
                    <a:pt x="6350709" y="1034982"/>
                  </a:lnTo>
                  <a:lnTo>
                    <a:pt x="6276949" y="1027166"/>
                  </a:lnTo>
                  <a:lnTo>
                    <a:pt x="6203189" y="1019122"/>
                  </a:lnTo>
                  <a:lnTo>
                    <a:pt x="6129429" y="1010843"/>
                  </a:lnTo>
                  <a:lnTo>
                    <a:pt x="6055669" y="1002323"/>
                  </a:lnTo>
                  <a:lnTo>
                    <a:pt x="5981909" y="993556"/>
                  </a:lnTo>
                  <a:lnTo>
                    <a:pt x="5908149" y="984533"/>
                  </a:lnTo>
                  <a:lnTo>
                    <a:pt x="5834389" y="975247"/>
                  </a:lnTo>
                  <a:lnTo>
                    <a:pt x="5760629" y="965690"/>
                  </a:lnTo>
                  <a:lnTo>
                    <a:pt x="5686869" y="955856"/>
                  </a:lnTo>
                  <a:lnTo>
                    <a:pt x="5613109" y="945734"/>
                  </a:lnTo>
                  <a:lnTo>
                    <a:pt x="5539349" y="935318"/>
                  </a:lnTo>
                  <a:lnTo>
                    <a:pt x="5465589" y="924599"/>
                  </a:lnTo>
                  <a:lnTo>
                    <a:pt x="5391829" y="913567"/>
                  </a:lnTo>
                  <a:lnTo>
                    <a:pt x="5318069" y="902214"/>
                  </a:lnTo>
                  <a:lnTo>
                    <a:pt x="5244309" y="890531"/>
                  </a:lnTo>
                  <a:lnTo>
                    <a:pt x="5170549" y="878507"/>
                  </a:lnTo>
                  <a:lnTo>
                    <a:pt x="5096789" y="866133"/>
                  </a:lnTo>
                  <a:lnTo>
                    <a:pt x="5023029" y="853398"/>
                  </a:lnTo>
                  <a:lnTo>
                    <a:pt x="4949269" y="840293"/>
                  </a:lnTo>
                  <a:lnTo>
                    <a:pt x="4875509" y="826806"/>
                  </a:lnTo>
                  <a:lnTo>
                    <a:pt x="4801749" y="812926"/>
                  </a:lnTo>
                  <a:lnTo>
                    <a:pt x="4727989" y="798641"/>
                  </a:lnTo>
                  <a:lnTo>
                    <a:pt x="4654229" y="783941"/>
                  </a:lnTo>
                  <a:lnTo>
                    <a:pt x="4580469" y="768813"/>
                  </a:lnTo>
                  <a:lnTo>
                    <a:pt x="4506709" y="753243"/>
                  </a:lnTo>
                  <a:lnTo>
                    <a:pt x="4432949" y="737221"/>
                  </a:lnTo>
                  <a:lnTo>
                    <a:pt x="4359189" y="720731"/>
                  </a:lnTo>
                  <a:lnTo>
                    <a:pt x="4285429" y="703762"/>
                  </a:lnTo>
                  <a:lnTo>
                    <a:pt x="4211669" y="686298"/>
                  </a:lnTo>
                  <a:lnTo>
                    <a:pt x="4137909" y="668325"/>
                  </a:lnTo>
                  <a:lnTo>
                    <a:pt x="4064149" y="649829"/>
                  </a:lnTo>
                  <a:lnTo>
                    <a:pt x="3990388" y="630795"/>
                  </a:lnTo>
                  <a:lnTo>
                    <a:pt x="3916628" y="611206"/>
                  </a:lnTo>
                  <a:lnTo>
                    <a:pt x="3842868" y="591046"/>
                  </a:lnTo>
                  <a:lnTo>
                    <a:pt x="3769108" y="570299"/>
                  </a:lnTo>
                  <a:lnTo>
                    <a:pt x="3695348" y="548948"/>
                  </a:lnTo>
                  <a:lnTo>
                    <a:pt x="3621588" y="526974"/>
                  </a:lnTo>
                  <a:lnTo>
                    <a:pt x="3547828" y="504361"/>
                  </a:lnTo>
                  <a:lnTo>
                    <a:pt x="3474068" y="481090"/>
                  </a:lnTo>
                  <a:lnTo>
                    <a:pt x="3400308" y="468286"/>
                  </a:lnTo>
                  <a:lnTo>
                    <a:pt x="3326548" y="460183"/>
                  </a:lnTo>
                  <a:lnTo>
                    <a:pt x="3252788" y="452001"/>
                  </a:lnTo>
                  <a:lnTo>
                    <a:pt x="3179028" y="443740"/>
                  </a:lnTo>
                  <a:lnTo>
                    <a:pt x="3105268" y="435399"/>
                  </a:lnTo>
                  <a:lnTo>
                    <a:pt x="3031508" y="426976"/>
                  </a:lnTo>
                  <a:lnTo>
                    <a:pt x="2957748" y="418472"/>
                  </a:lnTo>
                  <a:lnTo>
                    <a:pt x="2883988" y="409886"/>
                  </a:lnTo>
                  <a:lnTo>
                    <a:pt x="2810228" y="401216"/>
                  </a:lnTo>
                  <a:lnTo>
                    <a:pt x="2736468" y="392462"/>
                  </a:lnTo>
                  <a:lnTo>
                    <a:pt x="2662708" y="383623"/>
                  </a:lnTo>
                  <a:lnTo>
                    <a:pt x="2588948" y="374698"/>
                  </a:lnTo>
                  <a:lnTo>
                    <a:pt x="2515188" y="365687"/>
                  </a:lnTo>
                  <a:lnTo>
                    <a:pt x="2441428" y="356588"/>
                  </a:lnTo>
                  <a:lnTo>
                    <a:pt x="2367668" y="347401"/>
                  </a:lnTo>
                  <a:lnTo>
                    <a:pt x="2293908" y="338124"/>
                  </a:lnTo>
                  <a:lnTo>
                    <a:pt x="2220148" y="328758"/>
                  </a:lnTo>
                  <a:lnTo>
                    <a:pt x="2146388" y="319301"/>
                  </a:lnTo>
                  <a:lnTo>
                    <a:pt x="2072628" y="309752"/>
                  </a:lnTo>
                  <a:lnTo>
                    <a:pt x="1998868" y="300110"/>
                  </a:lnTo>
                  <a:lnTo>
                    <a:pt x="1925108" y="290375"/>
                  </a:lnTo>
                  <a:lnTo>
                    <a:pt x="1851348" y="280546"/>
                  </a:lnTo>
                  <a:lnTo>
                    <a:pt x="1777588" y="270621"/>
                  </a:lnTo>
                  <a:lnTo>
                    <a:pt x="1703828" y="260599"/>
                  </a:lnTo>
                  <a:lnTo>
                    <a:pt x="1630068" y="250481"/>
                  </a:lnTo>
                  <a:lnTo>
                    <a:pt x="1556308" y="240264"/>
                  </a:lnTo>
                  <a:lnTo>
                    <a:pt x="1482548" y="229948"/>
                  </a:lnTo>
                  <a:lnTo>
                    <a:pt x="1408788" y="219532"/>
                  </a:lnTo>
                  <a:lnTo>
                    <a:pt x="1335028" y="209015"/>
                  </a:lnTo>
                  <a:lnTo>
                    <a:pt x="1261268" y="198396"/>
                  </a:lnTo>
                  <a:lnTo>
                    <a:pt x="1187508" y="187674"/>
                  </a:lnTo>
                  <a:lnTo>
                    <a:pt x="1113747" y="176847"/>
                  </a:lnTo>
                  <a:lnTo>
                    <a:pt x="1039987" y="165916"/>
                  </a:lnTo>
                  <a:lnTo>
                    <a:pt x="966227" y="154879"/>
                  </a:lnTo>
                  <a:lnTo>
                    <a:pt x="892467" y="143734"/>
                  </a:lnTo>
                  <a:lnTo>
                    <a:pt x="818707" y="132482"/>
                  </a:lnTo>
                  <a:lnTo>
                    <a:pt x="744947" y="121120"/>
                  </a:lnTo>
                  <a:lnTo>
                    <a:pt x="671187" y="109648"/>
                  </a:lnTo>
                  <a:lnTo>
                    <a:pt x="597427" y="98065"/>
                  </a:lnTo>
                  <a:lnTo>
                    <a:pt x="523667" y="86369"/>
                  </a:lnTo>
                  <a:lnTo>
                    <a:pt x="449907" y="74560"/>
                  </a:lnTo>
                  <a:lnTo>
                    <a:pt x="376147" y="62636"/>
                  </a:lnTo>
                  <a:lnTo>
                    <a:pt x="302387" y="50596"/>
                  </a:lnTo>
                  <a:lnTo>
                    <a:pt x="228627" y="38440"/>
                  </a:lnTo>
                  <a:lnTo>
                    <a:pt x="154867" y="26165"/>
                  </a:lnTo>
                  <a:lnTo>
                    <a:pt x="81107" y="13772"/>
                  </a:lnTo>
                  <a:lnTo>
                    <a:pt x="7347" y="125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521715"/>
              <a:ext cx="7235830" cy="1725534"/>
            </a:xfrm>
            <a:custGeom>
              <a:avLst/>
              <a:pathLst>
                <a:path w="7235830" h="1725534">
                  <a:moveTo>
                    <a:pt x="0" y="0"/>
                  </a:moveTo>
                  <a:lnTo>
                    <a:pt x="7347" y="3919"/>
                  </a:lnTo>
                  <a:lnTo>
                    <a:pt x="81107" y="42522"/>
                  </a:lnTo>
                  <a:lnTo>
                    <a:pt x="154867" y="80391"/>
                  </a:lnTo>
                  <a:lnTo>
                    <a:pt x="228627" y="117541"/>
                  </a:lnTo>
                  <a:lnTo>
                    <a:pt x="302387" y="153985"/>
                  </a:lnTo>
                  <a:lnTo>
                    <a:pt x="376147" y="189736"/>
                  </a:lnTo>
                  <a:lnTo>
                    <a:pt x="449907" y="224808"/>
                  </a:lnTo>
                  <a:lnTo>
                    <a:pt x="523667" y="259214"/>
                  </a:lnTo>
                  <a:lnTo>
                    <a:pt x="597427" y="292965"/>
                  </a:lnTo>
                  <a:lnTo>
                    <a:pt x="671187" y="326076"/>
                  </a:lnTo>
                  <a:lnTo>
                    <a:pt x="744947" y="358557"/>
                  </a:lnTo>
                  <a:lnTo>
                    <a:pt x="818707" y="390422"/>
                  </a:lnTo>
                  <a:lnTo>
                    <a:pt x="892467" y="421680"/>
                  </a:lnTo>
                  <a:lnTo>
                    <a:pt x="966227" y="452345"/>
                  </a:lnTo>
                  <a:lnTo>
                    <a:pt x="1039987" y="482427"/>
                  </a:lnTo>
                  <a:lnTo>
                    <a:pt x="1113747" y="511938"/>
                  </a:lnTo>
                  <a:lnTo>
                    <a:pt x="1187508" y="540888"/>
                  </a:lnTo>
                  <a:lnTo>
                    <a:pt x="1261268" y="569288"/>
                  </a:lnTo>
                  <a:lnTo>
                    <a:pt x="1335028" y="597148"/>
                  </a:lnTo>
                  <a:lnTo>
                    <a:pt x="1408788" y="624478"/>
                  </a:lnTo>
                  <a:lnTo>
                    <a:pt x="1482548" y="651290"/>
                  </a:lnTo>
                  <a:lnTo>
                    <a:pt x="1556308" y="677592"/>
                  </a:lnTo>
                  <a:lnTo>
                    <a:pt x="1630068" y="703394"/>
                  </a:lnTo>
                  <a:lnTo>
                    <a:pt x="1703828" y="728706"/>
                  </a:lnTo>
                  <a:lnTo>
                    <a:pt x="1777588" y="753537"/>
                  </a:lnTo>
                  <a:lnTo>
                    <a:pt x="1851348" y="777896"/>
                  </a:lnTo>
                  <a:lnTo>
                    <a:pt x="1925108" y="801793"/>
                  </a:lnTo>
                  <a:lnTo>
                    <a:pt x="1998868" y="825235"/>
                  </a:lnTo>
                  <a:lnTo>
                    <a:pt x="2072628" y="848232"/>
                  </a:lnTo>
                  <a:lnTo>
                    <a:pt x="2146388" y="870792"/>
                  </a:lnTo>
                  <a:lnTo>
                    <a:pt x="2220148" y="892923"/>
                  </a:lnTo>
                  <a:lnTo>
                    <a:pt x="2293908" y="914634"/>
                  </a:lnTo>
                  <a:lnTo>
                    <a:pt x="2367668" y="935932"/>
                  </a:lnTo>
                  <a:lnTo>
                    <a:pt x="2441428" y="956826"/>
                  </a:lnTo>
                  <a:lnTo>
                    <a:pt x="2515188" y="977322"/>
                  </a:lnTo>
                  <a:lnTo>
                    <a:pt x="2588948" y="997429"/>
                  </a:lnTo>
                  <a:lnTo>
                    <a:pt x="2662708" y="1017154"/>
                  </a:lnTo>
                  <a:lnTo>
                    <a:pt x="2736468" y="1036504"/>
                  </a:lnTo>
                  <a:lnTo>
                    <a:pt x="2810228" y="1055487"/>
                  </a:lnTo>
                  <a:lnTo>
                    <a:pt x="2883988" y="1074109"/>
                  </a:lnTo>
                  <a:lnTo>
                    <a:pt x="2957748" y="1092377"/>
                  </a:lnTo>
                  <a:lnTo>
                    <a:pt x="3031508" y="1110298"/>
                  </a:lnTo>
                  <a:lnTo>
                    <a:pt x="3105268" y="1127878"/>
                  </a:lnTo>
                  <a:lnTo>
                    <a:pt x="3179028" y="1145125"/>
                  </a:lnTo>
                  <a:lnTo>
                    <a:pt x="3252788" y="1162043"/>
                  </a:lnTo>
                  <a:lnTo>
                    <a:pt x="3326548" y="1178640"/>
                  </a:lnTo>
                  <a:lnTo>
                    <a:pt x="3400308" y="1194922"/>
                  </a:lnTo>
                  <a:lnTo>
                    <a:pt x="3474068" y="1210895"/>
                  </a:lnTo>
                  <a:lnTo>
                    <a:pt x="3547828" y="1226564"/>
                  </a:lnTo>
                  <a:lnTo>
                    <a:pt x="3621588" y="1241935"/>
                  </a:lnTo>
                  <a:lnTo>
                    <a:pt x="3695348" y="1257014"/>
                  </a:lnTo>
                  <a:lnTo>
                    <a:pt x="3769108" y="1271807"/>
                  </a:lnTo>
                  <a:lnTo>
                    <a:pt x="3842868" y="1286318"/>
                  </a:lnTo>
                  <a:lnTo>
                    <a:pt x="3916628" y="1300554"/>
                  </a:lnTo>
                  <a:lnTo>
                    <a:pt x="3990388" y="1314520"/>
                  </a:lnTo>
                  <a:lnTo>
                    <a:pt x="4064149" y="1328219"/>
                  </a:lnTo>
                  <a:lnTo>
                    <a:pt x="4137909" y="1341659"/>
                  </a:lnTo>
                  <a:lnTo>
                    <a:pt x="4211669" y="1354843"/>
                  </a:lnTo>
                  <a:lnTo>
                    <a:pt x="4285429" y="1367777"/>
                  </a:lnTo>
                  <a:lnTo>
                    <a:pt x="4359189" y="1380465"/>
                  </a:lnTo>
                  <a:lnTo>
                    <a:pt x="4432949" y="1392912"/>
                  </a:lnTo>
                  <a:lnTo>
                    <a:pt x="4506709" y="1405123"/>
                  </a:lnTo>
                  <a:lnTo>
                    <a:pt x="4580469" y="1417101"/>
                  </a:lnTo>
                  <a:lnTo>
                    <a:pt x="4654229" y="1428852"/>
                  </a:lnTo>
                  <a:lnTo>
                    <a:pt x="4727989" y="1440380"/>
                  </a:lnTo>
                  <a:lnTo>
                    <a:pt x="4801749" y="1451688"/>
                  </a:lnTo>
                  <a:lnTo>
                    <a:pt x="4875509" y="1462782"/>
                  </a:lnTo>
                  <a:lnTo>
                    <a:pt x="4949269" y="1473665"/>
                  </a:lnTo>
                  <a:lnTo>
                    <a:pt x="5023029" y="1484341"/>
                  </a:lnTo>
                  <a:lnTo>
                    <a:pt x="5096789" y="1494814"/>
                  </a:lnTo>
                  <a:lnTo>
                    <a:pt x="5170549" y="1505088"/>
                  </a:lnTo>
                  <a:lnTo>
                    <a:pt x="5244309" y="1515167"/>
                  </a:lnTo>
                  <a:lnTo>
                    <a:pt x="5318069" y="1525055"/>
                  </a:lnTo>
                  <a:lnTo>
                    <a:pt x="5391829" y="1534754"/>
                  </a:lnTo>
                  <a:lnTo>
                    <a:pt x="5465589" y="1544269"/>
                  </a:lnTo>
                  <a:lnTo>
                    <a:pt x="5539349" y="1553604"/>
                  </a:lnTo>
                  <a:lnTo>
                    <a:pt x="5613109" y="1562761"/>
                  </a:lnTo>
                  <a:lnTo>
                    <a:pt x="5686869" y="1571744"/>
                  </a:lnTo>
                  <a:lnTo>
                    <a:pt x="5760629" y="1580557"/>
                  </a:lnTo>
                  <a:lnTo>
                    <a:pt x="5834389" y="1589202"/>
                  </a:lnTo>
                  <a:lnTo>
                    <a:pt x="5908149" y="1597683"/>
                  </a:lnTo>
                  <a:lnTo>
                    <a:pt x="5981909" y="1606002"/>
                  </a:lnTo>
                  <a:lnTo>
                    <a:pt x="6055669" y="1614164"/>
                  </a:lnTo>
                  <a:lnTo>
                    <a:pt x="6129429" y="1622170"/>
                  </a:lnTo>
                  <a:lnTo>
                    <a:pt x="6203189" y="1630024"/>
                  </a:lnTo>
                  <a:lnTo>
                    <a:pt x="6276949" y="1637730"/>
                  </a:lnTo>
                  <a:lnTo>
                    <a:pt x="6350709" y="1645288"/>
                  </a:lnTo>
                  <a:lnTo>
                    <a:pt x="6424469" y="1652703"/>
                  </a:lnTo>
                  <a:lnTo>
                    <a:pt x="6498229" y="1659977"/>
                  </a:lnTo>
                  <a:lnTo>
                    <a:pt x="6571989" y="1667113"/>
                  </a:lnTo>
                  <a:lnTo>
                    <a:pt x="6645749" y="1674114"/>
                  </a:lnTo>
                  <a:lnTo>
                    <a:pt x="6719509" y="1680981"/>
                  </a:lnTo>
                  <a:lnTo>
                    <a:pt x="6793269" y="1687718"/>
                  </a:lnTo>
                  <a:lnTo>
                    <a:pt x="6867029" y="1694327"/>
                  </a:lnTo>
                  <a:lnTo>
                    <a:pt x="6940789" y="1700810"/>
                  </a:lnTo>
                  <a:lnTo>
                    <a:pt x="7014550" y="1707170"/>
                  </a:lnTo>
                  <a:lnTo>
                    <a:pt x="7088310" y="1713409"/>
                  </a:lnTo>
                  <a:lnTo>
                    <a:pt x="7162070" y="1719530"/>
                  </a:lnTo>
                  <a:lnTo>
                    <a:pt x="7235830" y="172553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1.26 (1.12-1.41), p_Bonf = &lt;0.001 (n = 6)  |  per IQR decline (Δ = 29.3 %): 1.96 (1.40-2.75)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37433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2026-09-28T16:57:52Z</dcterms:modified>
  <cp:category/>
</cp:coreProperties>
</file>