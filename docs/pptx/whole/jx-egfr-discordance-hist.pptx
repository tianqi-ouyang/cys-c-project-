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79326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4836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17409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3079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6904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07293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4554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378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13846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282888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1676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923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8169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7641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52910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340266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828711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243452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658193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796440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934687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5072934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11181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349428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487675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625922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764169" y="5253627"/>
              <a:ext cx="138246" cy="19442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902416" y="5142528"/>
              <a:ext cx="138246" cy="3055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6040663" y="4948104"/>
              <a:ext cx="138246" cy="4999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6178910" y="4809230"/>
              <a:ext cx="138246" cy="63882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317157" y="4587032"/>
              <a:ext cx="138246" cy="8610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6455404" y="4559257"/>
              <a:ext cx="138246" cy="8887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6593651" y="3920436"/>
              <a:ext cx="138246" cy="152761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6731898" y="3364940"/>
              <a:ext cx="138246" cy="208311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6870145" y="3253841"/>
              <a:ext cx="138246" cy="219420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008392" y="2337273"/>
              <a:ext cx="138246" cy="31107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146639" y="214284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7284885" y="258724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423132" y="2753895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7561379" y="3420490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7699626" y="403153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7837873" y="497587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7976120" y="5198077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8114367" y="542027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134026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382871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24345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465819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479644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493468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07293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21118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534942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548767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562592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576416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590241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604066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617891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631715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645540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659365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673189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687014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700839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7146639" y="2142849"/>
              <a:ext cx="138246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7284885" y="2587246"/>
              <a:ext cx="138246" cy="286080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7423132" y="2753895"/>
              <a:ext cx="138246" cy="26941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7561379" y="3420490"/>
              <a:ext cx="138246" cy="202756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7699626" y="4031536"/>
              <a:ext cx="138246" cy="141651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7837873" y="4975879"/>
              <a:ext cx="138246" cy="47217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7976120" y="5198077"/>
              <a:ext cx="138246" cy="24997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8114367" y="5420276"/>
              <a:ext cx="138246" cy="277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22" name="tx122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835933" y="408749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756929" y="277790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1474617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285708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423955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566152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7107136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845010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3665327" y="5870717"/>
              <a:ext cx="226222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Discordance (mL/min)</a:t>
              </a:r>
            </a:p>
          </p:txBody>
        </p:sp>
        <p:sp>
          <p:nvSpPr>
            <p:cNvPr id="132" name="tx132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994649" y="1688767"/>
              <a:ext cx="66905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Discordance (CKD-EPI Cr-Cys −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2026-07-22T14:05:43Z</dcterms:modified>
  <cp:category/>
</cp:coreProperties>
</file>