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793260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348367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217409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30799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9046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7293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45540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3787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94649" y="413846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94649" y="282888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1676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9923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8169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6416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4663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52910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340266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478513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616760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007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893254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031501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169748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307995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46242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584489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722736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860983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999230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137477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275724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13971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552218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690464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828711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966958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105205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243452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381699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519946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658193" y="5392501"/>
              <a:ext cx="138246" cy="5554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796440" y="5336951"/>
              <a:ext cx="138246" cy="11109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934687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5072934" y="5336951"/>
              <a:ext cx="138246" cy="11109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211181" y="5392501"/>
              <a:ext cx="138246" cy="5554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349428" y="5392501"/>
              <a:ext cx="138246" cy="5554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5487675" y="5281402"/>
              <a:ext cx="138246" cy="16664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625922" y="5281402"/>
              <a:ext cx="138246" cy="16664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64169" y="5253627"/>
              <a:ext cx="138246" cy="19442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902416" y="5142528"/>
              <a:ext cx="138246" cy="3055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040663" y="4948104"/>
              <a:ext cx="138246" cy="49994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178910" y="4809230"/>
              <a:ext cx="138246" cy="63882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317157" y="4587032"/>
              <a:ext cx="138246" cy="8610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455404" y="4559257"/>
              <a:ext cx="138246" cy="8887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593651" y="3920436"/>
              <a:ext cx="138246" cy="152761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731898" y="3364940"/>
              <a:ext cx="138246" cy="208311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870145" y="3253841"/>
              <a:ext cx="138246" cy="219420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008392" y="2337273"/>
              <a:ext cx="138246" cy="311077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146639" y="2142849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284885" y="2587246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423132" y="2753895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561379" y="3420490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699626" y="4031536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837873" y="4975879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976120" y="5198077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8114367" y="5420276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34026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47851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61676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75500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89325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03150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16974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30799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44624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584489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72273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86098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99923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313747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27572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341397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355221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69046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382871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396695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10520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24345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381699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51994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65819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79644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93468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07293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21118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34942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48767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562592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5764169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590241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04066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617891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631715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45540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659365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673189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687014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700839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7146639" y="2142849"/>
              <a:ext cx="138246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7284885" y="2587246"/>
              <a:ext cx="138246" cy="286080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7423132" y="2753895"/>
              <a:ext cx="138246" cy="26941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7561379" y="3420490"/>
              <a:ext cx="138246" cy="202756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7699626" y="4031536"/>
              <a:ext cx="138246" cy="141651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7837873" y="4975879"/>
              <a:ext cx="138246" cy="47217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7976120" y="5198077"/>
              <a:ext cx="138246" cy="24997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8114367" y="5420276"/>
              <a:ext cx="138246" cy="2777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714663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835933" y="4087491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56929" y="277790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474617" y="5693022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857086" y="5693022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-150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239556" y="5693022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661528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7107136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45010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665327" y="5870717"/>
              <a:ext cx="226222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Discordance (mL/min)</a:t>
              </a:r>
            </a:p>
          </p:txBody>
        </p:sp>
        <p:sp>
          <p:nvSpPr>
            <p:cNvPr id="132" name="tx132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994649" y="1688767"/>
              <a:ext cx="669057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Discordance (CKD-EPI Cr-Cys − Cockcroft-Gault)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2026-09-28T17:34:02Z</dcterms:modified>
  <cp:category/>
</cp:coreProperties>
</file>