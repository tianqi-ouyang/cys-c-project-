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720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583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447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310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3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036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9002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763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626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152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015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3878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2742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60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0468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9331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8195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817517" y="3533672"/>
              <a:ext cx="7235830" cy="1711569"/>
            </a:xfrm>
            <a:custGeom>
              <a:avLst/>
              <a:pathLst>
                <a:path w="7235830" h="1711569">
                  <a:moveTo>
                    <a:pt x="0" y="0"/>
                  </a:moveTo>
                  <a:lnTo>
                    <a:pt x="7347" y="3871"/>
                  </a:lnTo>
                  <a:lnTo>
                    <a:pt x="81107" y="41998"/>
                  </a:lnTo>
                  <a:lnTo>
                    <a:pt x="154867" y="79405"/>
                  </a:lnTo>
                  <a:lnTo>
                    <a:pt x="228627" y="116106"/>
                  </a:lnTo>
                  <a:lnTo>
                    <a:pt x="302387" y="152114"/>
                  </a:lnTo>
                  <a:lnTo>
                    <a:pt x="376147" y="187443"/>
                  </a:lnTo>
                  <a:lnTo>
                    <a:pt x="449907" y="222104"/>
                  </a:lnTo>
                  <a:lnTo>
                    <a:pt x="523667" y="256112"/>
                  </a:lnTo>
                  <a:lnTo>
                    <a:pt x="597427" y="289477"/>
                  </a:lnTo>
                  <a:lnTo>
                    <a:pt x="671187" y="322212"/>
                  </a:lnTo>
                  <a:lnTo>
                    <a:pt x="744947" y="354330"/>
                  </a:lnTo>
                  <a:lnTo>
                    <a:pt x="818707" y="385841"/>
                  </a:lnTo>
                  <a:lnTo>
                    <a:pt x="892467" y="416757"/>
                  </a:lnTo>
                  <a:lnTo>
                    <a:pt x="966227" y="447090"/>
                  </a:lnTo>
                  <a:lnTo>
                    <a:pt x="1039987" y="476850"/>
                  </a:lnTo>
                  <a:lnTo>
                    <a:pt x="1113747" y="506048"/>
                  </a:lnTo>
                  <a:lnTo>
                    <a:pt x="1187508" y="534696"/>
                  </a:lnTo>
                  <a:lnTo>
                    <a:pt x="1261268" y="562802"/>
                  </a:lnTo>
                  <a:lnTo>
                    <a:pt x="1335028" y="590378"/>
                  </a:lnTo>
                  <a:lnTo>
                    <a:pt x="1408788" y="617433"/>
                  </a:lnTo>
                  <a:lnTo>
                    <a:pt x="1482548" y="643977"/>
                  </a:lnTo>
                  <a:lnTo>
                    <a:pt x="1556308" y="670021"/>
                  </a:lnTo>
                  <a:lnTo>
                    <a:pt x="1630068" y="695572"/>
                  </a:lnTo>
                  <a:lnTo>
                    <a:pt x="1703828" y="720642"/>
                  </a:lnTo>
                  <a:lnTo>
                    <a:pt x="1777588" y="745238"/>
                  </a:lnTo>
                  <a:lnTo>
                    <a:pt x="1851348" y="769370"/>
                  </a:lnTo>
                  <a:lnTo>
                    <a:pt x="1925108" y="793046"/>
                  </a:lnTo>
                  <a:lnTo>
                    <a:pt x="1998868" y="816275"/>
                  </a:lnTo>
                  <a:lnTo>
                    <a:pt x="2072628" y="839066"/>
                  </a:lnTo>
                  <a:lnTo>
                    <a:pt x="2146388" y="861427"/>
                  </a:lnTo>
                  <a:lnTo>
                    <a:pt x="2220148" y="883365"/>
                  </a:lnTo>
                  <a:lnTo>
                    <a:pt x="2293908" y="904890"/>
                  </a:lnTo>
                  <a:lnTo>
                    <a:pt x="2367668" y="926008"/>
                  </a:lnTo>
                  <a:lnTo>
                    <a:pt x="2441428" y="946727"/>
                  </a:lnTo>
                  <a:lnTo>
                    <a:pt x="2515188" y="967055"/>
                  </a:lnTo>
                  <a:lnTo>
                    <a:pt x="2588948" y="987000"/>
                  </a:lnTo>
                  <a:lnTo>
                    <a:pt x="2662708" y="1006568"/>
                  </a:lnTo>
                  <a:lnTo>
                    <a:pt x="2736468" y="1025766"/>
                  </a:lnTo>
                  <a:lnTo>
                    <a:pt x="2810228" y="1044602"/>
                  </a:lnTo>
                  <a:lnTo>
                    <a:pt x="2883988" y="1063083"/>
                  </a:lnTo>
                  <a:lnTo>
                    <a:pt x="2957748" y="1081215"/>
                  </a:lnTo>
                  <a:lnTo>
                    <a:pt x="3031508" y="1099004"/>
                  </a:lnTo>
                  <a:lnTo>
                    <a:pt x="3105268" y="1116458"/>
                  </a:lnTo>
                  <a:lnTo>
                    <a:pt x="3179028" y="1133582"/>
                  </a:lnTo>
                  <a:lnTo>
                    <a:pt x="3252788" y="1150383"/>
                  </a:lnTo>
                  <a:lnTo>
                    <a:pt x="3326548" y="1166866"/>
                  </a:lnTo>
                  <a:lnTo>
                    <a:pt x="3400308" y="1183039"/>
                  </a:lnTo>
                  <a:lnTo>
                    <a:pt x="3474068" y="1195588"/>
                  </a:lnTo>
                  <a:lnTo>
                    <a:pt x="3547828" y="1200418"/>
                  </a:lnTo>
                  <a:lnTo>
                    <a:pt x="3621588" y="1205220"/>
                  </a:lnTo>
                  <a:lnTo>
                    <a:pt x="3695348" y="1209994"/>
                  </a:lnTo>
                  <a:lnTo>
                    <a:pt x="3769108" y="1214740"/>
                  </a:lnTo>
                  <a:lnTo>
                    <a:pt x="3842868" y="1219459"/>
                  </a:lnTo>
                  <a:lnTo>
                    <a:pt x="3916628" y="1224150"/>
                  </a:lnTo>
                  <a:lnTo>
                    <a:pt x="3990388" y="1228813"/>
                  </a:lnTo>
                  <a:lnTo>
                    <a:pt x="4064149" y="1233450"/>
                  </a:lnTo>
                  <a:lnTo>
                    <a:pt x="4137909" y="1238059"/>
                  </a:lnTo>
                  <a:lnTo>
                    <a:pt x="4211669" y="1242642"/>
                  </a:lnTo>
                  <a:lnTo>
                    <a:pt x="4285429" y="1247197"/>
                  </a:lnTo>
                  <a:lnTo>
                    <a:pt x="4359189" y="1251727"/>
                  </a:lnTo>
                  <a:lnTo>
                    <a:pt x="4432949" y="1256229"/>
                  </a:lnTo>
                  <a:lnTo>
                    <a:pt x="4506709" y="1260706"/>
                  </a:lnTo>
                  <a:lnTo>
                    <a:pt x="4580469" y="1265156"/>
                  </a:lnTo>
                  <a:lnTo>
                    <a:pt x="4654229" y="1269581"/>
                  </a:lnTo>
                  <a:lnTo>
                    <a:pt x="4727989" y="1273979"/>
                  </a:lnTo>
                  <a:lnTo>
                    <a:pt x="4801749" y="1278352"/>
                  </a:lnTo>
                  <a:lnTo>
                    <a:pt x="4875509" y="1282700"/>
                  </a:lnTo>
                  <a:lnTo>
                    <a:pt x="4949269" y="1287022"/>
                  </a:lnTo>
                  <a:lnTo>
                    <a:pt x="5023029" y="1291319"/>
                  </a:lnTo>
                  <a:lnTo>
                    <a:pt x="5096789" y="1295591"/>
                  </a:lnTo>
                  <a:lnTo>
                    <a:pt x="5170549" y="1299837"/>
                  </a:lnTo>
                  <a:lnTo>
                    <a:pt x="5244309" y="1304060"/>
                  </a:lnTo>
                  <a:lnTo>
                    <a:pt x="5318069" y="1308257"/>
                  </a:lnTo>
                  <a:lnTo>
                    <a:pt x="5391829" y="1312430"/>
                  </a:lnTo>
                  <a:lnTo>
                    <a:pt x="5465589" y="1316579"/>
                  </a:lnTo>
                  <a:lnTo>
                    <a:pt x="5539349" y="1320703"/>
                  </a:lnTo>
                  <a:lnTo>
                    <a:pt x="5613109" y="1324803"/>
                  </a:lnTo>
                  <a:lnTo>
                    <a:pt x="5686869" y="1328880"/>
                  </a:lnTo>
                  <a:lnTo>
                    <a:pt x="5760629" y="1332933"/>
                  </a:lnTo>
                  <a:lnTo>
                    <a:pt x="5834389" y="1336962"/>
                  </a:lnTo>
                  <a:lnTo>
                    <a:pt x="5908149" y="1340967"/>
                  </a:lnTo>
                  <a:lnTo>
                    <a:pt x="5981909" y="1344949"/>
                  </a:lnTo>
                  <a:lnTo>
                    <a:pt x="6055669" y="1348908"/>
                  </a:lnTo>
                  <a:lnTo>
                    <a:pt x="6129429" y="1352844"/>
                  </a:lnTo>
                  <a:lnTo>
                    <a:pt x="6203189" y="1356757"/>
                  </a:lnTo>
                  <a:lnTo>
                    <a:pt x="6276949" y="1360647"/>
                  </a:lnTo>
                  <a:lnTo>
                    <a:pt x="6350709" y="1364514"/>
                  </a:lnTo>
                  <a:lnTo>
                    <a:pt x="6424469" y="1368359"/>
                  </a:lnTo>
                  <a:lnTo>
                    <a:pt x="6498229" y="1372182"/>
                  </a:lnTo>
                  <a:lnTo>
                    <a:pt x="6571989" y="1375982"/>
                  </a:lnTo>
                  <a:lnTo>
                    <a:pt x="6645749" y="1379760"/>
                  </a:lnTo>
                  <a:lnTo>
                    <a:pt x="6719509" y="1383515"/>
                  </a:lnTo>
                  <a:lnTo>
                    <a:pt x="6793269" y="1387249"/>
                  </a:lnTo>
                  <a:lnTo>
                    <a:pt x="6867029" y="1390962"/>
                  </a:lnTo>
                  <a:lnTo>
                    <a:pt x="6940789" y="1394652"/>
                  </a:lnTo>
                  <a:lnTo>
                    <a:pt x="7014550" y="1398321"/>
                  </a:lnTo>
                  <a:lnTo>
                    <a:pt x="7088310" y="1401969"/>
                  </a:lnTo>
                  <a:lnTo>
                    <a:pt x="7162070" y="1405595"/>
                  </a:lnTo>
                  <a:lnTo>
                    <a:pt x="7235830" y="1409200"/>
                  </a:lnTo>
                  <a:lnTo>
                    <a:pt x="7235830" y="1711569"/>
                  </a:lnTo>
                  <a:lnTo>
                    <a:pt x="7162070" y="1705565"/>
                  </a:lnTo>
                  <a:lnTo>
                    <a:pt x="7088310" y="1699447"/>
                  </a:lnTo>
                  <a:lnTo>
                    <a:pt x="7014550" y="1693210"/>
                  </a:lnTo>
                  <a:lnTo>
                    <a:pt x="6940789" y="1686854"/>
                  </a:lnTo>
                  <a:lnTo>
                    <a:pt x="6867029" y="1680375"/>
                  </a:lnTo>
                  <a:lnTo>
                    <a:pt x="6793269" y="1673771"/>
                  </a:lnTo>
                  <a:lnTo>
                    <a:pt x="6719509" y="1667041"/>
                  </a:lnTo>
                  <a:lnTo>
                    <a:pt x="6645749" y="1660181"/>
                  </a:lnTo>
                  <a:lnTo>
                    <a:pt x="6571989" y="1653189"/>
                  </a:lnTo>
                  <a:lnTo>
                    <a:pt x="6498229" y="1646062"/>
                  </a:lnTo>
                  <a:lnTo>
                    <a:pt x="6424469" y="1638799"/>
                  </a:lnTo>
                  <a:lnTo>
                    <a:pt x="6350709" y="1631395"/>
                  </a:lnTo>
                  <a:lnTo>
                    <a:pt x="6276949" y="1623849"/>
                  </a:lnTo>
                  <a:lnTo>
                    <a:pt x="6203189" y="1616158"/>
                  </a:lnTo>
                  <a:lnTo>
                    <a:pt x="6129429" y="1608319"/>
                  </a:lnTo>
                  <a:lnTo>
                    <a:pt x="6055669" y="1600330"/>
                  </a:lnTo>
                  <a:lnTo>
                    <a:pt x="5981909" y="1592186"/>
                  </a:lnTo>
                  <a:lnTo>
                    <a:pt x="5908149" y="1583886"/>
                  </a:lnTo>
                  <a:lnTo>
                    <a:pt x="5834389" y="1575426"/>
                  </a:lnTo>
                  <a:lnTo>
                    <a:pt x="5760629" y="1566803"/>
                  </a:lnTo>
                  <a:lnTo>
                    <a:pt x="5686869" y="1558014"/>
                  </a:lnTo>
                  <a:lnTo>
                    <a:pt x="5613109" y="1549057"/>
                  </a:lnTo>
                  <a:lnTo>
                    <a:pt x="5539349" y="1539927"/>
                  </a:lnTo>
                  <a:lnTo>
                    <a:pt x="5465589" y="1530621"/>
                  </a:lnTo>
                  <a:lnTo>
                    <a:pt x="5391829" y="1521136"/>
                  </a:lnTo>
                  <a:lnTo>
                    <a:pt x="5318069" y="1511469"/>
                  </a:lnTo>
                  <a:lnTo>
                    <a:pt x="5244309" y="1501615"/>
                  </a:lnTo>
                  <a:lnTo>
                    <a:pt x="5170549" y="1491572"/>
                  </a:lnTo>
                  <a:lnTo>
                    <a:pt x="5096789" y="1481336"/>
                  </a:lnTo>
                  <a:lnTo>
                    <a:pt x="5023029" y="1470903"/>
                  </a:lnTo>
                  <a:lnTo>
                    <a:pt x="4949269" y="1460269"/>
                  </a:lnTo>
                  <a:lnTo>
                    <a:pt x="4875509" y="1449431"/>
                  </a:lnTo>
                  <a:lnTo>
                    <a:pt x="4801749" y="1438384"/>
                  </a:lnTo>
                  <a:lnTo>
                    <a:pt x="4727989" y="1427125"/>
                  </a:lnTo>
                  <a:lnTo>
                    <a:pt x="4654229" y="1415648"/>
                  </a:lnTo>
                  <a:lnTo>
                    <a:pt x="4580469" y="1403951"/>
                  </a:lnTo>
                  <a:lnTo>
                    <a:pt x="4506709" y="1392029"/>
                  </a:lnTo>
                  <a:lnTo>
                    <a:pt x="4432949" y="1379878"/>
                  </a:lnTo>
                  <a:lnTo>
                    <a:pt x="4359189" y="1367493"/>
                  </a:lnTo>
                  <a:lnTo>
                    <a:pt x="4285429" y="1354869"/>
                  </a:lnTo>
                  <a:lnTo>
                    <a:pt x="4211669" y="1342003"/>
                  </a:lnTo>
                  <a:lnTo>
                    <a:pt x="4137909" y="1328889"/>
                  </a:lnTo>
                  <a:lnTo>
                    <a:pt x="4064149" y="1315523"/>
                  </a:lnTo>
                  <a:lnTo>
                    <a:pt x="3990388" y="1301899"/>
                  </a:lnTo>
                  <a:lnTo>
                    <a:pt x="3916628" y="1288014"/>
                  </a:lnTo>
                  <a:lnTo>
                    <a:pt x="3842868" y="1273861"/>
                  </a:lnTo>
                  <a:lnTo>
                    <a:pt x="3769108" y="1259436"/>
                  </a:lnTo>
                  <a:lnTo>
                    <a:pt x="3695348" y="1244733"/>
                  </a:lnTo>
                  <a:lnTo>
                    <a:pt x="3621588" y="1229748"/>
                  </a:lnTo>
                  <a:lnTo>
                    <a:pt x="3547828" y="1214474"/>
                  </a:lnTo>
                  <a:lnTo>
                    <a:pt x="3474068" y="1198906"/>
                  </a:lnTo>
                  <a:lnTo>
                    <a:pt x="3400308" y="1190729"/>
                  </a:lnTo>
                  <a:lnTo>
                    <a:pt x="3326548" y="1185842"/>
                  </a:lnTo>
                  <a:lnTo>
                    <a:pt x="3252788" y="1180926"/>
                  </a:lnTo>
                  <a:lnTo>
                    <a:pt x="3179028" y="1175981"/>
                  </a:lnTo>
                  <a:lnTo>
                    <a:pt x="3105268" y="1171008"/>
                  </a:lnTo>
                  <a:lnTo>
                    <a:pt x="3031508" y="1166005"/>
                  </a:lnTo>
                  <a:lnTo>
                    <a:pt x="2957748" y="1160973"/>
                  </a:lnTo>
                  <a:lnTo>
                    <a:pt x="2883988" y="1155911"/>
                  </a:lnTo>
                  <a:lnTo>
                    <a:pt x="2810228" y="1150819"/>
                  </a:lnTo>
                  <a:lnTo>
                    <a:pt x="2736468" y="1145698"/>
                  </a:lnTo>
                  <a:lnTo>
                    <a:pt x="2662708" y="1140547"/>
                  </a:lnTo>
                  <a:lnTo>
                    <a:pt x="2588948" y="1135365"/>
                  </a:lnTo>
                  <a:lnTo>
                    <a:pt x="2515188" y="1130153"/>
                  </a:lnTo>
                  <a:lnTo>
                    <a:pt x="2441428" y="1124911"/>
                  </a:lnTo>
                  <a:lnTo>
                    <a:pt x="2367668" y="1119637"/>
                  </a:lnTo>
                  <a:lnTo>
                    <a:pt x="2293908" y="1114333"/>
                  </a:lnTo>
                  <a:lnTo>
                    <a:pt x="2220148" y="1108998"/>
                  </a:lnTo>
                  <a:lnTo>
                    <a:pt x="2146388" y="1103631"/>
                  </a:lnTo>
                  <a:lnTo>
                    <a:pt x="2072628" y="1098233"/>
                  </a:lnTo>
                  <a:lnTo>
                    <a:pt x="1998868" y="1092803"/>
                  </a:lnTo>
                  <a:lnTo>
                    <a:pt x="1925108" y="1087341"/>
                  </a:lnTo>
                  <a:lnTo>
                    <a:pt x="1851348" y="1081847"/>
                  </a:lnTo>
                  <a:lnTo>
                    <a:pt x="1777588" y="1076321"/>
                  </a:lnTo>
                  <a:lnTo>
                    <a:pt x="1703828" y="1070763"/>
                  </a:lnTo>
                  <a:lnTo>
                    <a:pt x="1630068" y="1065172"/>
                  </a:lnTo>
                  <a:lnTo>
                    <a:pt x="1556308" y="1059548"/>
                  </a:lnTo>
                  <a:lnTo>
                    <a:pt x="1482548" y="1053891"/>
                  </a:lnTo>
                  <a:lnTo>
                    <a:pt x="1408788" y="1048201"/>
                  </a:lnTo>
                  <a:lnTo>
                    <a:pt x="1335028" y="1042477"/>
                  </a:lnTo>
                  <a:lnTo>
                    <a:pt x="1261268" y="1036720"/>
                  </a:lnTo>
                  <a:lnTo>
                    <a:pt x="1187508" y="1030929"/>
                  </a:lnTo>
                  <a:lnTo>
                    <a:pt x="1113747" y="1025104"/>
                  </a:lnTo>
                  <a:lnTo>
                    <a:pt x="1039987" y="1019245"/>
                  </a:lnTo>
                  <a:lnTo>
                    <a:pt x="966227" y="1013352"/>
                  </a:lnTo>
                  <a:lnTo>
                    <a:pt x="892467" y="1007424"/>
                  </a:lnTo>
                  <a:lnTo>
                    <a:pt x="818707" y="1001461"/>
                  </a:lnTo>
                  <a:lnTo>
                    <a:pt x="744947" y="995464"/>
                  </a:lnTo>
                  <a:lnTo>
                    <a:pt x="671187" y="989431"/>
                  </a:lnTo>
                  <a:lnTo>
                    <a:pt x="597427" y="983362"/>
                  </a:lnTo>
                  <a:lnTo>
                    <a:pt x="523667" y="977258"/>
                  </a:lnTo>
                  <a:lnTo>
                    <a:pt x="449907" y="971119"/>
                  </a:lnTo>
                  <a:lnTo>
                    <a:pt x="376147" y="964943"/>
                  </a:lnTo>
                  <a:lnTo>
                    <a:pt x="302387" y="958731"/>
                  </a:lnTo>
                  <a:lnTo>
                    <a:pt x="228627" y="952482"/>
                  </a:lnTo>
                  <a:lnTo>
                    <a:pt x="154867" y="946197"/>
                  </a:lnTo>
                  <a:lnTo>
                    <a:pt x="81107" y="939875"/>
                  </a:lnTo>
                  <a:lnTo>
                    <a:pt x="7347" y="933516"/>
                  </a:lnTo>
                  <a:lnTo>
                    <a:pt x="0" y="93287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817517" y="3533672"/>
              <a:ext cx="7235830" cy="1409200"/>
            </a:xfrm>
            <a:custGeom>
              <a:avLst/>
              <a:pathLst>
                <a:path w="7235830" h="1409200">
                  <a:moveTo>
                    <a:pt x="0" y="0"/>
                  </a:moveTo>
                  <a:lnTo>
                    <a:pt x="7347" y="3871"/>
                  </a:lnTo>
                  <a:lnTo>
                    <a:pt x="81107" y="41998"/>
                  </a:lnTo>
                  <a:lnTo>
                    <a:pt x="154867" y="79405"/>
                  </a:lnTo>
                  <a:lnTo>
                    <a:pt x="228627" y="116106"/>
                  </a:lnTo>
                  <a:lnTo>
                    <a:pt x="302387" y="152114"/>
                  </a:lnTo>
                  <a:lnTo>
                    <a:pt x="376147" y="187443"/>
                  </a:lnTo>
                  <a:lnTo>
                    <a:pt x="449907" y="222104"/>
                  </a:lnTo>
                  <a:lnTo>
                    <a:pt x="523667" y="256112"/>
                  </a:lnTo>
                  <a:lnTo>
                    <a:pt x="597427" y="289477"/>
                  </a:lnTo>
                  <a:lnTo>
                    <a:pt x="671187" y="322212"/>
                  </a:lnTo>
                  <a:lnTo>
                    <a:pt x="744947" y="354330"/>
                  </a:lnTo>
                  <a:lnTo>
                    <a:pt x="818707" y="385841"/>
                  </a:lnTo>
                  <a:lnTo>
                    <a:pt x="892467" y="416757"/>
                  </a:lnTo>
                  <a:lnTo>
                    <a:pt x="966227" y="447090"/>
                  </a:lnTo>
                  <a:lnTo>
                    <a:pt x="1039987" y="476850"/>
                  </a:lnTo>
                  <a:lnTo>
                    <a:pt x="1113747" y="506048"/>
                  </a:lnTo>
                  <a:lnTo>
                    <a:pt x="1187508" y="534696"/>
                  </a:lnTo>
                  <a:lnTo>
                    <a:pt x="1261268" y="562802"/>
                  </a:lnTo>
                  <a:lnTo>
                    <a:pt x="1335028" y="590378"/>
                  </a:lnTo>
                  <a:lnTo>
                    <a:pt x="1408788" y="617433"/>
                  </a:lnTo>
                  <a:lnTo>
                    <a:pt x="1482548" y="643977"/>
                  </a:lnTo>
                  <a:lnTo>
                    <a:pt x="1556308" y="670021"/>
                  </a:lnTo>
                  <a:lnTo>
                    <a:pt x="1630068" y="695572"/>
                  </a:lnTo>
                  <a:lnTo>
                    <a:pt x="1703828" y="720642"/>
                  </a:lnTo>
                  <a:lnTo>
                    <a:pt x="1777588" y="745238"/>
                  </a:lnTo>
                  <a:lnTo>
                    <a:pt x="1851348" y="769370"/>
                  </a:lnTo>
                  <a:lnTo>
                    <a:pt x="1925108" y="793046"/>
                  </a:lnTo>
                  <a:lnTo>
                    <a:pt x="1998868" y="816275"/>
                  </a:lnTo>
                  <a:lnTo>
                    <a:pt x="2072628" y="839066"/>
                  </a:lnTo>
                  <a:lnTo>
                    <a:pt x="2146388" y="861427"/>
                  </a:lnTo>
                  <a:lnTo>
                    <a:pt x="2220148" y="883365"/>
                  </a:lnTo>
                  <a:lnTo>
                    <a:pt x="2293908" y="904890"/>
                  </a:lnTo>
                  <a:lnTo>
                    <a:pt x="2367668" y="926008"/>
                  </a:lnTo>
                  <a:lnTo>
                    <a:pt x="2441428" y="946727"/>
                  </a:lnTo>
                  <a:lnTo>
                    <a:pt x="2515188" y="967055"/>
                  </a:lnTo>
                  <a:lnTo>
                    <a:pt x="2588948" y="987000"/>
                  </a:lnTo>
                  <a:lnTo>
                    <a:pt x="2662708" y="1006568"/>
                  </a:lnTo>
                  <a:lnTo>
                    <a:pt x="2736468" y="1025766"/>
                  </a:lnTo>
                  <a:lnTo>
                    <a:pt x="2810228" y="1044602"/>
                  </a:lnTo>
                  <a:lnTo>
                    <a:pt x="2883988" y="1063083"/>
                  </a:lnTo>
                  <a:lnTo>
                    <a:pt x="2957748" y="1081215"/>
                  </a:lnTo>
                  <a:lnTo>
                    <a:pt x="3031508" y="1099004"/>
                  </a:lnTo>
                  <a:lnTo>
                    <a:pt x="3105268" y="1116458"/>
                  </a:lnTo>
                  <a:lnTo>
                    <a:pt x="3179028" y="1133582"/>
                  </a:lnTo>
                  <a:lnTo>
                    <a:pt x="3252788" y="1150383"/>
                  </a:lnTo>
                  <a:lnTo>
                    <a:pt x="3326548" y="1166866"/>
                  </a:lnTo>
                  <a:lnTo>
                    <a:pt x="3400308" y="1183039"/>
                  </a:lnTo>
                  <a:lnTo>
                    <a:pt x="3474068" y="1195588"/>
                  </a:lnTo>
                  <a:lnTo>
                    <a:pt x="3547828" y="1200418"/>
                  </a:lnTo>
                  <a:lnTo>
                    <a:pt x="3621588" y="1205220"/>
                  </a:lnTo>
                  <a:lnTo>
                    <a:pt x="3695348" y="1209994"/>
                  </a:lnTo>
                  <a:lnTo>
                    <a:pt x="3769108" y="1214740"/>
                  </a:lnTo>
                  <a:lnTo>
                    <a:pt x="3842868" y="1219459"/>
                  </a:lnTo>
                  <a:lnTo>
                    <a:pt x="3916628" y="1224150"/>
                  </a:lnTo>
                  <a:lnTo>
                    <a:pt x="3990388" y="1228813"/>
                  </a:lnTo>
                  <a:lnTo>
                    <a:pt x="4064149" y="1233450"/>
                  </a:lnTo>
                  <a:lnTo>
                    <a:pt x="4137909" y="1238059"/>
                  </a:lnTo>
                  <a:lnTo>
                    <a:pt x="4211669" y="1242642"/>
                  </a:lnTo>
                  <a:lnTo>
                    <a:pt x="4285429" y="1247197"/>
                  </a:lnTo>
                  <a:lnTo>
                    <a:pt x="4359189" y="1251727"/>
                  </a:lnTo>
                  <a:lnTo>
                    <a:pt x="4432949" y="1256229"/>
                  </a:lnTo>
                  <a:lnTo>
                    <a:pt x="4506709" y="1260706"/>
                  </a:lnTo>
                  <a:lnTo>
                    <a:pt x="4580469" y="1265156"/>
                  </a:lnTo>
                  <a:lnTo>
                    <a:pt x="4654229" y="1269581"/>
                  </a:lnTo>
                  <a:lnTo>
                    <a:pt x="4727989" y="1273979"/>
                  </a:lnTo>
                  <a:lnTo>
                    <a:pt x="4801749" y="1278352"/>
                  </a:lnTo>
                  <a:lnTo>
                    <a:pt x="4875509" y="1282700"/>
                  </a:lnTo>
                  <a:lnTo>
                    <a:pt x="4949269" y="1287022"/>
                  </a:lnTo>
                  <a:lnTo>
                    <a:pt x="5023029" y="1291319"/>
                  </a:lnTo>
                  <a:lnTo>
                    <a:pt x="5096789" y="1295591"/>
                  </a:lnTo>
                  <a:lnTo>
                    <a:pt x="5170549" y="1299837"/>
                  </a:lnTo>
                  <a:lnTo>
                    <a:pt x="5244309" y="1304060"/>
                  </a:lnTo>
                  <a:lnTo>
                    <a:pt x="5318069" y="1308257"/>
                  </a:lnTo>
                  <a:lnTo>
                    <a:pt x="5391829" y="1312430"/>
                  </a:lnTo>
                  <a:lnTo>
                    <a:pt x="5465589" y="1316579"/>
                  </a:lnTo>
                  <a:lnTo>
                    <a:pt x="5539349" y="1320703"/>
                  </a:lnTo>
                  <a:lnTo>
                    <a:pt x="5613109" y="1324803"/>
                  </a:lnTo>
                  <a:lnTo>
                    <a:pt x="5686869" y="1328880"/>
                  </a:lnTo>
                  <a:lnTo>
                    <a:pt x="5760629" y="1332933"/>
                  </a:lnTo>
                  <a:lnTo>
                    <a:pt x="5834389" y="1336962"/>
                  </a:lnTo>
                  <a:lnTo>
                    <a:pt x="5908149" y="1340967"/>
                  </a:lnTo>
                  <a:lnTo>
                    <a:pt x="5981909" y="1344949"/>
                  </a:lnTo>
                  <a:lnTo>
                    <a:pt x="6055669" y="1348908"/>
                  </a:lnTo>
                  <a:lnTo>
                    <a:pt x="6129429" y="1352844"/>
                  </a:lnTo>
                  <a:lnTo>
                    <a:pt x="6203189" y="1356757"/>
                  </a:lnTo>
                  <a:lnTo>
                    <a:pt x="6276949" y="1360647"/>
                  </a:lnTo>
                  <a:lnTo>
                    <a:pt x="6350709" y="1364514"/>
                  </a:lnTo>
                  <a:lnTo>
                    <a:pt x="6424469" y="1368359"/>
                  </a:lnTo>
                  <a:lnTo>
                    <a:pt x="6498229" y="1372182"/>
                  </a:lnTo>
                  <a:lnTo>
                    <a:pt x="6571989" y="1375982"/>
                  </a:lnTo>
                  <a:lnTo>
                    <a:pt x="6645749" y="1379760"/>
                  </a:lnTo>
                  <a:lnTo>
                    <a:pt x="6719509" y="1383515"/>
                  </a:lnTo>
                  <a:lnTo>
                    <a:pt x="6793269" y="1387249"/>
                  </a:lnTo>
                  <a:lnTo>
                    <a:pt x="6867029" y="1390962"/>
                  </a:lnTo>
                  <a:lnTo>
                    <a:pt x="6940789" y="1394652"/>
                  </a:lnTo>
                  <a:lnTo>
                    <a:pt x="7014550" y="1398321"/>
                  </a:lnTo>
                  <a:lnTo>
                    <a:pt x="7088310" y="1401969"/>
                  </a:lnTo>
                  <a:lnTo>
                    <a:pt x="7162070" y="1405595"/>
                  </a:lnTo>
                  <a:lnTo>
                    <a:pt x="7235830" y="140920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817517" y="4466552"/>
              <a:ext cx="7235830" cy="778689"/>
            </a:xfrm>
            <a:custGeom>
              <a:avLst/>
              <a:pathLst>
                <a:path w="7235830" h="778689">
                  <a:moveTo>
                    <a:pt x="7235830" y="778689"/>
                  </a:moveTo>
                  <a:lnTo>
                    <a:pt x="7162070" y="772686"/>
                  </a:lnTo>
                  <a:lnTo>
                    <a:pt x="7088310" y="766567"/>
                  </a:lnTo>
                  <a:lnTo>
                    <a:pt x="7014550" y="760331"/>
                  </a:lnTo>
                  <a:lnTo>
                    <a:pt x="6940789" y="753974"/>
                  </a:lnTo>
                  <a:lnTo>
                    <a:pt x="6867029" y="747496"/>
                  </a:lnTo>
                  <a:lnTo>
                    <a:pt x="6793269" y="740892"/>
                  </a:lnTo>
                  <a:lnTo>
                    <a:pt x="6719509" y="734162"/>
                  </a:lnTo>
                  <a:lnTo>
                    <a:pt x="6645749" y="727302"/>
                  </a:lnTo>
                  <a:lnTo>
                    <a:pt x="6571989" y="720310"/>
                  </a:lnTo>
                  <a:lnTo>
                    <a:pt x="6498229" y="713183"/>
                  </a:lnTo>
                  <a:lnTo>
                    <a:pt x="6424469" y="705919"/>
                  </a:lnTo>
                  <a:lnTo>
                    <a:pt x="6350709" y="698516"/>
                  </a:lnTo>
                  <a:lnTo>
                    <a:pt x="6276949" y="690970"/>
                  </a:lnTo>
                  <a:lnTo>
                    <a:pt x="6203189" y="683279"/>
                  </a:lnTo>
                  <a:lnTo>
                    <a:pt x="6129429" y="675440"/>
                  </a:lnTo>
                  <a:lnTo>
                    <a:pt x="6055669" y="667450"/>
                  </a:lnTo>
                  <a:lnTo>
                    <a:pt x="5981909" y="659307"/>
                  </a:lnTo>
                  <a:lnTo>
                    <a:pt x="5908149" y="651006"/>
                  </a:lnTo>
                  <a:lnTo>
                    <a:pt x="5834389" y="642547"/>
                  </a:lnTo>
                  <a:lnTo>
                    <a:pt x="5760629" y="633924"/>
                  </a:lnTo>
                  <a:lnTo>
                    <a:pt x="5686869" y="625135"/>
                  </a:lnTo>
                  <a:lnTo>
                    <a:pt x="5613109" y="616177"/>
                  </a:lnTo>
                  <a:lnTo>
                    <a:pt x="5539349" y="607047"/>
                  </a:lnTo>
                  <a:lnTo>
                    <a:pt x="5465589" y="597742"/>
                  </a:lnTo>
                  <a:lnTo>
                    <a:pt x="5391829" y="588257"/>
                  </a:lnTo>
                  <a:lnTo>
                    <a:pt x="5318069" y="578589"/>
                  </a:lnTo>
                  <a:lnTo>
                    <a:pt x="5244309" y="568736"/>
                  </a:lnTo>
                  <a:lnTo>
                    <a:pt x="5170549" y="558693"/>
                  </a:lnTo>
                  <a:lnTo>
                    <a:pt x="5096789" y="548457"/>
                  </a:lnTo>
                  <a:lnTo>
                    <a:pt x="5023029" y="538024"/>
                  </a:lnTo>
                  <a:lnTo>
                    <a:pt x="4949269" y="527390"/>
                  </a:lnTo>
                  <a:lnTo>
                    <a:pt x="4875509" y="516552"/>
                  </a:lnTo>
                  <a:lnTo>
                    <a:pt x="4801749" y="505505"/>
                  </a:lnTo>
                  <a:lnTo>
                    <a:pt x="4727989" y="494245"/>
                  </a:lnTo>
                  <a:lnTo>
                    <a:pt x="4654229" y="482769"/>
                  </a:lnTo>
                  <a:lnTo>
                    <a:pt x="4580469" y="471072"/>
                  </a:lnTo>
                  <a:lnTo>
                    <a:pt x="4506709" y="459150"/>
                  </a:lnTo>
                  <a:lnTo>
                    <a:pt x="4432949" y="446999"/>
                  </a:lnTo>
                  <a:lnTo>
                    <a:pt x="4359189" y="434613"/>
                  </a:lnTo>
                  <a:lnTo>
                    <a:pt x="4285429" y="421990"/>
                  </a:lnTo>
                  <a:lnTo>
                    <a:pt x="4211669" y="409124"/>
                  </a:lnTo>
                  <a:lnTo>
                    <a:pt x="4137909" y="396010"/>
                  </a:lnTo>
                  <a:lnTo>
                    <a:pt x="4064149" y="382643"/>
                  </a:lnTo>
                  <a:lnTo>
                    <a:pt x="3990388" y="369020"/>
                  </a:lnTo>
                  <a:lnTo>
                    <a:pt x="3916628" y="355134"/>
                  </a:lnTo>
                  <a:lnTo>
                    <a:pt x="3842868" y="340981"/>
                  </a:lnTo>
                  <a:lnTo>
                    <a:pt x="3769108" y="326556"/>
                  </a:lnTo>
                  <a:lnTo>
                    <a:pt x="3695348" y="311854"/>
                  </a:lnTo>
                  <a:lnTo>
                    <a:pt x="3621588" y="296868"/>
                  </a:lnTo>
                  <a:lnTo>
                    <a:pt x="3547828" y="281594"/>
                  </a:lnTo>
                  <a:lnTo>
                    <a:pt x="3474068" y="266027"/>
                  </a:lnTo>
                  <a:lnTo>
                    <a:pt x="3400308" y="257850"/>
                  </a:lnTo>
                  <a:lnTo>
                    <a:pt x="3326548" y="252962"/>
                  </a:lnTo>
                  <a:lnTo>
                    <a:pt x="3252788" y="248047"/>
                  </a:lnTo>
                  <a:lnTo>
                    <a:pt x="3179028" y="243102"/>
                  </a:lnTo>
                  <a:lnTo>
                    <a:pt x="3105268" y="238128"/>
                  </a:lnTo>
                  <a:lnTo>
                    <a:pt x="3031508" y="233126"/>
                  </a:lnTo>
                  <a:lnTo>
                    <a:pt x="2957748" y="228093"/>
                  </a:lnTo>
                  <a:lnTo>
                    <a:pt x="2883988" y="223032"/>
                  </a:lnTo>
                  <a:lnTo>
                    <a:pt x="2810228" y="217940"/>
                  </a:lnTo>
                  <a:lnTo>
                    <a:pt x="2736468" y="212819"/>
                  </a:lnTo>
                  <a:lnTo>
                    <a:pt x="2662708" y="207667"/>
                  </a:lnTo>
                  <a:lnTo>
                    <a:pt x="2588948" y="202486"/>
                  </a:lnTo>
                  <a:lnTo>
                    <a:pt x="2515188" y="197274"/>
                  </a:lnTo>
                  <a:lnTo>
                    <a:pt x="2441428" y="192031"/>
                  </a:lnTo>
                  <a:lnTo>
                    <a:pt x="2367668" y="186758"/>
                  </a:lnTo>
                  <a:lnTo>
                    <a:pt x="2293908" y="181454"/>
                  </a:lnTo>
                  <a:lnTo>
                    <a:pt x="2220148" y="176118"/>
                  </a:lnTo>
                  <a:lnTo>
                    <a:pt x="2146388" y="170752"/>
                  </a:lnTo>
                  <a:lnTo>
                    <a:pt x="2072628" y="165353"/>
                  </a:lnTo>
                  <a:lnTo>
                    <a:pt x="1998868" y="159923"/>
                  </a:lnTo>
                  <a:lnTo>
                    <a:pt x="1925108" y="154462"/>
                  </a:lnTo>
                  <a:lnTo>
                    <a:pt x="1851348" y="148968"/>
                  </a:lnTo>
                  <a:lnTo>
                    <a:pt x="1777588" y="143442"/>
                  </a:lnTo>
                  <a:lnTo>
                    <a:pt x="1703828" y="137883"/>
                  </a:lnTo>
                  <a:lnTo>
                    <a:pt x="1630068" y="132292"/>
                  </a:lnTo>
                  <a:lnTo>
                    <a:pt x="1556308" y="126668"/>
                  </a:lnTo>
                  <a:lnTo>
                    <a:pt x="1482548" y="121011"/>
                  </a:lnTo>
                  <a:lnTo>
                    <a:pt x="1408788" y="115321"/>
                  </a:lnTo>
                  <a:lnTo>
                    <a:pt x="1335028" y="109598"/>
                  </a:lnTo>
                  <a:lnTo>
                    <a:pt x="1261268" y="103841"/>
                  </a:lnTo>
                  <a:lnTo>
                    <a:pt x="1187508" y="98050"/>
                  </a:lnTo>
                  <a:lnTo>
                    <a:pt x="1113747" y="92225"/>
                  </a:lnTo>
                  <a:lnTo>
                    <a:pt x="1039987" y="86366"/>
                  </a:lnTo>
                  <a:lnTo>
                    <a:pt x="966227" y="80473"/>
                  </a:lnTo>
                  <a:lnTo>
                    <a:pt x="892467" y="74545"/>
                  </a:lnTo>
                  <a:lnTo>
                    <a:pt x="818707" y="68582"/>
                  </a:lnTo>
                  <a:lnTo>
                    <a:pt x="744947" y="62584"/>
                  </a:lnTo>
                  <a:lnTo>
                    <a:pt x="671187" y="56551"/>
                  </a:lnTo>
                  <a:lnTo>
                    <a:pt x="597427" y="50483"/>
                  </a:lnTo>
                  <a:lnTo>
                    <a:pt x="523667" y="44379"/>
                  </a:lnTo>
                  <a:lnTo>
                    <a:pt x="449907" y="38239"/>
                  </a:lnTo>
                  <a:lnTo>
                    <a:pt x="376147" y="32064"/>
                  </a:lnTo>
                  <a:lnTo>
                    <a:pt x="302387" y="25851"/>
                  </a:lnTo>
                  <a:lnTo>
                    <a:pt x="228627" y="19603"/>
                  </a:lnTo>
                  <a:lnTo>
                    <a:pt x="154867" y="13318"/>
                  </a:lnTo>
                  <a:lnTo>
                    <a:pt x="81107" y="6996"/>
                  </a:lnTo>
                  <a:lnTo>
                    <a:pt x="7347" y="63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817517" y="4071617"/>
              <a:ext cx="7235830" cy="1047807"/>
            </a:xfrm>
            <a:custGeom>
              <a:avLst/>
              <a:pathLst>
                <a:path w="7235830" h="1047807">
                  <a:moveTo>
                    <a:pt x="0" y="0"/>
                  </a:moveTo>
                  <a:lnTo>
                    <a:pt x="7347" y="1852"/>
                  </a:lnTo>
                  <a:lnTo>
                    <a:pt x="81107" y="20217"/>
                  </a:lnTo>
                  <a:lnTo>
                    <a:pt x="154867" y="38354"/>
                  </a:lnTo>
                  <a:lnTo>
                    <a:pt x="228627" y="56268"/>
                  </a:lnTo>
                  <a:lnTo>
                    <a:pt x="302387" y="73959"/>
                  </a:lnTo>
                  <a:lnTo>
                    <a:pt x="376147" y="91432"/>
                  </a:lnTo>
                  <a:lnTo>
                    <a:pt x="449907" y="108688"/>
                  </a:lnTo>
                  <a:lnTo>
                    <a:pt x="523667" y="125730"/>
                  </a:lnTo>
                  <a:lnTo>
                    <a:pt x="597427" y="142562"/>
                  </a:lnTo>
                  <a:lnTo>
                    <a:pt x="671187" y="159185"/>
                  </a:lnTo>
                  <a:lnTo>
                    <a:pt x="744947" y="175603"/>
                  </a:lnTo>
                  <a:lnTo>
                    <a:pt x="818707" y="191817"/>
                  </a:lnTo>
                  <a:lnTo>
                    <a:pt x="892467" y="207831"/>
                  </a:lnTo>
                  <a:lnTo>
                    <a:pt x="966227" y="223647"/>
                  </a:lnTo>
                  <a:lnTo>
                    <a:pt x="1039987" y="239267"/>
                  </a:lnTo>
                  <a:lnTo>
                    <a:pt x="1113747" y="254693"/>
                  </a:lnTo>
                  <a:lnTo>
                    <a:pt x="1187508" y="269928"/>
                  </a:lnTo>
                  <a:lnTo>
                    <a:pt x="1261268" y="284975"/>
                  </a:lnTo>
                  <a:lnTo>
                    <a:pt x="1335028" y="299836"/>
                  </a:lnTo>
                  <a:lnTo>
                    <a:pt x="1408788" y="314513"/>
                  </a:lnTo>
                  <a:lnTo>
                    <a:pt x="1482548" y="329008"/>
                  </a:lnTo>
                  <a:lnTo>
                    <a:pt x="1556308" y="343324"/>
                  </a:lnTo>
                  <a:lnTo>
                    <a:pt x="1630068" y="357462"/>
                  </a:lnTo>
                  <a:lnTo>
                    <a:pt x="1703828" y="371426"/>
                  </a:lnTo>
                  <a:lnTo>
                    <a:pt x="1777588" y="385216"/>
                  </a:lnTo>
                  <a:lnTo>
                    <a:pt x="1851348" y="398836"/>
                  </a:lnTo>
                  <a:lnTo>
                    <a:pt x="1925108" y="412288"/>
                  </a:lnTo>
                  <a:lnTo>
                    <a:pt x="1998868" y="425573"/>
                  </a:lnTo>
                  <a:lnTo>
                    <a:pt x="2072628" y="438693"/>
                  </a:lnTo>
                  <a:lnTo>
                    <a:pt x="2146388" y="451651"/>
                  </a:lnTo>
                  <a:lnTo>
                    <a:pt x="2220148" y="464449"/>
                  </a:lnTo>
                  <a:lnTo>
                    <a:pt x="2293908" y="477088"/>
                  </a:lnTo>
                  <a:lnTo>
                    <a:pt x="2367668" y="489571"/>
                  </a:lnTo>
                  <a:lnTo>
                    <a:pt x="2441428" y="501900"/>
                  </a:lnTo>
                  <a:lnTo>
                    <a:pt x="2515188" y="514075"/>
                  </a:lnTo>
                  <a:lnTo>
                    <a:pt x="2588948" y="526101"/>
                  </a:lnTo>
                  <a:lnTo>
                    <a:pt x="2662708" y="537977"/>
                  </a:lnTo>
                  <a:lnTo>
                    <a:pt x="2736468" y="549706"/>
                  </a:lnTo>
                  <a:lnTo>
                    <a:pt x="2810228" y="561290"/>
                  </a:lnTo>
                  <a:lnTo>
                    <a:pt x="2883988" y="572731"/>
                  </a:lnTo>
                  <a:lnTo>
                    <a:pt x="2957748" y="584030"/>
                  </a:lnTo>
                  <a:lnTo>
                    <a:pt x="3031508" y="595189"/>
                  </a:lnTo>
                  <a:lnTo>
                    <a:pt x="3105268" y="606210"/>
                  </a:lnTo>
                  <a:lnTo>
                    <a:pt x="3179028" y="617095"/>
                  </a:lnTo>
                  <a:lnTo>
                    <a:pt x="3252788" y="627845"/>
                  </a:lnTo>
                  <a:lnTo>
                    <a:pt x="3326548" y="638462"/>
                  </a:lnTo>
                  <a:lnTo>
                    <a:pt x="3400308" y="648948"/>
                  </a:lnTo>
                  <a:lnTo>
                    <a:pt x="3474068" y="659303"/>
                  </a:lnTo>
                  <a:lnTo>
                    <a:pt x="3547828" y="669531"/>
                  </a:lnTo>
                  <a:lnTo>
                    <a:pt x="3621588" y="679632"/>
                  </a:lnTo>
                  <a:lnTo>
                    <a:pt x="3695348" y="689608"/>
                  </a:lnTo>
                  <a:lnTo>
                    <a:pt x="3769108" y="699460"/>
                  </a:lnTo>
                  <a:lnTo>
                    <a:pt x="3842868" y="709191"/>
                  </a:lnTo>
                  <a:lnTo>
                    <a:pt x="3916628" y="718801"/>
                  </a:lnTo>
                  <a:lnTo>
                    <a:pt x="3990388" y="728292"/>
                  </a:lnTo>
                  <a:lnTo>
                    <a:pt x="4064149" y="737666"/>
                  </a:lnTo>
                  <a:lnTo>
                    <a:pt x="4137909" y="746924"/>
                  </a:lnTo>
                  <a:lnTo>
                    <a:pt x="4211669" y="756067"/>
                  </a:lnTo>
                  <a:lnTo>
                    <a:pt x="4285429" y="765097"/>
                  </a:lnTo>
                  <a:lnTo>
                    <a:pt x="4359189" y="774015"/>
                  </a:lnTo>
                  <a:lnTo>
                    <a:pt x="4432949" y="782823"/>
                  </a:lnTo>
                  <a:lnTo>
                    <a:pt x="4506709" y="791521"/>
                  </a:lnTo>
                  <a:lnTo>
                    <a:pt x="4580469" y="800112"/>
                  </a:lnTo>
                  <a:lnTo>
                    <a:pt x="4654229" y="808597"/>
                  </a:lnTo>
                  <a:lnTo>
                    <a:pt x="4727989" y="816977"/>
                  </a:lnTo>
                  <a:lnTo>
                    <a:pt x="4801749" y="825253"/>
                  </a:lnTo>
                  <a:lnTo>
                    <a:pt x="4875509" y="833427"/>
                  </a:lnTo>
                  <a:lnTo>
                    <a:pt x="4949269" y="841499"/>
                  </a:lnTo>
                  <a:lnTo>
                    <a:pt x="5023029" y="849472"/>
                  </a:lnTo>
                  <a:lnTo>
                    <a:pt x="5096789" y="857345"/>
                  </a:lnTo>
                  <a:lnTo>
                    <a:pt x="5170549" y="865122"/>
                  </a:lnTo>
                  <a:lnTo>
                    <a:pt x="5244309" y="872802"/>
                  </a:lnTo>
                  <a:lnTo>
                    <a:pt x="5318069" y="880387"/>
                  </a:lnTo>
                  <a:lnTo>
                    <a:pt x="5391829" y="887878"/>
                  </a:lnTo>
                  <a:lnTo>
                    <a:pt x="5465589" y="895277"/>
                  </a:lnTo>
                  <a:lnTo>
                    <a:pt x="5539349" y="902584"/>
                  </a:lnTo>
                  <a:lnTo>
                    <a:pt x="5613109" y="909800"/>
                  </a:lnTo>
                  <a:lnTo>
                    <a:pt x="5686869" y="916927"/>
                  </a:lnTo>
                  <a:lnTo>
                    <a:pt x="5760629" y="923966"/>
                  </a:lnTo>
                  <a:lnTo>
                    <a:pt x="5834389" y="930918"/>
                  </a:lnTo>
                  <a:lnTo>
                    <a:pt x="5908149" y="937784"/>
                  </a:lnTo>
                  <a:lnTo>
                    <a:pt x="5981909" y="944565"/>
                  </a:lnTo>
                  <a:lnTo>
                    <a:pt x="6055669" y="951261"/>
                  </a:lnTo>
                  <a:lnTo>
                    <a:pt x="6129429" y="957875"/>
                  </a:lnTo>
                  <a:lnTo>
                    <a:pt x="6203189" y="964408"/>
                  </a:lnTo>
                  <a:lnTo>
                    <a:pt x="6276949" y="970859"/>
                  </a:lnTo>
                  <a:lnTo>
                    <a:pt x="6350709" y="977230"/>
                  </a:lnTo>
                  <a:lnTo>
                    <a:pt x="6424469" y="983523"/>
                  </a:lnTo>
                  <a:lnTo>
                    <a:pt x="6498229" y="989737"/>
                  </a:lnTo>
                  <a:lnTo>
                    <a:pt x="6571989" y="995875"/>
                  </a:lnTo>
                  <a:lnTo>
                    <a:pt x="6645749" y="1001937"/>
                  </a:lnTo>
                  <a:lnTo>
                    <a:pt x="6719509" y="1007924"/>
                  </a:lnTo>
                  <a:lnTo>
                    <a:pt x="6793269" y="1013836"/>
                  </a:lnTo>
                  <a:lnTo>
                    <a:pt x="6867029" y="1019676"/>
                  </a:lnTo>
                  <a:lnTo>
                    <a:pt x="6940789" y="1025443"/>
                  </a:lnTo>
                  <a:lnTo>
                    <a:pt x="7014550" y="1031139"/>
                  </a:lnTo>
                  <a:lnTo>
                    <a:pt x="7088310" y="1036764"/>
                  </a:lnTo>
                  <a:lnTo>
                    <a:pt x="7162070" y="1042320"/>
                  </a:lnTo>
                  <a:lnTo>
                    <a:pt x="7235830" y="104780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691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53442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42075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30708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4311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09834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846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710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5733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1.16 (1.07-1.26), p_Bonf = 0.001 (n = 6)  |  per IQR decline (Δ = 29.3 %): 1.55 (1.23-1.95)  |  IQR: [-14.6, 14.7]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311910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 (Sherley adjusters)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2026-09-28T16:57:53Z</dcterms:modified>
  <cp:category/>
</cp:coreProperties>
</file>