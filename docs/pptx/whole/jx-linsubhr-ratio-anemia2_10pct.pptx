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057237"/>
              <a:ext cx="7090630" cy="2246846"/>
            </a:xfrm>
            <a:custGeom>
              <a:avLst/>
              <a:pathLst>
                <a:path w="7090630" h="2246846">
                  <a:moveTo>
                    <a:pt x="0" y="0"/>
                  </a:moveTo>
                  <a:lnTo>
                    <a:pt x="71622" y="57165"/>
                  </a:lnTo>
                  <a:lnTo>
                    <a:pt x="143245" y="113022"/>
                  </a:lnTo>
                  <a:lnTo>
                    <a:pt x="214867" y="167603"/>
                  </a:lnTo>
                  <a:lnTo>
                    <a:pt x="286490" y="220936"/>
                  </a:lnTo>
                  <a:lnTo>
                    <a:pt x="358112" y="273049"/>
                  </a:lnTo>
                  <a:lnTo>
                    <a:pt x="429735" y="323970"/>
                  </a:lnTo>
                  <a:lnTo>
                    <a:pt x="501357" y="373727"/>
                  </a:lnTo>
                  <a:lnTo>
                    <a:pt x="572980" y="422347"/>
                  </a:lnTo>
                  <a:lnTo>
                    <a:pt x="644602" y="469854"/>
                  </a:lnTo>
                  <a:lnTo>
                    <a:pt x="716225" y="516276"/>
                  </a:lnTo>
                  <a:lnTo>
                    <a:pt x="787847" y="561636"/>
                  </a:lnTo>
                  <a:lnTo>
                    <a:pt x="859470" y="605958"/>
                  </a:lnTo>
                  <a:lnTo>
                    <a:pt x="931092" y="649268"/>
                  </a:lnTo>
                  <a:lnTo>
                    <a:pt x="1002715" y="691586"/>
                  </a:lnTo>
                  <a:lnTo>
                    <a:pt x="1074337" y="732938"/>
                  </a:lnTo>
                  <a:lnTo>
                    <a:pt x="1145960" y="773343"/>
                  </a:lnTo>
                  <a:lnTo>
                    <a:pt x="1217582" y="812825"/>
                  </a:lnTo>
                  <a:lnTo>
                    <a:pt x="1289205" y="851404"/>
                  </a:lnTo>
                  <a:lnTo>
                    <a:pt x="1360827" y="889101"/>
                  </a:lnTo>
                  <a:lnTo>
                    <a:pt x="1432450" y="925936"/>
                  </a:lnTo>
                  <a:lnTo>
                    <a:pt x="1504073" y="961929"/>
                  </a:lnTo>
                  <a:lnTo>
                    <a:pt x="1575695" y="997098"/>
                  </a:lnTo>
                  <a:lnTo>
                    <a:pt x="1647318" y="1031464"/>
                  </a:lnTo>
                  <a:lnTo>
                    <a:pt x="1718940" y="1065044"/>
                  </a:lnTo>
                  <a:lnTo>
                    <a:pt x="1790563" y="1097855"/>
                  </a:lnTo>
                  <a:lnTo>
                    <a:pt x="1862185" y="1129917"/>
                  </a:lnTo>
                  <a:lnTo>
                    <a:pt x="1933808" y="1161245"/>
                  </a:lnTo>
                  <a:lnTo>
                    <a:pt x="2005430" y="1191857"/>
                  </a:lnTo>
                  <a:lnTo>
                    <a:pt x="2077053" y="1221770"/>
                  </a:lnTo>
                  <a:lnTo>
                    <a:pt x="2148675" y="1250998"/>
                  </a:lnTo>
                  <a:lnTo>
                    <a:pt x="2220298" y="1279558"/>
                  </a:lnTo>
                  <a:lnTo>
                    <a:pt x="2291920" y="1307464"/>
                  </a:lnTo>
                  <a:lnTo>
                    <a:pt x="2363543" y="1334733"/>
                  </a:lnTo>
                  <a:lnTo>
                    <a:pt x="2435165" y="1361378"/>
                  </a:lnTo>
                  <a:lnTo>
                    <a:pt x="2506788" y="1387414"/>
                  </a:lnTo>
                  <a:lnTo>
                    <a:pt x="2578410" y="1412855"/>
                  </a:lnTo>
                  <a:lnTo>
                    <a:pt x="2650033" y="1437713"/>
                  </a:lnTo>
                  <a:lnTo>
                    <a:pt x="2721655" y="1462004"/>
                  </a:lnTo>
                  <a:lnTo>
                    <a:pt x="2793278" y="1485739"/>
                  </a:lnTo>
                  <a:lnTo>
                    <a:pt x="2864901" y="1508931"/>
                  </a:lnTo>
                  <a:lnTo>
                    <a:pt x="2936523" y="1531593"/>
                  </a:lnTo>
                  <a:lnTo>
                    <a:pt x="3008146" y="1553737"/>
                  </a:lnTo>
                  <a:lnTo>
                    <a:pt x="3079768" y="1575374"/>
                  </a:lnTo>
                  <a:lnTo>
                    <a:pt x="3151391" y="1596517"/>
                  </a:lnTo>
                  <a:lnTo>
                    <a:pt x="3223013" y="1617176"/>
                  </a:lnTo>
                  <a:lnTo>
                    <a:pt x="3294636" y="1637363"/>
                  </a:lnTo>
                  <a:lnTo>
                    <a:pt x="3366258" y="1657088"/>
                  </a:lnTo>
                  <a:lnTo>
                    <a:pt x="3437881" y="1673264"/>
                  </a:lnTo>
                  <a:lnTo>
                    <a:pt x="3509503" y="1682131"/>
                  </a:lnTo>
                  <a:lnTo>
                    <a:pt x="3581126" y="1690903"/>
                  </a:lnTo>
                  <a:lnTo>
                    <a:pt x="3652748" y="1699580"/>
                  </a:lnTo>
                  <a:lnTo>
                    <a:pt x="3724371" y="1708165"/>
                  </a:lnTo>
                  <a:lnTo>
                    <a:pt x="3795993" y="1716658"/>
                  </a:lnTo>
                  <a:lnTo>
                    <a:pt x="3867616" y="1725059"/>
                  </a:lnTo>
                  <a:lnTo>
                    <a:pt x="3939238" y="1733371"/>
                  </a:lnTo>
                  <a:lnTo>
                    <a:pt x="4010861" y="1741593"/>
                  </a:lnTo>
                  <a:lnTo>
                    <a:pt x="4082483" y="1749727"/>
                  </a:lnTo>
                  <a:lnTo>
                    <a:pt x="4154106" y="1757774"/>
                  </a:lnTo>
                  <a:lnTo>
                    <a:pt x="4225729" y="1765734"/>
                  </a:lnTo>
                  <a:lnTo>
                    <a:pt x="4297351" y="1773610"/>
                  </a:lnTo>
                  <a:lnTo>
                    <a:pt x="4368974" y="1781400"/>
                  </a:lnTo>
                  <a:lnTo>
                    <a:pt x="4440596" y="1789107"/>
                  </a:lnTo>
                  <a:lnTo>
                    <a:pt x="4512219" y="1796732"/>
                  </a:lnTo>
                  <a:lnTo>
                    <a:pt x="4583841" y="1804275"/>
                  </a:lnTo>
                  <a:lnTo>
                    <a:pt x="4655464" y="1811736"/>
                  </a:lnTo>
                  <a:lnTo>
                    <a:pt x="4727086" y="1819118"/>
                  </a:lnTo>
                  <a:lnTo>
                    <a:pt x="4798709" y="1826421"/>
                  </a:lnTo>
                  <a:lnTo>
                    <a:pt x="4870331" y="1833645"/>
                  </a:lnTo>
                  <a:lnTo>
                    <a:pt x="4941954" y="1840792"/>
                  </a:lnTo>
                  <a:lnTo>
                    <a:pt x="5013576" y="1847862"/>
                  </a:lnTo>
                  <a:lnTo>
                    <a:pt x="5085199" y="1854857"/>
                  </a:lnTo>
                  <a:lnTo>
                    <a:pt x="5156821" y="1861776"/>
                  </a:lnTo>
                  <a:lnTo>
                    <a:pt x="5228444" y="1868621"/>
                  </a:lnTo>
                  <a:lnTo>
                    <a:pt x="5300066" y="1875393"/>
                  </a:lnTo>
                  <a:lnTo>
                    <a:pt x="5371689" y="1882092"/>
                  </a:lnTo>
                  <a:lnTo>
                    <a:pt x="5443311" y="1888719"/>
                  </a:lnTo>
                  <a:lnTo>
                    <a:pt x="5514934" y="1895275"/>
                  </a:lnTo>
                  <a:lnTo>
                    <a:pt x="5586557" y="1901761"/>
                  </a:lnTo>
                  <a:lnTo>
                    <a:pt x="5658179" y="1908177"/>
                  </a:lnTo>
                  <a:lnTo>
                    <a:pt x="5729802" y="1914525"/>
                  </a:lnTo>
                  <a:lnTo>
                    <a:pt x="5801424" y="1920804"/>
                  </a:lnTo>
                  <a:lnTo>
                    <a:pt x="5873047" y="1927016"/>
                  </a:lnTo>
                  <a:lnTo>
                    <a:pt x="5944669" y="1933162"/>
                  </a:lnTo>
                  <a:lnTo>
                    <a:pt x="6016292" y="1939241"/>
                  </a:lnTo>
                  <a:lnTo>
                    <a:pt x="6087914" y="1945256"/>
                  </a:lnTo>
                  <a:lnTo>
                    <a:pt x="6159537" y="1951205"/>
                  </a:lnTo>
                  <a:lnTo>
                    <a:pt x="6231159" y="1957091"/>
                  </a:lnTo>
                  <a:lnTo>
                    <a:pt x="6302782" y="1962914"/>
                  </a:lnTo>
                  <a:lnTo>
                    <a:pt x="6374404" y="1968675"/>
                  </a:lnTo>
                  <a:lnTo>
                    <a:pt x="6446027" y="1974373"/>
                  </a:lnTo>
                  <a:lnTo>
                    <a:pt x="6517649" y="1980011"/>
                  </a:lnTo>
                  <a:lnTo>
                    <a:pt x="6589272" y="1985588"/>
                  </a:lnTo>
                  <a:lnTo>
                    <a:pt x="6660894" y="1991105"/>
                  </a:lnTo>
                  <a:lnTo>
                    <a:pt x="6732517" y="1996563"/>
                  </a:lnTo>
                  <a:lnTo>
                    <a:pt x="6804139" y="2001963"/>
                  </a:lnTo>
                  <a:lnTo>
                    <a:pt x="6875762" y="2007304"/>
                  </a:lnTo>
                  <a:lnTo>
                    <a:pt x="6947385" y="2012589"/>
                  </a:lnTo>
                  <a:lnTo>
                    <a:pt x="7019007" y="2017816"/>
                  </a:lnTo>
                  <a:lnTo>
                    <a:pt x="7090630" y="2022988"/>
                  </a:lnTo>
                  <a:lnTo>
                    <a:pt x="7090630" y="2246846"/>
                  </a:lnTo>
                  <a:lnTo>
                    <a:pt x="7019007" y="2240922"/>
                  </a:lnTo>
                  <a:lnTo>
                    <a:pt x="6947385" y="2234859"/>
                  </a:lnTo>
                  <a:lnTo>
                    <a:pt x="6875762" y="2228654"/>
                  </a:lnTo>
                  <a:lnTo>
                    <a:pt x="6804139" y="2222304"/>
                  </a:lnTo>
                  <a:lnTo>
                    <a:pt x="6732517" y="2215805"/>
                  </a:lnTo>
                  <a:lnTo>
                    <a:pt x="6660894" y="2209154"/>
                  </a:lnTo>
                  <a:lnTo>
                    <a:pt x="6589272" y="2202348"/>
                  </a:lnTo>
                  <a:lnTo>
                    <a:pt x="6517649" y="2195382"/>
                  </a:lnTo>
                  <a:lnTo>
                    <a:pt x="6446027" y="2188254"/>
                  </a:lnTo>
                  <a:lnTo>
                    <a:pt x="6374404" y="2180958"/>
                  </a:lnTo>
                  <a:lnTo>
                    <a:pt x="6302782" y="2173492"/>
                  </a:lnTo>
                  <a:lnTo>
                    <a:pt x="6231159" y="2165851"/>
                  </a:lnTo>
                  <a:lnTo>
                    <a:pt x="6159537" y="2158032"/>
                  </a:lnTo>
                  <a:lnTo>
                    <a:pt x="6087914" y="2150029"/>
                  </a:lnTo>
                  <a:lnTo>
                    <a:pt x="6016292" y="2141839"/>
                  </a:lnTo>
                  <a:lnTo>
                    <a:pt x="5944669" y="2133457"/>
                  </a:lnTo>
                  <a:lnTo>
                    <a:pt x="5873047" y="2124880"/>
                  </a:lnTo>
                  <a:lnTo>
                    <a:pt x="5801424" y="2116101"/>
                  </a:lnTo>
                  <a:lnTo>
                    <a:pt x="5729802" y="2107117"/>
                  </a:lnTo>
                  <a:lnTo>
                    <a:pt x="5658179" y="2097923"/>
                  </a:lnTo>
                  <a:lnTo>
                    <a:pt x="5586557" y="2088514"/>
                  </a:lnTo>
                  <a:lnTo>
                    <a:pt x="5514934" y="2078885"/>
                  </a:lnTo>
                  <a:lnTo>
                    <a:pt x="5443311" y="2069030"/>
                  </a:lnTo>
                  <a:lnTo>
                    <a:pt x="5371689" y="2058944"/>
                  </a:lnTo>
                  <a:lnTo>
                    <a:pt x="5300066" y="2048623"/>
                  </a:lnTo>
                  <a:lnTo>
                    <a:pt x="5228444" y="2038060"/>
                  </a:lnTo>
                  <a:lnTo>
                    <a:pt x="5156821" y="2027250"/>
                  </a:lnTo>
                  <a:lnTo>
                    <a:pt x="5085199" y="2016187"/>
                  </a:lnTo>
                  <a:lnTo>
                    <a:pt x="5013576" y="2004865"/>
                  </a:lnTo>
                  <a:lnTo>
                    <a:pt x="4941954" y="1993278"/>
                  </a:lnTo>
                  <a:lnTo>
                    <a:pt x="4870331" y="1981420"/>
                  </a:lnTo>
                  <a:lnTo>
                    <a:pt x="4798709" y="1969284"/>
                  </a:lnTo>
                  <a:lnTo>
                    <a:pt x="4727086" y="1956865"/>
                  </a:lnTo>
                  <a:lnTo>
                    <a:pt x="4655464" y="1944154"/>
                  </a:lnTo>
                  <a:lnTo>
                    <a:pt x="4583841" y="1931147"/>
                  </a:lnTo>
                  <a:lnTo>
                    <a:pt x="4512219" y="1917835"/>
                  </a:lnTo>
                  <a:lnTo>
                    <a:pt x="4440596" y="1904211"/>
                  </a:lnTo>
                  <a:lnTo>
                    <a:pt x="4368974" y="1890269"/>
                  </a:lnTo>
                  <a:lnTo>
                    <a:pt x="4297351" y="1876000"/>
                  </a:lnTo>
                  <a:lnTo>
                    <a:pt x="4225729" y="1861398"/>
                  </a:lnTo>
                  <a:lnTo>
                    <a:pt x="4154106" y="1846454"/>
                  </a:lnTo>
                  <a:lnTo>
                    <a:pt x="4082483" y="1831160"/>
                  </a:lnTo>
                  <a:lnTo>
                    <a:pt x="4010861" y="1815508"/>
                  </a:lnTo>
                  <a:lnTo>
                    <a:pt x="3939238" y="1799490"/>
                  </a:lnTo>
                  <a:lnTo>
                    <a:pt x="3867616" y="1783097"/>
                  </a:lnTo>
                  <a:lnTo>
                    <a:pt x="3795993" y="1766321"/>
                  </a:lnTo>
                  <a:lnTo>
                    <a:pt x="3724371" y="1749152"/>
                  </a:lnTo>
                  <a:lnTo>
                    <a:pt x="3652748" y="1731581"/>
                  </a:lnTo>
                  <a:lnTo>
                    <a:pt x="3581126" y="1713599"/>
                  </a:lnTo>
                  <a:lnTo>
                    <a:pt x="3509503" y="1695196"/>
                  </a:lnTo>
                  <a:lnTo>
                    <a:pt x="3437881" y="1676362"/>
                  </a:lnTo>
                  <a:lnTo>
                    <a:pt x="3366258" y="1664301"/>
                  </a:lnTo>
                  <a:lnTo>
                    <a:pt x="3294636" y="1655240"/>
                  </a:lnTo>
                  <a:lnTo>
                    <a:pt x="3223013" y="1646082"/>
                  </a:lnTo>
                  <a:lnTo>
                    <a:pt x="3151391" y="1636824"/>
                  </a:lnTo>
                  <a:lnTo>
                    <a:pt x="3079768" y="1627466"/>
                  </a:lnTo>
                  <a:lnTo>
                    <a:pt x="3008146" y="1618007"/>
                  </a:lnTo>
                  <a:lnTo>
                    <a:pt x="2936523" y="1608444"/>
                  </a:lnTo>
                  <a:lnTo>
                    <a:pt x="2864901" y="1598779"/>
                  </a:lnTo>
                  <a:lnTo>
                    <a:pt x="2793278" y="1589008"/>
                  </a:lnTo>
                  <a:lnTo>
                    <a:pt x="2721655" y="1579132"/>
                  </a:lnTo>
                  <a:lnTo>
                    <a:pt x="2650033" y="1569148"/>
                  </a:lnTo>
                  <a:lnTo>
                    <a:pt x="2578410" y="1559056"/>
                  </a:lnTo>
                  <a:lnTo>
                    <a:pt x="2506788" y="1548855"/>
                  </a:lnTo>
                  <a:lnTo>
                    <a:pt x="2435165" y="1538543"/>
                  </a:lnTo>
                  <a:lnTo>
                    <a:pt x="2363543" y="1528119"/>
                  </a:lnTo>
                  <a:lnTo>
                    <a:pt x="2291920" y="1517583"/>
                  </a:lnTo>
                  <a:lnTo>
                    <a:pt x="2220298" y="1506932"/>
                  </a:lnTo>
                  <a:lnTo>
                    <a:pt x="2148675" y="1496166"/>
                  </a:lnTo>
                  <a:lnTo>
                    <a:pt x="2077053" y="1485283"/>
                  </a:lnTo>
                  <a:lnTo>
                    <a:pt x="2005430" y="1474282"/>
                  </a:lnTo>
                  <a:lnTo>
                    <a:pt x="1933808" y="1463161"/>
                  </a:lnTo>
                  <a:lnTo>
                    <a:pt x="1862185" y="1451920"/>
                  </a:lnTo>
                  <a:lnTo>
                    <a:pt x="1790563" y="1440558"/>
                  </a:lnTo>
                  <a:lnTo>
                    <a:pt x="1718940" y="1429072"/>
                  </a:lnTo>
                  <a:lnTo>
                    <a:pt x="1647318" y="1417461"/>
                  </a:lnTo>
                  <a:lnTo>
                    <a:pt x="1575695" y="1405725"/>
                  </a:lnTo>
                  <a:lnTo>
                    <a:pt x="1504073" y="1393862"/>
                  </a:lnTo>
                  <a:lnTo>
                    <a:pt x="1432450" y="1381869"/>
                  </a:lnTo>
                  <a:lnTo>
                    <a:pt x="1360827" y="1369747"/>
                  </a:lnTo>
                  <a:lnTo>
                    <a:pt x="1289205" y="1357494"/>
                  </a:lnTo>
                  <a:lnTo>
                    <a:pt x="1217582" y="1345107"/>
                  </a:lnTo>
                  <a:lnTo>
                    <a:pt x="1145960" y="1332586"/>
                  </a:lnTo>
                  <a:lnTo>
                    <a:pt x="1074337" y="1319930"/>
                  </a:lnTo>
                  <a:lnTo>
                    <a:pt x="1002715" y="1307136"/>
                  </a:lnTo>
                  <a:lnTo>
                    <a:pt x="931092" y="1294204"/>
                  </a:lnTo>
                  <a:lnTo>
                    <a:pt x="859470" y="1281131"/>
                  </a:lnTo>
                  <a:lnTo>
                    <a:pt x="787847" y="1267917"/>
                  </a:lnTo>
                  <a:lnTo>
                    <a:pt x="716225" y="1254559"/>
                  </a:lnTo>
                  <a:lnTo>
                    <a:pt x="644602" y="1241057"/>
                  </a:lnTo>
                  <a:lnTo>
                    <a:pt x="572980" y="1227408"/>
                  </a:lnTo>
                  <a:lnTo>
                    <a:pt x="501357" y="1213612"/>
                  </a:lnTo>
                  <a:lnTo>
                    <a:pt x="429735" y="1199665"/>
                  </a:lnTo>
                  <a:lnTo>
                    <a:pt x="358112" y="1185568"/>
                  </a:lnTo>
                  <a:lnTo>
                    <a:pt x="286490" y="1171317"/>
                  </a:lnTo>
                  <a:lnTo>
                    <a:pt x="214867" y="1156913"/>
                  </a:lnTo>
                  <a:lnTo>
                    <a:pt x="143245" y="1142352"/>
                  </a:lnTo>
                  <a:lnTo>
                    <a:pt x="71622" y="1127633"/>
                  </a:lnTo>
                  <a:lnTo>
                    <a:pt x="0" y="111275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057237"/>
              <a:ext cx="7090630" cy="2022988"/>
            </a:xfrm>
            <a:custGeom>
              <a:avLst/>
              <a:pathLst>
                <a:path w="7090630" h="2022988">
                  <a:moveTo>
                    <a:pt x="0" y="0"/>
                  </a:moveTo>
                  <a:lnTo>
                    <a:pt x="71622" y="57165"/>
                  </a:lnTo>
                  <a:lnTo>
                    <a:pt x="143245" y="113022"/>
                  </a:lnTo>
                  <a:lnTo>
                    <a:pt x="214867" y="167603"/>
                  </a:lnTo>
                  <a:lnTo>
                    <a:pt x="286490" y="220936"/>
                  </a:lnTo>
                  <a:lnTo>
                    <a:pt x="358112" y="273049"/>
                  </a:lnTo>
                  <a:lnTo>
                    <a:pt x="429735" y="323970"/>
                  </a:lnTo>
                  <a:lnTo>
                    <a:pt x="501357" y="373727"/>
                  </a:lnTo>
                  <a:lnTo>
                    <a:pt x="572980" y="422347"/>
                  </a:lnTo>
                  <a:lnTo>
                    <a:pt x="644602" y="469854"/>
                  </a:lnTo>
                  <a:lnTo>
                    <a:pt x="716225" y="516276"/>
                  </a:lnTo>
                  <a:lnTo>
                    <a:pt x="787847" y="561636"/>
                  </a:lnTo>
                  <a:lnTo>
                    <a:pt x="859470" y="605958"/>
                  </a:lnTo>
                  <a:lnTo>
                    <a:pt x="931092" y="649268"/>
                  </a:lnTo>
                  <a:lnTo>
                    <a:pt x="1002715" y="691586"/>
                  </a:lnTo>
                  <a:lnTo>
                    <a:pt x="1074337" y="732938"/>
                  </a:lnTo>
                  <a:lnTo>
                    <a:pt x="1145960" y="773343"/>
                  </a:lnTo>
                  <a:lnTo>
                    <a:pt x="1217582" y="812825"/>
                  </a:lnTo>
                  <a:lnTo>
                    <a:pt x="1289205" y="851404"/>
                  </a:lnTo>
                  <a:lnTo>
                    <a:pt x="1360827" y="889101"/>
                  </a:lnTo>
                  <a:lnTo>
                    <a:pt x="1432450" y="925936"/>
                  </a:lnTo>
                  <a:lnTo>
                    <a:pt x="1504073" y="961929"/>
                  </a:lnTo>
                  <a:lnTo>
                    <a:pt x="1575695" y="997098"/>
                  </a:lnTo>
                  <a:lnTo>
                    <a:pt x="1647318" y="1031464"/>
                  </a:lnTo>
                  <a:lnTo>
                    <a:pt x="1718940" y="1065044"/>
                  </a:lnTo>
                  <a:lnTo>
                    <a:pt x="1790563" y="1097855"/>
                  </a:lnTo>
                  <a:lnTo>
                    <a:pt x="1862185" y="1129917"/>
                  </a:lnTo>
                  <a:lnTo>
                    <a:pt x="1933808" y="1161245"/>
                  </a:lnTo>
                  <a:lnTo>
                    <a:pt x="2005430" y="1191857"/>
                  </a:lnTo>
                  <a:lnTo>
                    <a:pt x="2077053" y="1221770"/>
                  </a:lnTo>
                  <a:lnTo>
                    <a:pt x="2148675" y="1250998"/>
                  </a:lnTo>
                  <a:lnTo>
                    <a:pt x="2220298" y="1279558"/>
                  </a:lnTo>
                  <a:lnTo>
                    <a:pt x="2291920" y="1307464"/>
                  </a:lnTo>
                  <a:lnTo>
                    <a:pt x="2363543" y="1334733"/>
                  </a:lnTo>
                  <a:lnTo>
                    <a:pt x="2435165" y="1361378"/>
                  </a:lnTo>
                  <a:lnTo>
                    <a:pt x="2506788" y="1387414"/>
                  </a:lnTo>
                  <a:lnTo>
                    <a:pt x="2578410" y="1412855"/>
                  </a:lnTo>
                  <a:lnTo>
                    <a:pt x="2650033" y="1437713"/>
                  </a:lnTo>
                  <a:lnTo>
                    <a:pt x="2721655" y="1462004"/>
                  </a:lnTo>
                  <a:lnTo>
                    <a:pt x="2793278" y="1485739"/>
                  </a:lnTo>
                  <a:lnTo>
                    <a:pt x="2864901" y="1508931"/>
                  </a:lnTo>
                  <a:lnTo>
                    <a:pt x="2936523" y="1531593"/>
                  </a:lnTo>
                  <a:lnTo>
                    <a:pt x="3008146" y="1553737"/>
                  </a:lnTo>
                  <a:lnTo>
                    <a:pt x="3079768" y="1575374"/>
                  </a:lnTo>
                  <a:lnTo>
                    <a:pt x="3151391" y="1596517"/>
                  </a:lnTo>
                  <a:lnTo>
                    <a:pt x="3223013" y="1617176"/>
                  </a:lnTo>
                  <a:lnTo>
                    <a:pt x="3294636" y="1637363"/>
                  </a:lnTo>
                  <a:lnTo>
                    <a:pt x="3366258" y="1657088"/>
                  </a:lnTo>
                  <a:lnTo>
                    <a:pt x="3437881" y="1673264"/>
                  </a:lnTo>
                  <a:lnTo>
                    <a:pt x="3509503" y="1682131"/>
                  </a:lnTo>
                  <a:lnTo>
                    <a:pt x="3581126" y="1690903"/>
                  </a:lnTo>
                  <a:lnTo>
                    <a:pt x="3652748" y="1699580"/>
                  </a:lnTo>
                  <a:lnTo>
                    <a:pt x="3724371" y="1708165"/>
                  </a:lnTo>
                  <a:lnTo>
                    <a:pt x="3795993" y="1716658"/>
                  </a:lnTo>
                  <a:lnTo>
                    <a:pt x="3867616" y="1725059"/>
                  </a:lnTo>
                  <a:lnTo>
                    <a:pt x="3939238" y="1733371"/>
                  </a:lnTo>
                  <a:lnTo>
                    <a:pt x="4010861" y="1741593"/>
                  </a:lnTo>
                  <a:lnTo>
                    <a:pt x="4082483" y="1749727"/>
                  </a:lnTo>
                  <a:lnTo>
                    <a:pt x="4154106" y="1757774"/>
                  </a:lnTo>
                  <a:lnTo>
                    <a:pt x="4225729" y="1765734"/>
                  </a:lnTo>
                  <a:lnTo>
                    <a:pt x="4297351" y="1773610"/>
                  </a:lnTo>
                  <a:lnTo>
                    <a:pt x="4368974" y="1781400"/>
                  </a:lnTo>
                  <a:lnTo>
                    <a:pt x="4440596" y="1789107"/>
                  </a:lnTo>
                  <a:lnTo>
                    <a:pt x="4512219" y="1796732"/>
                  </a:lnTo>
                  <a:lnTo>
                    <a:pt x="4583841" y="1804275"/>
                  </a:lnTo>
                  <a:lnTo>
                    <a:pt x="4655464" y="1811736"/>
                  </a:lnTo>
                  <a:lnTo>
                    <a:pt x="4727086" y="1819118"/>
                  </a:lnTo>
                  <a:lnTo>
                    <a:pt x="4798709" y="1826421"/>
                  </a:lnTo>
                  <a:lnTo>
                    <a:pt x="4870331" y="1833645"/>
                  </a:lnTo>
                  <a:lnTo>
                    <a:pt x="4941954" y="1840792"/>
                  </a:lnTo>
                  <a:lnTo>
                    <a:pt x="5013576" y="1847862"/>
                  </a:lnTo>
                  <a:lnTo>
                    <a:pt x="5085199" y="1854857"/>
                  </a:lnTo>
                  <a:lnTo>
                    <a:pt x="5156821" y="1861776"/>
                  </a:lnTo>
                  <a:lnTo>
                    <a:pt x="5228444" y="1868621"/>
                  </a:lnTo>
                  <a:lnTo>
                    <a:pt x="5300066" y="1875393"/>
                  </a:lnTo>
                  <a:lnTo>
                    <a:pt x="5371689" y="1882092"/>
                  </a:lnTo>
                  <a:lnTo>
                    <a:pt x="5443311" y="1888719"/>
                  </a:lnTo>
                  <a:lnTo>
                    <a:pt x="5514934" y="1895275"/>
                  </a:lnTo>
                  <a:lnTo>
                    <a:pt x="5586557" y="1901761"/>
                  </a:lnTo>
                  <a:lnTo>
                    <a:pt x="5658179" y="1908177"/>
                  </a:lnTo>
                  <a:lnTo>
                    <a:pt x="5729802" y="1914525"/>
                  </a:lnTo>
                  <a:lnTo>
                    <a:pt x="5801424" y="1920804"/>
                  </a:lnTo>
                  <a:lnTo>
                    <a:pt x="5873047" y="1927016"/>
                  </a:lnTo>
                  <a:lnTo>
                    <a:pt x="5944669" y="1933162"/>
                  </a:lnTo>
                  <a:lnTo>
                    <a:pt x="6016292" y="1939241"/>
                  </a:lnTo>
                  <a:lnTo>
                    <a:pt x="6087914" y="1945256"/>
                  </a:lnTo>
                  <a:lnTo>
                    <a:pt x="6159537" y="1951205"/>
                  </a:lnTo>
                  <a:lnTo>
                    <a:pt x="6231159" y="1957091"/>
                  </a:lnTo>
                  <a:lnTo>
                    <a:pt x="6302782" y="1962914"/>
                  </a:lnTo>
                  <a:lnTo>
                    <a:pt x="6374404" y="1968675"/>
                  </a:lnTo>
                  <a:lnTo>
                    <a:pt x="6446027" y="1974373"/>
                  </a:lnTo>
                  <a:lnTo>
                    <a:pt x="6517649" y="1980011"/>
                  </a:lnTo>
                  <a:lnTo>
                    <a:pt x="6589272" y="1985588"/>
                  </a:lnTo>
                  <a:lnTo>
                    <a:pt x="6660894" y="1991105"/>
                  </a:lnTo>
                  <a:lnTo>
                    <a:pt x="6732517" y="1996563"/>
                  </a:lnTo>
                  <a:lnTo>
                    <a:pt x="6804139" y="2001963"/>
                  </a:lnTo>
                  <a:lnTo>
                    <a:pt x="6875762" y="2007304"/>
                  </a:lnTo>
                  <a:lnTo>
                    <a:pt x="6947385" y="2012589"/>
                  </a:lnTo>
                  <a:lnTo>
                    <a:pt x="7019007" y="2017816"/>
                  </a:lnTo>
                  <a:lnTo>
                    <a:pt x="7090630" y="20229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169992"/>
              <a:ext cx="7090630" cy="1134091"/>
            </a:xfrm>
            <a:custGeom>
              <a:avLst/>
              <a:pathLst>
                <a:path w="7090630" h="1134091">
                  <a:moveTo>
                    <a:pt x="7090630" y="1134091"/>
                  </a:moveTo>
                  <a:lnTo>
                    <a:pt x="7019007" y="1128167"/>
                  </a:lnTo>
                  <a:lnTo>
                    <a:pt x="6947385" y="1122104"/>
                  </a:lnTo>
                  <a:lnTo>
                    <a:pt x="6875762" y="1115899"/>
                  </a:lnTo>
                  <a:lnTo>
                    <a:pt x="6804139" y="1109549"/>
                  </a:lnTo>
                  <a:lnTo>
                    <a:pt x="6732517" y="1103050"/>
                  </a:lnTo>
                  <a:lnTo>
                    <a:pt x="6660894" y="1096400"/>
                  </a:lnTo>
                  <a:lnTo>
                    <a:pt x="6589272" y="1089593"/>
                  </a:lnTo>
                  <a:lnTo>
                    <a:pt x="6517649" y="1082628"/>
                  </a:lnTo>
                  <a:lnTo>
                    <a:pt x="6446027" y="1075499"/>
                  </a:lnTo>
                  <a:lnTo>
                    <a:pt x="6374404" y="1068204"/>
                  </a:lnTo>
                  <a:lnTo>
                    <a:pt x="6302782" y="1060737"/>
                  </a:lnTo>
                  <a:lnTo>
                    <a:pt x="6231159" y="1053097"/>
                  </a:lnTo>
                  <a:lnTo>
                    <a:pt x="6159537" y="1045277"/>
                  </a:lnTo>
                  <a:lnTo>
                    <a:pt x="6087914" y="1037274"/>
                  </a:lnTo>
                  <a:lnTo>
                    <a:pt x="6016292" y="1029084"/>
                  </a:lnTo>
                  <a:lnTo>
                    <a:pt x="5944669" y="1020703"/>
                  </a:lnTo>
                  <a:lnTo>
                    <a:pt x="5873047" y="1012125"/>
                  </a:lnTo>
                  <a:lnTo>
                    <a:pt x="5801424" y="1003346"/>
                  </a:lnTo>
                  <a:lnTo>
                    <a:pt x="5729802" y="994363"/>
                  </a:lnTo>
                  <a:lnTo>
                    <a:pt x="5658179" y="985168"/>
                  </a:lnTo>
                  <a:lnTo>
                    <a:pt x="5586557" y="975759"/>
                  </a:lnTo>
                  <a:lnTo>
                    <a:pt x="5514934" y="966130"/>
                  </a:lnTo>
                  <a:lnTo>
                    <a:pt x="5443311" y="956275"/>
                  </a:lnTo>
                  <a:lnTo>
                    <a:pt x="5371689" y="946190"/>
                  </a:lnTo>
                  <a:lnTo>
                    <a:pt x="5300066" y="935868"/>
                  </a:lnTo>
                  <a:lnTo>
                    <a:pt x="5228444" y="925305"/>
                  </a:lnTo>
                  <a:lnTo>
                    <a:pt x="5156821" y="914495"/>
                  </a:lnTo>
                  <a:lnTo>
                    <a:pt x="5085199" y="903432"/>
                  </a:lnTo>
                  <a:lnTo>
                    <a:pt x="5013576" y="892110"/>
                  </a:lnTo>
                  <a:lnTo>
                    <a:pt x="4941954" y="880523"/>
                  </a:lnTo>
                  <a:lnTo>
                    <a:pt x="4870331" y="868665"/>
                  </a:lnTo>
                  <a:lnTo>
                    <a:pt x="4798709" y="856529"/>
                  </a:lnTo>
                  <a:lnTo>
                    <a:pt x="4727086" y="844110"/>
                  </a:lnTo>
                  <a:lnTo>
                    <a:pt x="4655464" y="831400"/>
                  </a:lnTo>
                  <a:lnTo>
                    <a:pt x="4583841" y="818392"/>
                  </a:lnTo>
                  <a:lnTo>
                    <a:pt x="4512219" y="805080"/>
                  </a:lnTo>
                  <a:lnTo>
                    <a:pt x="4440596" y="791457"/>
                  </a:lnTo>
                  <a:lnTo>
                    <a:pt x="4368974" y="777514"/>
                  </a:lnTo>
                  <a:lnTo>
                    <a:pt x="4297351" y="763246"/>
                  </a:lnTo>
                  <a:lnTo>
                    <a:pt x="4225729" y="748643"/>
                  </a:lnTo>
                  <a:lnTo>
                    <a:pt x="4154106" y="733699"/>
                  </a:lnTo>
                  <a:lnTo>
                    <a:pt x="4082483" y="718405"/>
                  </a:lnTo>
                  <a:lnTo>
                    <a:pt x="4010861" y="702753"/>
                  </a:lnTo>
                  <a:lnTo>
                    <a:pt x="3939238" y="686735"/>
                  </a:lnTo>
                  <a:lnTo>
                    <a:pt x="3867616" y="670342"/>
                  </a:lnTo>
                  <a:lnTo>
                    <a:pt x="3795993" y="653566"/>
                  </a:lnTo>
                  <a:lnTo>
                    <a:pt x="3724371" y="636397"/>
                  </a:lnTo>
                  <a:lnTo>
                    <a:pt x="3652748" y="618826"/>
                  </a:lnTo>
                  <a:lnTo>
                    <a:pt x="3581126" y="600844"/>
                  </a:lnTo>
                  <a:lnTo>
                    <a:pt x="3509503" y="582441"/>
                  </a:lnTo>
                  <a:lnTo>
                    <a:pt x="3437881" y="563608"/>
                  </a:lnTo>
                  <a:lnTo>
                    <a:pt x="3366258" y="551546"/>
                  </a:lnTo>
                  <a:lnTo>
                    <a:pt x="3294636" y="542486"/>
                  </a:lnTo>
                  <a:lnTo>
                    <a:pt x="3223013" y="533327"/>
                  </a:lnTo>
                  <a:lnTo>
                    <a:pt x="3151391" y="524070"/>
                  </a:lnTo>
                  <a:lnTo>
                    <a:pt x="3079768" y="514711"/>
                  </a:lnTo>
                  <a:lnTo>
                    <a:pt x="3008146" y="505252"/>
                  </a:lnTo>
                  <a:lnTo>
                    <a:pt x="2936523" y="495690"/>
                  </a:lnTo>
                  <a:lnTo>
                    <a:pt x="2864901" y="486024"/>
                  </a:lnTo>
                  <a:lnTo>
                    <a:pt x="2793278" y="476253"/>
                  </a:lnTo>
                  <a:lnTo>
                    <a:pt x="2721655" y="466377"/>
                  </a:lnTo>
                  <a:lnTo>
                    <a:pt x="2650033" y="456393"/>
                  </a:lnTo>
                  <a:lnTo>
                    <a:pt x="2578410" y="446301"/>
                  </a:lnTo>
                  <a:lnTo>
                    <a:pt x="2506788" y="436100"/>
                  </a:lnTo>
                  <a:lnTo>
                    <a:pt x="2435165" y="425788"/>
                  </a:lnTo>
                  <a:lnTo>
                    <a:pt x="2363543" y="415365"/>
                  </a:lnTo>
                  <a:lnTo>
                    <a:pt x="2291920" y="404828"/>
                  </a:lnTo>
                  <a:lnTo>
                    <a:pt x="2220298" y="394177"/>
                  </a:lnTo>
                  <a:lnTo>
                    <a:pt x="2148675" y="383411"/>
                  </a:lnTo>
                  <a:lnTo>
                    <a:pt x="2077053" y="372528"/>
                  </a:lnTo>
                  <a:lnTo>
                    <a:pt x="2005430" y="361527"/>
                  </a:lnTo>
                  <a:lnTo>
                    <a:pt x="1933808" y="350407"/>
                  </a:lnTo>
                  <a:lnTo>
                    <a:pt x="1862185" y="339166"/>
                  </a:lnTo>
                  <a:lnTo>
                    <a:pt x="1790563" y="327803"/>
                  </a:lnTo>
                  <a:lnTo>
                    <a:pt x="1718940" y="316317"/>
                  </a:lnTo>
                  <a:lnTo>
                    <a:pt x="1647318" y="304707"/>
                  </a:lnTo>
                  <a:lnTo>
                    <a:pt x="1575695" y="292970"/>
                  </a:lnTo>
                  <a:lnTo>
                    <a:pt x="1504073" y="281107"/>
                  </a:lnTo>
                  <a:lnTo>
                    <a:pt x="1432450" y="269115"/>
                  </a:lnTo>
                  <a:lnTo>
                    <a:pt x="1360827" y="256992"/>
                  </a:lnTo>
                  <a:lnTo>
                    <a:pt x="1289205" y="244739"/>
                  </a:lnTo>
                  <a:lnTo>
                    <a:pt x="1217582" y="232352"/>
                  </a:lnTo>
                  <a:lnTo>
                    <a:pt x="1145960" y="219832"/>
                  </a:lnTo>
                  <a:lnTo>
                    <a:pt x="1074337" y="207175"/>
                  </a:lnTo>
                  <a:lnTo>
                    <a:pt x="1002715" y="194382"/>
                  </a:lnTo>
                  <a:lnTo>
                    <a:pt x="931092" y="181449"/>
                  </a:lnTo>
                  <a:lnTo>
                    <a:pt x="859470" y="168377"/>
                  </a:lnTo>
                  <a:lnTo>
                    <a:pt x="787847" y="155162"/>
                  </a:lnTo>
                  <a:lnTo>
                    <a:pt x="716225" y="141805"/>
                  </a:lnTo>
                  <a:lnTo>
                    <a:pt x="644602" y="128302"/>
                  </a:lnTo>
                  <a:lnTo>
                    <a:pt x="572980" y="114654"/>
                  </a:lnTo>
                  <a:lnTo>
                    <a:pt x="501357" y="100857"/>
                  </a:lnTo>
                  <a:lnTo>
                    <a:pt x="429735" y="86911"/>
                  </a:lnTo>
                  <a:lnTo>
                    <a:pt x="358112" y="72813"/>
                  </a:lnTo>
                  <a:lnTo>
                    <a:pt x="286490" y="58563"/>
                  </a:lnTo>
                  <a:lnTo>
                    <a:pt x="214867" y="44158"/>
                  </a:lnTo>
                  <a:lnTo>
                    <a:pt x="143245" y="29597"/>
                  </a:lnTo>
                  <a:lnTo>
                    <a:pt x="71622" y="1487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694949"/>
              <a:ext cx="7090630" cy="1514785"/>
            </a:xfrm>
            <a:custGeom>
              <a:avLst/>
              <a:pathLst>
                <a:path w="7090630" h="1514785">
                  <a:moveTo>
                    <a:pt x="0" y="0"/>
                  </a:moveTo>
                  <a:lnTo>
                    <a:pt x="71622" y="31313"/>
                  </a:lnTo>
                  <a:lnTo>
                    <a:pt x="143245" y="62099"/>
                  </a:lnTo>
                  <a:lnTo>
                    <a:pt x="214867" y="92368"/>
                  </a:lnTo>
                  <a:lnTo>
                    <a:pt x="286490" y="122128"/>
                  </a:lnTo>
                  <a:lnTo>
                    <a:pt x="358112" y="151388"/>
                  </a:lnTo>
                  <a:lnTo>
                    <a:pt x="429735" y="180155"/>
                  </a:lnTo>
                  <a:lnTo>
                    <a:pt x="501357" y="208439"/>
                  </a:lnTo>
                  <a:lnTo>
                    <a:pt x="572980" y="236248"/>
                  </a:lnTo>
                  <a:lnTo>
                    <a:pt x="644602" y="263589"/>
                  </a:lnTo>
                  <a:lnTo>
                    <a:pt x="716225" y="290470"/>
                  </a:lnTo>
                  <a:lnTo>
                    <a:pt x="787847" y="316899"/>
                  </a:lnTo>
                  <a:lnTo>
                    <a:pt x="859470" y="342883"/>
                  </a:lnTo>
                  <a:lnTo>
                    <a:pt x="931092" y="368431"/>
                  </a:lnTo>
                  <a:lnTo>
                    <a:pt x="1002715" y="393550"/>
                  </a:lnTo>
                  <a:lnTo>
                    <a:pt x="1074337" y="418245"/>
                  </a:lnTo>
                  <a:lnTo>
                    <a:pt x="1145960" y="442526"/>
                  </a:lnTo>
                  <a:lnTo>
                    <a:pt x="1217582" y="466398"/>
                  </a:lnTo>
                  <a:lnTo>
                    <a:pt x="1289205" y="489869"/>
                  </a:lnTo>
                  <a:lnTo>
                    <a:pt x="1360827" y="512946"/>
                  </a:lnTo>
                  <a:lnTo>
                    <a:pt x="1432450" y="535634"/>
                  </a:lnTo>
                  <a:lnTo>
                    <a:pt x="1504073" y="557941"/>
                  </a:lnTo>
                  <a:lnTo>
                    <a:pt x="1575695" y="579873"/>
                  </a:lnTo>
                  <a:lnTo>
                    <a:pt x="1647318" y="601436"/>
                  </a:lnTo>
                  <a:lnTo>
                    <a:pt x="1718940" y="622636"/>
                  </a:lnTo>
                  <a:lnTo>
                    <a:pt x="1790563" y="643480"/>
                  </a:lnTo>
                  <a:lnTo>
                    <a:pt x="1862185" y="663974"/>
                  </a:lnTo>
                  <a:lnTo>
                    <a:pt x="1933808" y="684123"/>
                  </a:lnTo>
                  <a:lnTo>
                    <a:pt x="2005430" y="703933"/>
                  </a:lnTo>
                  <a:lnTo>
                    <a:pt x="2077053" y="723410"/>
                  </a:lnTo>
                  <a:lnTo>
                    <a:pt x="2148675" y="742559"/>
                  </a:lnTo>
                  <a:lnTo>
                    <a:pt x="2220298" y="761387"/>
                  </a:lnTo>
                  <a:lnTo>
                    <a:pt x="2291920" y="779898"/>
                  </a:lnTo>
                  <a:lnTo>
                    <a:pt x="2363543" y="798098"/>
                  </a:lnTo>
                  <a:lnTo>
                    <a:pt x="2435165" y="815991"/>
                  </a:lnTo>
                  <a:lnTo>
                    <a:pt x="2506788" y="833584"/>
                  </a:lnTo>
                  <a:lnTo>
                    <a:pt x="2578410" y="850881"/>
                  </a:lnTo>
                  <a:lnTo>
                    <a:pt x="2650033" y="867887"/>
                  </a:lnTo>
                  <a:lnTo>
                    <a:pt x="2721655" y="884608"/>
                  </a:lnTo>
                  <a:lnTo>
                    <a:pt x="2793278" y="901047"/>
                  </a:lnTo>
                  <a:lnTo>
                    <a:pt x="2864901" y="917210"/>
                  </a:lnTo>
                  <a:lnTo>
                    <a:pt x="2936523" y="933100"/>
                  </a:lnTo>
                  <a:lnTo>
                    <a:pt x="3008146" y="948724"/>
                  </a:lnTo>
                  <a:lnTo>
                    <a:pt x="3079768" y="964085"/>
                  </a:lnTo>
                  <a:lnTo>
                    <a:pt x="3151391" y="979188"/>
                  </a:lnTo>
                  <a:lnTo>
                    <a:pt x="3223013" y="994037"/>
                  </a:lnTo>
                  <a:lnTo>
                    <a:pt x="3294636" y="1008636"/>
                  </a:lnTo>
                  <a:lnTo>
                    <a:pt x="3366258" y="1022990"/>
                  </a:lnTo>
                  <a:lnTo>
                    <a:pt x="3437881" y="1037102"/>
                  </a:lnTo>
                  <a:lnTo>
                    <a:pt x="3509503" y="1050977"/>
                  </a:lnTo>
                  <a:lnTo>
                    <a:pt x="3581126" y="1064619"/>
                  </a:lnTo>
                  <a:lnTo>
                    <a:pt x="3652748" y="1078031"/>
                  </a:lnTo>
                  <a:lnTo>
                    <a:pt x="3724371" y="1091218"/>
                  </a:lnTo>
                  <a:lnTo>
                    <a:pt x="3795993" y="1104183"/>
                  </a:lnTo>
                  <a:lnTo>
                    <a:pt x="3867616" y="1116930"/>
                  </a:lnTo>
                  <a:lnTo>
                    <a:pt x="3939238" y="1129463"/>
                  </a:lnTo>
                  <a:lnTo>
                    <a:pt x="4010861" y="1141785"/>
                  </a:lnTo>
                  <a:lnTo>
                    <a:pt x="4082483" y="1153900"/>
                  </a:lnTo>
                  <a:lnTo>
                    <a:pt x="4154106" y="1165811"/>
                  </a:lnTo>
                  <a:lnTo>
                    <a:pt x="4225729" y="1177522"/>
                  </a:lnTo>
                  <a:lnTo>
                    <a:pt x="4297351" y="1189036"/>
                  </a:lnTo>
                  <a:lnTo>
                    <a:pt x="4368974" y="1200357"/>
                  </a:lnTo>
                  <a:lnTo>
                    <a:pt x="4440596" y="1211487"/>
                  </a:lnTo>
                  <a:lnTo>
                    <a:pt x="4512219" y="1222430"/>
                  </a:lnTo>
                  <a:lnTo>
                    <a:pt x="4583841" y="1233189"/>
                  </a:lnTo>
                  <a:lnTo>
                    <a:pt x="4655464" y="1243767"/>
                  </a:lnTo>
                  <a:lnTo>
                    <a:pt x="4727086" y="1254167"/>
                  </a:lnTo>
                  <a:lnTo>
                    <a:pt x="4798709" y="1264392"/>
                  </a:lnTo>
                  <a:lnTo>
                    <a:pt x="4870331" y="1274445"/>
                  </a:lnTo>
                  <a:lnTo>
                    <a:pt x="4941954" y="1284330"/>
                  </a:lnTo>
                  <a:lnTo>
                    <a:pt x="5013576" y="1294048"/>
                  </a:lnTo>
                  <a:lnTo>
                    <a:pt x="5085199" y="1303602"/>
                  </a:lnTo>
                  <a:lnTo>
                    <a:pt x="5156821" y="1312997"/>
                  </a:lnTo>
                  <a:lnTo>
                    <a:pt x="5228444" y="1322233"/>
                  </a:lnTo>
                  <a:lnTo>
                    <a:pt x="5300066" y="1331313"/>
                  </a:lnTo>
                  <a:lnTo>
                    <a:pt x="5371689" y="1340242"/>
                  </a:lnTo>
                  <a:lnTo>
                    <a:pt x="5443311" y="1349020"/>
                  </a:lnTo>
                  <a:lnTo>
                    <a:pt x="5514934" y="1357650"/>
                  </a:lnTo>
                  <a:lnTo>
                    <a:pt x="5586557" y="1366135"/>
                  </a:lnTo>
                  <a:lnTo>
                    <a:pt x="5658179" y="1374478"/>
                  </a:lnTo>
                  <a:lnTo>
                    <a:pt x="5729802" y="1382680"/>
                  </a:lnTo>
                  <a:lnTo>
                    <a:pt x="5801424" y="1390745"/>
                  </a:lnTo>
                  <a:lnTo>
                    <a:pt x="5873047" y="1398673"/>
                  </a:lnTo>
                  <a:lnTo>
                    <a:pt x="5944669" y="1406469"/>
                  </a:lnTo>
                  <a:lnTo>
                    <a:pt x="6016292" y="1414133"/>
                  </a:lnTo>
                  <a:lnTo>
                    <a:pt x="6087914" y="1421669"/>
                  </a:lnTo>
                  <a:lnTo>
                    <a:pt x="6159537" y="1429078"/>
                  </a:lnTo>
                  <a:lnTo>
                    <a:pt x="6231159" y="1436362"/>
                  </a:lnTo>
                  <a:lnTo>
                    <a:pt x="6302782" y="1443524"/>
                  </a:lnTo>
                  <a:lnTo>
                    <a:pt x="6374404" y="1450565"/>
                  </a:lnTo>
                  <a:lnTo>
                    <a:pt x="6446027" y="1457488"/>
                  </a:lnTo>
                  <a:lnTo>
                    <a:pt x="6517649" y="1464295"/>
                  </a:lnTo>
                  <a:lnTo>
                    <a:pt x="6589272" y="1470987"/>
                  </a:lnTo>
                  <a:lnTo>
                    <a:pt x="6660894" y="1477567"/>
                  </a:lnTo>
                  <a:lnTo>
                    <a:pt x="6732517" y="1484036"/>
                  </a:lnTo>
                  <a:lnTo>
                    <a:pt x="6804139" y="1490396"/>
                  </a:lnTo>
                  <a:lnTo>
                    <a:pt x="6875762" y="1496649"/>
                  </a:lnTo>
                  <a:lnTo>
                    <a:pt x="6947385" y="1502797"/>
                  </a:lnTo>
                  <a:lnTo>
                    <a:pt x="7019007" y="1508842"/>
                  </a:lnTo>
                  <a:lnTo>
                    <a:pt x="7090630" y="151478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1.23 (1.14-1.32), p_Bonf = &lt;0.001 (n = 6)  |  per IQR decline (Δ = 29.3 %): 1.82 (1.46-2.26)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2026-09-28T15:19:41Z</dcterms:modified>
  <cp:category/>
</cp:coreProperties>
</file>