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387494"/>
              <a:ext cx="7090630" cy="1940457"/>
            </a:xfrm>
            <a:custGeom>
              <a:avLst/>
              <a:pathLst>
                <a:path w="7090630" h="1940457">
                  <a:moveTo>
                    <a:pt x="0" y="0"/>
                  </a:moveTo>
                  <a:lnTo>
                    <a:pt x="71622" y="48699"/>
                  </a:lnTo>
                  <a:lnTo>
                    <a:pt x="143245" y="96306"/>
                  </a:lnTo>
                  <a:lnTo>
                    <a:pt x="214867" y="142844"/>
                  </a:lnTo>
                  <a:lnTo>
                    <a:pt x="286490" y="188337"/>
                  </a:lnTo>
                  <a:lnTo>
                    <a:pt x="358112" y="232810"/>
                  </a:lnTo>
                  <a:lnTo>
                    <a:pt x="429735" y="276284"/>
                  </a:lnTo>
                  <a:lnTo>
                    <a:pt x="501357" y="318782"/>
                  </a:lnTo>
                  <a:lnTo>
                    <a:pt x="572980" y="360327"/>
                  </a:lnTo>
                  <a:lnTo>
                    <a:pt x="644602" y="400939"/>
                  </a:lnTo>
                  <a:lnTo>
                    <a:pt x="716225" y="440640"/>
                  </a:lnTo>
                  <a:lnTo>
                    <a:pt x="787847" y="479449"/>
                  </a:lnTo>
                  <a:lnTo>
                    <a:pt x="859470" y="517388"/>
                  </a:lnTo>
                  <a:lnTo>
                    <a:pt x="931092" y="554475"/>
                  </a:lnTo>
                  <a:lnTo>
                    <a:pt x="1002715" y="590729"/>
                  </a:lnTo>
                  <a:lnTo>
                    <a:pt x="1074337" y="626170"/>
                  </a:lnTo>
                  <a:lnTo>
                    <a:pt x="1145960" y="660816"/>
                  </a:lnTo>
                  <a:lnTo>
                    <a:pt x="1217582" y="694683"/>
                  </a:lnTo>
                  <a:lnTo>
                    <a:pt x="1289205" y="727791"/>
                  </a:lnTo>
                  <a:lnTo>
                    <a:pt x="1360827" y="760156"/>
                  </a:lnTo>
                  <a:lnTo>
                    <a:pt x="1432450" y="791794"/>
                  </a:lnTo>
                  <a:lnTo>
                    <a:pt x="1504073" y="822722"/>
                  </a:lnTo>
                  <a:lnTo>
                    <a:pt x="1575695" y="852956"/>
                  </a:lnTo>
                  <a:lnTo>
                    <a:pt x="1647318" y="882511"/>
                  </a:lnTo>
                  <a:lnTo>
                    <a:pt x="1718940" y="911403"/>
                  </a:lnTo>
                  <a:lnTo>
                    <a:pt x="1790563" y="939646"/>
                  </a:lnTo>
                  <a:lnTo>
                    <a:pt x="1862185" y="967256"/>
                  </a:lnTo>
                  <a:lnTo>
                    <a:pt x="1933808" y="994245"/>
                  </a:lnTo>
                  <a:lnTo>
                    <a:pt x="2005430" y="1020629"/>
                  </a:lnTo>
                  <a:lnTo>
                    <a:pt x="2077053" y="1046421"/>
                  </a:lnTo>
                  <a:lnTo>
                    <a:pt x="2148675" y="1071634"/>
                  </a:lnTo>
                  <a:lnTo>
                    <a:pt x="2220298" y="1096281"/>
                  </a:lnTo>
                  <a:lnTo>
                    <a:pt x="2291920" y="1120375"/>
                  </a:lnTo>
                  <a:lnTo>
                    <a:pt x="2363543" y="1143928"/>
                  </a:lnTo>
                  <a:lnTo>
                    <a:pt x="2435165" y="1166953"/>
                  </a:lnTo>
                  <a:lnTo>
                    <a:pt x="2506788" y="1189460"/>
                  </a:lnTo>
                  <a:lnTo>
                    <a:pt x="2578410" y="1211463"/>
                  </a:lnTo>
                  <a:lnTo>
                    <a:pt x="2650033" y="1232971"/>
                  </a:lnTo>
                  <a:lnTo>
                    <a:pt x="2721655" y="1253997"/>
                  </a:lnTo>
                  <a:lnTo>
                    <a:pt x="2793278" y="1274551"/>
                  </a:lnTo>
                  <a:lnTo>
                    <a:pt x="2864901" y="1294644"/>
                  </a:lnTo>
                  <a:lnTo>
                    <a:pt x="2936523" y="1314285"/>
                  </a:lnTo>
                  <a:lnTo>
                    <a:pt x="3008146" y="1333486"/>
                  </a:lnTo>
                  <a:lnTo>
                    <a:pt x="3079768" y="1343475"/>
                  </a:lnTo>
                  <a:lnTo>
                    <a:pt x="3151391" y="1348425"/>
                  </a:lnTo>
                  <a:lnTo>
                    <a:pt x="3223013" y="1353346"/>
                  </a:lnTo>
                  <a:lnTo>
                    <a:pt x="3294636" y="1358237"/>
                  </a:lnTo>
                  <a:lnTo>
                    <a:pt x="3366258" y="1363098"/>
                  </a:lnTo>
                  <a:lnTo>
                    <a:pt x="3437881" y="1367931"/>
                  </a:lnTo>
                  <a:lnTo>
                    <a:pt x="3509503" y="1372734"/>
                  </a:lnTo>
                  <a:lnTo>
                    <a:pt x="3581126" y="1377509"/>
                  </a:lnTo>
                  <a:lnTo>
                    <a:pt x="3652748" y="1382255"/>
                  </a:lnTo>
                  <a:lnTo>
                    <a:pt x="3724371" y="1386973"/>
                  </a:lnTo>
                  <a:lnTo>
                    <a:pt x="3795993" y="1391663"/>
                  </a:lnTo>
                  <a:lnTo>
                    <a:pt x="3867616" y="1396324"/>
                  </a:lnTo>
                  <a:lnTo>
                    <a:pt x="3939238" y="1400957"/>
                  </a:lnTo>
                  <a:lnTo>
                    <a:pt x="4010861" y="1405563"/>
                  </a:lnTo>
                  <a:lnTo>
                    <a:pt x="4082483" y="1410141"/>
                  </a:lnTo>
                  <a:lnTo>
                    <a:pt x="4154106" y="1414692"/>
                  </a:lnTo>
                  <a:lnTo>
                    <a:pt x="4225729" y="1419215"/>
                  </a:lnTo>
                  <a:lnTo>
                    <a:pt x="4297351" y="1423712"/>
                  </a:lnTo>
                  <a:lnTo>
                    <a:pt x="4368974" y="1428181"/>
                  </a:lnTo>
                  <a:lnTo>
                    <a:pt x="4440596" y="1432624"/>
                  </a:lnTo>
                  <a:lnTo>
                    <a:pt x="4512219" y="1437040"/>
                  </a:lnTo>
                  <a:lnTo>
                    <a:pt x="4583841" y="1441429"/>
                  </a:lnTo>
                  <a:lnTo>
                    <a:pt x="4655464" y="1445792"/>
                  </a:lnTo>
                  <a:lnTo>
                    <a:pt x="4727086" y="1450129"/>
                  </a:lnTo>
                  <a:lnTo>
                    <a:pt x="4798709" y="1454441"/>
                  </a:lnTo>
                  <a:lnTo>
                    <a:pt x="4870331" y="1458726"/>
                  </a:lnTo>
                  <a:lnTo>
                    <a:pt x="4941954" y="1462985"/>
                  </a:lnTo>
                  <a:lnTo>
                    <a:pt x="5013576" y="1467220"/>
                  </a:lnTo>
                  <a:lnTo>
                    <a:pt x="5085199" y="1471428"/>
                  </a:lnTo>
                  <a:lnTo>
                    <a:pt x="5156821" y="1475612"/>
                  </a:lnTo>
                  <a:lnTo>
                    <a:pt x="5228444" y="1479770"/>
                  </a:lnTo>
                  <a:lnTo>
                    <a:pt x="5300066" y="1483904"/>
                  </a:lnTo>
                  <a:lnTo>
                    <a:pt x="5371689" y="1488013"/>
                  </a:lnTo>
                  <a:lnTo>
                    <a:pt x="5443311" y="1492097"/>
                  </a:lnTo>
                  <a:lnTo>
                    <a:pt x="5514934" y="1496156"/>
                  </a:lnTo>
                  <a:lnTo>
                    <a:pt x="5586557" y="1500192"/>
                  </a:lnTo>
                  <a:lnTo>
                    <a:pt x="5658179" y="1504203"/>
                  </a:lnTo>
                  <a:lnTo>
                    <a:pt x="5729802" y="1508190"/>
                  </a:lnTo>
                  <a:lnTo>
                    <a:pt x="5801424" y="1512153"/>
                  </a:lnTo>
                  <a:lnTo>
                    <a:pt x="5873047" y="1516093"/>
                  </a:lnTo>
                  <a:lnTo>
                    <a:pt x="5944669" y="1520009"/>
                  </a:lnTo>
                  <a:lnTo>
                    <a:pt x="6016292" y="1523901"/>
                  </a:lnTo>
                  <a:lnTo>
                    <a:pt x="6087914" y="1527771"/>
                  </a:lnTo>
                  <a:lnTo>
                    <a:pt x="6159537" y="1531617"/>
                  </a:lnTo>
                  <a:lnTo>
                    <a:pt x="6231159" y="1535439"/>
                  </a:lnTo>
                  <a:lnTo>
                    <a:pt x="6302782" y="1539240"/>
                  </a:lnTo>
                  <a:lnTo>
                    <a:pt x="6374404" y="1543017"/>
                  </a:lnTo>
                  <a:lnTo>
                    <a:pt x="6446027" y="1546771"/>
                  </a:lnTo>
                  <a:lnTo>
                    <a:pt x="6517649" y="1550504"/>
                  </a:lnTo>
                  <a:lnTo>
                    <a:pt x="6589272" y="1554213"/>
                  </a:lnTo>
                  <a:lnTo>
                    <a:pt x="6660894" y="1557901"/>
                  </a:lnTo>
                  <a:lnTo>
                    <a:pt x="6732517" y="1561566"/>
                  </a:lnTo>
                  <a:lnTo>
                    <a:pt x="6804139" y="1565210"/>
                  </a:lnTo>
                  <a:lnTo>
                    <a:pt x="6875762" y="1568832"/>
                  </a:lnTo>
                  <a:lnTo>
                    <a:pt x="6947385" y="1572432"/>
                  </a:lnTo>
                  <a:lnTo>
                    <a:pt x="7019007" y="1576010"/>
                  </a:lnTo>
                  <a:lnTo>
                    <a:pt x="7090630" y="1579567"/>
                  </a:lnTo>
                  <a:lnTo>
                    <a:pt x="7090630" y="1940457"/>
                  </a:lnTo>
                  <a:lnTo>
                    <a:pt x="7019007" y="1935192"/>
                  </a:lnTo>
                  <a:lnTo>
                    <a:pt x="6947385" y="1929807"/>
                  </a:lnTo>
                  <a:lnTo>
                    <a:pt x="6875762" y="1924297"/>
                  </a:lnTo>
                  <a:lnTo>
                    <a:pt x="6804139" y="1918662"/>
                  </a:lnTo>
                  <a:lnTo>
                    <a:pt x="6732517" y="1912896"/>
                  </a:lnTo>
                  <a:lnTo>
                    <a:pt x="6660894" y="1906999"/>
                  </a:lnTo>
                  <a:lnTo>
                    <a:pt x="6589272" y="1900966"/>
                  </a:lnTo>
                  <a:lnTo>
                    <a:pt x="6517649" y="1894795"/>
                  </a:lnTo>
                  <a:lnTo>
                    <a:pt x="6446027" y="1888482"/>
                  </a:lnTo>
                  <a:lnTo>
                    <a:pt x="6374404" y="1882023"/>
                  </a:lnTo>
                  <a:lnTo>
                    <a:pt x="6302782" y="1875417"/>
                  </a:lnTo>
                  <a:lnTo>
                    <a:pt x="6231159" y="1868659"/>
                  </a:lnTo>
                  <a:lnTo>
                    <a:pt x="6159537" y="1861746"/>
                  </a:lnTo>
                  <a:lnTo>
                    <a:pt x="6087914" y="1854674"/>
                  </a:lnTo>
                  <a:lnTo>
                    <a:pt x="6016292" y="1847440"/>
                  </a:lnTo>
                  <a:lnTo>
                    <a:pt x="5944669" y="1840039"/>
                  </a:lnTo>
                  <a:lnTo>
                    <a:pt x="5873047" y="1832469"/>
                  </a:lnTo>
                  <a:lnTo>
                    <a:pt x="5801424" y="1824725"/>
                  </a:lnTo>
                  <a:lnTo>
                    <a:pt x="5729802" y="1816803"/>
                  </a:lnTo>
                  <a:lnTo>
                    <a:pt x="5658179" y="1808699"/>
                  </a:lnTo>
                  <a:lnTo>
                    <a:pt x="5586557" y="1800409"/>
                  </a:lnTo>
                  <a:lnTo>
                    <a:pt x="5514934" y="1791929"/>
                  </a:lnTo>
                  <a:lnTo>
                    <a:pt x="5443311" y="1783254"/>
                  </a:lnTo>
                  <a:lnTo>
                    <a:pt x="5371689" y="1774380"/>
                  </a:lnTo>
                  <a:lnTo>
                    <a:pt x="5300066" y="1765302"/>
                  </a:lnTo>
                  <a:lnTo>
                    <a:pt x="5228444" y="1756016"/>
                  </a:lnTo>
                  <a:lnTo>
                    <a:pt x="5156821" y="1746517"/>
                  </a:lnTo>
                  <a:lnTo>
                    <a:pt x="5085199" y="1736799"/>
                  </a:lnTo>
                  <a:lnTo>
                    <a:pt x="5013576" y="1726858"/>
                  </a:lnTo>
                  <a:lnTo>
                    <a:pt x="4941954" y="1716689"/>
                  </a:lnTo>
                  <a:lnTo>
                    <a:pt x="4870331" y="1706287"/>
                  </a:lnTo>
                  <a:lnTo>
                    <a:pt x="4798709" y="1695646"/>
                  </a:lnTo>
                  <a:lnTo>
                    <a:pt x="4727086" y="1684760"/>
                  </a:lnTo>
                  <a:lnTo>
                    <a:pt x="4655464" y="1673624"/>
                  </a:lnTo>
                  <a:lnTo>
                    <a:pt x="4583841" y="1662233"/>
                  </a:lnTo>
                  <a:lnTo>
                    <a:pt x="4512219" y="1650580"/>
                  </a:lnTo>
                  <a:lnTo>
                    <a:pt x="4440596" y="1638660"/>
                  </a:lnTo>
                  <a:lnTo>
                    <a:pt x="4368974" y="1626466"/>
                  </a:lnTo>
                  <a:lnTo>
                    <a:pt x="4297351" y="1613992"/>
                  </a:lnTo>
                  <a:lnTo>
                    <a:pt x="4225729" y="1601232"/>
                  </a:lnTo>
                  <a:lnTo>
                    <a:pt x="4154106" y="1588179"/>
                  </a:lnTo>
                  <a:lnTo>
                    <a:pt x="4082483" y="1574826"/>
                  </a:lnTo>
                  <a:lnTo>
                    <a:pt x="4010861" y="1561166"/>
                  </a:lnTo>
                  <a:lnTo>
                    <a:pt x="3939238" y="1547193"/>
                  </a:lnTo>
                  <a:lnTo>
                    <a:pt x="3867616" y="1532899"/>
                  </a:lnTo>
                  <a:lnTo>
                    <a:pt x="3795993" y="1518276"/>
                  </a:lnTo>
                  <a:lnTo>
                    <a:pt x="3724371" y="1503318"/>
                  </a:lnTo>
                  <a:lnTo>
                    <a:pt x="3652748" y="1488017"/>
                  </a:lnTo>
                  <a:lnTo>
                    <a:pt x="3581126" y="1472364"/>
                  </a:lnTo>
                  <a:lnTo>
                    <a:pt x="3509503" y="1456352"/>
                  </a:lnTo>
                  <a:lnTo>
                    <a:pt x="3437881" y="1439972"/>
                  </a:lnTo>
                  <a:lnTo>
                    <a:pt x="3366258" y="1423216"/>
                  </a:lnTo>
                  <a:lnTo>
                    <a:pt x="3294636" y="1406076"/>
                  </a:lnTo>
                  <a:lnTo>
                    <a:pt x="3223013" y="1388541"/>
                  </a:lnTo>
                  <a:lnTo>
                    <a:pt x="3151391" y="1370605"/>
                  </a:lnTo>
                  <a:lnTo>
                    <a:pt x="3079768" y="1352256"/>
                  </a:lnTo>
                  <a:lnTo>
                    <a:pt x="3008146" y="1338496"/>
                  </a:lnTo>
                  <a:lnTo>
                    <a:pt x="2936523" y="1333486"/>
                  </a:lnTo>
                  <a:lnTo>
                    <a:pt x="2864901" y="1328446"/>
                  </a:lnTo>
                  <a:lnTo>
                    <a:pt x="2793278" y="1323375"/>
                  </a:lnTo>
                  <a:lnTo>
                    <a:pt x="2721655" y="1318274"/>
                  </a:lnTo>
                  <a:lnTo>
                    <a:pt x="2650033" y="1313142"/>
                  </a:lnTo>
                  <a:lnTo>
                    <a:pt x="2578410" y="1307980"/>
                  </a:lnTo>
                  <a:lnTo>
                    <a:pt x="2506788" y="1302786"/>
                  </a:lnTo>
                  <a:lnTo>
                    <a:pt x="2435165" y="1297561"/>
                  </a:lnTo>
                  <a:lnTo>
                    <a:pt x="2363543" y="1292304"/>
                  </a:lnTo>
                  <a:lnTo>
                    <a:pt x="2291920" y="1287016"/>
                  </a:lnTo>
                  <a:lnTo>
                    <a:pt x="2220298" y="1281696"/>
                  </a:lnTo>
                  <a:lnTo>
                    <a:pt x="2148675" y="1276343"/>
                  </a:lnTo>
                  <a:lnTo>
                    <a:pt x="2077053" y="1270959"/>
                  </a:lnTo>
                  <a:lnTo>
                    <a:pt x="2005430" y="1265542"/>
                  </a:lnTo>
                  <a:lnTo>
                    <a:pt x="1933808" y="1260092"/>
                  </a:lnTo>
                  <a:lnTo>
                    <a:pt x="1862185" y="1254610"/>
                  </a:lnTo>
                  <a:lnTo>
                    <a:pt x="1790563" y="1249094"/>
                  </a:lnTo>
                  <a:lnTo>
                    <a:pt x="1718940" y="1243546"/>
                  </a:lnTo>
                  <a:lnTo>
                    <a:pt x="1647318" y="1237964"/>
                  </a:lnTo>
                  <a:lnTo>
                    <a:pt x="1575695" y="1232348"/>
                  </a:lnTo>
                  <a:lnTo>
                    <a:pt x="1504073" y="1226698"/>
                  </a:lnTo>
                  <a:lnTo>
                    <a:pt x="1432450" y="1221015"/>
                  </a:lnTo>
                  <a:lnTo>
                    <a:pt x="1360827" y="1215297"/>
                  </a:lnTo>
                  <a:lnTo>
                    <a:pt x="1289205" y="1209544"/>
                  </a:lnTo>
                  <a:lnTo>
                    <a:pt x="1217582" y="1203757"/>
                  </a:lnTo>
                  <a:lnTo>
                    <a:pt x="1145960" y="1197935"/>
                  </a:lnTo>
                  <a:lnTo>
                    <a:pt x="1074337" y="1192078"/>
                  </a:lnTo>
                  <a:lnTo>
                    <a:pt x="1002715" y="1186186"/>
                  </a:lnTo>
                  <a:lnTo>
                    <a:pt x="931092" y="1180258"/>
                  </a:lnTo>
                  <a:lnTo>
                    <a:pt x="859470" y="1174294"/>
                  </a:lnTo>
                  <a:lnTo>
                    <a:pt x="787847" y="1168295"/>
                  </a:lnTo>
                  <a:lnTo>
                    <a:pt x="716225" y="1162259"/>
                  </a:lnTo>
                  <a:lnTo>
                    <a:pt x="644602" y="1156187"/>
                  </a:lnTo>
                  <a:lnTo>
                    <a:pt x="572980" y="1150078"/>
                  </a:lnTo>
                  <a:lnTo>
                    <a:pt x="501357" y="1143933"/>
                  </a:lnTo>
                  <a:lnTo>
                    <a:pt x="429735" y="1137750"/>
                  </a:lnTo>
                  <a:lnTo>
                    <a:pt x="358112" y="1131531"/>
                  </a:lnTo>
                  <a:lnTo>
                    <a:pt x="286490" y="1125273"/>
                  </a:lnTo>
                  <a:lnTo>
                    <a:pt x="214867" y="1118979"/>
                  </a:lnTo>
                  <a:lnTo>
                    <a:pt x="143245" y="1112646"/>
                  </a:lnTo>
                  <a:lnTo>
                    <a:pt x="71622" y="1106275"/>
                  </a:lnTo>
                  <a:lnTo>
                    <a:pt x="0" y="109986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387494"/>
              <a:ext cx="7090630" cy="1579567"/>
            </a:xfrm>
            <a:custGeom>
              <a:avLst/>
              <a:pathLst>
                <a:path w="7090630" h="1579567">
                  <a:moveTo>
                    <a:pt x="0" y="0"/>
                  </a:moveTo>
                  <a:lnTo>
                    <a:pt x="71622" y="48699"/>
                  </a:lnTo>
                  <a:lnTo>
                    <a:pt x="143245" y="96306"/>
                  </a:lnTo>
                  <a:lnTo>
                    <a:pt x="214867" y="142844"/>
                  </a:lnTo>
                  <a:lnTo>
                    <a:pt x="286490" y="188337"/>
                  </a:lnTo>
                  <a:lnTo>
                    <a:pt x="358112" y="232810"/>
                  </a:lnTo>
                  <a:lnTo>
                    <a:pt x="429735" y="276284"/>
                  </a:lnTo>
                  <a:lnTo>
                    <a:pt x="501357" y="318782"/>
                  </a:lnTo>
                  <a:lnTo>
                    <a:pt x="572980" y="360327"/>
                  </a:lnTo>
                  <a:lnTo>
                    <a:pt x="644602" y="400939"/>
                  </a:lnTo>
                  <a:lnTo>
                    <a:pt x="716225" y="440640"/>
                  </a:lnTo>
                  <a:lnTo>
                    <a:pt x="787847" y="479449"/>
                  </a:lnTo>
                  <a:lnTo>
                    <a:pt x="859470" y="517388"/>
                  </a:lnTo>
                  <a:lnTo>
                    <a:pt x="931092" y="554475"/>
                  </a:lnTo>
                  <a:lnTo>
                    <a:pt x="1002715" y="590729"/>
                  </a:lnTo>
                  <a:lnTo>
                    <a:pt x="1074337" y="626170"/>
                  </a:lnTo>
                  <a:lnTo>
                    <a:pt x="1145960" y="660816"/>
                  </a:lnTo>
                  <a:lnTo>
                    <a:pt x="1217582" y="694683"/>
                  </a:lnTo>
                  <a:lnTo>
                    <a:pt x="1289205" y="727791"/>
                  </a:lnTo>
                  <a:lnTo>
                    <a:pt x="1360827" y="760156"/>
                  </a:lnTo>
                  <a:lnTo>
                    <a:pt x="1432450" y="791794"/>
                  </a:lnTo>
                  <a:lnTo>
                    <a:pt x="1504073" y="822722"/>
                  </a:lnTo>
                  <a:lnTo>
                    <a:pt x="1575695" y="852956"/>
                  </a:lnTo>
                  <a:lnTo>
                    <a:pt x="1647318" y="882511"/>
                  </a:lnTo>
                  <a:lnTo>
                    <a:pt x="1718940" y="911403"/>
                  </a:lnTo>
                  <a:lnTo>
                    <a:pt x="1790563" y="939646"/>
                  </a:lnTo>
                  <a:lnTo>
                    <a:pt x="1862185" y="967256"/>
                  </a:lnTo>
                  <a:lnTo>
                    <a:pt x="1933808" y="994245"/>
                  </a:lnTo>
                  <a:lnTo>
                    <a:pt x="2005430" y="1020629"/>
                  </a:lnTo>
                  <a:lnTo>
                    <a:pt x="2077053" y="1046421"/>
                  </a:lnTo>
                  <a:lnTo>
                    <a:pt x="2148675" y="1071634"/>
                  </a:lnTo>
                  <a:lnTo>
                    <a:pt x="2220298" y="1096281"/>
                  </a:lnTo>
                  <a:lnTo>
                    <a:pt x="2291920" y="1120375"/>
                  </a:lnTo>
                  <a:lnTo>
                    <a:pt x="2363543" y="1143928"/>
                  </a:lnTo>
                  <a:lnTo>
                    <a:pt x="2435165" y="1166953"/>
                  </a:lnTo>
                  <a:lnTo>
                    <a:pt x="2506788" y="1189460"/>
                  </a:lnTo>
                  <a:lnTo>
                    <a:pt x="2578410" y="1211463"/>
                  </a:lnTo>
                  <a:lnTo>
                    <a:pt x="2650033" y="1232971"/>
                  </a:lnTo>
                  <a:lnTo>
                    <a:pt x="2721655" y="1253997"/>
                  </a:lnTo>
                  <a:lnTo>
                    <a:pt x="2793278" y="1274551"/>
                  </a:lnTo>
                  <a:lnTo>
                    <a:pt x="2864901" y="1294644"/>
                  </a:lnTo>
                  <a:lnTo>
                    <a:pt x="2936523" y="1314285"/>
                  </a:lnTo>
                  <a:lnTo>
                    <a:pt x="3008146" y="1333486"/>
                  </a:lnTo>
                  <a:lnTo>
                    <a:pt x="3079768" y="1343475"/>
                  </a:lnTo>
                  <a:lnTo>
                    <a:pt x="3151391" y="1348425"/>
                  </a:lnTo>
                  <a:lnTo>
                    <a:pt x="3223013" y="1353346"/>
                  </a:lnTo>
                  <a:lnTo>
                    <a:pt x="3294636" y="1358237"/>
                  </a:lnTo>
                  <a:lnTo>
                    <a:pt x="3366258" y="1363098"/>
                  </a:lnTo>
                  <a:lnTo>
                    <a:pt x="3437881" y="1367931"/>
                  </a:lnTo>
                  <a:lnTo>
                    <a:pt x="3509503" y="1372734"/>
                  </a:lnTo>
                  <a:lnTo>
                    <a:pt x="3581126" y="1377509"/>
                  </a:lnTo>
                  <a:lnTo>
                    <a:pt x="3652748" y="1382255"/>
                  </a:lnTo>
                  <a:lnTo>
                    <a:pt x="3724371" y="1386973"/>
                  </a:lnTo>
                  <a:lnTo>
                    <a:pt x="3795993" y="1391663"/>
                  </a:lnTo>
                  <a:lnTo>
                    <a:pt x="3867616" y="1396324"/>
                  </a:lnTo>
                  <a:lnTo>
                    <a:pt x="3939238" y="1400957"/>
                  </a:lnTo>
                  <a:lnTo>
                    <a:pt x="4010861" y="1405563"/>
                  </a:lnTo>
                  <a:lnTo>
                    <a:pt x="4082483" y="1410141"/>
                  </a:lnTo>
                  <a:lnTo>
                    <a:pt x="4154106" y="1414692"/>
                  </a:lnTo>
                  <a:lnTo>
                    <a:pt x="4225729" y="1419215"/>
                  </a:lnTo>
                  <a:lnTo>
                    <a:pt x="4297351" y="1423712"/>
                  </a:lnTo>
                  <a:lnTo>
                    <a:pt x="4368974" y="1428181"/>
                  </a:lnTo>
                  <a:lnTo>
                    <a:pt x="4440596" y="1432624"/>
                  </a:lnTo>
                  <a:lnTo>
                    <a:pt x="4512219" y="1437040"/>
                  </a:lnTo>
                  <a:lnTo>
                    <a:pt x="4583841" y="1441429"/>
                  </a:lnTo>
                  <a:lnTo>
                    <a:pt x="4655464" y="1445792"/>
                  </a:lnTo>
                  <a:lnTo>
                    <a:pt x="4727086" y="1450129"/>
                  </a:lnTo>
                  <a:lnTo>
                    <a:pt x="4798709" y="1454441"/>
                  </a:lnTo>
                  <a:lnTo>
                    <a:pt x="4870331" y="1458726"/>
                  </a:lnTo>
                  <a:lnTo>
                    <a:pt x="4941954" y="1462985"/>
                  </a:lnTo>
                  <a:lnTo>
                    <a:pt x="5013576" y="1467220"/>
                  </a:lnTo>
                  <a:lnTo>
                    <a:pt x="5085199" y="1471428"/>
                  </a:lnTo>
                  <a:lnTo>
                    <a:pt x="5156821" y="1475612"/>
                  </a:lnTo>
                  <a:lnTo>
                    <a:pt x="5228444" y="1479770"/>
                  </a:lnTo>
                  <a:lnTo>
                    <a:pt x="5300066" y="1483904"/>
                  </a:lnTo>
                  <a:lnTo>
                    <a:pt x="5371689" y="1488013"/>
                  </a:lnTo>
                  <a:lnTo>
                    <a:pt x="5443311" y="1492097"/>
                  </a:lnTo>
                  <a:lnTo>
                    <a:pt x="5514934" y="1496156"/>
                  </a:lnTo>
                  <a:lnTo>
                    <a:pt x="5586557" y="1500192"/>
                  </a:lnTo>
                  <a:lnTo>
                    <a:pt x="5658179" y="1504203"/>
                  </a:lnTo>
                  <a:lnTo>
                    <a:pt x="5729802" y="1508190"/>
                  </a:lnTo>
                  <a:lnTo>
                    <a:pt x="5801424" y="1512153"/>
                  </a:lnTo>
                  <a:lnTo>
                    <a:pt x="5873047" y="1516093"/>
                  </a:lnTo>
                  <a:lnTo>
                    <a:pt x="5944669" y="1520009"/>
                  </a:lnTo>
                  <a:lnTo>
                    <a:pt x="6016292" y="1523901"/>
                  </a:lnTo>
                  <a:lnTo>
                    <a:pt x="6087914" y="1527771"/>
                  </a:lnTo>
                  <a:lnTo>
                    <a:pt x="6159537" y="1531617"/>
                  </a:lnTo>
                  <a:lnTo>
                    <a:pt x="6231159" y="1535439"/>
                  </a:lnTo>
                  <a:lnTo>
                    <a:pt x="6302782" y="1539240"/>
                  </a:lnTo>
                  <a:lnTo>
                    <a:pt x="6374404" y="1543017"/>
                  </a:lnTo>
                  <a:lnTo>
                    <a:pt x="6446027" y="1546771"/>
                  </a:lnTo>
                  <a:lnTo>
                    <a:pt x="6517649" y="1550504"/>
                  </a:lnTo>
                  <a:lnTo>
                    <a:pt x="6589272" y="1554213"/>
                  </a:lnTo>
                  <a:lnTo>
                    <a:pt x="6660894" y="1557901"/>
                  </a:lnTo>
                  <a:lnTo>
                    <a:pt x="6732517" y="1561566"/>
                  </a:lnTo>
                  <a:lnTo>
                    <a:pt x="6804139" y="1565210"/>
                  </a:lnTo>
                  <a:lnTo>
                    <a:pt x="6875762" y="1568832"/>
                  </a:lnTo>
                  <a:lnTo>
                    <a:pt x="6947385" y="1572432"/>
                  </a:lnTo>
                  <a:lnTo>
                    <a:pt x="7019007" y="1576010"/>
                  </a:lnTo>
                  <a:lnTo>
                    <a:pt x="7090630" y="15795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87360"/>
              <a:ext cx="7090630" cy="840591"/>
            </a:xfrm>
            <a:custGeom>
              <a:avLst/>
              <a:pathLst>
                <a:path w="7090630" h="840591">
                  <a:moveTo>
                    <a:pt x="7090630" y="840591"/>
                  </a:moveTo>
                  <a:lnTo>
                    <a:pt x="7019007" y="835327"/>
                  </a:lnTo>
                  <a:lnTo>
                    <a:pt x="6947385" y="829941"/>
                  </a:lnTo>
                  <a:lnTo>
                    <a:pt x="6875762" y="824432"/>
                  </a:lnTo>
                  <a:lnTo>
                    <a:pt x="6804139" y="818796"/>
                  </a:lnTo>
                  <a:lnTo>
                    <a:pt x="6732517" y="813031"/>
                  </a:lnTo>
                  <a:lnTo>
                    <a:pt x="6660894" y="807133"/>
                  </a:lnTo>
                  <a:lnTo>
                    <a:pt x="6589272" y="801100"/>
                  </a:lnTo>
                  <a:lnTo>
                    <a:pt x="6517649" y="794929"/>
                  </a:lnTo>
                  <a:lnTo>
                    <a:pt x="6446027" y="788616"/>
                  </a:lnTo>
                  <a:lnTo>
                    <a:pt x="6374404" y="782158"/>
                  </a:lnTo>
                  <a:lnTo>
                    <a:pt x="6302782" y="775552"/>
                  </a:lnTo>
                  <a:lnTo>
                    <a:pt x="6231159" y="768794"/>
                  </a:lnTo>
                  <a:lnTo>
                    <a:pt x="6159537" y="761880"/>
                  </a:lnTo>
                  <a:lnTo>
                    <a:pt x="6087914" y="754808"/>
                  </a:lnTo>
                  <a:lnTo>
                    <a:pt x="6016292" y="747574"/>
                  </a:lnTo>
                  <a:lnTo>
                    <a:pt x="5944669" y="740174"/>
                  </a:lnTo>
                  <a:lnTo>
                    <a:pt x="5873047" y="732603"/>
                  </a:lnTo>
                  <a:lnTo>
                    <a:pt x="5801424" y="724859"/>
                  </a:lnTo>
                  <a:lnTo>
                    <a:pt x="5729802" y="716937"/>
                  </a:lnTo>
                  <a:lnTo>
                    <a:pt x="5658179" y="708834"/>
                  </a:lnTo>
                  <a:lnTo>
                    <a:pt x="5586557" y="700544"/>
                  </a:lnTo>
                  <a:lnTo>
                    <a:pt x="5514934" y="692064"/>
                  </a:lnTo>
                  <a:lnTo>
                    <a:pt x="5443311" y="683389"/>
                  </a:lnTo>
                  <a:lnTo>
                    <a:pt x="5371689" y="674515"/>
                  </a:lnTo>
                  <a:lnTo>
                    <a:pt x="5300066" y="665437"/>
                  </a:lnTo>
                  <a:lnTo>
                    <a:pt x="5228444" y="656150"/>
                  </a:lnTo>
                  <a:lnTo>
                    <a:pt x="5156821" y="646651"/>
                  </a:lnTo>
                  <a:lnTo>
                    <a:pt x="5085199" y="636933"/>
                  </a:lnTo>
                  <a:lnTo>
                    <a:pt x="5013576" y="626993"/>
                  </a:lnTo>
                  <a:lnTo>
                    <a:pt x="4941954" y="616824"/>
                  </a:lnTo>
                  <a:lnTo>
                    <a:pt x="4870331" y="606421"/>
                  </a:lnTo>
                  <a:lnTo>
                    <a:pt x="4798709" y="595780"/>
                  </a:lnTo>
                  <a:lnTo>
                    <a:pt x="4727086" y="584894"/>
                  </a:lnTo>
                  <a:lnTo>
                    <a:pt x="4655464" y="573759"/>
                  </a:lnTo>
                  <a:lnTo>
                    <a:pt x="4583841" y="562368"/>
                  </a:lnTo>
                  <a:lnTo>
                    <a:pt x="4512219" y="550715"/>
                  </a:lnTo>
                  <a:lnTo>
                    <a:pt x="4440596" y="538795"/>
                  </a:lnTo>
                  <a:lnTo>
                    <a:pt x="4368974" y="526601"/>
                  </a:lnTo>
                  <a:lnTo>
                    <a:pt x="4297351" y="514127"/>
                  </a:lnTo>
                  <a:lnTo>
                    <a:pt x="4225729" y="501366"/>
                  </a:lnTo>
                  <a:lnTo>
                    <a:pt x="4154106" y="488313"/>
                  </a:lnTo>
                  <a:lnTo>
                    <a:pt x="4082483" y="474960"/>
                  </a:lnTo>
                  <a:lnTo>
                    <a:pt x="4010861" y="461300"/>
                  </a:lnTo>
                  <a:lnTo>
                    <a:pt x="3939238" y="447327"/>
                  </a:lnTo>
                  <a:lnTo>
                    <a:pt x="3867616" y="433033"/>
                  </a:lnTo>
                  <a:lnTo>
                    <a:pt x="3795993" y="418411"/>
                  </a:lnTo>
                  <a:lnTo>
                    <a:pt x="3724371" y="403453"/>
                  </a:lnTo>
                  <a:lnTo>
                    <a:pt x="3652748" y="388151"/>
                  </a:lnTo>
                  <a:lnTo>
                    <a:pt x="3581126" y="372498"/>
                  </a:lnTo>
                  <a:lnTo>
                    <a:pt x="3509503" y="356486"/>
                  </a:lnTo>
                  <a:lnTo>
                    <a:pt x="3437881" y="340106"/>
                  </a:lnTo>
                  <a:lnTo>
                    <a:pt x="3366258" y="323351"/>
                  </a:lnTo>
                  <a:lnTo>
                    <a:pt x="3294636" y="306210"/>
                  </a:lnTo>
                  <a:lnTo>
                    <a:pt x="3223013" y="288676"/>
                  </a:lnTo>
                  <a:lnTo>
                    <a:pt x="3151391" y="270739"/>
                  </a:lnTo>
                  <a:lnTo>
                    <a:pt x="3079768" y="252391"/>
                  </a:lnTo>
                  <a:lnTo>
                    <a:pt x="3008146" y="238630"/>
                  </a:lnTo>
                  <a:lnTo>
                    <a:pt x="2936523" y="233620"/>
                  </a:lnTo>
                  <a:lnTo>
                    <a:pt x="2864901" y="228580"/>
                  </a:lnTo>
                  <a:lnTo>
                    <a:pt x="2793278" y="223510"/>
                  </a:lnTo>
                  <a:lnTo>
                    <a:pt x="2721655" y="218408"/>
                  </a:lnTo>
                  <a:lnTo>
                    <a:pt x="2650033" y="213277"/>
                  </a:lnTo>
                  <a:lnTo>
                    <a:pt x="2578410" y="208114"/>
                  </a:lnTo>
                  <a:lnTo>
                    <a:pt x="2506788" y="202920"/>
                  </a:lnTo>
                  <a:lnTo>
                    <a:pt x="2435165" y="197695"/>
                  </a:lnTo>
                  <a:lnTo>
                    <a:pt x="2363543" y="192438"/>
                  </a:lnTo>
                  <a:lnTo>
                    <a:pt x="2291920" y="187150"/>
                  </a:lnTo>
                  <a:lnTo>
                    <a:pt x="2220298" y="181830"/>
                  </a:lnTo>
                  <a:lnTo>
                    <a:pt x="2148675" y="176478"/>
                  </a:lnTo>
                  <a:lnTo>
                    <a:pt x="2077053" y="171093"/>
                  </a:lnTo>
                  <a:lnTo>
                    <a:pt x="2005430" y="165676"/>
                  </a:lnTo>
                  <a:lnTo>
                    <a:pt x="1933808" y="160227"/>
                  </a:lnTo>
                  <a:lnTo>
                    <a:pt x="1862185" y="154744"/>
                  </a:lnTo>
                  <a:lnTo>
                    <a:pt x="1790563" y="149229"/>
                  </a:lnTo>
                  <a:lnTo>
                    <a:pt x="1718940" y="143680"/>
                  </a:lnTo>
                  <a:lnTo>
                    <a:pt x="1647318" y="138098"/>
                  </a:lnTo>
                  <a:lnTo>
                    <a:pt x="1575695" y="132482"/>
                  </a:lnTo>
                  <a:lnTo>
                    <a:pt x="1504073" y="126833"/>
                  </a:lnTo>
                  <a:lnTo>
                    <a:pt x="1432450" y="121149"/>
                  </a:lnTo>
                  <a:lnTo>
                    <a:pt x="1360827" y="115431"/>
                  </a:lnTo>
                  <a:lnTo>
                    <a:pt x="1289205" y="109679"/>
                  </a:lnTo>
                  <a:lnTo>
                    <a:pt x="1217582" y="103892"/>
                  </a:lnTo>
                  <a:lnTo>
                    <a:pt x="1145960" y="98070"/>
                  </a:lnTo>
                  <a:lnTo>
                    <a:pt x="1074337" y="92213"/>
                  </a:lnTo>
                  <a:lnTo>
                    <a:pt x="1002715" y="86320"/>
                  </a:lnTo>
                  <a:lnTo>
                    <a:pt x="931092" y="80392"/>
                  </a:lnTo>
                  <a:lnTo>
                    <a:pt x="859470" y="74429"/>
                  </a:lnTo>
                  <a:lnTo>
                    <a:pt x="787847" y="68429"/>
                  </a:lnTo>
                  <a:lnTo>
                    <a:pt x="716225" y="62394"/>
                  </a:lnTo>
                  <a:lnTo>
                    <a:pt x="644602" y="56322"/>
                  </a:lnTo>
                  <a:lnTo>
                    <a:pt x="572980" y="50213"/>
                  </a:lnTo>
                  <a:lnTo>
                    <a:pt x="501357" y="44067"/>
                  </a:lnTo>
                  <a:lnTo>
                    <a:pt x="429735" y="37885"/>
                  </a:lnTo>
                  <a:lnTo>
                    <a:pt x="358112" y="31665"/>
                  </a:lnTo>
                  <a:lnTo>
                    <a:pt x="286490" y="25408"/>
                  </a:lnTo>
                  <a:lnTo>
                    <a:pt x="214867" y="19113"/>
                  </a:lnTo>
                  <a:lnTo>
                    <a:pt x="143245" y="12780"/>
                  </a:lnTo>
                  <a:lnTo>
                    <a:pt x="71622" y="64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33635"/>
              <a:ext cx="7090630" cy="1155743"/>
            </a:xfrm>
            <a:custGeom>
              <a:avLst/>
              <a:pathLst>
                <a:path w="7090630" h="1155743">
                  <a:moveTo>
                    <a:pt x="0" y="0"/>
                  </a:moveTo>
                  <a:lnTo>
                    <a:pt x="71622" y="21714"/>
                  </a:lnTo>
                  <a:lnTo>
                    <a:pt x="143245" y="43119"/>
                  </a:lnTo>
                  <a:lnTo>
                    <a:pt x="214867" y="64220"/>
                  </a:lnTo>
                  <a:lnTo>
                    <a:pt x="286490" y="85019"/>
                  </a:lnTo>
                  <a:lnTo>
                    <a:pt x="358112" y="105522"/>
                  </a:lnTo>
                  <a:lnTo>
                    <a:pt x="429735" y="125733"/>
                  </a:lnTo>
                  <a:lnTo>
                    <a:pt x="501357" y="145655"/>
                  </a:lnTo>
                  <a:lnTo>
                    <a:pt x="572980" y="165294"/>
                  </a:lnTo>
                  <a:lnTo>
                    <a:pt x="644602" y="184653"/>
                  </a:lnTo>
                  <a:lnTo>
                    <a:pt x="716225" y="203736"/>
                  </a:lnTo>
                  <a:lnTo>
                    <a:pt x="787847" y="222547"/>
                  </a:lnTo>
                  <a:lnTo>
                    <a:pt x="859470" y="241090"/>
                  </a:lnTo>
                  <a:lnTo>
                    <a:pt x="931092" y="259369"/>
                  </a:lnTo>
                  <a:lnTo>
                    <a:pt x="1002715" y="277387"/>
                  </a:lnTo>
                  <a:lnTo>
                    <a:pt x="1074337" y="295148"/>
                  </a:lnTo>
                  <a:lnTo>
                    <a:pt x="1145960" y="312656"/>
                  </a:lnTo>
                  <a:lnTo>
                    <a:pt x="1217582" y="329915"/>
                  </a:lnTo>
                  <a:lnTo>
                    <a:pt x="1289205" y="346928"/>
                  </a:lnTo>
                  <a:lnTo>
                    <a:pt x="1360827" y="363698"/>
                  </a:lnTo>
                  <a:lnTo>
                    <a:pt x="1432450" y="380229"/>
                  </a:lnTo>
                  <a:lnTo>
                    <a:pt x="1504073" y="396525"/>
                  </a:lnTo>
                  <a:lnTo>
                    <a:pt x="1575695" y="412588"/>
                  </a:lnTo>
                  <a:lnTo>
                    <a:pt x="1647318" y="428423"/>
                  </a:lnTo>
                  <a:lnTo>
                    <a:pt x="1718940" y="444031"/>
                  </a:lnTo>
                  <a:lnTo>
                    <a:pt x="1790563" y="459418"/>
                  </a:lnTo>
                  <a:lnTo>
                    <a:pt x="1862185" y="474585"/>
                  </a:lnTo>
                  <a:lnTo>
                    <a:pt x="1933808" y="489536"/>
                  </a:lnTo>
                  <a:lnTo>
                    <a:pt x="2005430" y="504273"/>
                  </a:lnTo>
                  <a:lnTo>
                    <a:pt x="2077053" y="518801"/>
                  </a:lnTo>
                  <a:lnTo>
                    <a:pt x="2148675" y="533122"/>
                  </a:lnTo>
                  <a:lnTo>
                    <a:pt x="2220298" y="547238"/>
                  </a:lnTo>
                  <a:lnTo>
                    <a:pt x="2291920" y="561154"/>
                  </a:lnTo>
                  <a:lnTo>
                    <a:pt x="2363543" y="574871"/>
                  </a:lnTo>
                  <a:lnTo>
                    <a:pt x="2435165" y="588392"/>
                  </a:lnTo>
                  <a:lnTo>
                    <a:pt x="2506788" y="601721"/>
                  </a:lnTo>
                  <a:lnTo>
                    <a:pt x="2578410" y="614860"/>
                  </a:lnTo>
                  <a:lnTo>
                    <a:pt x="2650033" y="627812"/>
                  </a:lnTo>
                  <a:lnTo>
                    <a:pt x="2721655" y="640579"/>
                  </a:lnTo>
                  <a:lnTo>
                    <a:pt x="2793278" y="653164"/>
                  </a:lnTo>
                  <a:lnTo>
                    <a:pt x="2864901" y="665570"/>
                  </a:lnTo>
                  <a:lnTo>
                    <a:pt x="2936523" y="677799"/>
                  </a:lnTo>
                  <a:lnTo>
                    <a:pt x="3008146" y="689853"/>
                  </a:lnTo>
                  <a:lnTo>
                    <a:pt x="3079768" y="701736"/>
                  </a:lnTo>
                  <a:lnTo>
                    <a:pt x="3151391" y="713449"/>
                  </a:lnTo>
                  <a:lnTo>
                    <a:pt x="3223013" y="724996"/>
                  </a:lnTo>
                  <a:lnTo>
                    <a:pt x="3294636" y="736378"/>
                  </a:lnTo>
                  <a:lnTo>
                    <a:pt x="3366258" y="747598"/>
                  </a:lnTo>
                  <a:lnTo>
                    <a:pt x="3437881" y="758658"/>
                  </a:lnTo>
                  <a:lnTo>
                    <a:pt x="3509503" y="769560"/>
                  </a:lnTo>
                  <a:lnTo>
                    <a:pt x="3581126" y="780307"/>
                  </a:lnTo>
                  <a:lnTo>
                    <a:pt x="3652748" y="790900"/>
                  </a:lnTo>
                  <a:lnTo>
                    <a:pt x="3724371" y="801343"/>
                  </a:lnTo>
                  <a:lnTo>
                    <a:pt x="3795993" y="811637"/>
                  </a:lnTo>
                  <a:lnTo>
                    <a:pt x="3867616" y="821784"/>
                  </a:lnTo>
                  <a:lnTo>
                    <a:pt x="3939238" y="831787"/>
                  </a:lnTo>
                  <a:lnTo>
                    <a:pt x="4010861" y="841647"/>
                  </a:lnTo>
                  <a:lnTo>
                    <a:pt x="4082483" y="851366"/>
                  </a:lnTo>
                  <a:lnTo>
                    <a:pt x="4154106" y="860947"/>
                  </a:lnTo>
                  <a:lnTo>
                    <a:pt x="4225729" y="870391"/>
                  </a:lnTo>
                  <a:lnTo>
                    <a:pt x="4297351" y="879701"/>
                  </a:lnTo>
                  <a:lnTo>
                    <a:pt x="4368974" y="888878"/>
                  </a:lnTo>
                  <a:lnTo>
                    <a:pt x="4440596" y="897925"/>
                  </a:lnTo>
                  <a:lnTo>
                    <a:pt x="4512219" y="906842"/>
                  </a:lnTo>
                  <a:lnTo>
                    <a:pt x="4583841" y="915632"/>
                  </a:lnTo>
                  <a:lnTo>
                    <a:pt x="4655464" y="924297"/>
                  </a:lnTo>
                  <a:lnTo>
                    <a:pt x="4727086" y="932839"/>
                  </a:lnTo>
                  <a:lnTo>
                    <a:pt x="4798709" y="941258"/>
                  </a:lnTo>
                  <a:lnTo>
                    <a:pt x="4870331" y="949558"/>
                  </a:lnTo>
                  <a:lnTo>
                    <a:pt x="4941954" y="957740"/>
                  </a:lnTo>
                  <a:lnTo>
                    <a:pt x="5013576" y="965805"/>
                  </a:lnTo>
                  <a:lnTo>
                    <a:pt x="5085199" y="973755"/>
                  </a:lnTo>
                  <a:lnTo>
                    <a:pt x="5156821" y="981591"/>
                  </a:lnTo>
                  <a:lnTo>
                    <a:pt x="5228444" y="989316"/>
                  </a:lnTo>
                  <a:lnTo>
                    <a:pt x="5300066" y="996931"/>
                  </a:lnTo>
                  <a:lnTo>
                    <a:pt x="5371689" y="1004437"/>
                  </a:lnTo>
                  <a:lnTo>
                    <a:pt x="5443311" y="1011837"/>
                  </a:lnTo>
                  <a:lnTo>
                    <a:pt x="5514934" y="1019131"/>
                  </a:lnTo>
                  <a:lnTo>
                    <a:pt x="5586557" y="1026321"/>
                  </a:lnTo>
                  <a:lnTo>
                    <a:pt x="5658179" y="1033408"/>
                  </a:lnTo>
                  <a:lnTo>
                    <a:pt x="5729802" y="1040394"/>
                  </a:lnTo>
                  <a:lnTo>
                    <a:pt x="5801424" y="1047281"/>
                  </a:lnTo>
                  <a:lnTo>
                    <a:pt x="5873047" y="1054070"/>
                  </a:lnTo>
                  <a:lnTo>
                    <a:pt x="5944669" y="1060762"/>
                  </a:lnTo>
                  <a:lnTo>
                    <a:pt x="6016292" y="1067359"/>
                  </a:lnTo>
                  <a:lnTo>
                    <a:pt x="6087914" y="1073861"/>
                  </a:lnTo>
                  <a:lnTo>
                    <a:pt x="6159537" y="1080271"/>
                  </a:lnTo>
                  <a:lnTo>
                    <a:pt x="6231159" y="1086590"/>
                  </a:lnTo>
                  <a:lnTo>
                    <a:pt x="6302782" y="1092818"/>
                  </a:lnTo>
                  <a:lnTo>
                    <a:pt x="6374404" y="1098958"/>
                  </a:lnTo>
                  <a:lnTo>
                    <a:pt x="6446027" y="1105010"/>
                  </a:lnTo>
                  <a:lnTo>
                    <a:pt x="6517649" y="1110976"/>
                  </a:lnTo>
                  <a:lnTo>
                    <a:pt x="6589272" y="1116857"/>
                  </a:lnTo>
                  <a:lnTo>
                    <a:pt x="6660894" y="1122654"/>
                  </a:lnTo>
                  <a:lnTo>
                    <a:pt x="6732517" y="1128369"/>
                  </a:lnTo>
                  <a:lnTo>
                    <a:pt x="6804139" y="1134002"/>
                  </a:lnTo>
                  <a:lnTo>
                    <a:pt x="6875762" y="1139555"/>
                  </a:lnTo>
                  <a:lnTo>
                    <a:pt x="6947385" y="1145028"/>
                  </a:lnTo>
                  <a:lnTo>
                    <a:pt x="7019007" y="1150424"/>
                  </a:lnTo>
                  <a:lnTo>
                    <a:pt x="7090630" y="11557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(1.08-1.32), p_Bonf = 0.004 (n = 6)  |  per IQR decline (Δ = 27.5 %): 1.62 (1.22-2.14)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3332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2026-09-28T16:57:50Z</dcterms:modified>
  <cp:category/>
</cp:coreProperties>
</file>