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617280"/>
              <a:ext cx="6964104" cy="700265"/>
            </a:xfrm>
            <a:custGeom>
              <a:avLst/>
              <a:pathLst>
                <a:path w="6964104" h="700265">
                  <a:moveTo>
                    <a:pt x="0" y="0"/>
                  </a:moveTo>
                  <a:lnTo>
                    <a:pt x="70344" y="17574"/>
                  </a:lnTo>
                  <a:lnTo>
                    <a:pt x="140688" y="34754"/>
                  </a:lnTo>
                  <a:lnTo>
                    <a:pt x="211033" y="51549"/>
                  </a:lnTo>
                  <a:lnTo>
                    <a:pt x="281377" y="67966"/>
                  </a:lnTo>
                  <a:lnTo>
                    <a:pt x="351722" y="84015"/>
                  </a:lnTo>
                  <a:lnTo>
                    <a:pt x="422066" y="99704"/>
                  </a:lnTo>
                  <a:lnTo>
                    <a:pt x="492411" y="115041"/>
                  </a:lnTo>
                  <a:lnTo>
                    <a:pt x="562755" y="130033"/>
                  </a:lnTo>
                  <a:lnTo>
                    <a:pt x="633100" y="144689"/>
                  </a:lnTo>
                  <a:lnTo>
                    <a:pt x="703444" y="159016"/>
                  </a:lnTo>
                  <a:lnTo>
                    <a:pt x="773789" y="173022"/>
                  </a:lnTo>
                  <a:lnTo>
                    <a:pt x="844133" y="186713"/>
                  </a:lnTo>
                  <a:lnTo>
                    <a:pt x="914478" y="200097"/>
                  </a:lnTo>
                  <a:lnTo>
                    <a:pt x="984822" y="213180"/>
                  </a:lnTo>
                  <a:lnTo>
                    <a:pt x="1055167" y="225970"/>
                  </a:lnTo>
                  <a:lnTo>
                    <a:pt x="1125511" y="238473"/>
                  </a:lnTo>
                  <a:lnTo>
                    <a:pt x="1195856" y="250695"/>
                  </a:lnTo>
                  <a:lnTo>
                    <a:pt x="1266200" y="262642"/>
                  </a:lnTo>
                  <a:lnTo>
                    <a:pt x="1336545" y="274322"/>
                  </a:lnTo>
                  <a:lnTo>
                    <a:pt x="1406889" y="285739"/>
                  </a:lnTo>
                  <a:lnTo>
                    <a:pt x="1477234" y="296901"/>
                  </a:lnTo>
                  <a:lnTo>
                    <a:pt x="1547578" y="307811"/>
                  </a:lnTo>
                  <a:lnTo>
                    <a:pt x="1617923" y="318477"/>
                  </a:lnTo>
                  <a:lnTo>
                    <a:pt x="1688267" y="328903"/>
                  </a:lnTo>
                  <a:lnTo>
                    <a:pt x="1758612" y="339096"/>
                  </a:lnTo>
                  <a:lnTo>
                    <a:pt x="1828956" y="349059"/>
                  </a:lnTo>
                  <a:lnTo>
                    <a:pt x="1899301" y="358799"/>
                  </a:lnTo>
                  <a:lnTo>
                    <a:pt x="1969645" y="368321"/>
                  </a:lnTo>
                  <a:lnTo>
                    <a:pt x="2039990" y="377628"/>
                  </a:lnTo>
                  <a:lnTo>
                    <a:pt x="2110334" y="386727"/>
                  </a:lnTo>
                  <a:lnTo>
                    <a:pt x="2180679" y="395622"/>
                  </a:lnTo>
                  <a:lnTo>
                    <a:pt x="2251023" y="404317"/>
                  </a:lnTo>
                  <a:lnTo>
                    <a:pt x="2321368" y="412816"/>
                  </a:lnTo>
                  <a:lnTo>
                    <a:pt x="2391712" y="421125"/>
                  </a:lnTo>
                  <a:lnTo>
                    <a:pt x="2462057" y="429248"/>
                  </a:lnTo>
                  <a:lnTo>
                    <a:pt x="2532401" y="437188"/>
                  </a:lnTo>
                  <a:lnTo>
                    <a:pt x="2602746" y="444950"/>
                  </a:lnTo>
                  <a:lnTo>
                    <a:pt x="2673090" y="452538"/>
                  </a:lnTo>
                  <a:lnTo>
                    <a:pt x="2743435" y="459955"/>
                  </a:lnTo>
                  <a:lnTo>
                    <a:pt x="2813779" y="467206"/>
                  </a:lnTo>
                  <a:lnTo>
                    <a:pt x="2884124" y="474294"/>
                  </a:lnTo>
                  <a:lnTo>
                    <a:pt x="2954468" y="481224"/>
                  </a:lnTo>
                  <a:lnTo>
                    <a:pt x="3024813" y="484828"/>
                  </a:lnTo>
                  <a:lnTo>
                    <a:pt x="3095157" y="486615"/>
                  </a:lnTo>
                  <a:lnTo>
                    <a:pt x="3165502" y="488390"/>
                  </a:lnTo>
                  <a:lnTo>
                    <a:pt x="3235846" y="490155"/>
                  </a:lnTo>
                  <a:lnTo>
                    <a:pt x="3306191" y="491910"/>
                  </a:lnTo>
                  <a:lnTo>
                    <a:pt x="3376535" y="493654"/>
                  </a:lnTo>
                  <a:lnTo>
                    <a:pt x="3446880" y="495387"/>
                  </a:lnTo>
                  <a:lnTo>
                    <a:pt x="3517224" y="497110"/>
                  </a:lnTo>
                  <a:lnTo>
                    <a:pt x="3587569" y="498823"/>
                  </a:lnTo>
                  <a:lnTo>
                    <a:pt x="3657913" y="500526"/>
                  </a:lnTo>
                  <a:lnTo>
                    <a:pt x="3728257" y="502218"/>
                  </a:lnTo>
                  <a:lnTo>
                    <a:pt x="3798602" y="503900"/>
                  </a:lnTo>
                  <a:lnTo>
                    <a:pt x="3868946" y="505572"/>
                  </a:lnTo>
                  <a:lnTo>
                    <a:pt x="3939291" y="507234"/>
                  </a:lnTo>
                  <a:lnTo>
                    <a:pt x="4009635" y="508886"/>
                  </a:lnTo>
                  <a:lnTo>
                    <a:pt x="4079980" y="510529"/>
                  </a:lnTo>
                  <a:lnTo>
                    <a:pt x="4150324" y="512161"/>
                  </a:lnTo>
                  <a:lnTo>
                    <a:pt x="4220669" y="513784"/>
                  </a:lnTo>
                  <a:lnTo>
                    <a:pt x="4291013" y="515397"/>
                  </a:lnTo>
                  <a:lnTo>
                    <a:pt x="4361358" y="517000"/>
                  </a:lnTo>
                  <a:lnTo>
                    <a:pt x="4431702" y="518593"/>
                  </a:lnTo>
                  <a:lnTo>
                    <a:pt x="4502047" y="520178"/>
                  </a:lnTo>
                  <a:lnTo>
                    <a:pt x="4572391" y="521752"/>
                  </a:lnTo>
                  <a:lnTo>
                    <a:pt x="4642736" y="523317"/>
                  </a:lnTo>
                  <a:lnTo>
                    <a:pt x="4713080" y="524873"/>
                  </a:lnTo>
                  <a:lnTo>
                    <a:pt x="4783425" y="526420"/>
                  </a:lnTo>
                  <a:lnTo>
                    <a:pt x="4853769" y="527957"/>
                  </a:lnTo>
                  <a:lnTo>
                    <a:pt x="4924114" y="529485"/>
                  </a:lnTo>
                  <a:lnTo>
                    <a:pt x="4994458" y="531004"/>
                  </a:lnTo>
                  <a:lnTo>
                    <a:pt x="5064803" y="532513"/>
                  </a:lnTo>
                  <a:lnTo>
                    <a:pt x="5135147" y="534014"/>
                  </a:lnTo>
                  <a:lnTo>
                    <a:pt x="5205492" y="535506"/>
                  </a:lnTo>
                  <a:lnTo>
                    <a:pt x="5275836" y="536988"/>
                  </a:lnTo>
                  <a:lnTo>
                    <a:pt x="5346181" y="538462"/>
                  </a:lnTo>
                  <a:lnTo>
                    <a:pt x="5416525" y="539927"/>
                  </a:lnTo>
                  <a:lnTo>
                    <a:pt x="5486870" y="541384"/>
                  </a:lnTo>
                  <a:lnTo>
                    <a:pt x="5557214" y="542831"/>
                  </a:lnTo>
                  <a:lnTo>
                    <a:pt x="5627559" y="544270"/>
                  </a:lnTo>
                  <a:lnTo>
                    <a:pt x="5697903" y="545700"/>
                  </a:lnTo>
                  <a:lnTo>
                    <a:pt x="5768248" y="547122"/>
                  </a:lnTo>
                  <a:lnTo>
                    <a:pt x="5838592" y="548535"/>
                  </a:lnTo>
                  <a:lnTo>
                    <a:pt x="5908937" y="549940"/>
                  </a:lnTo>
                  <a:lnTo>
                    <a:pt x="5979281" y="551336"/>
                  </a:lnTo>
                  <a:lnTo>
                    <a:pt x="6049626" y="552724"/>
                  </a:lnTo>
                  <a:lnTo>
                    <a:pt x="6119970" y="554104"/>
                  </a:lnTo>
                  <a:lnTo>
                    <a:pt x="6190315" y="555475"/>
                  </a:lnTo>
                  <a:lnTo>
                    <a:pt x="6260659" y="556838"/>
                  </a:lnTo>
                  <a:lnTo>
                    <a:pt x="6331004" y="558193"/>
                  </a:lnTo>
                  <a:lnTo>
                    <a:pt x="6401348" y="559540"/>
                  </a:lnTo>
                  <a:lnTo>
                    <a:pt x="6471693" y="560879"/>
                  </a:lnTo>
                  <a:lnTo>
                    <a:pt x="6542037" y="562209"/>
                  </a:lnTo>
                  <a:lnTo>
                    <a:pt x="6612382" y="563532"/>
                  </a:lnTo>
                  <a:lnTo>
                    <a:pt x="6682726" y="564847"/>
                  </a:lnTo>
                  <a:lnTo>
                    <a:pt x="6753071" y="566154"/>
                  </a:lnTo>
                  <a:lnTo>
                    <a:pt x="6823415" y="567453"/>
                  </a:lnTo>
                  <a:lnTo>
                    <a:pt x="6893760" y="568745"/>
                  </a:lnTo>
                  <a:lnTo>
                    <a:pt x="6964104" y="570028"/>
                  </a:lnTo>
                  <a:lnTo>
                    <a:pt x="6964104" y="700265"/>
                  </a:lnTo>
                  <a:lnTo>
                    <a:pt x="6893760" y="698365"/>
                  </a:lnTo>
                  <a:lnTo>
                    <a:pt x="6823415" y="696421"/>
                  </a:lnTo>
                  <a:lnTo>
                    <a:pt x="6753071" y="694433"/>
                  </a:lnTo>
                  <a:lnTo>
                    <a:pt x="6682726" y="692400"/>
                  </a:lnTo>
                  <a:lnTo>
                    <a:pt x="6612382" y="690319"/>
                  </a:lnTo>
                  <a:lnTo>
                    <a:pt x="6542037" y="688191"/>
                  </a:lnTo>
                  <a:lnTo>
                    <a:pt x="6471693" y="686014"/>
                  </a:lnTo>
                  <a:lnTo>
                    <a:pt x="6401348" y="683786"/>
                  </a:lnTo>
                  <a:lnTo>
                    <a:pt x="6331004" y="681508"/>
                  </a:lnTo>
                  <a:lnTo>
                    <a:pt x="6260659" y="679178"/>
                  </a:lnTo>
                  <a:lnTo>
                    <a:pt x="6190315" y="676794"/>
                  </a:lnTo>
                  <a:lnTo>
                    <a:pt x="6119970" y="674355"/>
                  </a:lnTo>
                  <a:lnTo>
                    <a:pt x="6049626" y="671860"/>
                  </a:lnTo>
                  <a:lnTo>
                    <a:pt x="5979281" y="669308"/>
                  </a:lnTo>
                  <a:lnTo>
                    <a:pt x="5908937" y="666697"/>
                  </a:lnTo>
                  <a:lnTo>
                    <a:pt x="5838592" y="664027"/>
                  </a:lnTo>
                  <a:lnTo>
                    <a:pt x="5768248" y="661295"/>
                  </a:lnTo>
                  <a:lnTo>
                    <a:pt x="5697903" y="658500"/>
                  </a:lnTo>
                  <a:lnTo>
                    <a:pt x="5627559" y="655641"/>
                  </a:lnTo>
                  <a:lnTo>
                    <a:pt x="5557214" y="652717"/>
                  </a:lnTo>
                  <a:lnTo>
                    <a:pt x="5486870" y="649725"/>
                  </a:lnTo>
                  <a:lnTo>
                    <a:pt x="5416525" y="646665"/>
                  </a:lnTo>
                  <a:lnTo>
                    <a:pt x="5346181" y="643534"/>
                  </a:lnTo>
                  <a:lnTo>
                    <a:pt x="5275836" y="640332"/>
                  </a:lnTo>
                  <a:lnTo>
                    <a:pt x="5205492" y="637056"/>
                  </a:lnTo>
                  <a:lnTo>
                    <a:pt x="5135147" y="633705"/>
                  </a:lnTo>
                  <a:lnTo>
                    <a:pt x="5064803" y="630276"/>
                  </a:lnTo>
                  <a:lnTo>
                    <a:pt x="4994458" y="626770"/>
                  </a:lnTo>
                  <a:lnTo>
                    <a:pt x="4924114" y="623182"/>
                  </a:lnTo>
                  <a:lnTo>
                    <a:pt x="4853769" y="619512"/>
                  </a:lnTo>
                  <a:lnTo>
                    <a:pt x="4783425" y="615758"/>
                  </a:lnTo>
                  <a:lnTo>
                    <a:pt x="4713080" y="611918"/>
                  </a:lnTo>
                  <a:lnTo>
                    <a:pt x="4642736" y="607990"/>
                  </a:lnTo>
                  <a:lnTo>
                    <a:pt x="4572391" y="603971"/>
                  </a:lnTo>
                  <a:lnTo>
                    <a:pt x="4502047" y="599861"/>
                  </a:lnTo>
                  <a:lnTo>
                    <a:pt x="4431702" y="595655"/>
                  </a:lnTo>
                  <a:lnTo>
                    <a:pt x="4361358" y="591354"/>
                  </a:lnTo>
                  <a:lnTo>
                    <a:pt x="4291013" y="586953"/>
                  </a:lnTo>
                  <a:lnTo>
                    <a:pt x="4220669" y="582452"/>
                  </a:lnTo>
                  <a:lnTo>
                    <a:pt x="4150324" y="577847"/>
                  </a:lnTo>
                  <a:lnTo>
                    <a:pt x="4079980" y="573136"/>
                  </a:lnTo>
                  <a:lnTo>
                    <a:pt x="4009635" y="568317"/>
                  </a:lnTo>
                  <a:lnTo>
                    <a:pt x="3939291" y="563388"/>
                  </a:lnTo>
                  <a:lnTo>
                    <a:pt x="3868946" y="558345"/>
                  </a:lnTo>
                  <a:lnTo>
                    <a:pt x="3798602" y="553187"/>
                  </a:lnTo>
                  <a:lnTo>
                    <a:pt x="3728257" y="547910"/>
                  </a:lnTo>
                  <a:lnTo>
                    <a:pt x="3657913" y="542512"/>
                  </a:lnTo>
                  <a:lnTo>
                    <a:pt x="3587569" y="536990"/>
                  </a:lnTo>
                  <a:lnTo>
                    <a:pt x="3517224" y="531341"/>
                  </a:lnTo>
                  <a:lnTo>
                    <a:pt x="3446880" y="525563"/>
                  </a:lnTo>
                  <a:lnTo>
                    <a:pt x="3376535" y="519652"/>
                  </a:lnTo>
                  <a:lnTo>
                    <a:pt x="3306191" y="513605"/>
                  </a:lnTo>
                  <a:lnTo>
                    <a:pt x="3235846" y="507419"/>
                  </a:lnTo>
                  <a:lnTo>
                    <a:pt x="3165502" y="501092"/>
                  </a:lnTo>
                  <a:lnTo>
                    <a:pt x="3095157" y="494619"/>
                  </a:lnTo>
                  <a:lnTo>
                    <a:pt x="3024813" y="487997"/>
                  </a:lnTo>
                  <a:lnTo>
                    <a:pt x="2954468" y="483031"/>
                  </a:lnTo>
                  <a:lnTo>
                    <a:pt x="2884124" y="481223"/>
                  </a:lnTo>
                  <a:lnTo>
                    <a:pt x="2813779" y="479404"/>
                  </a:lnTo>
                  <a:lnTo>
                    <a:pt x="2743435" y="477575"/>
                  </a:lnTo>
                  <a:lnTo>
                    <a:pt x="2673090" y="475734"/>
                  </a:lnTo>
                  <a:lnTo>
                    <a:pt x="2602746" y="473882"/>
                  </a:lnTo>
                  <a:lnTo>
                    <a:pt x="2532401" y="472019"/>
                  </a:lnTo>
                  <a:lnTo>
                    <a:pt x="2462057" y="470144"/>
                  </a:lnTo>
                  <a:lnTo>
                    <a:pt x="2391712" y="468259"/>
                  </a:lnTo>
                  <a:lnTo>
                    <a:pt x="2321368" y="466362"/>
                  </a:lnTo>
                  <a:lnTo>
                    <a:pt x="2251023" y="464453"/>
                  </a:lnTo>
                  <a:lnTo>
                    <a:pt x="2180679" y="462533"/>
                  </a:lnTo>
                  <a:lnTo>
                    <a:pt x="2110334" y="460602"/>
                  </a:lnTo>
                  <a:lnTo>
                    <a:pt x="2039990" y="458659"/>
                  </a:lnTo>
                  <a:lnTo>
                    <a:pt x="1969645" y="456704"/>
                  </a:lnTo>
                  <a:lnTo>
                    <a:pt x="1899301" y="454737"/>
                  </a:lnTo>
                  <a:lnTo>
                    <a:pt x="1828956" y="452759"/>
                  </a:lnTo>
                  <a:lnTo>
                    <a:pt x="1758612" y="450768"/>
                  </a:lnTo>
                  <a:lnTo>
                    <a:pt x="1688267" y="448766"/>
                  </a:lnTo>
                  <a:lnTo>
                    <a:pt x="1617923" y="446752"/>
                  </a:lnTo>
                  <a:lnTo>
                    <a:pt x="1547578" y="444725"/>
                  </a:lnTo>
                  <a:lnTo>
                    <a:pt x="1477234" y="442686"/>
                  </a:lnTo>
                  <a:lnTo>
                    <a:pt x="1406889" y="440635"/>
                  </a:lnTo>
                  <a:lnTo>
                    <a:pt x="1336545" y="438572"/>
                  </a:lnTo>
                  <a:lnTo>
                    <a:pt x="1266200" y="436496"/>
                  </a:lnTo>
                  <a:lnTo>
                    <a:pt x="1195856" y="434407"/>
                  </a:lnTo>
                  <a:lnTo>
                    <a:pt x="1125511" y="432306"/>
                  </a:lnTo>
                  <a:lnTo>
                    <a:pt x="1055167" y="430193"/>
                  </a:lnTo>
                  <a:lnTo>
                    <a:pt x="984822" y="428066"/>
                  </a:lnTo>
                  <a:lnTo>
                    <a:pt x="914478" y="425927"/>
                  </a:lnTo>
                  <a:lnTo>
                    <a:pt x="844133" y="423775"/>
                  </a:lnTo>
                  <a:lnTo>
                    <a:pt x="773789" y="421610"/>
                  </a:lnTo>
                  <a:lnTo>
                    <a:pt x="703444" y="419432"/>
                  </a:lnTo>
                  <a:lnTo>
                    <a:pt x="633100" y="417240"/>
                  </a:lnTo>
                  <a:lnTo>
                    <a:pt x="562755" y="415036"/>
                  </a:lnTo>
                  <a:lnTo>
                    <a:pt x="492411" y="412818"/>
                  </a:lnTo>
                  <a:lnTo>
                    <a:pt x="422066" y="410587"/>
                  </a:lnTo>
                  <a:lnTo>
                    <a:pt x="351722" y="408342"/>
                  </a:lnTo>
                  <a:lnTo>
                    <a:pt x="281377" y="406084"/>
                  </a:lnTo>
                  <a:lnTo>
                    <a:pt x="211033" y="403813"/>
                  </a:lnTo>
                  <a:lnTo>
                    <a:pt x="140688" y="401527"/>
                  </a:lnTo>
                  <a:lnTo>
                    <a:pt x="70344" y="399228"/>
                  </a:lnTo>
                  <a:lnTo>
                    <a:pt x="0" y="3969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617280"/>
              <a:ext cx="6964104" cy="570028"/>
            </a:xfrm>
            <a:custGeom>
              <a:avLst/>
              <a:pathLst>
                <a:path w="6964104" h="570028">
                  <a:moveTo>
                    <a:pt x="0" y="0"/>
                  </a:moveTo>
                  <a:lnTo>
                    <a:pt x="70344" y="17574"/>
                  </a:lnTo>
                  <a:lnTo>
                    <a:pt x="140688" y="34754"/>
                  </a:lnTo>
                  <a:lnTo>
                    <a:pt x="211033" y="51549"/>
                  </a:lnTo>
                  <a:lnTo>
                    <a:pt x="281377" y="67966"/>
                  </a:lnTo>
                  <a:lnTo>
                    <a:pt x="351722" y="84015"/>
                  </a:lnTo>
                  <a:lnTo>
                    <a:pt x="422066" y="99704"/>
                  </a:lnTo>
                  <a:lnTo>
                    <a:pt x="492411" y="115041"/>
                  </a:lnTo>
                  <a:lnTo>
                    <a:pt x="562755" y="130033"/>
                  </a:lnTo>
                  <a:lnTo>
                    <a:pt x="633100" y="144689"/>
                  </a:lnTo>
                  <a:lnTo>
                    <a:pt x="703444" y="159016"/>
                  </a:lnTo>
                  <a:lnTo>
                    <a:pt x="773789" y="173022"/>
                  </a:lnTo>
                  <a:lnTo>
                    <a:pt x="844133" y="186713"/>
                  </a:lnTo>
                  <a:lnTo>
                    <a:pt x="914478" y="200097"/>
                  </a:lnTo>
                  <a:lnTo>
                    <a:pt x="984822" y="213180"/>
                  </a:lnTo>
                  <a:lnTo>
                    <a:pt x="1055167" y="225970"/>
                  </a:lnTo>
                  <a:lnTo>
                    <a:pt x="1125511" y="238473"/>
                  </a:lnTo>
                  <a:lnTo>
                    <a:pt x="1195856" y="250695"/>
                  </a:lnTo>
                  <a:lnTo>
                    <a:pt x="1266200" y="262642"/>
                  </a:lnTo>
                  <a:lnTo>
                    <a:pt x="1336545" y="274322"/>
                  </a:lnTo>
                  <a:lnTo>
                    <a:pt x="1406889" y="285739"/>
                  </a:lnTo>
                  <a:lnTo>
                    <a:pt x="1477234" y="296901"/>
                  </a:lnTo>
                  <a:lnTo>
                    <a:pt x="1547578" y="307811"/>
                  </a:lnTo>
                  <a:lnTo>
                    <a:pt x="1617923" y="318477"/>
                  </a:lnTo>
                  <a:lnTo>
                    <a:pt x="1688267" y="328903"/>
                  </a:lnTo>
                  <a:lnTo>
                    <a:pt x="1758612" y="339096"/>
                  </a:lnTo>
                  <a:lnTo>
                    <a:pt x="1828956" y="349059"/>
                  </a:lnTo>
                  <a:lnTo>
                    <a:pt x="1899301" y="358799"/>
                  </a:lnTo>
                  <a:lnTo>
                    <a:pt x="1969645" y="368321"/>
                  </a:lnTo>
                  <a:lnTo>
                    <a:pt x="2039990" y="377628"/>
                  </a:lnTo>
                  <a:lnTo>
                    <a:pt x="2110334" y="386727"/>
                  </a:lnTo>
                  <a:lnTo>
                    <a:pt x="2180679" y="395622"/>
                  </a:lnTo>
                  <a:lnTo>
                    <a:pt x="2251023" y="404317"/>
                  </a:lnTo>
                  <a:lnTo>
                    <a:pt x="2321368" y="412816"/>
                  </a:lnTo>
                  <a:lnTo>
                    <a:pt x="2391712" y="421125"/>
                  </a:lnTo>
                  <a:lnTo>
                    <a:pt x="2462057" y="429248"/>
                  </a:lnTo>
                  <a:lnTo>
                    <a:pt x="2532401" y="437188"/>
                  </a:lnTo>
                  <a:lnTo>
                    <a:pt x="2602746" y="444950"/>
                  </a:lnTo>
                  <a:lnTo>
                    <a:pt x="2673090" y="452538"/>
                  </a:lnTo>
                  <a:lnTo>
                    <a:pt x="2743435" y="459955"/>
                  </a:lnTo>
                  <a:lnTo>
                    <a:pt x="2813779" y="467206"/>
                  </a:lnTo>
                  <a:lnTo>
                    <a:pt x="2884124" y="474294"/>
                  </a:lnTo>
                  <a:lnTo>
                    <a:pt x="2954468" y="481224"/>
                  </a:lnTo>
                  <a:lnTo>
                    <a:pt x="3024813" y="484828"/>
                  </a:lnTo>
                  <a:lnTo>
                    <a:pt x="3095157" y="486615"/>
                  </a:lnTo>
                  <a:lnTo>
                    <a:pt x="3165502" y="488390"/>
                  </a:lnTo>
                  <a:lnTo>
                    <a:pt x="3235846" y="490155"/>
                  </a:lnTo>
                  <a:lnTo>
                    <a:pt x="3306191" y="491910"/>
                  </a:lnTo>
                  <a:lnTo>
                    <a:pt x="3376535" y="493654"/>
                  </a:lnTo>
                  <a:lnTo>
                    <a:pt x="3446880" y="495387"/>
                  </a:lnTo>
                  <a:lnTo>
                    <a:pt x="3517224" y="497110"/>
                  </a:lnTo>
                  <a:lnTo>
                    <a:pt x="3587569" y="498823"/>
                  </a:lnTo>
                  <a:lnTo>
                    <a:pt x="3657913" y="500526"/>
                  </a:lnTo>
                  <a:lnTo>
                    <a:pt x="3728257" y="502218"/>
                  </a:lnTo>
                  <a:lnTo>
                    <a:pt x="3798602" y="503900"/>
                  </a:lnTo>
                  <a:lnTo>
                    <a:pt x="3868946" y="505572"/>
                  </a:lnTo>
                  <a:lnTo>
                    <a:pt x="3939291" y="507234"/>
                  </a:lnTo>
                  <a:lnTo>
                    <a:pt x="4009635" y="508886"/>
                  </a:lnTo>
                  <a:lnTo>
                    <a:pt x="4079980" y="510529"/>
                  </a:lnTo>
                  <a:lnTo>
                    <a:pt x="4150324" y="512161"/>
                  </a:lnTo>
                  <a:lnTo>
                    <a:pt x="4220669" y="513784"/>
                  </a:lnTo>
                  <a:lnTo>
                    <a:pt x="4291013" y="515397"/>
                  </a:lnTo>
                  <a:lnTo>
                    <a:pt x="4361358" y="517000"/>
                  </a:lnTo>
                  <a:lnTo>
                    <a:pt x="4431702" y="518593"/>
                  </a:lnTo>
                  <a:lnTo>
                    <a:pt x="4502047" y="520178"/>
                  </a:lnTo>
                  <a:lnTo>
                    <a:pt x="4572391" y="521752"/>
                  </a:lnTo>
                  <a:lnTo>
                    <a:pt x="4642736" y="523317"/>
                  </a:lnTo>
                  <a:lnTo>
                    <a:pt x="4713080" y="524873"/>
                  </a:lnTo>
                  <a:lnTo>
                    <a:pt x="4783425" y="526420"/>
                  </a:lnTo>
                  <a:lnTo>
                    <a:pt x="4853769" y="527957"/>
                  </a:lnTo>
                  <a:lnTo>
                    <a:pt x="4924114" y="529485"/>
                  </a:lnTo>
                  <a:lnTo>
                    <a:pt x="4994458" y="531004"/>
                  </a:lnTo>
                  <a:lnTo>
                    <a:pt x="5064803" y="532513"/>
                  </a:lnTo>
                  <a:lnTo>
                    <a:pt x="5135147" y="534014"/>
                  </a:lnTo>
                  <a:lnTo>
                    <a:pt x="5205492" y="535506"/>
                  </a:lnTo>
                  <a:lnTo>
                    <a:pt x="5275836" y="536988"/>
                  </a:lnTo>
                  <a:lnTo>
                    <a:pt x="5346181" y="538462"/>
                  </a:lnTo>
                  <a:lnTo>
                    <a:pt x="5416525" y="539927"/>
                  </a:lnTo>
                  <a:lnTo>
                    <a:pt x="5486870" y="541384"/>
                  </a:lnTo>
                  <a:lnTo>
                    <a:pt x="5557214" y="542831"/>
                  </a:lnTo>
                  <a:lnTo>
                    <a:pt x="5627559" y="544270"/>
                  </a:lnTo>
                  <a:lnTo>
                    <a:pt x="5697903" y="545700"/>
                  </a:lnTo>
                  <a:lnTo>
                    <a:pt x="5768248" y="547122"/>
                  </a:lnTo>
                  <a:lnTo>
                    <a:pt x="5838592" y="548535"/>
                  </a:lnTo>
                  <a:lnTo>
                    <a:pt x="5908937" y="549940"/>
                  </a:lnTo>
                  <a:lnTo>
                    <a:pt x="5979281" y="551336"/>
                  </a:lnTo>
                  <a:lnTo>
                    <a:pt x="6049626" y="552724"/>
                  </a:lnTo>
                  <a:lnTo>
                    <a:pt x="6119970" y="554104"/>
                  </a:lnTo>
                  <a:lnTo>
                    <a:pt x="6190315" y="555475"/>
                  </a:lnTo>
                  <a:lnTo>
                    <a:pt x="6260659" y="556838"/>
                  </a:lnTo>
                  <a:lnTo>
                    <a:pt x="6331004" y="558193"/>
                  </a:lnTo>
                  <a:lnTo>
                    <a:pt x="6401348" y="559540"/>
                  </a:lnTo>
                  <a:lnTo>
                    <a:pt x="6471693" y="560879"/>
                  </a:lnTo>
                  <a:lnTo>
                    <a:pt x="6542037" y="562209"/>
                  </a:lnTo>
                  <a:lnTo>
                    <a:pt x="6612382" y="563532"/>
                  </a:lnTo>
                  <a:lnTo>
                    <a:pt x="6682726" y="564847"/>
                  </a:lnTo>
                  <a:lnTo>
                    <a:pt x="6753071" y="566154"/>
                  </a:lnTo>
                  <a:lnTo>
                    <a:pt x="6823415" y="567453"/>
                  </a:lnTo>
                  <a:lnTo>
                    <a:pt x="6893760" y="568745"/>
                  </a:lnTo>
                  <a:lnTo>
                    <a:pt x="6964104" y="570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14196"/>
              <a:ext cx="6964104" cy="303349"/>
            </a:xfrm>
            <a:custGeom>
              <a:avLst/>
              <a:pathLst>
                <a:path w="6964104" h="303349">
                  <a:moveTo>
                    <a:pt x="6964104" y="303349"/>
                  </a:moveTo>
                  <a:lnTo>
                    <a:pt x="6893760" y="301449"/>
                  </a:lnTo>
                  <a:lnTo>
                    <a:pt x="6823415" y="299506"/>
                  </a:lnTo>
                  <a:lnTo>
                    <a:pt x="6753071" y="297518"/>
                  </a:lnTo>
                  <a:lnTo>
                    <a:pt x="6682726" y="295484"/>
                  </a:lnTo>
                  <a:lnTo>
                    <a:pt x="6612382" y="293403"/>
                  </a:lnTo>
                  <a:lnTo>
                    <a:pt x="6542037" y="291275"/>
                  </a:lnTo>
                  <a:lnTo>
                    <a:pt x="6471693" y="289098"/>
                  </a:lnTo>
                  <a:lnTo>
                    <a:pt x="6401348" y="286871"/>
                  </a:lnTo>
                  <a:lnTo>
                    <a:pt x="6331004" y="284593"/>
                  </a:lnTo>
                  <a:lnTo>
                    <a:pt x="6260659" y="282262"/>
                  </a:lnTo>
                  <a:lnTo>
                    <a:pt x="6190315" y="279878"/>
                  </a:lnTo>
                  <a:lnTo>
                    <a:pt x="6119970" y="277439"/>
                  </a:lnTo>
                  <a:lnTo>
                    <a:pt x="6049626" y="274944"/>
                  </a:lnTo>
                  <a:lnTo>
                    <a:pt x="5979281" y="272392"/>
                  </a:lnTo>
                  <a:lnTo>
                    <a:pt x="5908937" y="269782"/>
                  </a:lnTo>
                  <a:lnTo>
                    <a:pt x="5838592" y="267111"/>
                  </a:lnTo>
                  <a:lnTo>
                    <a:pt x="5768248" y="264379"/>
                  </a:lnTo>
                  <a:lnTo>
                    <a:pt x="5697903" y="261584"/>
                  </a:lnTo>
                  <a:lnTo>
                    <a:pt x="5627559" y="258726"/>
                  </a:lnTo>
                  <a:lnTo>
                    <a:pt x="5557214" y="255801"/>
                  </a:lnTo>
                  <a:lnTo>
                    <a:pt x="5486870" y="252809"/>
                  </a:lnTo>
                  <a:lnTo>
                    <a:pt x="5416525" y="249749"/>
                  </a:lnTo>
                  <a:lnTo>
                    <a:pt x="5346181" y="246619"/>
                  </a:lnTo>
                  <a:lnTo>
                    <a:pt x="5275836" y="243416"/>
                  </a:lnTo>
                  <a:lnTo>
                    <a:pt x="5205492" y="240140"/>
                  </a:lnTo>
                  <a:lnTo>
                    <a:pt x="5135147" y="236789"/>
                  </a:lnTo>
                  <a:lnTo>
                    <a:pt x="5064803" y="233361"/>
                  </a:lnTo>
                  <a:lnTo>
                    <a:pt x="4994458" y="229854"/>
                  </a:lnTo>
                  <a:lnTo>
                    <a:pt x="4924114" y="226267"/>
                  </a:lnTo>
                  <a:lnTo>
                    <a:pt x="4853769" y="222597"/>
                  </a:lnTo>
                  <a:lnTo>
                    <a:pt x="4783425" y="218843"/>
                  </a:lnTo>
                  <a:lnTo>
                    <a:pt x="4713080" y="215003"/>
                  </a:lnTo>
                  <a:lnTo>
                    <a:pt x="4642736" y="211074"/>
                  </a:lnTo>
                  <a:lnTo>
                    <a:pt x="4572391" y="207056"/>
                  </a:lnTo>
                  <a:lnTo>
                    <a:pt x="4502047" y="202945"/>
                  </a:lnTo>
                  <a:lnTo>
                    <a:pt x="4431702" y="198740"/>
                  </a:lnTo>
                  <a:lnTo>
                    <a:pt x="4361358" y="194438"/>
                  </a:lnTo>
                  <a:lnTo>
                    <a:pt x="4291013" y="190037"/>
                  </a:lnTo>
                  <a:lnTo>
                    <a:pt x="4220669" y="185536"/>
                  </a:lnTo>
                  <a:lnTo>
                    <a:pt x="4150324" y="180931"/>
                  </a:lnTo>
                  <a:lnTo>
                    <a:pt x="4079980" y="176220"/>
                  </a:lnTo>
                  <a:lnTo>
                    <a:pt x="4009635" y="171402"/>
                  </a:lnTo>
                  <a:lnTo>
                    <a:pt x="3939291" y="166472"/>
                  </a:lnTo>
                  <a:lnTo>
                    <a:pt x="3868946" y="161429"/>
                  </a:lnTo>
                  <a:lnTo>
                    <a:pt x="3798602" y="156271"/>
                  </a:lnTo>
                  <a:lnTo>
                    <a:pt x="3728257" y="150994"/>
                  </a:lnTo>
                  <a:lnTo>
                    <a:pt x="3657913" y="145596"/>
                  </a:lnTo>
                  <a:lnTo>
                    <a:pt x="3587569" y="140074"/>
                  </a:lnTo>
                  <a:lnTo>
                    <a:pt x="3517224" y="134426"/>
                  </a:lnTo>
                  <a:lnTo>
                    <a:pt x="3446880" y="128647"/>
                  </a:lnTo>
                  <a:lnTo>
                    <a:pt x="3376535" y="122736"/>
                  </a:lnTo>
                  <a:lnTo>
                    <a:pt x="3306191" y="116689"/>
                  </a:lnTo>
                  <a:lnTo>
                    <a:pt x="3235846" y="110504"/>
                  </a:lnTo>
                  <a:lnTo>
                    <a:pt x="3165502" y="104176"/>
                  </a:lnTo>
                  <a:lnTo>
                    <a:pt x="3095157" y="97703"/>
                  </a:lnTo>
                  <a:lnTo>
                    <a:pt x="3024813" y="91081"/>
                  </a:lnTo>
                  <a:lnTo>
                    <a:pt x="2954468" y="86116"/>
                  </a:lnTo>
                  <a:lnTo>
                    <a:pt x="2884124" y="84308"/>
                  </a:lnTo>
                  <a:lnTo>
                    <a:pt x="2813779" y="82489"/>
                  </a:lnTo>
                  <a:lnTo>
                    <a:pt x="2743435" y="80659"/>
                  </a:lnTo>
                  <a:lnTo>
                    <a:pt x="2673090" y="78818"/>
                  </a:lnTo>
                  <a:lnTo>
                    <a:pt x="2602746" y="76966"/>
                  </a:lnTo>
                  <a:lnTo>
                    <a:pt x="2532401" y="75103"/>
                  </a:lnTo>
                  <a:lnTo>
                    <a:pt x="2462057" y="73229"/>
                  </a:lnTo>
                  <a:lnTo>
                    <a:pt x="2391712" y="71343"/>
                  </a:lnTo>
                  <a:lnTo>
                    <a:pt x="2321368" y="69446"/>
                  </a:lnTo>
                  <a:lnTo>
                    <a:pt x="2251023" y="67538"/>
                  </a:lnTo>
                  <a:lnTo>
                    <a:pt x="2180679" y="65618"/>
                  </a:lnTo>
                  <a:lnTo>
                    <a:pt x="2110334" y="63686"/>
                  </a:lnTo>
                  <a:lnTo>
                    <a:pt x="2039990" y="61743"/>
                  </a:lnTo>
                  <a:lnTo>
                    <a:pt x="1969645" y="59788"/>
                  </a:lnTo>
                  <a:lnTo>
                    <a:pt x="1899301" y="57822"/>
                  </a:lnTo>
                  <a:lnTo>
                    <a:pt x="1828956" y="55843"/>
                  </a:lnTo>
                  <a:lnTo>
                    <a:pt x="1758612" y="53853"/>
                  </a:lnTo>
                  <a:lnTo>
                    <a:pt x="1688267" y="51850"/>
                  </a:lnTo>
                  <a:lnTo>
                    <a:pt x="1617923" y="49836"/>
                  </a:lnTo>
                  <a:lnTo>
                    <a:pt x="1547578" y="47809"/>
                  </a:lnTo>
                  <a:lnTo>
                    <a:pt x="1477234" y="45771"/>
                  </a:lnTo>
                  <a:lnTo>
                    <a:pt x="1406889" y="43719"/>
                  </a:lnTo>
                  <a:lnTo>
                    <a:pt x="1336545" y="41656"/>
                  </a:lnTo>
                  <a:lnTo>
                    <a:pt x="1266200" y="39580"/>
                  </a:lnTo>
                  <a:lnTo>
                    <a:pt x="1195856" y="37492"/>
                  </a:lnTo>
                  <a:lnTo>
                    <a:pt x="1125511" y="35391"/>
                  </a:lnTo>
                  <a:lnTo>
                    <a:pt x="1055167" y="33277"/>
                  </a:lnTo>
                  <a:lnTo>
                    <a:pt x="984822" y="31151"/>
                  </a:lnTo>
                  <a:lnTo>
                    <a:pt x="914478" y="29011"/>
                  </a:lnTo>
                  <a:lnTo>
                    <a:pt x="844133" y="26859"/>
                  </a:lnTo>
                  <a:lnTo>
                    <a:pt x="773789" y="24694"/>
                  </a:lnTo>
                  <a:lnTo>
                    <a:pt x="703444" y="22516"/>
                  </a:lnTo>
                  <a:lnTo>
                    <a:pt x="633100" y="20325"/>
                  </a:lnTo>
                  <a:lnTo>
                    <a:pt x="562755" y="18120"/>
                  </a:lnTo>
                  <a:lnTo>
                    <a:pt x="492411" y="15903"/>
                  </a:lnTo>
                  <a:lnTo>
                    <a:pt x="422066" y="13671"/>
                  </a:lnTo>
                  <a:lnTo>
                    <a:pt x="351722" y="11427"/>
                  </a:lnTo>
                  <a:lnTo>
                    <a:pt x="281377" y="9169"/>
                  </a:lnTo>
                  <a:lnTo>
                    <a:pt x="211033" y="6897"/>
                  </a:lnTo>
                  <a:lnTo>
                    <a:pt x="140688" y="4612"/>
                  </a:lnTo>
                  <a:lnTo>
                    <a:pt x="70344" y="23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850457"/>
              <a:ext cx="6964104" cy="417080"/>
            </a:xfrm>
            <a:custGeom>
              <a:avLst/>
              <a:pathLst>
                <a:path w="6964104" h="417080">
                  <a:moveTo>
                    <a:pt x="0" y="0"/>
                  </a:moveTo>
                  <a:lnTo>
                    <a:pt x="70344" y="7836"/>
                  </a:lnTo>
                  <a:lnTo>
                    <a:pt x="140688" y="15560"/>
                  </a:lnTo>
                  <a:lnTo>
                    <a:pt x="211033" y="23175"/>
                  </a:lnTo>
                  <a:lnTo>
                    <a:pt x="281377" y="30681"/>
                  </a:lnTo>
                  <a:lnTo>
                    <a:pt x="351722" y="38080"/>
                  </a:lnTo>
                  <a:lnTo>
                    <a:pt x="422066" y="45374"/>
                  </a:lnTo>
                  <a:lnTo>
                    <a:pt x="492411" y="52563"/>
                  </a:lnTo>
                  <a:lnTo>
                    <a:pt x="562755" y="59650"/>
                  </a:lnTo>
                  <a:lnTo>
                    <a:pt x="633100" y="66637"/>
                  </a:lnTo>
                  <a:lnTo>
                    <a:pt x="703444" y="73523"/>
                  </a:lnTo>
                  <a:lnTo>
                    <a:pt x="773789" y="80312"/>
                  </a:lnTo>
                  <a:lnTo>
                    <a:pt x="844133" y="87003"/>
                  </a:lnTo>
                  <a:lnTo>
                    <a:pt x="914478" y="93600"/>
                  </a:lnTo>
                  <a:lnTo>
                    <a:pt x="984822" y="100102"/>
                  </a:lnTo>
                  <a:lnTo>
                    <a:pt x="1055167" y="106512"/>
                  </a:lnTo>
                  <a:lnTo>
                    <a:pt x="1125511" y="112830"/>
                  </a:lnTo>
                  <a:lnTo>
                    <a:pt x="1195856" y="119058"/>
                  </a:lnTo>
                  <a:lnTo>
                    <a:pt x="1266200" y="125198"/>
                  </a:lnTo>
                  <a:lnTo>
                    <a:pt x="1336545" y="131250"/>
                  </a:lnTo>
                  <a:lnTo>
                    <a:pt x="1406889" y="137215"/>
                  </a:lnTo>
                  <a:lnTo>
                    <a:pt x="1477234" y="143096"/>
                  </a:lnTo>
                  <a:lnTo>
                    <a:pt x="1547578" y="148893"/>
                  </a:lnTo>
                  <a:lnTo>
                    <a:pt x="1617923" y="154607"/>
                  </a:lnTo>
                  <a:lnTo>
                    <a:pt x="1688267" y="160240"/>
                  </a:lnTo>
                  <a:lnTo>
                    <a:pt x="1758612" y="165793"/>
                  </a:lnTo>
                  <a:lnTo>
                    <a:pt x="1828956" y="171266"/>
                  </a:lnTo>
                  <a:lnTo>
                    <a:pt x="1899301" y="176662"/>
                  </a:lnTo>
                  <a:lnTo>
                    <a:pt x="1969645" y="181980"/>
                  </a:lnTo>
                  <a:lnTo>
                    <a:pt x="2039990" y="187223"/>
                  </a:lnTo>
                  <a:lnTo>
                    <a:pt x="2110334" y="192391"/>
                  </a:lnTo>
                  <a:lnTo>
                    <a:pt x="2180679" y="197485"/>
                  </a:lnTo>
                  <a:lnTo>
                    <a:pt x="2251023" y="202507"/>
                  </a:lnTo>
                  <a:lnTo>
                    <a:pt x="2321368" y="207457"/>
                  </a:lnTo>
                  <a:lnTo>
                    <a:pt x="2391712" y="212337"/>
                  </a:lnTo>
                  <a:lnTo>
                    <a:pt x="2462057" y="217147"/>
                  </a:lnTo>
                  <a:lnTo>
                    <a:pt x="2532401" y="221888"/>
                  </a:lnTo>
                  <a:lnTo>
                    <a:pt x="2602746" y="226562"/>
                  </a:lnTo>
                  <a:lnTo>
                    <a:pt x="2673090" y="231169"/>
                  </a:lnTo>
                  <a:lnTo>
                    <a:pt x="2743435" y="235711"/>
                  </a:lnTo>
                  <a:lnTo>
                    <a:pt x="2813779" y="240188"/>
                  </a:lnTo>
                  <a:lnTo>
                    <a:pt x="2884124" y="244601"/>
                  </a:lnTo>
                  <a:lnTo>
                    <a:pt x="2954468" y="248951"/>
                  </a:lnTo>
                  <a:lnTo>
                    <a:pt x="3024813" y="253240"/>
                  </a:lnTo>
                  <a:lnTo>
                    <a:pt x="3095157" y="257467"/>
                  </a:lnTo>
                  <a:lnTo>
                    <a:pt x="3165502" y="261634"/>
                  </a:lnTo>
                  <a:lnTo>
                    <a:pt x="3235846" y="265741"/>
                  </a:lnTo>
                  <a:lnTo>
                    <a:pt x="3306191" y="269790"/>
                  </a:lnTo>
                  <a:lnTo>
                    <a:pt x="3376535" y="273781"/>
                  </a:lnTo>
                  <a:lnTo>
                    <a:pt x="3446880" y="277716"/>
                  </a:lnTo>
                  <a:lnTo>
                    <a:pt x="3517224" y="281594"/>
                  </a:lnTo>
                  <a:lnTo>
                    <a:pt x="3587569" y="285417"/>
                  </a:lnTo>
                  <a:lnTo>
                    <a:pt x="3657913" y="289186"/>
                  </a:lnTo>
                  <a:lnTo>
                    <a:pt x="3728257" y="292900"/>
                  </a:lnTo>
                  <a:lnTo>
                    <a:pt x="3798602" y="296562"/>
                  </a:lnTo>
                  <a:lnTo>
                    <a:pt x="3868946" y="300172"/>
                  </a:lnTo>
                  <a:lnTo>
                    <a:pt x="3939291" y="303730"/>
                  </a:lnTo>
                  <a:lnTo>
                    <a:pt x="4009635" y="307238"/>
                  </a:lnTo>
                  <a:lnTo>
                    <a:pt x="4079980" y="310695"/>
                  </a:lnTo>
                  <a:lnTo>
                    <a:pt x="4150324" y="314103"/>
                  </a:lnTo>
                  <a:lnTo>
                    <a:pt x="4220669" y="317463"/>
                  </a:lnTo>
                  <a:lnTo>
                    <a:pt x="4291013" y="320775"/>
                  </a:lnTo>
                  <a:lnTo>
                    <a:pt x="4361358" y="324040"/>
                  </a:lnTo>
                  <a:lnTo>
                    <a:pt x="4431702" y="327258"/>
                  </a:lnTo>
                  <a:lnTo>
                    <a:pt x="4502047" y="330430"/>
                  </a:lnTo>
                  <a:lnTo>
                    <a:pt x="4572391" y="333557"/>
                  </a:lnTo>
                  <a:lnTo>
                    <a:pt x="4642736" y="336639"/>
                  </a:lnTo>
                  <a:lnTo>
                    <a:pt x="4713080" y="339678"/>
                  </a:lnTo>
                  <a:lnTo>
                    <a:pt x="4783425" y="342673"/>
                  </a:lnTo>
                  <a:lnTo>
                    <a:pt x="4853769" y="345625"/>
                  </a:lnTo>
                  <a:lnTo>
                    <a:pt x="4924114" y="348536"/>
                  </a:lnTo>
                  <a:lnTo>
                    <a:pt x="4994458" y="351405"/>
                  </a:lnTo>
                  <a:lnTo>
                    <a:pt x="5064803" y="354233"/>
                  </a:lnTo>
                  <a:lnTo>
                    <a:pt x="5135147" y="357021"/>
                  </a:lnTo>
                  <a:lnTo>
                    <a:pt x="5205492" y="359769"/>
                  </a:lnTo>
                  <a:lnTo>
                    <a:pt x="5275836" y="362477"/>
                  </a:lnTo>
                  <a:lnTo>
                    <a:pt x="5346181" y="365148"/>
                  </a:lnTo>
                  <a:lnTo>
                    <a:pt x="5416525" y="367780"/>
                  </a:lnTo>
                  <a:lnTo>
                    <a:pt x="5486870" y="370375"/>
                  </a:lnTo>
                  <a:lnTo>
                    <a:pt x="5557214" y="372932"/>
                  </a:lnTo>
                  <a:lnTo>
                    <a:pt x="5627559" y="375454"/>
                  </a:lnTo>
                  <a:lnTo>
                    <a:pt x="5697903" y="377939"/>
                  </a:lnTo>
                  <a:lnTo>
                    <a:pt x="5768248" y="380389"/>
                  </a:lnTo>
                  <a:lnTo>
                    <a:pt x="5838592" y="382804"/>
                  </a:lnTo>
                  <a:lnTo>
                    <a:pt x="5908937" y="385184"/>
                  </a:lnTo>
                  <a:lnTo>
                    <a:pt x="5979281" y="387531"/>
                  </a:lnTo>
                  <a:lnTo>
                    <a:pt x="6049626" y="389844"/>
                  </a:lnTo>
                  <a:lnTo>
                    <a:pt x="6119970" y="392124"/>
                  </a:lnTo>
                  <a:lnTo>
                    <a:pt x="6190315" y="394372"/>
                  </a:lnTo>
                  <a:lnTo>
                    <a:pt x="6260659" y="396588"/>
                  </a:lnTo>
                  <a:lnTo>
                    <a:pt x="6331004" y="398772"/>
                  </a:lnTo>
                  <a:lnTo>
                    <a:pt x="6401348" y="400925"/>
                  </a:lnTo>
                  <a:lnTo>
                    <a:pt x="6471693" y="403047"/>
                  </a:lnTo>
                  <a:lnTo>
                    <a:pt x="6542037" y="405139"/>
                  </a:lnTo>
                  <a:lnTo>
                    <a:pt x="6612382" y="407201"/>
                  </a:lnTo>
                  <a:lnTo>
                    <a:pt x="6682726" y="409234"/>
                  </a:lnTo>
                  <a:lnTo>
                    <a:pt x="6753071" y="411238"/>
                  </a:lnTo>
                  <a:lnTo>
                    <a:pt x="6823415" y="413213"/>
                  </a:lnTo>
                  <a:lnTo>
                    <a:pt x="6893760" y="415161"/>
                  </a:lnTo>
                  <a:lnTo>
                    <a:pt x="6964104" y="4170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4810673"/>
              <a:ext cx="6964104" cy="700265"/>
            </a:xfrm>
            <a:custGeom>
              <a:avLst/>
              <a:pathLst>
                <a:path w="6964104" h="700265">
                  <a:moveTo>
                    <a:pt x="0" y="0"/>
                  </a:moveTo>
                  <a:lnTo>
                    <a:pt x="70344" y="17574"/>
                  </a:lnTo>
                  <a:lnTo>
                    <a:pt x="140688" y="34754"/>
                  </a:lnTo>
                  <a:lnTo>
                    <a:pt x="211033" y="51549"/>
                  </a:lnTo>
                  <a:lnTo>
                    <a:pt x="281377" y="67966"/>
                  </a:lnTo>
                  <a:lnTo>
                    <a:pt x="351722" y="84015"/>
                  </a:lnTo>
                  <a:lnTo>
                    <a:pt x="422066" y="99704"/>
                  </a:lnTo>
                  <a:lnTo>
                    <a:pt x="492411" y="115041"/>
                  </a:lnTo>
                  <a:lnTo>
                    <a:pt x="562755" y="130033"/>
                  </a:lnTo>
                  <a:lnTo>
                    <a:pt x="633100" y="144689"/>
                  </a:lnTo>
                  <a:lnTo>
                    <a:pt x="703444" y="159016"/>
                  </a:lnTo>
                  <a:lnTo>
                    <a:pt x="773789" y="173022"/>
                  </a:lnTo>
                  <a:lnTo>
                    <a:pt x="844133" y="186713"/>
                  </a:lnTo>
                  <a:lnTo>
                    <a:pt x="914478" y="200097"/>
                  </a:lnTo>
                  <a:lnTo>
                    <a:pt x="984822" y="213180"/>
                  </a:lnTo>
                  <a:lnTo>
                    <a:pt x="1055167" y="225970"/>
                  </a:lnTo>
                  <a:lnTo>
                    <a:pt x="1125511" y="238473"/>
                  </a:lnTo>
                  <a:lnTo>
                    <a:pt x="1195856" y="250695"/>
                  </a:lnTo>
                  <a:lnTo>
                    <a:pt x="1266200" y="262642"/>
                  </a:lnTo>
                  <a:lnTo>
                    <a:pt x="1336545" y="274322"/>
                  </a:lnTo>
                  <a:lnTo>
                    <a:pt x="1406889" y="285739"/>
                  </a:lnTo>
                  <a:lnTo>
                    <a:pt x="1477234" y="296901"/>
                  </a:lnTo>
                  <a:lnTo>
                    <a:pt x="1547578" y="307811"/>
                  </a:lnTo>
                  <a:lnTo>
                    <a:pt x="1617923" y="318477"/>
                  </a:lnTo>
                  <a:lnTo>
                    <a:pt x="1688267" y="328903"/>
                  </a:lnTo>
                  <a:lnTo>
                    <a:pt x="1758612" y="339096"/>
                  </a:lnTo>
                  <a:lnTo>
                    <a:pt x="1828956" y="349059"/>
                  </a:lnTo>
                  <a:lnTo>
                    <a:pt x="1899301" y="358799"/>
                  </a:lnTo>
                  <a:lnTo>
                    <a:pt x="1969645" y="368321"/>
                  </a:lnTo>
                  <a:lnTo>
                    <a:pt x="2039990" y="377628"/>
                  </a:lnTo>
                  <a:lnTo>
                    <a:pt x="2110334" y="386727"/>
                  </a:lnTo>
                  <a:lnTo>
                    <a:pt x="2180679" y="395622"/>
                  </a:lnTo>
                  <a:lnTo>
                    <a:pt x="2251023" y="404317"/>
                  </a:lnTo>
                  <a:lnTo>
                    <a:pt x="2321368" y="412816"/>
                  </a:lnTo>
                  <a:lnTo>
                    <a:pt x="2391712" y="421125"/>
                  </a:lnTo>
                  <a:lnTo>
                    <a:pt x="2462057" y="429248"/>
                  </a:lnTo>
                  <a:lnTo>
                    <a:pt x="2532401" y="437188"/>
                  </a:lnTo>
                  <a:lnTo>
                    <a:pt x="2602746" y="444950"/>
                  </a:lnTo>
                  <a:lnTo>
                    <a:pt x="2673090" y="452538"/>
                  </a:lnTo>
                  <a:lnTo>
                    <a:pt x="2743435" y="459955"/>
                  </a:lnTo>
                  <a:lnTo>
                    <a:pt x="2813779" y="467206"/>
                  </a:lnTo>
                  <a:lnTo>
                    <a:pt x="2884124" y="474294"/>
                  </a:lnTo>
                  <a:lnTo>
                    <a:pt x="2954468" y="481224"/>
                  </a:lnTo>
                  <a:lnTo>
                    <a:pt x="3024813" y="484828"/>
                  </a:lnTo>
                  <a:lnTo>
                    <a:pt x="3095157" y="486615"/>
                  </a:lnTo>
                  <a:lnTo>
                    <a:pt x="3165502" y="488390"/>
                  </a:lnTo>
                  <a:lnTo>
                    <a:pt x="3235846" y="490155"/>
                  </a:lnTo>
                  <a:lnTo>
                    <a:pt x="3306191" y="491910"/>
                  </a:lnTo>
                  <a:lnTo>
                    <a:pt x="3376535" y="493654"/>
                  </a:lnTo>
                  <a:lnTo>
                    <a:pt x="3446880" y="495387"/>
                  </a:lnTo>
                  <a:lnTo>
                    <a:pt x="3517224" y="497110"/>
                  </a:lnTo>
                  <a:lnTo>
                    <a:pt x="3587569" y="498823"/>
                  </a:lnTo>
                  <a:lnTo>
                    <a:pt x="3657913" y="500526"/>
                  </a:lnTo>
                  <a:lnTo>
                    <a:pt x="3728257" y="502218"/>
                  </a:lnTo>
                  <a:lnTo>
                    <a:pt x="3798602" y="503900"/>
                  </a:lnTo>
                  <a:lnTo>
                    <a:pt x="3868946" y="505572"/>
                  </a:lnTo>
                  <a:lnTo>
                    <a:pt x="3939291" y="507234"/>
                  </a:lnTo>
                  <a:lnTo>
                    <a:pt x="4009635" y="508886"/>
                  </a:lnTo>
                  <a:lnTo>
                    <a:pt x="4079980" y="510529"/>
                  </a:lnTo>
                  <a:lnTo>
                    <a:pt x="4150324" y="512161"/>
                  </a:lnTo>
                  <a:lnTo>
                    <a:pt x="4220669" y="513784"/>
                  </a:lnTo>
                  <a:lnTo>
                    <a:pt x="4291013" y="515397"/>
                  </a:lnTo>
                  <a:lnTo>
                    <a:pt x="4361358" y="517000"/>
                  </a:lnTo>
                  <a:lnTo>
                    <a:pt x="4431702" y="518593"/>
                  </a:lnTo>
                  <a:lnTo>
                    <a:pt x="4502047" y="520178"/>
                  </a:lnTo>
                  <a:lnTo>
                    <a:pt x="4572391" y="521752"/>
                  </a:lnTo>
                  <a:lnTo>
                    <a:pt x="4642736" y="523317"/>
                  </a:lnTo>
                  <a:lnTo>
                    <a:pt x="4713080" y="524873"/>
                  </a:lnTo>
                  <a:lnTo>
                    <a:pt x="4783425" y="526420"/>
                  </a:lnTo>
                  <a:lnTo>
                    <a:pt x="4853769" y="527957"/>
                  </a:lnTo>
                  <a:lnTo>
                    <a:pt x="4924114" y="529485"/>
                  </a:lnTo>
                  <a:lnTo>
                    <a:pt x="4994458" y="531004"/>
                  </a:lnTo>
                  <a:lnTo>
                    <a:pt x="5064803" y="532513"/>
                  </a:lnTo>
                  <a:lnTo>
                    <a:pt x="5135147" y="534014"/>
                  </a:lnTo>
                  <a:lnTo>
                    <a:pt x="5205492" y="535506"/>
                  </a:lnTo>
                  <a:lnTo>
                    <a:pt x="5275836" y="536988"/>
                  </a:lnTo>
                  <a:lnTo>
                    <a:pt x="5346181" y="538462"/>
                  </a:lnTo>
                  <a:lnTo>
                    <a:pt x="5416525" y="539927"/>
                  </a:lnTo>
                  <a:lnTo>
                    <a:pt x="5486870" y="541384"/>
                  </a:lnTo>
                  <a:lnTo>
                    <a:pt x="5557214" y="542831"/>
                  </a:lnTo>
                  <a:lnTo>
                    <a:pt x="5627559" y="544270"/>
                  </a:lnTo>
                  <a:lnTo>
                    <a:pt x="5697903" y="545700"/>
                  </a:lnTo>
                  <a:lnTo>
                    <a:pt x="5768248" y="547122"/>
                  </a:lnTo>
                  <a:lnTo>
                    <a:pt x="5838592" y="548535"/>
                  </a:lnTo>
                  <a:lnTo>
                    <a:pt x="5908937" y="549940"/>
                  </a:lnTo>
                  <a:lnTo>
                    <a:pt x="5979281" y="551336"/>
                  </a:lnTo>
                  <a:lnTo>
                    <a:pt x="6049626" y="552724"/>
                  </a:lnTo>
                  <a:lnTo>
                    <a:pt x="6119970" y="554104"/>
                  </a:lnTo>
                  <a:lnTo>
                    <a:pt x="6190315" y="555475"/>
                  </a:lnTo>
                  <a:lnTo>
                    <a:pt x="6260659" y="556838"/>
                  </a:lnTo>
                  <a:lnTo>
                    <a:pt x="6331004" y="558193"/>
                  </a:lnTo>
                  <a:lnTo>
                    <a:pt x="6401348" y="559540"/>
                  </a:lnTo>
                  <a:lnTo>
                    <a:pt x="6471693" y="560879"/>
                  </a:lnTo>
                  <a:lnTo>
                    <a:pt x="6542037" y="562209"/>
                  </a:lnTo>
                  <a:lnTo>
                    <a:pt x="6612382" y="563532"/>
                  </a:lnTo>
                  <a:lnTo>
                    <a:pt x="6682726" y="564847"/>
                  </a:lnTo>
                  <a:lnTo>
                    <a:pt x="6753071" y="566154"/>
                  </a:lnTo>
                  <a:lnTo>
                    <a:pt x="6823415" y="567453"/>
                  </a:lnTo>
                  <a:lnTo>
                    <a:pt x="6893760" y="568745"/>
                  </a:lnTo>
                  <a:lnTo>
                    <a:pt x="6964104" y="570028"/>
                  </a:lnTo>
                  <a:lnTo>
                    <a:pt x="6964104" y="700265"/>
                  </a:lnTo>
                  <a:lnTo>
                    <a:pt x="6893760" y="698365"/>
                  </a:lnTo>
                  <a:lnTo>
                    <a:pt x="6823415" y="696421"/>
                  </a:lnTo>
                  <a:lnTo>
                    <a:pt x="6753071" y="694433"/>
                  </a:lnTo>
                  <a:lnTo>
                    <a:pt x="6682726" y="692400"/>
                  </a:lnTo>
                  <a:lnTo>
                    <a:pt x="6612382" y="690319"/>
                  </a:lnTo>
                  <a:lnTo>
                    <a:pt x="6542037" y="688191"/>
                  </a:lnTo>
                  <a:lnTo>
                    <a:pt x="6471693" y="686014"/>
                  </a:lnTo>
                  <a:lnTo>
                    <a:pt x="6401348" y="683786"/>
                  </a:lnTo>
                  <a:lnTo>
                    <a:pt x="6331004" y="681508"/>
                  </a:lnTo>
                  <a:lnTo>
                    <a:pt x="6260659" y="679178"/>
                  </a:lnTo>
                  <a:lnTo>
                    <a:pt x="6190315" y="676794"/>
                  </a:lnTo>
                  <a:lnTo>
                    <a:pt x="6119970" y="674355"/>
                  </a:lnTo>
                  <a:lnTo>
                    <a:pt x="6049626" y="671860"/>
                  </a:lnTo>
                  <a:lnTo>
                    <a:pt x="5979281" y="669308"/>
                  </a:lnTo>
                  <a:lnTo>
                    <a:pt x="5908937" y="666697"/>
                  </a:lnTo>
                  <a:lnTo>
                    <a:pt x="5838592" y="664027"/>
                  </a:lnTo>
                  <a:lnTo>
                    <a:pt x="5768248" y="661295"/>
                  </a:lnTo>
                  <a:lnTo>
                    <a:pt x="5697903" y="658500"/>
                  </a:lnTo>
                  <a:lnTo>
                    <a:pt x="5627559" y="655641"/>
                  </a:lnTo>
                  <a:lnTo>
                    <a:pt x="5557214" y="652717"/>
                  </a:lnTo>
                  <a:lnTo>
                    <a:pt x="5486870" y="649725"/>
                  </a:lnTo>
                  <a:lnTo>
                    <a:pt x="5416525" y="646665"/>
                  </a:lnTo>
                  <a:lnTo>
                    <a:pt x="5346181" y="643534"/>
                  </a:lnTo>
                  <a:lnTo>
                    <a:pt x="5275836" y="640332"/>
                  </a:lnTo>
                  <a:lnTo>
                    <a:pt x="5205492" y="637056"/>
                  </a:lnTo>
                  <a:lnTo>
                    <a:pt x="5135147" y="633705"/>
                  </a:lnTo>
                  <a:lnTo>
                    <a:pt x="5064803" y="630276"/>
                  </a:lnTo>
                  <a:lnTo>
                    <a:pt x="4994458" y="626770"/>
                  </a:lnTo>
                  <a:lnTo>
                    <a:pt x="4924114" y="623182"/>
                  </a:lnTo>
                  <a:lnTo>
                    <a:pt x="4853769" y="619512"/>
                  </a:lnTo>
                  <a:lnTo>
                    <a:pt x="4783425" y="615758"/>
                  </a:lnTo>
                  <a:lnTo>
                    <a:pt x="4713080" y="611918"/>
                  </a:lnTo>
                  <a:lnTo>
                    <a:pt x="4642736" y="607990"/>
                  </a:lnTo>
                  <a:lnTo>
                    <a:pt x="4572391" y="603971"/>
                  </a:lnTo>
                  <a:lnTo>
                    <a:pt x="4502047" y="599861"/>
                  </a:lnTo>
                  <a:lnTo>
                    <a:pt x="4431702" y="595655"/>
                  </a:lnTo>
                  <a:lnTo>
                    <a:pt x="4361358" y="591354"/>
                  </a:lnTo>
                  <a:lnTo>
                    <a:pt x="4291013" y="586953"/>
                  </a:lnTo>
                  <a:lnTo>
                    <a:pt x="4220669" y="582452"/>
                  </a:lnTo>
                  <a:lnTo>
                    <a:pt x="4150324" y="577847"/>
                  </a:lnTo>
                  <a:lnTo>
                    <a:pt x="4079980" y="573136"/>
                  </a:lnTo>
                  <a:lnTo>
                    <a:pt x="4009635" y="568317"/>
                  </a:lnTo>
                  <a:lnTo>
                    <a:pt x="3939291" y="563388"/>
                  </a:lnTo>
                  <a:lnTo>
                    <a:pt x="3868946" y="558345"/>
                  </a:lnTo>
                  <a:lnTo>
                    <a:pt x="3798602" y="553187"/>
                  </a:lnTo>
                  <a:lnTo>
                    <a:pt x="3728257" y="547910"/>
                  </a:lnTo>
                  <a:lnTo>
                    <a:pt x="3657913" y="542512"/>
                  </a:lnTo>
                  <a:lnTo>
                    <a:pt x="3587569" y="536990"/>
                  </a:lnTo>
                  <a:lnTo>
                    <a:pt x="3517224" y="531341"/>
                  </a:lnTo>
                  <a:lnTo>
                    <a:pt x="3446880" y="525563"/>
                  </a:lnTo>
                  <a:lnTo>
                    <a:pt x="3376535" y="519652"/>
                  </a:lnTo>
                  <a:lnTo>
                    <a:pt x="3306191" y="513605"/>
                  </a:lnTo>
                  <a:lnTo>
                    <a:pt x="3235846" y="507419"/>
                  </a:lnTo>
                  <a:lnTo>
                    <a:pt x="3165502" y="501092"/>
                  </a:lnTo>
                  <a:lnTo>
                    <a:pt x="3095157" y="494619"/>
                  </a:lnTo>
                  <a:lnTo>
                    <a:pt x="3024813" y="487997"/>
                  </a:lnTo>
                  <a:lnTo>
                    <a:pt x="2954468" y="483031"/>
                  </a:lnTo>
                  <a:lnTo>
                    <a:pt x="2884124" y="481223"/>
                  </a:lnTo>
                  <a:lnTo>
                    <a:pt x="2813779" y="479404"/>
                  </a:lnTo>
                  <a:lnTo>
                    <a:pt x="2743435" y="477575"/>
                  </a:lnTo>
                  <a:lnTo>
                    <a:pt x="2673090" y="475734"/>
                  </a:lnTo>
                  <a:lnTo>
                    <a:pt x="2602746" y="473882"/>
                  </a:lnTo>
                  <a:lnTo>
                    <a:pt x="2532401" y="472019"/>
                  </a:lnTo>
                  <a:lnTo>
                    <a:pt x="2462057" y="470144"/>
                  </a:lnTo>
                  <a:lnTo>
                    <a:pt x="2391712" y="468259"/>
                  </a:lnTo>
                  <a:lnTo>
                    <a:pt x="2321368" y="466362"/>
                  </a:lnTo>
                  <a:lnTo>
                    <a:pt x="2251023" y="464453"/>
                  </a:lnTo>
                  <a:lnTo>
                    <a:pt x="2180679" y="462533"/>
                  </a:lnTo>
                  <a:lnTo>
                    <a:pt x="2110334" y="460602"/>
                  </a:lnTo>
                  <a:lnTo>
                    <a:pt x="2039990" y="458659"/>
                  </a:lnTo>
                  <a:lnTo>
                    <a:pt x="1969645" y="456704"/>
                  </a:lnTo>
                  <a:lnTo>
                    <a:pt x="1899301" y="454737"/>
                  </a:lnTo>
                  <a:lnTo>
                    <a:pt x="1828956" y="452759"/>
                  </a:lnTo>
                  <a:lnTo>
                    <a:pt x="1758612" y="450768"/>
                  </a:lnTo>
                  <a:lnTo>
                    <a:pt x="1688267" y="448766"/>
                  </a:lnTo>
                  <a:lnTo>
                    <a:pt x="1617923" y="446752"/>
                  </a:lnTo>
                  <a:lnTo>
                    <a:pt x="1547578" y="444725"/>
                  </a:lnTo>
                  <a:lnTo>
                    <a:pt x="1477234" y="442686"/>
                  </a:lnTo>
                  <a:lnTo>
                    <a:pt x="1406889" y="440635"/>
                  </a:lnTo>
                  <a:lnTo>
                    <a:pt x="1336545" y="438572"/>
                  </a:lnTo>
                  <a:lnTo>
                    <a:pt x="1266200" y="436496"/>
                  </a:lnTo>
                  <a:lnTo>
                    <a:pt x="1195856" y="434407"/>
                  </a:lnTo>
                  <a:lnTo>
                    <a:pt x="1125511" y="432306"/>
                  </a:lnTo>
                  <a:lnTo>
                    <a:pt x="1055167" y="430193"/>
                  </a:lnTo>
                  <a:lnTo>
                    <a:pt x="984822" y="428066"/>
                  </a:lnTo>
                  <a:lnTo>
                    <a:pt x="914478" y="425927"/>
                  </a:lnTo>
                  <a:lnTo>
                    <a:pt x="844133" y="423775"/>
                  </a:lnTo>
                  <a:lnTo>
                    <a:pt x="773789" y="421610"/>
                  </a:lnTo>
                  <a:lnTo>
                    <a:pt x="703444" y="419432"/>
                  </a:lnTo>
                  <a:lnTo>
                    <a:pt x="633100" y="417240"/>
                  </a:lnTo>
                  <a:lnTo>
                    <a:pt x="562755" y="415036"/>
                  </a:lnTo>
                  <a:lnTo>
                    <a:pt x="492411" y="412818"/>
                  </a:lnTo>
                  <a:lnTo>
                    <a:pt x="422066" y="410587"/>
                  </a:lnTo>
                  <a:lnTo>
                    <a:pt x="351722" y="408342"/>
                  </a:lnTo>
                  <a:lnTo>
                    <a:pt x="281377" y="406084"/>
                  </a:lnTo>
                  <a:lnTo>
                    <a:pt x="211033" y="403813"/>
                  </a:lnTo>
                  <a:lnTo>
                    <a:pt x="140688" y="401527"/>
                  </a:lnTo>
                  <a:lnTo>
                    <a:pt x="70344" y="399228"/>
                  </a:lnTo>
                  <a:lnTo>
                    <a:pt x="0" y="3969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235312" y="4810673"/>
              <a:ext cx="6964104" cy="570028"/>
            </a:xfrm>
            <a:custGeom>
              <a:avLst/>
              <a:pathLst>
                <a:path w="6964104" h="570028">
                  <a:moveTo>
                    <a:pt x="0" y="0"/>
                  </a:moveTo>
                  <a:lnTo>
                    <a:pt x="70344" y="17574"/>
                  </a:lnTo>
                  <a:lnTo>
                    <a:pt x="140688" y="34754"/>
                  </a:lnTo>
                  <a:lnTo>
                    <a:pt x="211033" y="51549"/>
                  </a:lnTo>
                  <a:lnTo>
                    <a:pt x="281377" y="67966"/>
                  </a:lnTo>
                  <a:lnTo>
                    <a:pt x="351722" y="84015"/>
                  </a:lnTo>
                  <a:lnTo>
                    <a:pt x="422066" y="99704"/>
                  </a:lnTo>
                  <a:lnTo>
                    <a:pt x="492411" y="115041"/>
                  </a:lnTo>
                  <a:lnTo>
                    <a:pt x="562755" y="130033"/>
                  </a:lnTo>
                  <a:lnTo>
                    <a:pt x="633100" y="144689"/>
                  </a:lnTo>
                  <a:lnTo>
                    <a:pt x="703444" y="159016"/>
                  </a:lnTo>
                  <a:lnTo>
                    <a:pt x="773789" y="173022"/>
                  </a:lnTo>
                  <a:lnTo>
                    <a:pt x="844133" y="186713"/>
                  </a:lnTo>
                  <a:lnTo>
                    <a:pt x="914478" y="200097"/>
                  </a:lnTo>
                  <a:lnTo>
                    <a:pt x="984822" y="213180"/>
                  </a:lnTo>
                  <a:lnTo>
                    <a:pt x="1055167" y="225970"/>
                  </a:lnTo>
                  <a:lnTo>
                    <a:pt x="1125511" y="238473"/>
                  </a:lnTo>
                  <a:lnTo>
                    <a:pt x="1195856" y="250695"/>
                  </a:lnTo>
                  <a:lnTo>
                    <a:pt x="1266200" y="262642"/>
                  </a:lnTo>
                  <a:lnTo>
                    <a:pt x="1336545" y="274322"/>
                  </a:lnTo>
                  <a:lnTo>
                    <a:pt x="1406889" y="285739"/>
                  </a:lnTo>
                  <a:lnTo>
                    <a:pt x="1477234" y="296901"/>
                  </a:lnTo>
                  <a:lnTo>
                    <a:pt x="1547578" y="307811"/>
                  </a:lnTo>
                  <a:lnTo>
                    <a:pt x="1617923" y="318477"/>
                  </a:lnTo>
                  <a:lnTo>
                    <a:pt x="1688267" y="328903"/>
                  </a:lnTo>
                  <a:lnTo>
                    <a:pt x="1758612" y="339096"/>
                  </a:lnTo>
                  <a:lnTo>
                    <a:pt x="1828956" y="349059"/>
                  </a:lnTo>
                  <a:lnTo>
                    <a:pt x="1899301" y="358799"/>
                  </a:lnTo>
                  <a:lnTo>
                    <a:pt x="1969645" y="368321"/>
                  </a:lnTo>
                  <a:lnTo>
                    <a:pt x="2039990" y="377628"/>
                  </a:lnTo>
                  <a:lnTo>
                    <a:pt x="2110334" y="386727"/>
                  </a:lnTo>
                  <a:lnTo>
                    <a:pt x="2180679" y="395622"/>
                  </a:lnTo>
                  <a:lnTo>
                    <a:pt x="2251023" y="404317"/>
                  </a:lnTo>
                  <a:lnTo>
                    <a:pt x="2321368" y="412816"/>
                  </a:lnTo>
                  <a:lnTo>
                    <a:pt x="2391712" y="421125"/>
                  </a:lnTo>
                  <a:lnTo>
                    <a:pt x="2462057" y="429248"/>
                  </a:lnTo>
                  <a:lnTo>
                    <a:pt x="2532401" y="437188"/>
                  </a:lnTo>
                  <a:lnTo>
                    <a:pt x="2602746" y="444950"/>
                  </a:lnTo>
                  <a:lnTo>
                    <a:pt x="2673090" y="452538"/>
                  </a:lnTo>
                  <a:lnTo>
                    <a:pt x="2743435" y="459955"/>
                  </a:lnTo>
                  <a:lnTo>
                    <a:pt x="2813779" y="467206"/>
                  </a:lnTo>
                  <a:lnTo>
                    <a:pt x="2884124" y="474294"/>
                  </a:lnTo>
                  <a:lnTo>
                    <a:pt x="2954468" y="481224"/>
                  </a:lnTo>
                  <a:lnTo>
                    <a:pt x="3024813" y="484828"/>
                  </a:lnTo>
                  <a:lnTo>
                    <a:pt x="3095157" y="486615"/>
                  </a:lnTo>
                  <a:lnTo>
                    <a:pt x="3165502" y="488390"/>
                  </a:lnTo>
                  <a:lnTo>
                    <a:pt x="3235846" y="490155"/>
                  </a:lnTo>
                  <a:lnTo>
                    <a:pt x="3306191" y="491910"/>
                  </a:lnTo>
                  <a:lnTo>
                    <a:pt x="3376535" y="493654"/>
                  </a:lnTo>
                  <a:lnTo>
                    <a:pt x="3446880" y="495387"/>
                  </a:lnTo>
                  <a:lnTo>
                    <a:pt x="3517224" y="497110"/>
                  </a:lnTo>
                  <a:lnTo>
                    <a:pt x="3587569" y="498823"/>
                  </a:lnTo>
                  <a:lnTo>
                    <a:pt x="3657913" y="500526"/>
                  </a:lnTo>
                  <a:lnTo>
                    <a:pt x="3728257" y="502218"/>
                  </a:lnTo>
                  <a:lnTo>
                    <a:pt x="3798602" y="503900"/>
                  </a:lnTo>
                  <a:lnTo>
                    <a:pt x="3868946" y="505572"/>
                  </a:lnTo>
                  <a:lnTo>
                    <a:pt x="3939291" y="507234"/>
                  </a:lnTo>
                  <a:lnTo>
                    <a:pt x="4009635" y="508886"/>
                  </a:lnTo>
                  <a:lnTo>
                    <a:pt x="4079980" y="510529"/>
                  </a:lnTo>
                  <a:lnTo>
                    <a:pt x="4150324" y="512161"/>
                  </a:lnTo>
                  <a:lnTo>
                    <a:pt x="4220669" y="513784"/>
                  </a:lnTo>
                  <a:lnTo>
                    <a:pt x="4291013" y="515397"/>
                  </a:lnTo>
                  <a:lnTo>
                    <a:pt x="4361358" y="517000"/>
                  </a:lnTo>
                  <a:lnTo>
                    <a:pt x="4431702" y="518593"/>
                  </a:lnTo>
                  <a:lnTo>
                    <a:pt x="4502047" y="520178"/>
                  </a:lnTo>
                  <a:lnTo>
                    <a:pt x="4572391" y="521752"/>
                  </a:lnTo>
                  <a:lnTo>
                    <a:pt x="4642736" y="523317"/>
                  </a:lnTo>
                  <a:lnTo>
                    <a:pt x="4713080" y="524873"/>
                  </a:lnTo>
                  <a:lnTo>
                    <a:pt x="4783425" y="526420"/>
                  </a:lnTo>
                  <a:lnTo>
                    <a:pt x="4853769" y="527957"/>
                  </a:lnTo>
                  <a:lnTo>
                    <a:pt x="4924114" y="529485"/>
                  </a:lnTo>
                  <a:lnTo>
                    <a:pt x="4994458" y="531004"/>
                  </a:lnTo>
                  <a:lnTo>
                    <a:pt x="5064803" y="532513"/>
                  </a:lnTo>
                  <a:lnTo>
                    <a:pt x="5135147" y="534014"/>
                  </a:lnTo>
                  <a:lnTo>
                    <a:pt x="5205492" y="535506"/>
                  </a:lnTo>
                  <a:lnTo>
                    <a:pt x="5275836" y="536988"/>
                  </a:lnTo>
                  <a:lnTo>
                    <a:pt x="5346181" y="538462"/>
                  </a:lnTo>
                  <a:lnTo>
                    <a:pt x="5416525" y="539927"/>
                  </a:lnTo>
                  <a:lnTo>
                    <a:pt x="5486870" y="541384"/>
                  </a:lnTo>
                  <a:lnTo>
                    <a:pt x="5557214" y="542831"/>
                  </a:lnTo>
                  <a:lnTo>
                    <a:pt x="5627559" y="544270"/>
                  </a:lnTo>
                  <a:lnTo>
                    <a:pt x="5697903" y="545700"/>
                  </a:lnTo>
                  <a:lnTo>
                    <a:pt x="5768248" y="547122"/>
                  </a:lnTo>
                  <a:lnTo>
                    <a:pt x="5838592" y="548535"/>
                  </a:lnTo>
                  <a:lnTo>
                    <a:pt x="5908937" y="549940"/>
                  </a:lnTo>
                  <a:lnTo>
                    <a:pt x="5979281" y="551336"/>
                  </a:lnTo>
                  <a:lnTo>
                    <a:pt x="6049626" y="552724"/>
                  </a:lnTo>
                  <a:lnTo>
                    <a:pt x="6119970" y="554104"/>
                  </a:lnTo>
                  <a:lnTo>
                    <a:pt x="6190315" y="555475"/>
                  </a:lnTo>
                  <a:lnTo>
                    <a:pt x="6260659" y="556838"/>
                  </a:lnTo>
                  <a:lnTo>
                    <a:pt x="6331004" y="558193"/>
                  </a:lnTo>
                  <a:lnTo>
                    <a:pt x="6401348" y="559540"/>
                  </a:lnTo>
                  <a:lnTo>
                    <a:pt x="6471693" y="560879"/>
                  </a:lnTo>
                  <a:lnTo>
                    <a:pt x="6542037" y="562209"/>
                  </a:lnTo>
                  <a:lnTo>
                    <a:pt x="6612382" y="563532"/>
                  </a:lnTo>
                  <a:lnTo>
                    <a:pt x="6682726" y="564847"/>
                  </a:lnTo>
                  <a:lnTo>
                    <a:pt x="6753071" y="566154"/>
                  </a:lnTo>
                  <a:lnTo>
                    <a:pt x="6823415" y="567453"/>
                  </a:lnTo>
                  <a:lnTo>
                    <a:pt x="6893760" y="568745"/>
                  </a:lnTo>
                  <a:lnTo>
                    <a:pt x="6964104" y="570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5207588"/>
              <a:ext cx="6964104" cy="303349"/>
            </a:xfrm>
            <a:custGeom>
              <a:avLst/>
              <a:pathLst>
                <a:path w="6964104" h="303349">
                  <a:moveTo>
                    <a:pt x="6964104" y="303349"/>
                  </a:moveTo>
                  <a:lnTo>
                    <a:pt x="6893760" y="301449"/>
                  </a:lnTo>
                  <a:lnTo>
                    <a:pt x="6823415" y="299506"/>
                  </a:lnTo>
                  <a:lnTo>
                    <a:pt x="6753071" y="297518"/>
                  </a:lnTo>
                  <a:lnTo>
                    <a:pt x="6682726" y="295484"/>
                  </a:lnTo>
                  <a:lnTo>
                    <a:pt x="6612382" y="293403"/>
                  </a:lnTo>
                  <a:lnTo>
                    <a:pt x="6542037" y="291275"/>
                  </a:lnTo>
                  <a:lnTo>
                    <a:pt x="6471693" y="289098"/>
                  </a:lnTo>
                  <a:lnTo>
                    <a:pt x="6401348" y="286871"/>
                  </a:lnTo>
                  <a:lnTo>
                    <a:pt x="6331004" y="284593"/>
                  </a:lnTo>
                  <a:lnTo>
                    <a:pt x="6260659" y="282262"/>
                  </a:lnTo>
                  <a:lnTo>
                    <a:pt x="6190315" y="279878"/>
                  </a:lnTo>
                  <a:lnTo>
                    <a:pt x="6119970" y="277439"/>
                  </a:lnTo>
                  <a:lnTo>
                    <a:pt x="6049626" y="274944"/>
                  </a:lnTo>
                  <a:lnTo>
                    <a:pt x="5979281" y="272392"/>
                  </a:lnTo>
                  <a:lnTo>
                    <a:pt x="5908937" y="269782"/>
                  </a:lnTo>
                  <a:lnTo>
                    <a:pt x="5838592" y="267111"/>
                  </a:lnTo>
                  <a:lnTo>
                    <a:pt x="5768248" y="264379"/>
                  </a:lnTo>
                  <a:lnTo>
                    <a:pt x="5697903" y="261584"/>
                  </a:lnTo>
                  <a:lnTo>
                    <a:pt x="5627559" y="258726"/>
                  </a:lnTo>
                  <a:lnTo>
                    <a:pt x="5557214" y="255801"/>
                  </a:lnTo>
                  <a:lnTo>
                    <a:pt x="5486870" y="252809"/>
                  </a:lnTo>
                  <a:lnTo>
                    <a:pt x="5416525" y="249749"/>
                  </a:lnTo>
                  <a:lnTo>
                    <a:pt x="5346181" y="246619"/>
                  </a:lnTo>
                  <a:lnTo>
                    <a:pt x="5275836" y="243416"/>
                  </a:lnTo>
                  <a:lnTo>
                    <a:pt x="5205492" y="240140"/>
                  </a:lnTo>
                  <a:lnTo>
                    <a:pt x="5135147" y="236789"/>
                  </a:lnTo>
                  <a:lnTo>
                    <a:pt x="5064803" y="233361"/>
                  </a:lnTo>
                  <a:lnTo>
                    <a:pt x="4994458" y="229854"/>
                  </a:lnTo>
                  <a:lnTo>
                    <a:pt x="4924114" y="226267"/>
                  </a:lnTo>
                  <a:lnTo>
                    <a:pt x="4853769" y="222597"/>
                  </a:lnTo>
                  <a:lnTo>
                    <a:pt x="4783425" y="218843"/>
                  </a:lnTo>
                  <a:lnTo>
                    <a:pt x="4713080" y="215003"/>
                  </a:lnTo>
                  <a:lnTo>
                    <a:pt x="4642736" y="211074"/>
                  </a:lnTo>
                  <a:lnTo>
                    <a:pt x="4572391" y="207056"/>
                  </a:lnTo>
                  <a:lnTo>
                    <a:pt x="4502047" y="202945"/>
                  </a:lnTo>
                  <a:lnTo>
                    <a:pt x="4431702" y="198740"/>
                  </a:lnTo>
                  <a:lnTo>
                    <a:pt x="4361358" y="194438"/>
                  </a:lnTo>
                  <a:lnTo>
                    <a:pt x="4291013" y="190037"/>
                  </a:lnTo>
                  <a:lnTo>
                    <a:pt x="4220669" y="185536"/>
                  </a:lnTo>
                  <a:lnTo>
                    <a:pt x="4150324" y="180931"/>
                  </a:lnTo>
                  <a:lnTo>
                    <a:pt x="4079980" y="176220"/>
                  </a:lnTo>
                  <a:lnTo>
                    <a:pt x="4009635" y="171402"/>
                  </a:lnTo>
                  <a:lnTo>
                    <a:pt x="3939291" y="166472"/>
                  </a:lnTo>
                  <a:lnTo>
                    <a:pt x="3868946" y="161429"/>
                  </a:lnTo>
                  <a:lnTo>
                    <a:pt x="3798602" y="156271"/>
                  </a:lnTo>
                  <a:lnTo>
                    <a:pt x="3728257" y="150994"/>
                  </a:lnTo>
                  <a:lnTo>
                    <a:pt x="3657913" y="145596"/>
                  </a:lnTo>
                  <a:lnTo>
                    <a:pt x="3587569" y="140074"/>
                  </a:lnTo>
                  <a:lnTo>
                    <a:pt x="3517224" y="134426"/>
                  </a:lnTo>
                  <a:lnTo>
                    <a:pt x="3446880" y="128647"/>
                  </a:lnTo>
                  <a:lnTo>
                    <a:pt x="3376535" y="122736"/>
                  </a:lnTo>
                  <a:lnTo>
                    <a:pt x="3306191" y="116689"/>
                  </a:lnTo>
                  <a:lnTo>
                    <a:pt x="3235846" y="110504"/>
                  </a:lnTo>
                  <a:lnTo>
                    <a:pt x="3165502" y="104176"/>
                  </a:lnTo>
                  <a:lnTo>
                    <a:pt x="3095157" y="97703"/>
                  </a:lnTo>
                  <a:lnTo>
                    <a:pt x="3024813" y="91081"/>
                  </a:lnTo>
                  <a:lnTo>
                    <a:pt x="2954468" y="86116"/>
                  </a:lnTo>
                  <a:lnTo>
                    <a:pt x="2884124" y="84308"/>
                  </a:lnTo>
                  <a:lnTo>
                    <a:pt x="2813779" y="82489"/>
                  </a:lnTo>
                  <a:lnTo>
                    <a:pt x="2743435" y="80659"/>
                  </a:lnTo>
                  <a:lnTo>
                    <a:pt x="2673090" y="78818"/>
                  </a:lnTo>
                  <a:lnTo>
                    <a:pt x="2602746" y="76966"/>
                  </a:lnTo>
                  <a:lnTo>
                    <a:pt x="2532401" y="75103"/>
                  </a:lnTo>
                  <a:lnTo>
                    <a:pt x="2462057" y="73229"/>
                  </a:lnTo>
                  <a:lnTo>
                    <a:pt x="2391712" y="71343"/>
                  </a:lnTo>
                  <a:lnTo>
                    <a:pt x="2321368" y="69446"/>
                  </a:lnTo>
                  <a:lnTo>
                    <a:pt x="2251023" y="67538"/>
                  </a:lnTo>
                  <a:lnTo>
                    <a:pt x="2180679" y="65618"/>
                  </a:lnTo>
                  <a:lnTo>
                    <a:pt x="2110334" y="63686"/>
                  </a:lnTo>
                  <a:lnTo>
                    <a:pt x="2039990" y="61743"/>
                  </a:lnTo>
                  <a:lnTo>
                    <a:pt x="1969645" y="59788"/>
                  </a:lnTo>
                  <a:lnTo>
                    <a:pt x="1899301" y="57822"/>
                  </a:lnTo>
                  <a:lnTo>
                    <a:pt x="1828956" y="55843"/>
                  </a:lnTo>
                  <a:lnTo>
                    <a:pt x="1758612" y="53853"/>
                  </a:lnTo>
                  <a:lnTo>
                    <a:pt x="1688267" y="51850"/>
                  </a:lnTo>
                  <a:lnTo>
                    <a:pt x="1617923" y="49836"/>
                  </a:lnTo>
                  <a:lnTo>
                    <a:pt x="1547578" y="47809"/>
                  </a:lnTo>
                  <a:lnTo>
                    <a:pt x="1477234" y="45771"/>
                  </a:lnTo>
                  <a:lnTo>
                    <a:pt x="1406889" y="43719"/>
                  </a:lnTo>
                  <a:lnTo>
                    <a:pt x="1336545" y="41656"/>
                  </a:lnTo>
                  <a:lnTo>
                    <a:pt x="1266200" y="39580"/>
                  </a:lnTo>
                  <a:lnTo>
                    <a:pt x="1195856" y="37492"/>
                  </a:lnTo>
                  <a:lnTo>
                    <a:pt x="1125511" y="35391"/>
                  </a:lnTo>
                  <a:lnTo>
                    <a:pt x="1055167" y="33277"/>
                  </a:lnTo>
                  <a:lnTo>
                    <a:pt x="984822" y="31151"/>
                  </a:lnTo>
                  <a:lnTo>
                    <a:pt x="914478" y="29011"/>
                  </a:lnTo>
                  <a:lnTo>
                    <a:pt x="844133" y="26859"/>
                  </a:lnTo>
                  <a:lnTo>
                    <a:pt x="773789" y="24694"/>
                  </a:lnTo>
                  <a:lnTo>
                    <a:pt x="703444" y="22516"/>
                  </a:lnTo>
                  <a:lnTo>
                    <a:pt x="633100" y="20325"/>
                  </a:lnTo>
                  <a:lnTo>
                    <a:pt x="562755" y="18120"/>
                  </a:lnTo>
                  <a:lnTo>
                    <a:pt x="492411" y="15903"/>
                  </a:lnTo>
                  <a:lnTo>
                    <a:pt x="422066" y="13671"/>
                  </a:lnTo>
                  <a:lnTo>
                    <a:pt x="351722" y="11427"/>
                  </a:lnTo>
                  <a:lnTo>
                    <a:pt x="281377" y="9169"/>
                  </a:lnTo>
                  <a:lnTo>
                    <a:pt x="211033" y="6897"/>
                  </a:lnTo>
                  <a:lnTo>
                    <a:pt x="140688" y="4612"/>
                  </a:lnTo>
                  <a:lnTo>
                    <a:pt x="70344" y="23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043850"/>
              <a:ext cx="6964104" cy="417080"/>
            </a:xfrm>
            <a:custGeom>
              <a:avLst/>
              <a:pathLst>
                <a:path w="6964104" h="417080">
                  <a:moveTo>
                    <a:pt x="0" y="0"/>
                  </a:moveTo>
                  <a:lnTo>
                    <a:pt x="70344" y="7836"/>
                  </a:lnTo>
                  <a:lnTo>
                    <a:pt x="140688" y="15560"/>
                  </a:lnTo>
                  <a:lnTo>
                    <a:pt x="211033" y="23175"/>
                  </a:lnTo>
                  <a:lnTo>
                    <a:pt x="281377" y="30681"/>
                  </a:lnTo>
                  <a:lnTo>
                    <a:pt x="351722" y="38080"/>
                  </a:lnTo>
                  <a:lnTo>
                    <a:pt x="422066" y="45374"/>
                  </a:lnTo>
                  <a:lnTo>
                    <a:pt x="492411" y="52563"/>
                  </a:lnTo>
                  <a:lnTo>
                    <a:pt x="562755" y="59650"/>
                  </a:lnTo>
                  <a:lnTo>
                    <a:pt x="633100" y="66637"/>
                  </a:lnTo>
                  <a:lnTo>
                    <a:pt x="703444" y="73523"/>
                  </a:lnTo>
                  <a:lnTo>
                    <a:pt x="773789" y="80312"/>
                  </a:lnTo>
                  <a:lnTo>
                    <a:pt x="844133" y="87003"/>
                  </a:lnTo>
                  <a:lnTo>
                    <a:pt x="914478" y="93600"/>
                  </a:lnTo>
                  <a:lnTo>
                    <a:pt x="984822" y="100102"/>
                  </a:lnTo>
                  <a:lnTo>
                    <a:pt x="1055167" y="106512"/>
                  </a:lnTo>
                  <a:lnTo>
                    <a:pt x="1125511" y="112830"/>
                  </a:lnTo>
                  <a:lnTo>
                    <a:pt x="1195856" y="119058"/>
                  </a:lnTo>
                  <a:lnTo>
                    <a:pt x="1266200" y="125198"/>
                  </a:lnTo>
                  <a:lnTo>
                    <a:pt x="1336545" y="131250"/>
                  </a:lnTo>
                  <a:lnTo>
                    <a:pt x="1406889" y="137215"/>
                  </a:lnTo>
                  <a:lnTo>
                    <a:pt x="1477234" y="143096"/>
                  </a:lnTo>
                  <a:lnTo>
                    <a:pt x="1547578" y="148893"/>
                  </a:lnTo>
                  <a:lnTo>
                    <a:pt x="1617923" y="154607"/>
                  </a:lnTo>
                  <a:lnTo>
                    <a:pt x="1688267" y="160240"/>
                  </a:lnTo>
                  <a:lnTo>
                    <a:pt x="1758612" y="165793"/>
                  </a:lnTo>
                  <a:lnTo>
                    <a:pt x="1828956" y="171266"/>
                  </a:lnTo>
                  <a:lnTo>
                    <a:pt x="1899301" y="176662"/>
                  </a:lnTo>
                  <a:lnTo>
                    <a:pt x="1969645" y="181980"/>
                  </a:lnTo>
                  <a:lnTo>
                    <a:pt x="2039990" y="187223"/>
                  </a:lnTo>
                  <a:lnTo>
                    <a:pt x="2110334" y="192391"/>
                  </a:lnTo>
                  <a:lnTo>
                    <a:pt x="2180679" y="197485"/>
                  </a:lnTo>
                  <a:lnTo>
                    <a:pt x="2251023" y="202507"/>
                  </a:lnTo>
                  <a:lnTo>
                    <a:pt x="2321368" y="207457"/>
                  </a:lnTo>
                  <a:lnTo>
                    <a:pt x="2391712" y="212337"/>
                  </a:lnTo>
                  <a:lnTo>
                    <a:pt x="2462057" y="217147"/>
                  </a:lnTo>
                  <a:lnTo>
                    <a:pt x="2532401" y="221888"/>
                  </a:lnTo>
                  <a:lnTo>
                    <a:pt x="2602746" y="226562"/>
                  </a:lnTo>
                  <a:lnTo>
                    <a:pt x="2673090" y="231169"/>
                  </a:lnTo>
                  <a:lnTo>
                    <a:pt x="2743435" y="235711"/>
                  </a:lnTo>
                  <a:lnTo>
                    <a:pt x="2813779" y="240188"/>
                  </a:lnTo>
                  <a:lnTo>
                    <a:pt x="2884124" y="244601"/>
                  </a:lnTo>
                  <a:lnTo>
                    <a:pt x="2954468" y="248951"/>
                  </a:lnTo>
                  <a:lnTo>
                    <a:pt x="3024813" y="253240"/>
                  </a:lnTo>
                  <a:lnTo>
                    <a:pt x="3095157" y="257467"/>
                  </a:lnTo>
                  <a:lnTo>
                    <a:pt x="3165502" y="261634"/>
                  </a:lnTo>
                  <a:lnTo>
                    <a:pt x="3235846" y="265741"/>
                  </a:lnTo>
                  <a:lnTo>
                    <a:pt x="3306191" y="269790"/>
                  </a:lnTo>
                  <a:lnTo>
                    <a:pt x="3376535" y="273781"/>
                  </a:lnTo>
                  <a:lnTo>
                    <a:pt x="3446880" y="277716"/>
                  </a:lnTo>
                  <a:lnTo>
                    <a:pt x="3517224" y="281594"/>
                  </a:lnTo>
                  <a:lnTo>
                    <a:pt x="3587569" y="285417"/>
                  </a:lnTo>
                  <a:lnTo>
                    <a:pt x="3657913" y="289186"/>
                  </a:lnTo>
                  <a:lnTo>
                    <a:pt x="3728257" y="292900"/>
                  </a:lnTo>
                  <a:lnTo>
                    <a:pt x="3798602" y="296562"/>
                  </a:lnTo>
                  <a:lnTo>
                    <a:pt x="3868946" y="300172"/>
                  </a:lnTo>
                  <a:lnTo>
                    <a:pt x="3939291" y="303730"/>
                  </a:lnTo>
                  <a:lnTo>
                    <a:pt x="4009635" y="307238"/>
                  </a:lnTo>
                  <a:lnTo>
                    <a:pt x="4079980" y="310695"/>
                  </a:lnTo>
                  <a:lnTo>
                    <a:pt x="4150324" y="314103"/>
                  </a:lnTo>
                  <a:lnTo>
                    <a:pt x="4220669" y="317463"/>
                  </a:lnTo>
                  <a:lnTo>
                    <a:pt x="4291013" y="320775"/>
                  </a:lnTo>
                  <a:lnTo>
                    <a:pt x="4361358" y="324040"/>
                  </a:lnTo>
                  <a:lnTo>
                    <a:pt x="4431702" y="327258"/>
                  </a:lnTo>
                  <a:lnTo>
                    <a:pt x="4502047" y="330430"/>
                  </a:lnTo>
                  <a:lnTo>
                    <a:pt x="4572391" y="333557"/>
                  </a:lnTo>
                  <a:lnTo>
                    <a:pt x="4642736" y="336639"/>
                  </a:lnTo>
                  <a:lnTo>
                    <a:pt x="4713080" y="339678"/>
                  </a:lnTo>
                  <a:lnTo>
                    <a:pt x="4783425" y="342673"/>
                  </a:lnTo>
                  <a:lnTo>
                    <a:pt x="4853769" y="345625"/>
                  </a:lnTo>
                  <a:lnTo>
                    <a:pt x="4924114" y="348536"/>
                  </a:lnTo>
                  <a:lnTo>
                    <a:pt x="4994458" y="351405"/>
                  </a:lnTo>
                  <a:lnTo>
                    <a:pt x="5064803" y="354233"/>
                  </a:lnTo>
                  <a:lnTo>
                    <a:pt x="5135147" y="357021"/>
                  </a:lnTo>
                  <a:lnTo>
                    <a:pt x="5205492" y="359769"/>
                  </a:lnTo>
                  <a:lnTo>
                    <a:pt x="5275836" y="362477"/>
                  </a:lnTo>
                  <a:lnTo>
                    <a:pt x="5346181" y="365148"/>
                  </a:lnTo>
                  <a:lnTo>
                    <a:pt x="5416525" y="367780"/>
                  </a:lnTo>
                  <a:lnTo>
                    <a:pt x="5486870" y="370375"/>
                  </a:lnTo>
                  <a:lnTo>
                    <a:pt x="5557214" y="372932"/>
                  </a:lnTo>
                  <a:lnTo>
                    <a:pt x="5627559" y="375454"/>
                  </a:lnTo>
                  <a:lnTo>
                    <a:pt x="5697903" y="377939"/>
                  </a:lnTo>
                  <a:lnTo>
                    <a:pt x="5768248" y="380389"/>
                  </a:lnTo>
                  <a:lnTo>
                    <a:pt x="5838592" y="382804"/>
                  </a:lnTo>
                  <a:lnTo>
                    <a:pt x="5908937" y="385184"/>
                  </a:lnTo>
                  <a:lnTo>
                    <a:pt x="5979281" y="387531"/>
                  </a:lnTo>
                  <a:lnTo>
                    <a:pt x="6049626" y="389844"/>
                  </a:lnTo>
                  <a:lnTo>
                    <a:pt x="6119970" y="392124"/>
                  </a:lnTo>
                  <a:lnTo>
                    <a:pt x="6190315" y="394372"/>
                  </a:lnTo>
                  <a:lnTo>
                    <a:pt x="6260659" y="396588"/>
                  </a:lnTo>
                  <a:lnTo>
                    <a:pt x="6331004" y="398772"/>
                  </a:lnTo>
                  <a:lnTo>
                    <a:pt x="6401348" y="400925"/>
                  </a:lnTo>
                  <a:lnTo>
                    <a:pt x="6471693" y="403047"/>
                  </a:lnTo>
                  <a:lnTo>
                    <a:pt x="6542037" y="405139"/>
                  </a:lnTo>
                  <a:lnTo>
                    <a:pt x="6612382" y="407201"/>
                  </a:lnTo>
                  <a:lnTo>
                    <a:pt x="6682726" y="409234"/>
                  </a:lnTo>
                  <a:lnTo>
                    <a:pt x="6753071" y="411238"/>
                  </a:lnTo>
                  <a:lnTo>
                    <a:pt x="6823415" y="413213"/>
                  </a:lnTo>
                  <a:lnTo>
                    <a:pt x="6893760" y="415161"/>
                  </a:lnTo>
                  <a:lnTo>
                    <a:pt x="6964104" y="4170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2026-07-22T07:54:44Z</dcterms:modified>
  <cp:category/>
</cp:coreProperties>
</file>