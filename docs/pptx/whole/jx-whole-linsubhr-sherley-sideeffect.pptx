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235830" cy="3312954"/>
            </a:xfrm>
            <a:custGeom>
              <a:avLst/>
              <a:pathLst>
                <a:path w="7235830" h="3312954">
                  <a:moveTo>
                    <a:pt x="15351" y="0"/>
                  </a:moveTo>
                  <a:lnTo>
                    <a:pt x="81107" y="94518"/>
                  </a:lnTo>
                  <a:lnTo>
                    <a:pt x="154867" y="197325"/>
                  </a:lnTo>
                  <a:lnTo>
                    <a:pt x="228627" y="297014"/>
                  </a:lnTo>
                  <a:lnTo>
                    <a:pt x="302387" y="393679"/>
                  </a:lnTo>
                  <a:lnTo>
                    <a:pt x="376147" y="487412"/>
                  </a:lnTo>
                  <a:lnTo>
                    <a:pt x="449907" y="578301"/>
                  </a:lnTo>
                  <a:lnTo>
                    <a:pt x="523667" y="666434"/>
                  </a:lnTo>
                  <a:lnTo>
                    <a:pt x="597427" y="751893"/>
                  </a:lnTo>
                  <a:lnTo>
                    <a:pt x="671187" y="834760"/>
                  </a:lnTo>
                  <a:lnTo>
                    <a:pt x="744947" y="915113"/>
                  </a:lnTo>
                  <a:lnTo>
                    <a:pt x="818707" y="993029"/>
                  </a:lnTo>
                  <a:lnTo>
                    <a:pt x="892467" y="1068581"/>
                  </a:lnTo>
                  <a:lnTo>
                    <a:pt x="966227" y="1141842"/>
                  </a:lnTo>
                  <a:lnTo>
                    <a:pt x="1039987" y="1212880"/>
                  </a:lnTo>
                  <a:lnTo>
                    <a:pt x="1113747" y="1281764"/>
                  </a:lnTo>
                  <a:lnTo>
                    <a:pt x="1187508" y="1348558"/>
                  </a:lnTo>
                  <a:lnTo>
                    <a:pt x="1261268" y="1413326"/>
                  </a:lnTo>
                  <a:lnTo>
                    <a:pt x="1335028" y="1476129"/>
                  </a:lnTo>
                  <a:lnTo>
                    <a:pt x="1408788" y="1537027"/>
                  </a:lnTo>
                  <a:lnTo>
                    <a:pt x="1482548" y="1596078"/>
                  </a:lnTo>
                  <a:lnTo>
                    <a:pt x="1556308" y="1653338"/>
                  </a:lnTo>
                  <a:lnTo>
                    <a:pt x="1630068" y="1708861"/>
                  </a:lnTo>
                  <a:lnTo>
                    <a:pt x="1703828" y="1762699"/>
                  </a:lnTo>
                  <a:lnTo>
                    <a:pt x="1777588" y="1814905"/>
                  </a:lnTo>
                  <a:lnTo>
                    <a:pt x="1851348" y="1865527"/>
                  </a:lnTo>
                  <a:lnTo>
                    <a:pt x="1925108" y="1914613"/>
                  </a:lnTo>
                  <a:lnTo>
                    <a:pt x="1998868" y="1962210"/>
                  </a:lnTo>
                  <a:lnTo>
                    <a:pt x="2072628" y="2008364"/>
                  </a:lnTo>
                  <a:lnTo>
                    <a:pt x="2146388" y="2053118"/>
                  </a:lnTo>
                  <a:lnTo>
                    <a:pt x="2220148" y="2096514"/>
                  </a:lnTo>
                  <a:lnTo>
                    <a:pt x="2293908" y="2138593"/>
                  </a:lnTo>
                  <a:lnTo>
                    <a:pt x="2367668" y="2179397"/>
                  </a:lnTo>
                  <a:lnTo>
                    <a:pt x="2441428" y="2218962"/>
                  </a:lnTo>
                  <a:lnTo>
                    <a:pt x="2515188" y="2257328"/>
                  </a:lnTo>
                  <a:lnTo>
                    <a:pt x="2588948" y="2294529"/>
                  </a:lnTo>
                  <a:lnTo>
                    <a:pt x="2662708" y="2330603"/>
                  </a:lnTo>
                  <a:lnTo>
                    <a:pt x="2736468" y="2365582"/>
                  </a:lnTo>
                  <a:lnTo>
                    <a:pt x="2810228" y="2399500"/>
                  </a:lnTo>
                  <a:lnTo>
                    <a:pt x="2883988" y="2432389"/>
                  </a:lnTo>
                  <a:lnTo>
                    <a:pt x="2957748" y="2464280"/>
                  </a:lnTo>
                  <a:lnTo>
                    <a:pt x="3031508" y="2495204"/>
                  </a:lnTo>
                  <a:lnTo>
                    <a:pt x="3105268" y="2525190"/>
                  </a:lnTo>
                  <a:lnTo>
                    <a:pt x="3179028" y="2554267"/>
                  </a:lnTo>
                  <a:lnTo>
                    <a:pt x="3252788" y="2582461"/>
                  </a:lnTo>
                  <a:lnTo>
                    <a:pt x="3326548" y="2609800"/>
                  </a:lnTo>
                  <a:lnTo>
                    <a:pt x="3400308" y="2636310"/>
                  </a:lnTo>
                  <a:lnTo>
                    <a:pt x="3474068" y="2658017"/>
                  </a:lnTo>
                  <a:lnTo>
                    <a:pt x="3547828" y="2670179"/>
                  </a:lnTo>
                  <a:lnTo>
                    <a:pt x="3621588" y="2682162"/>
                  </a:lnTo>
                  <a:lnTo>
                    <a:pt x="3695348" y="2693968"/>
                  </a:lnTo>
                  <a:lnTo>
                    <a:pt x="3769108" y="2705600"/>
                  </a:lnTo>
                  <a:lnTo>
                    <a:pt x="3842868" y="2717062"/>
                  </a:lnTo>
                  <a:lnTo>
                    <a:pt x="3916628" y="2728354"/>
                  </a:lnTo>
                  <a:lnTo>
                    <a:pt x="3990388" y="2739480"/>
                  </a:lnTo>
                  <a:lnTo>
                    <a:pt x="4064149" y="2750442"/>
                  </a:lnTo>
                  <a:lnTo>
                    <a:pt x="4137909" y="2761242"/>
                  </a:lnTo>
                  <a:lnTo>
                    <a:pt x="4211669" y="2771884"/>
                  </a:lnTo>
                  <a:lnTo>
                    <a:pt x="4285429" y="2782369"/>
                  </a:lnTo>
                  <a:lnTo>
                    <a:pt x="4359189" y="2792699"/>
                  </a:lnTo>
                  <a:lnTo>
                    <a:pt x="4432949" y="2802877"/>
                  </a:lnTo>
                  <a:lnTo>
                    <a:pt x="4506709" y="2812906"/>
                  </a:lnTo>
                  <a:lnTo>
                    <a:pt x="4580469" y="2822786"/>
                  </a:lnTo>
                  <a:lnTo>
                    <a:pt x="4654229" y="2832521"/>
                  </a:lnTo>
                  <a:lnTo>
                    <a:pt x="4727989" y="2842113"/>
                  </a:lnTo>
                  <a:lnTo>
                    <a:pt x="4801749" y="2851564"/>
                  </a:lnTo>
                  <a:lnTo>
                    <a:pt x="4875509" y="2860875"/>
                  </a:lnTo>
                  <a:lnTo>
                    <a:pt x="4949269" y="2870049"/>
                  </a:lnTo>
                  <a:lnTo>
                    <a:pt x="5023029" y="2879088"/>
                  </a:lnTo>
                  <a:lnTo>
                    <a:pt x="5096789" y="2887994"/>
                  </a:lnTo>
                  <a:lnTo>
                    <a:pt x="5170549" y="2896768"/>
                  </a:lnTo>
                  <a:lnTo>
                    <a:pt x="5244309" y="2905414"/>
                  </a:lnTo>
                  <a:lnTo>
                    <a:pt x="5318069" y="2913932"/>
                  </a:lnTo>
                  <a:lnTo>
                    <a:pt x="5391829" y="2922325"/>
                  </a:lnTo>
                  <a:lnTo>
                    <a:pt x="5465589" y="2930594"/>
                  </a:lnTo>
                  <a:lnTo>
                    <a:pt x="5539349" y="2938741"/>
                  </a:lnTo>
                  <a:lnTo>
                    <a:pt x="5613109" y="2946768"/>
                  </a:lnTo>
                  <a:lnTo>
                    <a:pt x="5686869" y="2954677"/>
                  </a:lnTo>
                  <a:lnTo>
                    <a:pt x="5760629" y="2962469"/>
                  </a:lnTo>
                  <a:lnTo>
                    <a:pt x="5834389" y="2970147"/>
                  </a:lnTo>
                  <a:lnTo>
                    <a:pt x="5908149" y="2977712"/>
                  </a:lnTo>
                  <a:lnTo>
                    <a:pt x="5981909" y="2985165"/>
                  </a:lnTo>
                  <a:lnTo>
                    <a:pt x="6055669" y="2992509"/>
                  </a:lnTo>
                  <a:lnTo>
                    <a:pt x="6129429" y="2999744"/>
                  </a:lnTo>
                  <a:lnTo>
                    <a:pt x="6203189" y="3006873"/>
                  </a:lnTo>
                  <a:lnTo>
                    <a:pt x="6276949" y="3013896"/>
                  </a:lnTo>
                  <a:lnTo>
                    <a:pt x="6350709" y="3020817"/>
                  </a:lnTo>
                  <a:lnTo>
                    <a:pt x="6424469" y="3027635"/>
                  </a:lnTo>
                  <a:lnTo>
                    <a:pt x="6498229" y="3034353"/>
                  </a:lnTo>
                  <a:lnTo>
                    <a:pt x="6571989" y="3040972"/>
                  </a:lnTo>
                  <a:lnTo>
                    <a:pt x="6645749" y="3047493"/>
                  </a:lnTo>
                  <a:lnTo>
                    <a:pt x="6719509" y="3053919"/>
                  </a:lnTo>
                  <a:lnTo>
                    <a:pt x="6793269" y="3060250"/>
                  </a:lnTo>
                  <a:lnTo>
                    <a:pt x="6867029" y="3066487"/>
                  </a:lnTo>
                  <a:lnTo>
                    <a:pt x="6940789" y="3072633"/>
                  </a:lnTo>
                  <a:lnTo>
                    <a:pt x="7014550" y="3078688"/>
                  </a:lnTo>
                  <a:lnTo>
                    <a:pt x="7088310" y="3084654"/>
                  </a:lnTo>
                  <a:lnTo>
                    <a:pt x="7162070" y="3090532"/>
                  </a:lnTo>
                  <a:lnTo>
                    <a:pt x="7235830" y="3096324"/>
                  </a:lnTo>
                  <a:lnTo>
                    <a:pt x="7235830" y="3312954"/>
                  </a:lnTo>
                  <a:lnTo>
                    <a:pt x="7162070" y="3307611"/>
                  </a:lnTo>
                  <a:lnTo>
                    <a:pt x="7088310" y="3302101"/>
                  </a:lnTo>
                  <a:lnTo>
                    <a:pt x="7014550" y="3296418"/>
                  </a:lnTo>
                  <a:lnTo>
                    <a:pt x="6940789" y="3290558"/>
                  </a:lnTo>
                  <a:lnTo>
                    <a:pt x="6867029" y="3284515"/>
                  </a:lnTo>
                  <a:lnTo>
                    <a:pt x="6793269" y="3278282"/>
                  </a:lnTo>
                  <a:lnTo>
                    <a:pt x="6719509" y="3271855"/>
                  </a:lnTo>
                  <a:lnTo>
                    <a:pt x="6645749" y="3265227"/>
                  </a:lnTo>
                  <a:lnTo>
                    <a:pt x="6571989" y="3258391"/>
                  </a:lnTo>
                  <a:lnTo>
                    <a:pt x="6498229" y="3251341"/>
                  </a:lnTo>
                  <a:lnTo>
                    <a:pt x="6424469" y="3244071"/>
                  </a:lnTo>
                  <a:lnTo>
                    <a:pt x="6350709" y="3236573"/>
                  </a:lnTo>
                  <a:lnTo>
                    <a:pt x="6276949" y="3228841"/>
                  </a:lnTo>
                  <a:lnTo>
                    <a:pt x="6203189" y="3220867"/>
                  </a:lnTo>
                  <a:lnTo>
                    <a:pt x="6129429" y="3212643"/>
                  </a:lnTo>
                  <a:lnTo>
                    <a:pt x="6055669" y="3204163"/>
                  </a:lnTo>
                  <a:lnTo>
                    <a:pt x="5981909" y="3195417"/>
                  </a:lnTo>
                  <a:lnTo>
                    <a:pt x="5908149" y="3186397"/>
                  </a:lnTo>
                  <a:lnTo>
                    <a:pt x="5834389" y="3177095"/>
                  </a:lnTo>
                  <a:lnTo>
                    <a:pt x="5760629" y="3167502"/>
                  </a:lnTo>
                  <a:lnTo>
                    <a:pt x="5686869" y="3157609"/>
                  </a:lnTo>
                  <a:lnTo>
                    <a:pt x="5613109" y="3147407"/>
                  </a:lnTo>
                  <a:lnTo>
                    <a:pt x="5539349" y="3136885"/>
                  </a:lnTo>
                  <a:lnTo>
                    <a:pt x="5465589" y="3126035"/>
                  </a:lnTo>
                  <a:lnTo>
                    <a:pt x="5391829" y="3114845"/>
                  </a:lnTo>
                  <a:lnTo>
                    <a:pt x="5318069" y="3103304"/>
                  </a:lnTo>
                  <a:lnTo>
                    <a:pt x="5244309" y="3091403"/>
                  </a:lnTo>
                  <a:lnTo>
                    <a:pt x="5170549" y="3079130"/>
                  </a:lnTo>
                  <a:lnTo>
                    <a:pt x="5096789" y="3066472"/>
                  </a:lnTo>
                  <a:lnTo>
                    <a:pt x="5023029" y="3053419"/>
                  </a:lnTo>
                  <a:lnTo>
                    <a:pt x="4949269" y="3039957"/>
                  </a:lnTo>
                  <a:lnTo>
                    <a:pt x="4875509" y="3026074"/>
                  </a:lnTo>
                  <a:lnTo>
                    <a:pt x="4801749" y="3011757"/>
                  </a:lnTo>
                  <a:lnTo>
                    <a:pt x="4727989" y="2996992"/>
                  </a:lnTo>
                  <a:lnTo>
                    <a:pt x="4654229" y="2981766"/>
                  </a:lnTo>
                  <a:lnTo>
                    <a:pt x="4580469" y="2966062"/>
                  </a:lnTo>
                  <a:lnTo>
                    <a:pt x="4506709" y="2949868"/>
                  </a:lnTo>
                  <a:lnTo>
                    <a:pt x="4432949" y="2933167"/>
                  </a:lnTo>
                  <a:lnTo>
                    <a:pt x="4359189" y="2915943"/>
                  </a:lnTo>
                  <a:lnTo>
                    <a:pt x="4285429" y="2898181"/>
                  </a:lnTo>
                  <a:lnTo>
                    <a:pt x="4211669" y="2879863"/>
                  </a:lnTo>
                  <a:lnTo>
                    <a:pt x="4137909" y="2860972"/>
                  </a:lnTo>
                  <a:lnTo>
                    <a:pt x="4064149" y="2841490"/>
                  </a:lnTo>
                  <a:lnTo>
                    <a:pt x="3990388" y="2821399"/>
                  </a:lnTo>
                  <a:lnTo>
                    <a:pt x="3916628" y="2800679"/>
                  </a:lnTo>
                  <a:lnTo>
                    <a:pt x="3842868" y="2779311"/>
                  </a:lnTo>
                  <a:lnTo>
                    <a:pt x="3769108" y="2757274"/>
                  </a:lnTo>
                  <a:lnTo>
                    <a:pt x="3695348" y="2734549"/>
                  </a:lnTo>
                  <a:lnTo>
                    <a:pt x="3621588" y="2711112"/>
                  </a:lnTo>
                  <a:lnTo>
                    <a:pt x="3547828" y="2686942"/>
                  </a:lnTo>
                  <a:lnTo>
                    <a:pt x="3474068" y="2662016"/>
                  </a:lnTo>
                  <a:lnTo>
                    <a:pt x="3400308" y="2645673"/>
                  </a:lnTo>
                  <a:lnTo>
                    <a:pt x="3326548" y="2633145"/>
                  </a:lnTo>
                  <a:lnTo>
                    <a:pt x="3252788" y="2620429"/>
                  </a:lnTo>
                  <a:lnTo>
                    <a:pt x="3179028" y="2607524"/>
                  </a:lnTo>
                  <a:lnTo>
                    <a:pt x="3105268" y="2594425"/>
                  </a:lnTo>
                  <a:lnTo>
                    <a:pt x="3031508" y="2581131"/>
                  </a:lnTo>
                  <a:lnTo>
                    <a:pt x="2957748" y="2567638"/>
                  </a:lnTo>
                  <a:lnTo>
                    <a:pt x="2883988" y="2553943"/>
                  </a:lnTo>
                  <a:lnTo>
                    <a:pt x="2810228" y="2540044"/>
                  </a:lnTo>
                  <a:lnTo>
                    <a:pt x="2736468" y="2525936"/>
                  </a:lnTo>
                  <a:lnTo>
                    <a:pt x="2662708" y="2511618"/>
                  </a:lnTo>
                  <a:lnTo>
                    <a:pt x="2588948" y="2497086"/>
                  </a:lnTo>
                  <a:lnTo>
                    <a:pt x="2515188" y="2482336"/>
                  </a:lnTo>
                  <a:lnTo>
                    <a:pt x="2441428" y="2467366"/>
                  </a:lnTo>
                  <a:lnTo>
                    <a:pt x="2367668" y="2452173"/>
                  </a:lnTo>
                  <a:lnTo>
                    <a:pt x="2293908" y="2436752"/>
                  </a:lnTo>
                  <a:lnTo>
                    <a:pt x="2220148" y="2421100"/>
                  </a:lnTo>
                  <a:lnTo>
                    <a:pt x="2146388" y="2405215"/>
                  </a:lnTo>
                  <a:lnTo>
                    <a:pt x="2072628" y="2389092"/>
                  </a:lnTo>
                  <a:lnTo>
                    <a:pt x="1998868" y="2372728"/>
                  </a:lnTo>
                  <a:lnTo>
                    <a:pt x="1925108" y="2356120"/>
                  </a:lnTo>
                  <a:lnTo>
                    <a:pt x="1851348" y="2339263"/>
                  </a:lnTo>
                  <a:lnTo>
                    <a:pt x="1777588" y="2322154"/>
                  </a:lnTo>
                  <a:lnTo>
                    <a:pt x="1703828" y="2304790"/>
                  </a:lnTo>
                  <a:lnTo>
                    <a:pt x="1630068" y="2287166"/>
                  </a:lnTo>
                  <a:lnTo>
                    <a:pt x="1556308" y="2269278"/>
                  </a:lnTo>
                  <a:lnTo>
                    <a:pt x="1482548" y="2251123"/>
                  </a:lnTo>
                  <a:lnTo>
                    <a:pt x="1408788" y="2232697"/>
                  </a:lnTo>
                  <a:lnTo>
                    <a:pt x="1335028" y="2213995"/>
                  </a:lnTo>
                  <a:lnTo>
                    <a:pt x="1261268" y="2195014"/>
                  </a:lnTo>
                  <a:lnTo>
                    <a:pt x="1187508" y="2175749"/>
                  </a:lnTo>
                  <a:lnTo>
                    <a:pt x="1113747" y="2156195"/>
                  </a:lnTo>
                  <a:lnTo>
                    <a:pt x="1039987" y="2136350"/>
                  </a:lnTo>
                  <a:lnTo>
                    <a:pt x="966227" y="2116208"/>
                  </a:lnTo>
                  <a:lnTo>
                    <a:pt x="892467" y="2095765"/>
                  </a:lnTo>
                  <a:lnTo>
                    <a:pt x="818707" y="2075016"/>
                  </a:lnTo>
                  <a:lnTo>
                    <a:pt x="744947" y="2053957"/>
                  </a:lnTo>
                  <a:lnTo>
                    <a:pt x="671187" y="2032583"/>
                  </a:lnTo>
                  <a:lnTo>
                    <a:pt x="597427" y="2010890"/>
                  </a:lnTo>
                  <a:lnTo>
                    <a:pt x="523667" y="1988873"/>
                  </a:lnTo>
                  <a:lnTo>
                    <a:pt x="449907" y="1966526"/>
                  </a:lnTo>
                  <a:lnTo>
                    <a:pt x="376147" y="1943845"/>
                  </a:lnTo>
                  <a:lnTo>
                    <a:pt x="302387" y="1920825"/>
                  </a:lnTo>
                  <a:lnTo>
                    <a:pt x="228627" y="1897461"/>
                  </a:lnTo>
                  <a:lnTo>
                    <a:pt x="154867" y="1873748"/>
                  </a:lnTo>
                  <a:lnTo>
                    <a:pt x="81107" y="1849680"/>
                  </a:lnTo>
                  <a:lnTo>
                    <a:pt x="7347" y="1825253"/>
                  </a:lnTo>
                  <a:lnTo>
                    <a:pt x="0" y="18227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32869" y="2073503"/>
              <a:ext cx="7220478" cy="3096324"/>
            </a:xfrm>
            <a:custGeom>
              <a:avLst/>
              <a:pathLst>
                <a:path w="7220478" h="3096324">
                  <a:moveTo>
                    <a:pt x="0" y="0"/>
                  </a:moveTo>
                  <a:lnTo>
                    <a:pt x="65755" y="94518"/>
                  </a:lnTo>
                  <a:lnTo>
                    <a:pt x="139515" y="197325"/>
                  </a:lnTo>
                  <a:lnTo>
                    <a:pt x="213275" y="297014"/>
                  </a:lnTo>
                  <a:lnTo>
                    <a:pt x="287035" y="393679"/>
                  </a:lnTo>
                  <a:lnTo>
                    <a:pt x="360795" y="487412"/>
                  </a:lnTo>
                  <a:lnTo>
                    <a:pt x="434555" y="578301"/>
                  </a:lnTo>
                  <a:lnTo>
                    <a:pt x="508316" y="666434"/>
                  </a:lnTo>
                  <a:lnTo>
                    <a:pt x="582076" y="751893"/>
                  </a:lnTo>
                  <a:lnTo>
                    <a:pt x="655836" y="834760"/>
                  </a:lnTo>
                  <a:lnTo>
                    <a:pt x="729596" y="915113"/>
                  </a:lnTo>
                  <a:lnTo>
                    <a:pt x="803356" y="993029"/>
                  </a:lnTo>
                  <a:lnTo>
                    <a:pt x="877116" y="1068581"/>
                  </a:lnTo>
                  <a:lnTo>
                    <a:pt x="950876" y="1141842"/>
                  </a:lnTo>
                  <a:lnTo>
                    <a:pt x="1024636" y="1212880"/>
                  </a:lnTo>
                  <a:lnTo>
                    <a:pt x="1098396" y="1281764"/>
                  </a:lnTo>
                  <a:lnTo>
                    <a:pt x="1172156" y="1348558"/>
                  </a:lnTo>
                  <a:lnTo>
                    <a:pt x="1245916" y="1413326"/>
                  </a:lnTo>
                  <a:lnTo>
                    <a:pt x="1319676" y="1476129"/>
                  </a:lnTo>
                  <a:lnTo>
                    <a:pt x="1393436" y="1537027"/>
                  </a:lnTo>
                  <a:lnTo>
                    <a:pt x="1467196" y="1596078"/>
                  </a:lnTo>
                  <a:lnTo>
                    <a:pt x="1540956" y="1653338"/>
                  </a:lnTo>
                  <a:lnTo>
                    <a:pt x="1614716" y="1708861"/>
                  </a:lnTo>
                  <a:lnTo>
                    <a:pt x="1688476" y="1762699"/>
                  </a:lnTo>
                  <a:lnTo>
                    <a:pt x="1762236" y="1814905"/>
                  </a:lnTo>
                  <a:lnTo>
                    <a:pt x="1835996" y="1865527"/>
                  </a:lnTo>
                  <a:lnTo>
                    <a:pt x="1909756" y="1914613"/>
                  </a:lnTo>
                  <a:lnTo>
                    <a:pt x="1983516" y="1962210"/>
                  </a:lnTo>
                  <a:lnTo>
                    <a:pt x="2057276" y="2008364"/>
                  </a:lnTo>
                  <a:lnTo>
                    <a:pt x="2131036" y="2053118"/>
                  </a:lnTo>
                  <a:lnTo>
                    <a:pt x="2204796" y="2096514"/>
                  </a:lnTo>
                  <a:lnTo>
                    <a:pt x="2278556" y="2138593"/>
                  </a:lnTo>
                  <a:lnTo>
                    <a:pt x="2352316" y="2179397"/>
                  </a:lnTo>
                  <a:lnTo>
                    <a:pt x="2426076" y="2218962"/>
                  </a:lnTo>
                  <a:lnTo>
                    <a:pt x="2499836" y="2257328"/>
                  </a:lnTo>
                  <a:lnTo>
                    <a:pt x="2573596" y="2294529"/>
                  </a:lnTo>
                  <a:lnTo>
                    <a:pt x="2647356" y="2330603"/>
                  </a:lnTo>
                  <a:lnTo>
                    <a:pt x="2721116" y="2365582"/>
                  </a:lnTo>
                  <a:lnTo>
                    <a:pt x="2794876" y="2399500"/>
                  </a:lnTo>
                  <a:lnTo>
                    <a:pt x="2868636" y="2432389"/>
                  </a:lnTo>
                  <a:lnTo>
                    <a:pt x="2942396" y="2464280"/>
                  </a:lnTo>
                  <a:lnTo>
                    <a:pt x="3016156" y="2495204"/>
                  </a:lnTo>
                  <a:lnTo>
                    <a:pt x="3089916" y="2525190"/>
                  </a:lnTo>
                  <a:lnTo>
                    <a:pt x="3163676" y="2554267"/>
                  </a:lnTo>
                  <a:lnTo>
                    <a:pt x="3237436" y="2582461"/>
                  </a:lnTo>
                  <a:lnTo>
                    <a:pt x="3311196" y="2609800"/>
                  </a:lnTo>
                  <a:lnTo>
                    <a:pt x="3384956" y="2636310"/>
                  </a:lnTo>
                  <a:lnTo>
                    <a:pt x="3458717" y="2658017"/>
                  </a:lnTo>
                  <a:lnTo>
                    <a:pt x="3532477" y="2670179"/>
                  </a:lnTo>
                  <a:lnTo>
                    <a:pt x="3606237" y="2682162"/>
                  </a:lnTo>
                  <a:lnTo>
                    <a:pt x="3679997" y="2693968"/>
                  </a:lnTo>
                  <a:lnTo>
                    <a:pt x="3753757" y="2705600"/>
                  </a:lnTo>
                  <a:lnTo>
                    <a:pt x="3827517" y="2717062"/>
                  </a:lnTo>
                  <a:lnTo>
                    <a:pt x="3901277" y="2728354"/>
                  </a:lnTo>
                  <a:lnTo>
                    <a:pt x="3975037" y="2739480"/>
                  </a:lnTo>
                  <a:lnTo>
                    <a:pt x="4048797" y="2750442"/>
                  </a:lnTo>
                  <a:lnTo>
                    <a:pt x="4122557" y="2761242"/>
                  </a:lnTo>
                  <a:lnTo>
                    <a:pt x="4196317" y="2771884"/>
                  </a:lnTo>
                  <a:lnTo>
                    <a:pt x="4270077" y="2782369"/>
                  </a:lnTo>
                  <a:lnTo>
                    <a:pt x="4343837" y="2792699"/>
                  </a:lnTo>
                  <a:lnTo>
                    <a:pt x="4417597" y="2802877"/>
                  </a:lnTo>
                  <a:lnTo>
                    <a:pt x="4491357" y="2812906"/>
                  </a:lnTo>
                  <a:lnTo>
                    <a:pt x="4565117" y="2822786"/>
                  </a:lnTo>
                  <a:lnTo>
                    <a:pt x="4638877" y="2832521"/>
                  </a:lnTo>
                  <a:lnTo>
                    <a:pt x="4712637" y="2842113"/>
                  </a:lnTo>
                  <a:lnTo>
                    <a:pt x="4786397" y="2851564"/>
                  </a:lnTo>
                  <a:lnTo>
                    <a:pt x="4860157" y="2860875"/>
                  </a:lnTo>
                  <a:lnTo>
                    <a:pt x="4933917" y="2870049"/>
                  </a:lnTo>
                  <a:lnTo>
                    <a:pt x="5007677" y="2879088"/>
                  </a:lnTo>
                  <a:lnTo>
                    <a:pt x="5081437" y="2887994"/>
                  </a:lnTo>
                  <a:lnTo>
                    <a:pt x="5155197" y="2896768"/>
                  </a:lnTo>
                  <a:lnTo>
                    <a:pt x="5228957" y="2905414"/>
                  </a:lnTo>
                  <a:lnTo>
                    <a:pt x="5302717" y="2913932"/>
                  </a:lnTo>
                  <a:lnTo>
                    <a:pt x="5376477" y="2922325"/>
                  </a:lnTo>
                  <a:lnTo>
                    <a:pt x="5450237" y="2930594"/>
                  </a:lnTo>
                  <a:lnTo>
                    <a:pt x="5523997" y="2938741"/>
                  </a:lnTo>
                  <a:lnTo>
                    <a:pt x="5597757" y="2946768"/>
                  </a:lnTo>
                  <a:lnTo>
                    <a:pt x="5671517" y="2954677"/>
                  </a:lnTo>
                  <a:lnTo>
                    <a:pt x="5745277" y="2962469"/>
                  </a:lnTo>
                  <a:lnTo>
                    <a:pt x="5819037" y="2970147"/>
                  </a:lnTo>
                  <a:lnTo>
                    <a:pt x="5892797" y="2977712"/>
                  </a:lnTo>
                  <a:lnTo>
                    <a:pt x="5966557" y="2985165"/>
                  </a:lnTo>
                  <a:lnTo>
                    <a:pt x="6040317" y="2992509"/>
                  </a:lnTo>
                  <a:lnTo>
                    <a:pt x="6114077" y="2999744"/>
                  </a:lnTo>
                  <a:lnTo>
                    <a:pt x="6187837" y="3006873"/>
                  </a:lnTo>
                  <a:lnTo>
                    <a:pt x="6261597" y="3013896"/>
                  </a:lnTo>
                  <a:lnTo>
                    <a:pt x="6335358" y="3020817"/>
                  </a:lnTo>
                  <a:lnTo>
                    <a:pt x="6409118" y="3027635"/>
                  </a:lnTo>
                  <a:lnTo>
                    <a:pt x="6482878" y="3034353"/>
                  </a:lnTo>
                  <a:lnTo>
                    <a:pt x="6556638" y="3040972"/>
                  </a:lnTo>
                  <a:lnTo>
                    <a:pt x="6630398" y="3047493"/>
                  </a:lnTo>
                  <a:lnTo>
                    <a:pt x="6704158" y="3053919"/>
                  </a:lnTo>
                  <a:lnTo>
                    <a:pt x="6777918" y="3060250"/>
                  </a:lnTo>
                  <a:lnTo>
                    <a:pt x="6851678" y="3066487"/>
                  </a:lnTo>
                  <a:lnTo>
                    <a:pt x="6925438" y="3072633"/>
                  </a:lnTo>
                  <a:lnTo>
                    <a:pt x="6999198" y="3078688"/>
                  </a:lnTo>
                  <a:lnTo>
                    <a:pt x="7072958" y="3084654"/>
                  </a:lnTo>
                  <a:lnTo>
                    <a:pt x="7146718" y="3090532"/>
                  </a:lnTo>
                  <a:lnTo>
                    <a:pt x="7220478" y="30963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896286"/>
              <a:ext cx="7235830" cy="1490170"/>
            </a:xfrm>
            <a:custGeom>
              <a:avLst/>
              <a:pathLst>
                <a:path w="7235830" h="1490170">
                  <a:moveTo>
                    <a:pt x="7235830" y="1490170"/>
                  </a:moveTo>
                  <a:lnTo>
                    <a:pt x="7162070" y="1484827"/>
                  </a:lnTo>
                  <a:lnTo>
                    <a:pt x="7088310" y="1479317"/>
                  </a:lnTo>
                  <a:lnTo>
                    <a:pt x="7014550" y="1473635"/>
                  </a:lnTo>
                  <a:lnTo>
                    <a:pt x="6940789" y="1467775"/>
                  </a:lnTo>
                  <a:lnTo>
                    <a:pt x="6867029" y="1461731"/>
                  </a:lnTo>
                  <a:lnTo>
                    <a:pt x="6793269" y="1455499"/>
                  </a:lnTo>
                  <a:lnTo>
                    <a:pt x="6719509" y="1449071"/>
                  </a:lnTo>
                  <a:lnTo>
                    <a:pt x="6645749" y="1442443"/>
                  </a:lnTo>
                  <a:lnTo>
                    <a:pt x="6571989" y="1435607"/>
                  </a:lnTo>
                  <a:lnTo>
                    <a:pt x="6498229" y="1428557"/>
                  </a:lnTo>
                  <a:lnTo>
                    <a:pt x="6424469" y="1421287"/>
                  </a:lnTo>
                  <a:lnTo>
                    <a:pt x="6350709" y="1413789"/>
                  </a:lnTo>
                  <a:lnTo>
                    <a:pt x="6276949" y="1406057"/>
                  </a:lnTo>
                  <a:lnTo>
                    <a:pt x="6203189" y="1398083"/>
                  </a:lnTo>
                  <a:lnTo>
                    <a:pt x="6129429" y="1389860"/>
                  </a:lnTo>
                  <a:lnTo>
                    <a:pt x="6055669" y="1381379"/>
                  </a:lnTo>
                  <a:lnTo>
                    <a:pt x="5981909" y="1372633"/>
                  </a:lnTo>
                  <a:lnTo>
                    <a:pt x="5908149" y="1363613"/>
                  </a:lnTo>
                  <a:lnTo>
                    <a:pt x="5834389" y="1354311"/>
                  </a:lnTo>
                  <a:lnTo>
                    <a:pt x="5760629" y="1344718"/>
                  </a:lnTo>
                  <a:lnTo>
                    <a:pt x="5686869" y="1334825"/>
                  </a:lnTo>
                  <a:lnTo>
                    <a:pt x="5613109" y="1324623"/>
                  </a:lnTo>
                  <a:lnTo>
                    <a:pt x="5539349" y="1314102"/>
                  </a:lnTo>
                  <a:lnTo>
                    <a:pt x="5465589" y="1303251"/>
                  </a:lnTo>
                  <a:lnTo>
                    <a:pt x="5391829" y="1292061"/>
                  </a:lnTo>
                  <a:lnTo>
                    <a:pt x="5318069" y="1280521"/>
                  </a:lnTo>
                  <a:lnTo>
                    <a:pt x="5244309" y="1268619"/>
                  </a:lnTo>
                  <a:lnTo>
                    <a:pt x="5170549" y="1256346"/>
                  </a:lnTo>
                  <a:lnTo>
                    <a:pt x="5096789" y="1243689"/>
                  </a:lnTo>
                  <a:lnTo>
                    <a:pt x="5023029" y="1230635"/>
                  </a:lnTo>
                  <a:lnTo>
                    <a:pt x="4949269" y="1217174"/>
                  </a:lnTo>
                  <a:lnTo>
                    <a:pt x="4875509" y="1203291"/>
                  </a:lnTo>
                  <a:lnTo>
                    <a:pt x="4801749" y="1188974"/>
                  </a:lnTo>
                  <a:lnTo>
                    <a:pt x="4727989" y="1174209"/>
                  </a:lnTo>
                  <a:lnTo>
                    <a:pt x="4654229" y="1158982"/>
                  </a:lnTo>
                  <a:lnTo>
                    <a:pt x="4580469" y="1143279"/>
                  </a:lnTo>
                  <a:lnTo>
                    <a:pt x="4506709" y="1127084"/>
                  </a:lnTo>
                  <a:lnTo>
                    <a:pt x="4432949" y="1110383"/>
                  </a:lnTo>
                  <a:lnTo>
                    <a:pt x="4359189" y="1093160"/>
                  </a:lnTo>
                  <a:lnTo>
                    <a:pt x="4285429" y="1075397"/>
                  </a:lnTo>
                  <a:lnTo>
                    <a:pt x="4211669" y="1057079"/>
                  </a:lnTo>
                  <a:lnTo>
                    <a:pt x="4137909" y="1038188"/>
                  </a:lnTo>
                  <a:lnTo>
                    <a:pt x="4064149" y="1018706"/>
                  </a:lnTo>
                  <a:lnTo>
                    <a:pt x="3990388" y="998615"/>
                  </a:lnTo>
                  <a:lnTo>
                    <a:pt x="3916628" y="977895"/>
                  </a:lnTo>
                  <a:lnTo>
                    <a:pt x="3842868" y="956527"/>
                  </a:lnTo>
                  <a:lnTo>
                    <a:pt x="3769108" y="934491"/>
                  </a:lnTo>
                  <a:lnTo>
                    <a:pt x="3695348" y="911765"/>
                  </a:lnTo>
                  <a:lnTo>
                    <a:pt x="3621588" y="888328"/>
                  </a:lnTo>
                  <a:lnTo>
                    <a:pt x="3547828" y="864158"/>
                  </a:lnTo>
                  <a:lnTo>
                    <a:pt x="3474068" y="839232"/>
                  </a:lnTo>
                  <a:lnTo>
                    <a:pt x="3400308" y="822889"/>
                  </a:lnTo>
                  <a:lnTo>
                    <a:pt x="3326548" y="810361"/>
                  </a:lnTo>
                  <a:lnTo>
                    <a:pt x="3252788" y="797646"/>
                  </a:lnTo>
                  <a:lnTo>
                    <a:pt x="3179028" y="784740"/>
                  </a:lnTo>
                  <a:lnTo>
                    <a:pt x="3105268" y="771641"/>
                  </a:lnTo>
                  <a:lnTo>
                    <a:pt x="3031508" y="758347"/>
                  </a:lnTo>
                  <a:lnTo>
                    <a:pt x="2957748" y="744854"/>
                  </a:lnTo>
                  <a:lnTo>
                    <a:pt x="2883988" y="731159"/>
                  </a:lnTo>
                  <a:lnTo>
                    <a:pt x="2810228" y="717260"/>
                  </a:lnTo>
                  <a:lnTo>
                    <a:pt x="2736468" y="703152"/>
                  </a:lnTo>
                  <a:lnTo>
                    <a:pt x="2662708" y="688834"/>
                  </a:lnTo>
                  <a:lnTo>
                    <a:pt x="2588948" y="674302"/>
                  </a:lnTo>
                  <a:lnTo>
                    <a:pt x="2515188" y="659553"/>
                  </a:lnTo>
                  <a:lnTo>
                    <a:pt x="2441428" y="644583"/>
                  </a:lnTo>
                  <a:lnTo>
                    <a:pt x="2367668" y="629389"/>
                  </a:lnTo>
                  <a:lnTo>
                    <a:pt x="2293908" y="613968"/>
                  </a:lnTo>
                  <a:lnTo>
                    <a:pt x="2220148" y="598317"/>
                  </a:lnTo>
                  <a:lnTo>
                    <a:pt x="2146388" y="582431"/>
                  </a:lnTo>
                  <a:lnTo>
                    <a:pt x="2072628" y="566308"/>
                  </a:lnTo>
                  <a:lnTo>
                    <a:pt x="1998868" y="549944"/>
                  </a:lnTo>
                  <a:lnTo>
                    <a:pt x="1925108" y="533336"/>
                  </a:lnTo>
                  <a:lnTo>
                    <a:pt x="1851348" y="516479"/>
                  </a:lnTo>
                  <a:lnTo>
                    <a:pt x="1777588" y="499370"/>
                  </a:lnTo>
                  <a:lnTo>
                    <a:pt x="1703828" y="482006"/>
                  </a:lnTo>
                  <a:lnTo>
                    <a:pt x="1630068" y="464382"/>
                  </a:lnTo>
                  <a:lnTo>
                    <a:pt x="1556308" y="446494"/>
                  </a:lnTo>
                  <a:lnTo>
                    <a:pt x="1482548" y="428339"/>
                  </a:lnTo>
                  <a:lnTo>
                    <a:pt x="1408788" y="409913"/>
                  </a:lnTo>
                  <a:lnTo>
                    <a:pt x="1335028" y="391211"/>
                  </a:lnTo>
                  <a:lnTo>
                    <a:pt x="1261268" y="372230"/>
                  </a:lnTo>
                  <a:lnTo>
                    <a:pt x="1187508" y="352965"/>
                  </a:lnTo>
                  <a:lnTo>
                    <a:pt x="1113747" y="333412"/>
                  </a:lnTo>
                  <a:lnTo>
                    <a:pt x="1039987" y="313566"/>
                  </a:lnTo>
                  <a:lnTo>
                    <a:pt x="966227" y="293424"/>
                  </a:lnTo>
                  <a:lnTo>
                    <a:pt x="892467" y="272981"/>
                  </a:lnTo>
                  <a:lnTo>
                    <a:pt x="818707" y="252232"/>
                  </a:lnTo>
                  <a:lnTo>
                    <a:pt x="744947" y="231173"/>
                  </a:lnTo>
                  <a:lnTo>
                    <a:pt x="671187" y="209800"/>
                  </a:lnTo>
                  <a:lnTo>
                    <a:pt x="597427" y="188106"/>
                  </a:lnTo>
                  <a:lnTo>
                    <a:pt x="523667" y="166089"/>
                  </a:lnTo>
                  <a:lnTo>
                    <a:pt x="449907" y="143742"/>
                  </a:lnTo>
                  <a:lnTo>
                    <a:pt x="376147" y="121061"/>
                  </a:lnTo>
                  <a:lnTo>
                    <a:pt x="302387" y="98041"/>
                  </a:lnTo>
                  <a:lnTo>
                    <a:pt x="228627" y="74678"/>
                  </a:lnTo>
                  <a:lnTo>
                    <a:pt x="154867" y="50964"/>
                  </a:lnTo>
                  <a:lnTo>
                    <a:pt x="81107" y="26897"/>
                  </a:lnTo>
                  <a:lnTo>
                    <a:pt x="7347" y="24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144048"/>
              <a:ext cx="7235830" cy="2155968"/>
            </a:xfrm>
            <a:custGeom>
              <a:avLst/>
              <a:pathLst>
                <a:path w="7235830" h="2155968">
                  <a:moveTo>
                    <a:pt x="0" y="0"/>
                  </a:moveTo>
                  <a:lnTo>
                    <a:pt x="7347" y="5536"/>
                  </a:lnTo>
                  <a:lnTo>
                    <a:pt x="81107" y="59858"/>
                  </a:lnTo>
                  <a:lnTo>
                    <a:pt x="154867" y="112955"/>
                  </a:lnTo>
                  <a:lnTo>
                    <a:pt x="228627" y="164854"/>
                  </a:lnTo>
                  <a:lnTo>
                    <a:pt x="302387" y="215582"/>
                  </a:lnTo>
                  <a:lnTo>
                    <a:pt x="376147" y="265165"/>
                  </a:lnTo>
                  <a:lnTo>
                    <a:pt x="449907" y="313629"/>
                  </a:lnTo>
                  <a:lnTo>
                    <a:pt x="523667" y="361001"/>
                  </a:lnTo>
                  <a:lnTo>
                    <a:pt x="597427" y="407303"/>
                  </a:lnTo>
                  <a:lnTo>
                    <a:pt x="671187" y="452561"/>
                  </a:lnTo>
                  <a:lnTo>
                    <a:pt x="744947" y="496797"/>
                  </a:lnTo>
                  <a:lnTo>
                    <a:pt x="818707" y="540036"/>
                  </a:lnTo>
                  <a:lnTo>
                    <a:pt x="892467" y="582298"/>
                  </a:lnTo>
                  <a:lnTo>
                    <a:pt x="966227" y="623608"/>
                  </a:lnTo>
                  <a:lnTo>
                    <a:pt x="1039987" y="663985"/>
                  </a:lnTo>
                  <a:lnTo>
                    <a:pt x="1113747" y="703451"/>
                  </a:lnTo>
                  <a:lnTo>
                    <a:pt x="1187508" y="742027"/>
                  </a:lnTo>
                  <a:lnTo>
                    <a:pt x="1261268" y="779733"/>
                  </a:lnTo>
                  <a:lnTo>
                    <a:pt x="1335028" y="816587"/>
                  </a:lnTo>
                  <a:lnTo>
                    <a:pt x="1408788" y="852611"/>
                  </a:lnTo>
                  <a:lnTo>
                    <a:pt x="1482548" y="887821"/>
                  </a:lnTo>
                  <a:lnTo>
                    <a:pt x="1556308" y="922237"/>
                  </a:lnTo>
                  <a:lnTo>
                    <a:pt x="1630068" y="955877"/>
                  </a:lnTo>
                  <a:lnTo>
                    <a:pt x="1703828" y="988757"/>
                  </a:lnTo>
                  <a:lnTo>
                    <a:pt x="1777588" y="1020896"/>
                  </a:lnTo>
                  <a:lnTo>
                    <a:pt x="1851348" y="1052310"/>
                  </a:lnTo>
                  <a:lnTo>
                    <a:pt x="1925108" y="1083014"/>
                  </a:lnTo>
                  <a:lnTo>
                    <a:pt x="1998868" y="1113026"/>
                  </a:lnTo>
                  <a:lnTo>
                    <a:pt x="2072628" y="1142361"/>
                  </a:lnTo>
                  <a:lnTo>
                    <a:pt x="2146388" y="1171034"/>
                  </a:lnTo>
                  <a:lnTo>
                    <a:pt x="2220148" y="1199061"/>
                  </a:lnTo>
                  <a:lnTo>
                    <a:pt x="2293908" y="1226454"/>
                  </a:lnTo>
                  <a:lnTo>
                    <a:pt x="2367668" y="1253230"/>
                  </a:lnTo>
                  <a:lnTo>
                    <a:pt x="2441428" y="1279402"/>
                  </a:lnTo>
                  <a:lnTo>
                    <a:pt x="2515188" y="1304983"/>
                  </a:lnTo>
                  <a:lnTo>
                    <a:pt x="2588948" y="1329987"/>
                  </a:lnTo>
                  <a:lnTo>
                    <a:pt x="2662708" y="1354426"/>
                  </a:lnTo>
                  <a:lnTo>
                    <a:pt x="2736468" y="1378315"/>
                  </a:lnTo>
                  <a:lnTo>
                    <a:pt x="2810228" y="1401664"/>
                  </a:lnTo>
                  <a:lnTo>
                    <a:pt x="2883988" y="1424487"/>
                  </a:lnTo>
                  <a:lnTo>
                    <a:pt x="2957748" y="1446794"/>
                  </a:lnTo>
                  <a:lnTo>
                    <a:pt x="3031508" y="1468599"/>
                  </a:lnTo>
                  <a:lnTo>
                    <a:pt x="3105268" y="1489911"/>
                  </a:lnTo>
                  <a:lnTo>
                    <a:pt x="3179028" y="1510743"/>
                  </a:lnTo>
                  <a:lnTo>
                    <a:pt x="3252788" y="1531104"/>
                  </a:lnTo>
                  <a:lnTo>
                    <a:pt x="3326548" y="1551006"/>
                  </a:lnTo>
                  <a:lnTo>
                    <a:pt x="3400308" y="1570459"/>
                  </a:lnTo>
                  <a:lnTo>
                    <a:pt x="3474068" y="1589474"/>
                  </a:lnTo>
                  <a:lnTo>
                    <a:pt x="3547828" y="1608059"/>
                  </a:lnTo>
                  <a:lnTo>
                    <a:pt x="3621588" y="1626225"/>
                  </a:lnTo>
                  <a:lnTo>
                    <a:pt x="3695348" y="1643981"/>
                  </a:lnTo>
                  <a:lnTo>
                    <a:pt x="3769108" y="1661336"/>
                  </a:lnTo>
                  <a:lnTo>
                    <a:pt x="3842868" y="1678300"/>
                  </a:lnTo>
                  <a:lnTo>
                    <a:pt x="3916628" y="1694881"/>
                  </a:lnTo>
                  <a:lnTo>
                    <a:pt x="3990388" y="1711088"/>
                  </a:lnTo>
                  <a:lnTo>
                    <a:pt x="4064149" y="1726929"/>
                  </a:lnTo>
                  <a:lnTo>
                    <a:pt x="4137909" y="1742413"/>
                  </a:lnTo>
                  <a:lnTo>
                    <a:pt x="4211669" y="1757547"/>
                  </a:lnTo>
                  <a:lnTo>
                    <a:pt x="4285429" y="1772340"/>
                  </a:lnTo>
                  <a:lnTo>
                    <a:pt x="4359189" y="1786800"/>
                  </a:lnTo>
                  <a:lnTo>
                    <a:pt x="4432949" y="1800933"/>
                  </a:lnTo>
                  <a:lnTo>
                    <a:pt x="4506709" y="1814747"/>
                  </a:lnTo>
                  <a:lnTo>
                    <a:pt x="4580469" y="1828249"/>
                  </a:lnTo>
                  <a:lnTo>
                    <a:pt x="4654229" y="1841447"/>
                  </a:lnTo>
                  <a:lnTo>
                    <a:pt x="4727989" y="1854347"/>
                  </a:lnTo>
                  <a:lnTo>
                    <a:pt x="4801749" y="1866956"/>
                  </a:lnTo>
                  <a:lnTo>
                    <a:pt x="4875509" y="1879281"/>
                  </a:lnTo>
                  <a:lnTo>
                    <a:pt x="4949269" y="1891327"/>
                  </a:lnTo>
                  <a:lnTo>
                    <a:pt x="5023029" y="1903102"/>
                  </a:lnTo>
                  <a:lnTo>
                    <a:pt x="5096789" y="1914611"/>
                  </a:lnTo>
                  <a:lnTo>
                    <a:pt x="5170549" y="1925860"/>
                  </a:lnTo>
                  <a:lnTo>
                    <a:pt x="5244309" y="1936856"/>
                  </a:lnTo>
                  <a:lnTo>
                    <a:pt x="5318069" y="1947603"/>
                  </a:lnTo>
                  <a:lnTo>
                    <a:pt x="5391829" y="1958108"/>
                  </a:lnTo>
                  <a:lnTo>
                    <a:pt x="5465589" y="1968376"/>
                  </a:lnTo>
                  <a:lnTo>
                    <a:pt x="5539349" y="1978412"/>
                  </a:lnTo>
                  <a:lnTo>
                    <a:pt x="5613109" y="1988222"/>
                  </a:lnTo>
                  <a:lnTo>
                    <a:pt x="5686869" y="1997811"/>
                  </a:lnTo>
                  <a:lnTo>
                    <a:pt x="5760629" y="2007183"/>
                  </a:lnTo>
                  <a:lnTo>
                    <a:pt x="5834389" y="2016344"/>
                  </a:lnTo>
                  <a:lnTo>
                    <a:pt x="5908149" y="2025298"/>
                  </a:lnTo>
                  <a:lnTo>
                    <a:pt x="5981909" y="2034050"/>
                  </a:lnTo>
                  <a:lnTo>
                    <a:pt x="6055669" y="2042604"/>
                  </a:lnTo>
                  <a:lnTo>
                    <a:pt x="6129429" y="2050966"/>
                  </a:lnTo>
                  <a:lnTo>
                    <a:pt x="6203189" y="2059138"/>
                  </a:lnTo>
                  <a:lnTo>
                    <a:pt x="6276949" y="2067127"/>
                  </a:lnTo>
                  <a:lnTo>
                    <a:pt x="6350709" y="2074935"/>
                  </a:lnTo>
                  <a:lnTo>
                    <a:pt x="6424469" y="2082567"/>
                  </a:lnTo>
                  <a:lnTo>
                    <a:pt x="6498229" y="2090027"/>
                  </a:lnTo>
                  <a:lnTo>
                    <a:pt x="6571989" y="2097319"/>
                  </a:lnTo>
                  <a:lnTo>
                    <a:pt x="6645749" y="2104446"/>
                  </a:lnTo>
                  <a:lnTo>
                    <a:pt x="6719509" y="2111412"/>
                  </a:lnTo>
                  <a:lnTo>
                    <a:pt x="6793269" y="2118221"/>
                  </a:lnTo>
                  <a:lnTo>
                    <a:pt x="6867029" y="2124876"/>
                  </a:lnTo>
                  <a:lnTo>
                    <a:pt x="6940789" y="2131382"/>
                  </a:lnTo>
                  <a:lnTo>
                    <a:pt x="7014550" y="2137740"/>
                  </a:lnTo>
                  <a:lnTo>
                    <a:pt x="7088310" y="2143955"/>
                  </a:lnTo>
                  <a:lnTo>
                    <a:pt x="7162070" y="2150030"/>
                  </a:lnTo>
                  <a:lnTo>
                    <a:pt x="7235830" y="215596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(1.20-1.45), p_Bonf = &lt;0.001 (n = 6)  |  per IQR decline (Δ = 29.3 %): 2.23 (1.69-2.95)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8734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2026-09-28T16:57:53Z</dcterms:modified>
  <cp:category/>
</cp:coreProperties>
</file>