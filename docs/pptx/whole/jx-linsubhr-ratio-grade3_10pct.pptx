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11047"/>
            </a:xfrm>
            <a:custGeom>
              <a:avLst/>
              <a:pathLst>
                <a:path w="7090630" h="3411047">
                  <a:moveTo>
                    <a:pt x="1250424" y="0"/>
                  </a:moveTo>
                  <a:lnTo>
                    <a:pt x="1289205" y="89315"/>
                  </a:lnTo>
                  <a:lnTo>
                    <a:pt x="1360827" y="246624"/>
                  </a:lnTo>
                  <a:lnTo>
                    <a:pt x="1432450" y="396642"/>
                  </a:lnTo>
                  <a:lnTo>
                    <a:pt x="1504073" y="539708"/>
                  </a:lnTo>
                  <a:lnTo>
                    <a:pt x="1575695" y="676144"/>
                  </a:lnTo>
                  <a:lnTo>
                    <a:pt x="1647318" y="806258"/>
                  </a:lnTo>
                  <a:lnTo>
                    <a:pt x="1718940" y="930341"/>
                  </a:lnTo>
                  <a:lnTo>
                    <a:pt x="1790563" y="1048674"/>
                  </a:lnTo>
                  <a:lnTo>
                    <a:pt x="1862185" y="1161523"/>
                  </a:lnTo>
                  <a:lnTo>
                    <a:pt x="1933808" y="1269142"/>
                  </a:lnTo>
                  <a:lnTo>
                    <a:pt x="2005430" y="1371774"/>
                  </a:lnTo>
                  <a:lnTo>
                    <a:pt x="2077053" y="1469649"/>
                  </a:lnTo>
                  <a:lnTo>
                    <a:pt x="2148675" y="1562989"/>
                  </a:lnTo>
                  <a:lnTo>
                    <a:pt x="2220298" y="1652003"/>
                  </a:lnTo>
                  <a:lnTo>
                    <a:pt x="2291920" y="1736892"/>
                  </a:lnTo>
                  <a:lnTo>
                    <a:pt x="2363543" y="1817846"/>
                  </a:lnTo>
                  <a:lnTo>
                    <a:pt x="2435165" y="1895049"/>
                  </a:lnTo>
                  <a:lnTo>
                    <a:pt x="2506788" y="1968675"/>
                  </a:lnTo>
                  <a:lnTo>
                    <a:pt x="2578410" y="2038888"/>
                  </a:lnTo>
                  <a:lnTo>
                    <a:pt x="2650033" y="2105847"/>
                  </a:lnTo>
                  <a:lnTo>
                    <a:pt x="2721655" y="2169703"/>
                  </a:lnTo>
                  <a:lnTo>
                    <a:pt x="2793278" y="2230600"/>
                  </a:lnTo>
                  <a:lnTo>
                    <a:pt x="2864901" y="2288675"/>
                  </a:lnTo>
                  <a:lnTo>
                    <a:pt x="2936523" y="2344058"/>
                  </a:lnTo>
                  <a:lnTo>
                    <a:pt x="3008146" y="2396875"/>
                  </a:lnTo>
                  <a:lnTo>
                    <a:pt x="3079768" y="2447244"/>
                  </a:lnTo>
                  <a:lnTo>
                    <a:pt x="3151391" y="2495279"/>
                  </a:lnTo>
                  <a:lnTo>
                    <a:pt x="3223013" y="2541088"/>
                  </a:lnTo>
                  <a:lnTo>
                    <a:pt x="3294636" y="2584773"/>
                  </a:lnTo>
                  <a:lnTo>
                    <a:pt x="3366258" y="2626435"/>
                  </a:lnTo>
                  <a:lnTo>
                    <a:pt x="3437881" y="2660945"/>
                  </a:lnTo>
                  <a:lnTo>
                    <a:pt x="3509503" y="2682481"/>
                  </a:lnTo>
                  <a:lnTo>
                    <a:pt x="3581126" y="2703452"/>
                  </a:lnTo>
                  <a:lnTo>
                    <a:pt x="3652748" y="2723875"/>
                  </a:lnTo>
                  <a:lnTo>
                    <a:pt x="3724371" y="2743763"/>
                  </a:lnTo>
                  <a:lnTo>
                    <a:pt x="3795993" y="2763131"/>
                  </a:lnTo>
                  <a:lnTo>
                    <a:pt x="3867616" y="2781992"/>
                  </a:lnTo>
                  <a:lnTo>
                    <a:pt x="3939238" y="2800359"/>
                  </a:lnTo>
                  <a:lnTo>
                    <a:pt x="4010861" y="2818245"/>
                  </a:lnTo>
                  <a:lnTo>
                    <a:pt x="4082483" y="2835663"/>
                  </a:lnTo>
                  <a:lnTo>
                    <a:pt x="4154106" y="2852626"/>
                  </a:lnTo>
                  <a:lnTo>
                    <a:pt x="4225729" y="2869144"/>
                  </a:lnTo>
                  <a:lnTo>
                    <a:pt x="4297351" y="2885230"/>
                  </a:lnTo>
                  <a:lnTo>
                    <a:pt x="4368974" y="2900895"/>
                  </a:lnTo>
                  <a:lnTo>
                    <a:pt x="4440596" y="2916150"/>
                  </a:lnTo>
                  <a:lnTo>
                    <a:pt x="4512219" y="2931006"/>
                  </a:lnTo>
                  <a:lnTo>
                    <a:pt x="4583841" y="2945473"/>
                  </a:lnTo>
                  <a:lnTo>
                    <a:pt x="4655464" y="2959561"/>
                  </a:lnTo>
                  <a:lnTo>
                    <a:pt x="4727086" y="2973281"/>
                  </a:lnTo>
                  <a:lnTo>
                    <a:pt x="4798709" y="2986641"/>
                  </a:lnTo>
                  <a:lnTo>
                    <a:pt x="4870331" y="2999652"/>
                  </a:lnTo>
                  <a:lnTo>
                    <a:pt x="4941954" y="3012322"/>
                  </a:lnTo>
                  <a:lnTo>
                    <a:pt x="5013576" y="3024661"/>
                  </a:lnTo>
                  <a:lnTo>
                    <a:pt x="5085199" y="3036677"/>
                  </a:lnTo>
                  <a:lnTo>
                    <a:pt x="5156821" y="3048378"/>
                  </a:lnTo>
                  <a:lnTo>
                    <a:pt x="5228444" y="3059773"/>
                  </a:lnTo>
                  <a:lnTo>
                    <a:pt x="5300066" y="3070870"/>
                  </a:lnTo>
                  <a:lnTo>
                    <a:pt x="5371689" y="3081676"/>
                  </a:lnTo>
                  <a:lnTo>
                    <a:pt x="5443311" y="3092199"/>
                  </a:lnTo>
                  <a:lnTo>
                    <a:pt x="5514934" y="3102447"/>
                  </a:lnTo>
                  <a:lnTo>
                    <a:pt x="5586557" y="3112427"/>
                  </a:lnTo>
                  <a:lnTo>
                    <a:pt x="5658179" y="3122146"/>
                  </a:lnTo>
                  <a:lnTo>
                    <a:pt x="5729802" y="3131610"/>
                  </a:lnTo>
                  <a:lnTo>
                    <a:pt x="5801424" y="3140827"/>
                  </a:lnTo>
                  <a:lnTo>
                    <a:pt x="5873047" y="3149802"/>
                  </a:lnTo>
                  <a:lnTo>
                    <a:pt x="5944669" y="3158542"/>
                  </a:lnTo>
                  <a:lnTo>
                    <a:pt x="6016292" y="3167054"/>
                  </a:lnTo>
                  <a:lnTo>
                    <a:pt x="6087914" y="3175343"/>
                  </a:lnTo>
                  <a:lnTo>
                    <a:pt x="6159537" y="3183415"/>
                  </a:lnTo>
                  <a:lnTo>
                    <a:pt x="6231159" y="3191275"/>
                  </a:lnTo>
                  <a:lnTo>
                    <a:pt x="6302782" y="3198930"/>
                  </a:lnTo>
                  <a:lnTo>
                    <a:pt x="6374404" y="3206385"/>
                  </a:lnTo>
                  <a:lnTo>
                    <a:pt x="6446027" y="3213644"/>
                  </a:lnTo>
                  <a:lnTo>
                    <a:pt x="6517649" y="3220713"/>
                  </a:lnTo>
                  <a:lnTo>
                    <a:pt x="6589272" y="3227598"/>
                  </a:lnTo>
                  <a:lnTo>
                    <a:pt x="6660894" y="3234302"/>
                  </a:lnTo>
                  <a:lnTo>
                    <a:pt x="6732517" y="3240831"/>
                  </a:lnTo>
                  <a:lnTo>
                    <a:pt x="6804139" y="3247189"/>
                  </a:lnTo>
                  <a:lnTo>
                    <a:pt x="6875762" y="3253380"/>
                  </a:lnTo>
                  <a:lnTo>
                    <a:pt x="6947385" y="3259410"/>
                  </a:lnTo>
                  <a:lnTo>
                    <a:pt x="7019007" y="3265281"/>
                  </a:lnTo>
                  <a:lnTo>
                    <a:pt x="7090630" y="3270999"/>
                  </a:lnTo>
                  <a:lnTo>
                    <a:pt x="7090630" y="3411047"/>
                  </a:lnTo>
                  <a:lnTo>
                    <a:pt x="7019007" y="3407514"/>
                  </a:lnTo>
                  <a:lnTo>
                    <a:pt x="6947385" y="3403810"/>
                  </a:lnTo>
                  <a:lnTo>
                    <a:pt x="6875762" y="3399925"/>
                  </a:lnTo>
                  <a:lnTo>
                    <a:pt x="6804139" y="3395852"/>
                  </a:lnTo>
                  <a:lnTo>
                    <a:pt x="6732517" y="3391581"/>
                  </a:lnTo>
                  <a:lnTo>
                    <a:pt x="6660894" y="3387102"/>
                  </a:lnTo>
                  <a:lnTo>
                    <a:pt x="6589272" y="3382406"/>
                  </a:lnTo>
                  <a:lnTo>
                    <a:pt x="6517649" y="3377481"/>
                  </a:lnTo>
                  <a:lnTo>
                    <a:pt x="6446027" y="3372317"/>
                  </a:lnTo>
                  <a:lnTo>
                    <a:pt x="6374404" y="3366902"/>
                  </a:lnTo>
                  <a:lnTo>
                    <a:pt x="6302782" y="3361224"/>
                  </a:lnTo>
                  <a:lnTo>
                    <a:pt x="6231159" y="3355270"/>
                  </a:lnTo>
                  <a:lnTo>
                    <a:pt x="6159537" y="3349027"/>
                  </a:lnTo>
                  <a:lnTo>
                    <a:pt x="6087914" y="3342480"/>
                  </a:lnTo>
                  <a:lnTo>
                    <a:pt x="6016292" y="3335615"/>
                  </a:lnTo>
                  <a:lnTo>
                    <a:pt x="5944669" y="3328416"/>
                  </a:lnTo>
                  <a:lnTo>
                    <a:pt x="5873047" y="3320868"/>
                  </a:lnTo>
                  <a:lnTo>
                    <a:pt x="5801424" y="3312953"/>
                  </a:lnTo>
                  <a:lnTo>
                    <a:pt x="5729802" y="3304653"/>
                  </a:lnTo>
                  <a:lnTo>
                    <a:pt x="5658179" y="3295950"/>
                  </a:lnTo>
                  <a:lnTo>
                    <a:pt x="5586557" y="3286824"/>
                  </a:lnTo>
                  <a:lnTo>
                    <a:pt x="5514934" y="3277255"/>
                  </a:lnTo>
                  <a:lnTo>
                    <a:pt x="5443311" y="3267220"/>
                  </a:lnTo>
                  <a:lnTo>
                    <a:pt x="5371689" y="3256698"/>
                  </a:lnTo>
                  <a:lnTo>
                    <a:pt x="5300066" y="3245665"/>
                  </a:lnTo>
                  <a:lnTo>
                    <a:pt x="5228444" y="3234095"/>
                  </a:lnTo>
                  <a:lnTo>
                    <a:pt x="5156821" y="3221963"/>
                  </a:lnTo>
                  <a:lnTo>
                    <a:pt x="5085199" y="3209242"/>
                  </a:lnTo>
                  <a:lnTo>
                    <a:pt x="5013576" y="3195902"/>
                  </a:lnTo>
                  <a:lnTo>
                    <a:pt x="4941954" y="3181914"/>
                  </a:lnTo>
                  <a:lnTo>
                    <a:pt x="4870331" y="3167247"/>
                  </a:lnTo>
                  <a:lnTo>
                    <a:pt x="4798709" y="3151866"/>
                  </a:lnTo>
                  <a:lnTo>
                    <a:pt x="4727086" y="3135738"/>
                  </a:lnTo>
                  <a:lnTo>
                    <a:pt x="4655464" y="3118827"/>
                  </a:lnTo>
                  <a:lnTo>
                    <a:pt x="4583841" y="3101094"/>
                  </a:lnTo>
                  <a:lnTo>
                    <a:pt x="4512219" y="3082499"/>
                  </a:lnTo>
                  <a:lnTo>
                    <a:pt x="4440596" y="3063000"/>
                  </a:lnTo>
                  <a:lnTo>
                    <a:pt x="4368974" y="3042553"/>
                  </a:lnTo>
                  <a:lnTo>
                    <a:pt x="4297351" y="3021114"/>
                  </a:lnTo>
                  <a:lnTo>
                    <a:pt x="4225729" y="2998632"/>
                  </a:lnTo>
                  <a:lnTo>
                    <a:pt x="4154106" y="2975058"/>
                  </a:lnTo>
                  <a:lnTo>
                    <a:pt x="4082483" y="2950338"/>
                  </a:lnTo>
                  <a:lnTo>
                    <a:pt x="4010861" y="2924417"/>
                  </a:lnTo>
                  <a:lnTo>
                    <a:pt x="3939238" y="2897236"/>
                  </a:lnTo>
                  <a:lnTo>
                    <a:pt x="3867616" y="2868734"/>
                  </a:lnTo>
                  <a:lnTo>
                    <a:pt x="3795993" y="2838848"/>
                  </a:lnTo>
                  <a:lnTo>
                    <a:pt x="3724371" y="2807509"/>
                  </a:lnTo>
                  <a:lnTo>
                    <a:pt x="3652748" y="2774647"/>
                  </a:lnTo>
                  <a:lnTo>
                    <a:pt x="3581126" y="2740188"/>
                  </a:lnTo>
                  <a:lnTo>
                    <a:pt x="3509503" y="2704055"/>
                  </a:lnTo>
                  <a:lnTo>
                    <a:pt x="3437881" y="2666165"/>
                  </a:lnTo>
                  <a:lnTo>
                    <a:pt x="3366258" y="2638831"/>
                  </a:lnTo>
                  <a:lnTo>
                    <a:pt x="3294636" y="2616123"/>
                  </a:lnTo>
                  <a:lnTo>
                    <a:pt x="3223013" y="2592804"/>
                  </a:lnTo>
                  <a:lnTo>
                    <a:pt x="3151391" y="2568859"/>
                  </a:lnTo>
                  <a:lnTo>
                    <a:pt x="3079768" y="2544270"/>
                  </a:lnTo>
                  <a:lnTo>
                    <a:pt x="3008146" y="2519020"/>
                  </a:lnTo>
                  <a:lnTo>
                    <a:pt x="2936523" y="2493091"/>
                  </a:lnTo>
                  <a:lnTo>
                    <a:pt x="2864901" y="2466466"/>
                  </a:lnTo>
                  <a:lnTo>
                    <a:pt x="2793278" y="2439125"/>
                  </a:lnTo>
                  <a:lnTo>
                    <a:pt x="2721655" y="2411049"/>
                  </a:lnTo>
                  <a:lnTo>
                    <a:pt x="2650033" y="2382218"/>
                  </a:lnTo>
                  <a:lnTo>
                    <a:pt x="2578410" y="2352613"/>
                  </a:lnTo>
                  <a:lnTo>
                    <a:pt x="2506788" y="2322212"/>
                  </a:lnTo>
                  <a:lnTo>
                    <a:pt x="2435165" y="2290994"/>
                  </a:lnTo>
                  <a:lnTo>
                    <a:pt x="2363543" y="2258937"/>
                  </a:lnTo>
                  <a:lnTo>
                    <a:pt x="2291920" y="2226018"/>
                  </a:lnTo>
                  <a:lnTo>
                    <a:pt x="2220298" y="2192215"/>
                  </a:lnTo>
                  <a:lnTo>
                    <a:pt x="2148675" y="2157503"/>
                  </a:lnTo>
                  <a:lnTo>
                    <a:pt x="2077053" y="2121858"/>
                  </a:lnTo>
                  <a:lnTo>
                    <a:pt x="2005430" y="2085255"/>
                  </a:lnTo>
                  <a:lnTo>
                    <a:pt x="1933808" y="2047668"/>
                  </a:lnTo>
                  <a:lnTo>
                    <a:pt x="1862185" y="2009071"/>
                  </a:lnTo>
                  <a:lnTo>
                    <a:pt x="1790563" y="1969437"/>
                  </a:lnTo>
                  <a:lnTo>
                    <a:pt x="1718940" y="1928738"/>
                  </a:lnTo>
                  <a:lnTo>
                    <a:pt x="1647318" y="1886944"/>
                  </a:lnTo>
                  <a:lnTo>
                    <a:pt x="1575695" y="1844028"/>
                  </a:lnTo>
                  <a:lnTo>
                    <a:pt x="1504073" y="1799958"/>
                  </a:lnTo>
                  <a:lnTo>
                    <a:pt x="1432450" y="1754703"/>
                  </a:lnTo>
                  <a:lnTo>
                    <a:pt x="1360827" y="1708233"/>
                  </a:lnTo>
                  <a:lnTo>
                    <a:pt x="1289205" y="1660513"/>
                  </a:lnTo>
                  <a:lnTo>
                    <a:pt x="1217582" y="1611511"/>
                  </a:lnTo>
                  <a:lnTo>
                    <a:pt x="1145960" y="1561191"/>
                  </a:lnTo>
                  <a:lnTo>
                    <a:pt x="1074337" y="1509520"/>
                  </a:lnTo>
                  <a:lnTo>
                    <a:pt x="1002715" y="1456459"/>
                  </a:lnTo>
                  <a:lnTo>
                    <a:pt x="931092" y="1401973"/>
                  </a:lnTo>
                  <a:lnTo>
                    <a:pt x="859470" y="1346022"/>
                  </a:lnTo>
                  <a:lnTo>
                    <a:pt x="787847" y="1288567"/>
                  </a:lnTo>
                  <a:lnTo>
                    <a:pt x="716225" y="1229568"/>
                  </a:lnTo>
                  <a:lnTo>
                    <a:pt x="644602" y="1168983"/>
                  </a:lnTo>
                  <a:lnTo>
                    <a:pt x="572980" y="1106770"/>
                  </a:lnTo>
                  <a:lnTo>
                    <a:pt x="501357" y="1042885"/>
                  </a:lnTo>
                  <a:lnTo>
                    <a:pt x="429735" y="977283"/>
                  </a:lnTo>
                  <a:lnTo>
                    <a:pt x="358112" y="909918"/>
                  </a:lnTo>
                  <a:lnTo>
                    <a:pt x="286490" y="840743"/>
                  </a:lnTo>
                  <a:lnTo>
                    <a:pt x="214867" y="769708"/>
                  </a:lnTo>
                  <a:lnTo>
                    <a:pt x="143245" y="696764"/>
                  </a:lnTo>
                  <a:lnTo>
                    <a:pt x="71622" y="621859"/>
                  </a:lnTo>
                  <a:lnTo>
                    <a:pt x="0" y="54494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22474" y="2073503"/>
              <a:ext cx="5840205" cy="3270999"/>
            </a:xfrm>
            <a:custGeom>
              <a:avLst/>
              <a:pathLst>
                <a:path w="5840205" h="3270999">
                  <a:moveTo>
                    <a:pt x="0" y="0"/>
                  </a:moveTo>
                  <a:lnTo>
                    <a:pt x="38780" y="89315"/>
                  </a:lnTo>
                  <a:lnTo>
                    <a:pt x="110403" y="246624"/>
                  </a:lnTo>
                  <a:lnTo>
                    <a:pt x="182025" y="396642"/>
                  </a:lnTo>
                  <a:lnTo>
                    <a:pt x="253648" y="539708"/>
                  </a:lnTo>
                  <a:lnTo>
                    <a:pt x="325270" y="676144"/>
                  </a:lnTo>
                  <a:lnTo>
                    <a:pt x="396893" y="806258"/>
                  </a:lnTo>
                  <a:lnTo>
                    <a:pt x="468515" y="930341"/>
                  </a:lnTo>
                  <a:lnTo>
                    <a:pt x="540138" y="1048674"/>
                  </a:lnTo>
                  <a:lnTo>
                    <a:pt x="611760" y="1161523"/>
                  </a:lnTo>
                  <a:lnTo>
                    <a:pt x="683383" y="1269142"/>
                  </a:lnTo>
                  <a:lnTo>
                    <a:pt x="755006" y="1371774"/>
                  </a:lnTo>
                  <a:lnTo>
                    <a:pt x="826628" y="1469649"/>
                  </a:lnTo>
                  <a:lnTo>
                    <a:pt x="898251" y="1562989"/>
                  </a:lnTo>
                  <a:lnTo>
                    <a:pt x="969873" y="1652003"/>
                  </a:lnTo>
                  <a:lnTo>
                    <a:pt x="1041496" y="1736892"/>
                  </a:lnTo>
                  <a:lnTo>
                    <a:pt x="1113118" y="1817846"/>
                  </a:lnTo>
                  <a:lnTo>
                    <a:pt x="1184741" y="1895049"/>
                  </a:lnTo>
                  <a:lnTo>
                    <a:pt x="1256363" y="1968675"/>
                  </a:lnTo>
                  <a:lnTo>
                    <a:pt x="1327986" y="2038888"/>
                  </a:lnTo>
                  <a:lnTo>
                    <a:pt x="1399608" y="2105847"/>
                  </a:lnTo>
                  <a:lnTo>
                    <a:pt x="1471231" y="2169703"/>
                  </a:lnTo>
                  <a:lnTo>
                    <a:pt x="1542853" y="2230600"/>
                  </a:lnTo>
                  <a:lnTo>
                    <a:pt x="1614476" y="2288675"/>
                  </a:lnTo>
                  <a:lnTo>
                    <a:pt x="1686098" y="2344058"/>
                  </a:lnTo>
                  <a:lnTo>
                    <a:pt x="1757721" y="2396875"/>
                  </a:lnTo>
                  <a:lnTo>
                    <a:pt x="1829343" y="2447244"/>
                  </a:lnTo>
                  <a:lnTo>
                    <a:pt x="1900966" y="2495279"/>
                  </a:lnTo>
                  <a:lnTo>
                    <a:pt x="1972588" y="2541088"/>
                  </a:lnTo>
                  <a:lnTo>
                    <a:pt x="2044211" y="2584773"/>
                  </a:lnTo>
                  <a:lnTo>
                    <a:pt x="2115834" y="2626435"/>
                  </a:lnTo>
                  <a:lnTo>
                    <a:pt x="2187456" y="2660945"/>
                  </a:lnTo>
                  <a:lnTo>
                    <a:pt x="2259079" y="2682481"/>
                  </a:lnTo>
                  <a:lnTo>
                    <a:pt x="2330701" y="2703452"/>
                  </a:lnTo>
                  <a:lnTo>
                    <a:pt x="2402324" y="2723875"/>
                  </a:lnTo>
                  <a:lnTo>
                    <a:pt x="2473946" y="2743763"/>
                  </a:lnTo>
                  <a:lnTo>
                    <a:pt x="2545569" y="2763131"/>
                  </a:lnTo>
                  <a:lnTo>
                    <a:pt x="2617191" y="2781992"/>
                  </a:lnTo>
                  <a:lnTo>
                    <a:pt x="2688814" y="2800359"/>
                  </a:lnTo>
                  <a:lnTo>
                    <a:pt x="2760436" y="2818245"/>
                  </a:lnTo>
                  <a:lnTo>
                    <a:pt x="2832059" y="2835663"/>
                  </a:lnTo>
                  <a:lnTo>
                    <a:pt x="2903681" y="2852626"/>
                  </a:lnTo>
                  <a:lnTo>
                    <a:pt x="2975304" y="2869144"/>
                  </a:lnTo>
                  <a:lnTo>
                    <a:pt x="3046926" y="2885230"/>
                  </a:lnTo>
                  <a:lnTo>
                    <a:pt x="3118549" y="2900895"/>
                  </a:lnTo>
                  <a:lnTo>
                    <a:pt x="3190171" y="2916150"/>
                  </a:lnTo>
                  <a:lnTo>
                    <a:pt x="3261794" y="2931006"/>
                  </a:lnTo>
                  <a:lnTo>
                    <a:pt x="3333416" y="2945473"/>
                  </a:lnTo>
                  <a:lnTo>
                    <a:pt x="3405039" y="2959561"/>
                  </a:lnTo>
                  <a:lnTo>
                    <a:pt x="3476662" y="2973281"/>
                  </a:lnTo>
                  <a:lnTo>
                    <a:pt x="3548284" y="2986641"/>
                  </a:lnTo>
                  <a:lnTo>
                    <a:pt x="3619907" y="2999652"/>
                  </a:lnTo>
                  <a:lnTo>
                    <a:pt x="3691529" y="3012322"/>
                  </a:lnTo>
                  <a:lnTo>
                    <a:pt x="3763152" y="3024661"/>
                  </a:lnTo>
                  <a:lnTo>
                    <a:pt x="3834774" y="3036677"/>
                  </a:lnTo>
                  <a:lnTo>
                    <a:pt x="3906397" y="3048378"/>
                  </a:lnTo>
                  <a:lnTo>
                    <a:pt x="3978019" y="3059773"/>
                  </a:lnTo>
                  <a:lnTo>
                    <a:pt x="4049642" y="3070870"/>
                  </a:lnTo>
                  <a:lnTo>
                    <a:pt x="4121264" y="3081676"/>
                  </a:lnTo>
                  <a:lnTo>
                    <a:pt x="4192887" y="3092199"/>
                  </a:lnTo>
                  <a:lnTo>
                    <a:pt x="4264509" y="3102447"/>
                  </a:lnTo>
                  <a:lnTo>
                    <a:pt x="4336132" y="3112427"/>
                  </a:lnTo>
                  <a:lnTo>
                    <a:pt x="4407754" y="3122146"/>
                  </a:lnTo>
                  <a:lnTo>
                    <a:pt x="4479377" y="3131610"/>
                  </a:lnTo>
                  <a:lnTo>
                    <a:pt x="4550999" y="3140827"/>
                  </a:lnTo>
                  <a:lnTo>
                    <a:pt x="4622622" y="3149802"/>
                  </a:lnTo>
                  <a:lnTo>
                    <a:pt x="4694244" y="3158542"/>
                  </a:lnTo>
                  <a:lnTo>
                    <a:pt x="4765867" y="3167054"/>
                  </a:lnTo>
                  <a:lnTo>
                    <a:pt x="4837490" y="3175343"/>
                  </a:lnTo>
                  <a:lnTo>
                    <a:pt x="4909112" y="3183415"/>
                  </a:lnTo>
                  <a:lnTo>
                    <a:pt x="4980735" y="3191275"/>
                  </a:lnTo>
                  <a:lnTo>
                    <a:pt x="5052357" y="3198930"/>
                  </a:lnTo>
                  <a:lnTo>
                    <a:pt x="5123980" y="3206385"/>
                  </a:lnTo>
                  <a:lnTo>
                    <a:pt x="5195602" y="3213644"/>
                  </a:lnTo>
                  <a:lnTo>
                    <a:pt x="5267225" y="3220713"/>
                  </a:lnTo>
                  <a:lnTo>
                    <a:pt x="5338847" y="3227598"/>
                  </a:lnTo>
                  <a:lnTo>
                    <a:pt x="5410470" y="3234302"/>
                  </a:lnTo>
                  <a:lnTo>
                    <a:pt x="5482092" y="3240831"/>
                  </a:lnTo>
                  <a:lnTo>
                    <a:pt x="5553715" y="3247189"/>
                  </a:lnTo>
                  <a:lnTo>
                    <a:pt x="5625337" y="3253380"/>
                  </a:lnTo>
                  <a:lnTo>
                    <a:pt x="5696960" y="3259410"/>
                  </a:lnTo>
                  <a:lnTo>
                    <a:pt x="5768582" y="3265281"/>
                  </a:lnTo>
                  <a:lnTo>
                    <a:pt x="5840205" y="32709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18444"/>
              <a:ext cx="7090630" cy="2866105"/>
            </a:xfrm>
            <a:custGeom>
              <a:avLst/>
              <a:pathLst>
                <a:path w="7090630" h="2866105">
                  <a:moveTo>
                    <a:pt x="7090630" y="2866105"/>
                  </a:moveTo>
                  <a:lnTo>
                    <a:pt x="7019007" y="2862573"/>
                  </a:lnTo>
                  <a:lnTo>
                    <a:pt x="6947385" y="2858868"/>
                  </a:lnTo>
                  <a:lnTo>
                    <a:pt x="6875762" y="2854984"/>
                  </a:lnTo>
                  <a:lnTo>
                    <a:pt x="6804139" y="2850910"/>
                  </a:lnTo>
                  <a:lnTo>
                    <a:pt x="6732517" y="2846639"/>
                  </a:lnTo>
                  <a:lnTo>
                    <a:pt x="6660894" y="2842160"/>
                  </a:lnTo>
                  <a:lnTo>
                    <a:pt x="6589272" y="2837464"/>
                  </a:lnTo>
                  <a:lnTo>
                    <a:pt x="6517649" y="2832539"/>
                  </a:lnTo>
                  <a:lnTo>
                    <a:pt x="6446027" y="2827375"/>
                  </a:lnTo>
                  <a:lnTo>
                    <a:pt x="6374404" y="2821960"/>
                  </a:lnTo>
                  <a:lnTo>
                    <a:pt x="6302782" y="2816282"/>
                  </a:lnTo>
                  <a:lnTo>
                    <a:pt x="6231159" y="2810328"/>
                  </a:lnTo>
                  <a:lnTo>
                    <a:pt x="6159537" y="2804085"/>
                  </a:lnTo>
                  <a:lnTo>
                    <a:pt x="6087914" y="2797538"/>
                  </a:lnTo>
                  <a:lnTo>
                    <a:pt x="6016292" y="2790673"/>
                  </a:lnTo>
                  <a:lnTo>
                    <a:pt x="5944669" y="2783475"/>
                  </a:lnTo>
                  <a:lnTo>
                    <a:pt x="5873047" y="2775926"/>
                  </a:lnTo>
                  <a:lnTo>
                    <a:pt x="5801424" y="2768011"/>
                  </a:lnTo>
                  <a:lnTo>
                    <a:pt x="5729802" y="2759711"/>
                  </a:lnTo>
                  <a:lnTo>
                    <a:pt x="5658179" y="2751008"/>
                  </a:lnTo>
                  <a:lnTo>
                    <a:pt x="5586557" y="2741882"/>
                  </a:lnTo>
                  <a:lnTo>
                    <a:pt x="5514934" y="2732313"/>
                  </a:lnTo>
                  <a:lnTo>
                    <a:pt x="5443311" y="2722278"/>
                  </a:lnTo>
                  <a:lnTo>
                    <a:pt x="5371689" y="2711756"/>
                  </a:lnTo>
                  <a:lnTo>
                    <a:pt x="5300066" y="2700723"/>
                  </a:lnTo>
                  <a:lnTo>
                    <a:pt x="5228444" y="2689153"/>
                  </a:lnTo>
                  <a:lnTo>
                    <a:pt x="5156821" y="2677021"/>
                  </a:lnTo>
                  <a:lnTo>
                    <a:pt x="5085199" y="2664300"/>
                  </a:lnTo>
                  <a:lnTo>
                    <a:pt x="5013576" y="2650960"/>
                  </a:lnTo>
                  <a:lnTo>
                    <a:pt x="4941954" y="2636972"/>
                  </a:lnTo>
                  <a:lnTo>
                    <a:pt x="4870331" y="2622305"/>
                  </a:lnTo>
                  <a:lnTo>
                    <a:pt x="4798709" y="2606924"/>
                  </a:lnTo>
                  <a:lnTo>
                    <a:pt x="4727086" y="2590797"/>
                  </a:lnTo>
                  <a:lnTo>
                    <a:pt x="4655464" y="2573885"/>
                  </a:lnTo>
                  <a:lnTo>
                    <a:pt x="4583841" y="2556152"/>
                  </a:lnTo>
                  <a:lnTo>
                    <a:pt x="4512219" y="2537557"/>
                  </a:lnTo>
                  <a:lnTo>
                    <a:pt x="4440596" y="2518058"/>
                  </a:lnTo>
                  <a:lnTo>
                    <a:pt x="4368974" y="2497612"/>
                  </a:lnTo>
                  <a:lnTo>
                    <a:pt x="4297351" y="2476172"/>
                  </a:lnTo>
                  <a:lnTo>
                    <a:pt x="4225729" y="2453690"/>
                  </a:lnTo>
                  <a:lnTo>
                    <a:pt x="4154106" y="2430116"/>
                  </a:lnTo>
                  <a:lnTo>
                    <a:pt x="4082483" y="2405396"/>
                  </a:lnTo>
                  <a:lnTo>
                    <a:pt x="4010861" y="2379475"/>
                  </a:lnTo>
                  <a:lnTo>
                    <a:pt x="3939238" y="2352294"/>
                  </a:lnTo>
                  <a:lnTo>
                    <a:pt x="3867616" y="2323793"/>
                  </a:lnTo>
                  <a:lnTo>
                    <a:pt x="3795993" y="2293906"/>
                  </a:lnTo>
                  <a:lnTo>
                    <a:pt x="3724371" y="2262567"/>
                  </a:lnTo>
                  <a:lnTo>
                    <a:pt x="3652748" y="2229705"/>
                  </a:lnTo>
                  <a:lnTo>
                    <a:pt x="3581126" y="2195246"/>
                  </a:lnTo>
                  <a:lnTo>
                    <a:pt x="3509503" y="2159113"/>
                  </a:lnTo>
                  <a:lnTo>
                    <a:pt x="3437881" y="2121223"/>
                  </a:lnTo>
                  <a:lnTo>
                    <a:pt x="3366258" y="2093889"/>
                  </a:lnTo>
                  <a:lnTo>
                    <a:pt x="3294636" y="2071181"/>
                  </a:lnTo>
                  <a:lnTo>
                    <a:pt x="3223013" y="2047862"/>
                  </a:lnTo>
                  <a:lnTo>
                    <a:pt x="3151391" y="2023917"/>
                  </a:lnTo>
                  <a:lnTo>
                    <a:pt x="3079768" y="1999328"/>
                  </a:lnTo>
                  <a:lnTo>
                    <a:pt x="3008146" y="1974078"/>
                  </a:lnTo>
                  <a:lnTo>
                    <a:pt x="2936523" y="1948149"/>
                  </a:lnTo>
                  <a:lnTo>
                    <a:pt x="2864901" y="1921524"/>
                  </a:lnTo>
                  <a:lnTo>
                    <a:pt x="2793278" y="1894183"/>
                  </a:lnTo>
                  <a:lnTo>
                    <a:pt x="2721655" y="1866107"/>
                  </a:lnTo>
                  <a:lnTo>
                    <a:pt x="2650033" y="1837276"/>
                  </a:lnTo>
                  <a:lnTo>
                    <a:pt x="2578410" y="1807671"/>
                  </a:lnTo>
                  <a:lnTo>
                    <a:pt x="2506788" y="1777270"/>
                  </a:lnTo>
                  <a:lnTo>
                    <a:pt x="2435165" y="1746052"/>
                  </a:lnTo>
                  <a:lnTo>
                    <a:pt x="2363543" y="1713995"/>
                  </a:lnTo>
                  <a:lnTo>
                    <a:pt x="2291920" y="1681076"/>
                  </a:lnTo>
                  <a:lnTo>
                    <a:pt x="2220298" y="1647273"/>
                  </a:lnTo>
                  <a:lnTo>
                    <a:pt x="2148675" y="1612561"/>
                  </a:lnTo>
                  <a:lnTo>
                    <a:pt x="2077053" y="1576916"/>
                  </a:lnTo>
                  <a:lnTo>
                    <a:pt x="2005430" y="1540313"/>
                  </a:lnTo>
                  <a:lnTo>
                    <a:pt x="1933808" y="1502726"/>
                  </a:lnTo>
                  <a:lnTo>
                    <a:pt x="1862185" y="1464130"/>
                  </a:lnTo>
                  <a:lnTo>
                    <a:pt x="1790563" y="1424495"/>
                  </a:lnTo>
                  <a:lnTo>
                    <a:pt x="1718940" y="1383796"/>
                  </a:lnTo>
                  <a:lnTo>
                    <a:pt x="1647318" y="1342003"/>
                  </a:lnTo>
                  <a:lnTo>
                    <a:pt x="1575695" y="1299086"/>
                  </a:lnTo>
                  <a:lnTo>
                    <a:pt x="1504073" y="1255016"/>
                  </a:lnTo>
                  <a:lnTo>
                    <a:pt x="1432450" y="1209762"/>
                  </a:lnTo>
                  <a:lnTo>
                    <a:pt x="1360827" y="1163291"/>
                  </a:lnTo>
                  <a:lnTo>
                    <a:pt x="1289205" y="1115571"/>
                  </a:lnTo>
                  <a:lnTo>
                    <a:pt x="1217582" y="1066569"/>
                  </a:lnTo>
                  <a:lnTo>
                    <a:pt x="1145960" y="1016249"/>
                  </a:lnTo>
                  <a:lnTo>
                    <a:pt x="1074337" y="964578"/>
                  </a:lnTo>
                  <a:lnTo>
                    <a:pt x="1002715" y="911517"/>
                  </a:lnTo>
                  <a:lnTo>
                    <a:pt x="931092" y="857031"/>
                  </a:lnTo>
                  <a:lnTo>
                    <a:pt x="859470" y="801080"/>
                  </a:lnTo>
                  <a:lnTo>
                    <a:pt x="787847" y="743625"/>
                  </a:lnTo>
                  <a:lnTo>
                    <a:pt x="716225" y="684626"/>
                  </a:lnTo>
                  <a:lnTo>
                    <a:pt x="644602" y="624042"/>
                  </a:lnTo>
                  <a:lnTo>
                    <a:pt x="572980" y="561829"/>
                  </a:lnTo>
                  <a:lnTo>
                    <a:pt x="501357" y="497944"/>
                  </a:lnTo>
                  <a:lnTo>
                    <a:pt x="429735" y="432342"/>
                  </a:lnTo>
                  <a:lnTo>
                    <a:pt x="358112" y="364976"/>
                  </a:lnTo>
                  <a:lnTo>
                    <a:pt x="286490" y="295801"/>
                  </a:lnTo>
                  <a:lnTo>
                    <a:pt x="214867" y="224766"/>
                  </a:lnTo>
                  <a:lnTo>
                    <a:pt x="143245" y="151822"/>
                  </a:lnTo>
                  <a:lnTo>
                    <a:pt x="71622" y="769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09309" y="2073503"/>
              <a:ext cx="6453370" cy="3359382"/>
            </a:xfrm>
            <a:custGeom>
              <a:avLst/>
              <a:pathLst>
                <a:path w="6453370" h="3359382">
                  <a:moveTo>
                    <a:pt x="0" y="0"/>
                  </a:moveTo>
                  <a:lnTo>
                    <a:pt x="7342" y="13405"/>
                  </a:lnTo>
                  <a:lnTo>
                    <a:pt x="78965" y="139416"/>
                  </a:lnTo>
                  <a:lnTo>
                    <a:pt x="150587" y="260852"/>
                  </a:lnTo>
                  <a:lnTo>
                    <a:pt x="222210" y="377878"/>
                  </a:lnTo>
                  <a:lnTo>
                    <a:pt x="293832" y="490655"/>
                  </a:lnTo>
                  <a:lnTo>
                    <a:pt x="365455" y="599337"/>
                  </a:lnTo>
                  <a:lnTo>
                    <a:pt x="437077" y="704073"/>
                  </a:lnTo>
                  <a:lnTo>
                    <a:pt x="508700" y="805005"/>
                  </a:lnTo>
                  <a:lnTo>
                    <a:pt x="580322" y="902273"/>
                  </a:lnTo>
                  <a:lnTo>
                    <a:pt x="651945" y="996008"/>
                  </a:lnTo>
                  <a:lnTo>
                    <a:pt x="723568" y="1086340"/>
                  </a:lnTo>
                  <a:lnTo>
                    <a:pt x="795190" y="1173392"/>
                  </a:lnTo>
                  <a:lnTo>
                    <a:pt x="866813" y="1257283"/>
                  </a:lnTo>
                  <a:lnTo>
                    <a:pt x="938435" y="1338128"/>
                  </a:lnTo>
                  <a:lnTo>
                    <a:pt x="1010058" y="1416038"/>
                  </a:lnTo>
                  <a:lnTo>
                    <a:pt x="1081680" y="1491118"/>
                  </a:lnTo>
                  <a:lnTo>
                    <a:pt x="1153303" y="1563472"/>
                  </a:lnTo>
                  <a:lnTo>
                    <a:pt x="1224925" y="1633199"/>
                  </a:lnTo>
                  <a:lnTo>
                    <a:pt x="1296548" y="1700394"/>
                  </a:lnTo>
                  <a:lnTo>
                    <a:pt x="1368170" y="1765149"/>
                  </a:lnTo>
                  <a:lnTo>
                    <a:pt x="1439793" y="1827553"/>
                  </a:lnTo>
                  <a:lnTo>
                    <a:pt x="1511415" y="1887691"/>
                  </a:lnTo>
                  <a:lnTo>
                    <a:pt x="1583038" y="1945645"/>
                  </a:lnTo>
                  <a:lnTo>
                    <a:pt x="1654660" y="2001495"/>
                  </a:lnTo>
                  <a:lnTo>
                    <a:pt x="1726283" y="2055317"/>
                  </a:lnTo>
                  <a:lnTo>
                    <a:pt x="1797905" y="2107185"/>
                  </a:lnTo>
                  <a:lnTo>
                    <a:pt x="1869528" y="2157169"/>
                  </a:lnTo>
                  <a:lnTo>
                    <a:pt x="1941150" y="2205338"/>
                  </a:lnTo>
                  <a:lnTo>
                    <a:pt x="2012773" y="2251758"/>
                  </a:lnTo>
                  <a:lnTo>
                    <a:pt x="2084396" y="2296493"/>
                  </a:lnTo>
                  <a:lnTo>
                    <a:pt x="2156018" y="2339603"/>
                  </a:lnTo>
                  <a:lnTo>
                    <a:pt x="2227641" y="2381148"/>
                  </a:lnTo>
                  <a:lnTo>
                    <a:pt x="2299263" y="2421184"/>
                  </a:lnTo>
                  <a:lnTo>
                    <a:pt x="2370886" y="2459767"/>
                  </a:lnTo>
                  <a:lnTo>
                    <a:pt x="2442508" y="2496949"/>
                  </a:lnTo>
                  <a:lnTo>
                    <a:pt x="2514131" y="2532780"/>
                  </a:lnTo>
                  <a:lnTo>
                    <a:pt x="2585753" y="2567311"/>
                  </a:lnTo>
                  <a:lnTo>
                    <a:pt x="2657376" y="2600587"/>
                  </a:lnTo>
                  <a:lnTo>
                    <a:pt x="2728998" y="2632656"/>
                  </a:lnTo>
                  <a:lnTo>
                    <a:pt x="2800621" y="2663559"/>
                  </a:lnTo>
                  <a:lnTo>
                    <a:pt x="2872243" y="2693341"/>
                  </a:lnTo>
                  <a:lnTo>
                    <a:pt x="2943866" y="2722042"/>
                  </a:lnTo>
                  <a:lnTo>
                    <a:pt x="3015488" y="2749700"/>
                  </a:lnTo>
                  <a:lnTo>
                    <a:pt x="3087111" y="2776354"/>
                  </a:lnTo>
                  <a:lnTo>
                    <a:pt x="3158733" y="2802040"/>
                  </a:lnTo>
                  <a:lnTo>
                    <a:pt x="3230356" y="2826793"/>
                  </a:lnTo>
                  <a:lnTo>
                    <a:pt x="3301978" y="2850648"/>
                  </a:lnTo>
                  <a:lnTo>
                    <a:pt x="3373601" y="2873636"/>
                  </a:lnTo>
                  <a:lnTo>
                    <a:pt x="3445224" y="2895790"/>
                  </a:lnTo>
                  <a:lnTo>
                    <a:pt x="3516846" y="2917139"/>
                  </a:lnTo>
                  <a:lnTo>
                    <a:pt x="3588469" y="2937713"/>
                  </a:lnTo>
                  <a:lnTo>
                    <a:pt x="3660091" y="2957540"/>
                  </a:lnTo>
                  <a:lnTo>
                    <a:pt x="3731714" y="2976647"/>
                  </a:lnTo>
                  <a:lnTo>
                    <a:pt x="3803336" y="2995060"/>
                  </a:lnTo>
                  <a:lnTo>
                    <a:pt x="3874959" y="3012805"/>
                  </a:lnTo>
                  <a:lnTo>
                    <a:pt x="3946581" y="3029905"/>
                  </a:lnTo>
                  <a:lnTo>
                    <a:pt x="4018204" y="3046385"/>
                  </a:lnTo>
                  <a:lnTo>
                    <a:pt x="4089826" y="3062266"/>
                  </a:lnTo>
                  <a:lnTo>
                    <a:pt x="4161449" y="3077570"/>
                  </a:lnTo>
                  <a:lnTo>
                    <a:pt x="4233071" y="3092319"/>
                  </a:lnTo>
                  <a:lnTo>
                    <a:pt x="4304694" y="3106532"/>
                  </a:lnTo>
                  <a:lnTo>
                    <a:pt x="4376316" y="3120229"/>
                  </a:lnTo>
                  <a:lnTo>
                    <a:pt x="4447939" y="3133428"/>
                  </a:lnTo>
                  <a:lnTo>
                    <a:pt x="4519561" y="3146149"/>
                  </a:lnTo>
                  <a:lnTo>
                    <a:pt x="4591184" y="3158407"/>
                  </a:lnTo>
                  <a:lnTo>
                    <a:pt x="4662806" y="3170221"/>
                  </a:lnTo>
                  <a:lnTo>
                    <a:pt x="4734429" y="3181605"/>
                  </a:lnTo>
                  <a:lnTo>
                    <a:pt x="4806052" y="3192576"/>
                  </a:lnTo>
                  <a:lnTo>
                    <a:pt x="4877674" y="3203149"/>
                  </a:lnTo>
                  <a:lnTo>
                    <a:pt x="4949297" y="3213337"/>
                  </a:lnTo>
                  <a:lnTo>
                    <a:pt x="5020919" y="3223156"/>
                  </a:lnTo>
                  <a:lnTo>
                    <a:pt x="5092542" y="3232619"/>
                  </a:lnTo>
                  <a:lnTo>
                    <a:pt x="5164164" y="3241737"/>
                  </a:lnTo>
                  <a:lnTo>
                    <a:pt x="5235787" y="3250525"/>
                  </a:lnTo>
                  <a:lnTo>
                    <a:pt x="5307409" y="3258993"/>
                  </a:lnTo>
                  <a:lnTo>
                    <a:pt x="5379032" y="3267154"/>
                  </a:lnTo>
                  <a:lnTo>
                    <a:pt x="5450654" y="3275019"/>
                  </a:lnTo>
                  <a:lnTo>
                    <a:pt x="5522277" y="3282598"/>
                  </a:lnTo>
                  <a:lnTo>
                    <a:pt x="5593899" y="3289902"/>
                  </a:lnTo>
                  <a:lnTo>
                    <a:pt x="5665522" y="3296941"/>
                  </a:lnTo>
                  <a:lnTo>
                    <a:pt x="5737144" y="3303724"/>
                  </a:lnTo>
                  <a:lnTo>
                    <a:pt x="5808767" y="3310260"/>
                  </a:lnTo>
                  <a:lnTo>
                    <a:pt x="5880389" y="3316560"/>
                  </a:lnTo>
                  <a:lnTo>
                    <a:pt x="5952012" y="3322631"/>
                  </a:lnTo>
                  <a:lnTo>
                    <a:pt x="6023634" y="3328481"/>
                  </a:lnTo>
                  <a:lnTo>
                    <a:pt x="6095257" y="3334119"/>
                  </a:lnTo>
                  <a:lnTo>
                    <a:pt x="6166880" y="3339552"/>
                  </a:lnTo>
                  <a:lnTo>
                    <a:pt x="6238502" y="3344788"/>
                  </a:lnTo>
                  <a:lnTo>
                    <a:pt x="6310125" y="3349833"/>
                  </a:lnTo>
                  <a:lnTo>
                    <a:pt x="6381747" y="3354696"/>
                  </a:lnTo>
                  <a:lnTo>
                    <a:pt x="6453370" y="335938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1.56 (1.38-1.77), p_Bonf = &lt;0.001 (n = 6)  |  per IQR decline (Δ = 29.3 %): 3.67 (2.54-5.31)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2026-09-28T15:19:44Z</dcterms:modified>
  <cp:category/>
</cp:coreProperties>
</file>