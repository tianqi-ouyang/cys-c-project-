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(1.06-1.31), p_Bonf = 0.020 (n = 6)  |  per IQR decline (Δ = 0.27): 1.56 (1.16-2.10)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2026-07-03T17:21:20Z</dcterms:modified>
  <cp:category/>
</cp:coreProperties>
</file>