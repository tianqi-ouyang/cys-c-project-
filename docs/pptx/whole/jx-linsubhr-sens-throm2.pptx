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637009"/>
              <a:ext cx="6964104" cy="677663"/>
            </a:xfrm>
            <a:custGeom>
              <a:avLst/>
              <a:pathLst>
                <a:path w="6964104" h="677663">
                  <a:moveTo>
                    <a:pt x="0" y="0"/>
                  </a:moveTo>
                  <a:lnTo>
                    <a:pt x="70344" y="16682"/>
                  </a:lnTo>
                  <a:lnTo>
                    <a:pt x="140688" y="32999"/>
                  </a:lnTo>
                  <a:lnTo>
                    <a:pt x="211033" y="48960"/>
                  </a:lnTo>
                  <a:lnTo>
                    <a:pt x="281377" y="64572"/>
                  </a:lnTo>
                  <a:lnTo>
                    <a:pt x="351722" y="79843"/>
                  </a:lnTo>
                  <a:lnTo>
                    <a:pt x="422066" y="94780"/>
                  </a:lnTo>
                  <a:lnTo>
                    <a:pt x="492411" y="109390"/>
                  </a:lnTo>
                  <a:lnTo>
                    <a:pt x="562755" y="123682"/>
                  </a:lnTo>
                  <a:lnTo>
                    <a:pt x="633100" y="137661"/>
                  </a:lnTo>
                  <a:lnTo>
                    <a:pt x="703444" y="151334"/>
                  </a:lnTo>
                  <a:lnTo>
                    <a:pt x="773789" y="164709"/>
                  </a:lnTo>
                  <a:lnTo>
                    <a:pt x="844133" y="177791"/>
                  </a:lnTo>
                  <a:lnTo>
                    <a:pt x="914478" y="190587"/>
                  </a:lnTo>
                  <a:lnTo>
                    <a:pt x="984822" y="203104"/>
                  </a:lnTo>
                  <a:lnTo>
                    <a:pt x="1055167" y="215347"/>
                  </a:lnTo>
                  <a:lnTo>
                    <a:pt x="1125511" y="227322"/>
                  </a:lnTo>
                  <a:lnTo>
                    <a:pt x="1195856" y="239036"/>
                  </a:lnTo>
                  <a:lnTo>
                    <a:pt x="1266200" y="250494"/>
                  </a:lnTo>
                  <a:lnTo>
                    <a:pt x="1336545" y="261701"/>
                  </a:lnTo>
                  <a:lnTo>
                    <a:pt x="1406889" y="272664"/>
                  </a:lnTo>
                  <a:lnTo>
                    <a:pt x="1477234" y="283387"/>
                  </a:lnTo>
                  <a:lnTo>
                    <a:pt x="1547578" y="293875"/>
                  </a:lnTo>
                  <a:lnTo>
                    <a:pt x="1617923" y="304134"/>
                  </a:lnTo>
                  <a:lnTo>
                    <a:pt x="1688267" y="314169"/>
                  </a:lnTo>
                  <a:lnTo>
                    <a:pt x="1758612" y="323985"/>
                  </a:lnTo>
                  <a:lnTo>
                    <a:pt x="1828956" y="333586"/>
                  </a:lnTo>
                  <a:lnTo>
                    <a:pt x="1899301" y="342978"/>
                  </a:lnTo>
                  <a:lnTo>
                    <a:pt x="1969645" y="352164"/>
                  </a:lnTo>
                  <a:lnTo>
                    <a:pt x="2039990" y="361149"/>
                  </a:lnTo>
                  <a:lnTo>
                    <a:pt x="2110334" y="369938"/>
                  </a:lnTo>
                  <a:lnTo>
                    <a:pt x="2180679" y="378535"/>
                  </a:lnTo>
                  <a:lnTo>
                    <a:pt x="2251023" y="386944"/>
                  </a:lnTo>
                  <a:lnTo>
                    <a:pt x="2321368" y="395169"/>
                  </a:lnTo>
                  <a:lnTo>
                    <a:pt x="2391712" y="403214"/>
                  </a:lnTo>
                  <a:lnTo>
                    <a:pt x="2462057" y="411084"/>
                  </a:lnTo>
                  <a:lnTo>
                    <a:pt x="2532401" y="418781"/>
                  </a:lnTo>
                  <a:lnTo>
                    <a:pt x="2602746" y="426311"/>
                  </a:lnTo>
                  <a:lnTo>
                    <a:pt x="2673090" y="433675"/>
                  </a:lnTo>
                  <a:lnTo>
                    <a:pt x="2743435" y="440879"/>
                  </a:lnTo>
                  <a:lnTo>
                    <a:pt x="2813779" y="447926"/>
                  </a:lnTo>
                  <a:lnTo>
                    <a:pt x="2884124" y="454818"/>
                  </a:lnTo>
                  <a:lnTo>
                    <a:pt x="2954468" y="461560"/>
                  </a:lnTo>
                  <a:lnTo>
                    <a:pt x="3024813" y="464790"/>
                  </a:lnTo>
                  <a:lnTo>
                    <a:pt x="3095157" y="466097"/>
                  </a:lnTo>
                  <a:lnTo>
                    <a:pt x="3165502" y="467399"/>
                  </a:lnTo>
                  <a:lnTo>
                    <a:pt x="3235846" y="468695"/>
                  </a:lnTo>
                  <a:lnTo>
                    <a:pt x="3306191" y="469985"/>
                  </a:lnTo>
                  <a:lnTo>
                    <a:pt x="3376535" y="471270"/>
                  </a:lnTo>
                  <a:lnTo>
                    <a:pt x="3446880" y="472549"/>
                  </a:lnTo>
                  <a:lnTo>
                    <a:pt x="3517224" y="473822"/>
                  </a:lnTo>
                  <a:lnTo>
                    <a:pt x="3587569" y="475090"/>
                  </a:lnTo>
                  <a:lnTo>
                    <a:pt x="3657913" y="476352"/>
                  </a:lnTo>
                  <a:lnTo>
                    <a:pt x="3728257" y="477609"/>
                  </a:lnTo>
                  <a:lnTo>
                    <a:pt x="3798602" y="478860"/>
                  </a:lnTo>
                  <a:lnTo>
                    <a:pt x="3868946" y="480106"/>
                  </a:lnTo>
                  <a:lnTo>
                    <a:pt x="3939291" y="481346"/>
                  </a:lnTo>
                  <a:lnTo>
                    <a:pt x="4009635" y="482581"/>
                  </a:lnTo>
                  <a:lnTo>
                    <a:pt x="4079980" y="483810"/>
                  </a:lnTo>
                  <a:lnTo>
                    <a:pt x="4150324" y="485035"/>
                  </a:lnTo>
                  <a:lnTo>
                    <a:pt x="4220669" y="486253"/>
                  </a:lnTo>
                  <a:lnTo>
                    <a:pt x="4291013" y="487467"/>
                  </a:lnTo>
                  <a:lnTo>
                    <a:pt x="4361358" y="488675"/>
                  </a:lnTo>
                  <a:lnTo>
                    <a:pt x="4431702" y="489877"/>
                  </a:lnTo>
                  <a:lnTo>
                    <a:pt x="4502047" y="491075"/>
                  </a:lnTo>
                  <a:lnTo>
                    <a:pt x="4572391" y="492267"/>
                  </a:lnTo>
                  <a:lnTo>
                    <a:pt x="4642736" y="493454"/>
                  </a:lnTo>
                  <a:lnTo>
                    <a:pt x="4713080" y="494636"/>
                  </a:lnTo>
                  <a:lnTo>
                    <a:pt x="4783425" y="495813"/>
                  </a:lnTo>
                  <a:lnTo>
                    <a:pt x="4853769" y="496984"/>
                  </a:lnTo>
                  <a:lnTo>
                    <a:pt x="4924114" y="498150"/>
                  </a:lnTo>
                  <a:lnTo>
                    <a:pt x="4994458" y="499312"/>
                  </a:lnTo>
                  <a:lnTo>
                    <a:pt x="5064803" y="500468"/>
                  </a:lnTo>
                  <a:lnTo>
                    <a:pt x="5135147" y="501619"/>
                  </a:lnTo>
                  <a:lnTo>
                    <a:pt x="5205492" y="502765"/>
                  </a:lnTo>
                  <a:lnTo>
                    <a:pt x="5275836" y="503906"/>
                  </a:lnTo>
                  <a:lnTo>
                    <a:pt x="5346181" y="505042"/>
                  </a:lnTo>
                  <a:lnTo>
                    <a:pt x="5416525" y="506173"/>
                  </a:lnTo>
                  <a:lnTo>
                    <a:pt x="5486870" y="507299"/>
                  </a:lnTo>
                  <a:lnTo>
                    <a:pt x="5557214" y="508421"/>
                  </a:lnTo>
                  <a:lnTo>
                    <a:pt x="5627559" y="509537"/>
                  </a:lnTo>
                  <a:lnTo>
                    <a:pt x="5697903" y="510648"/>
                  </a:lnTo>
                  <a:lnTo>
                    <a:pt x="5768248" y="511755"/>
                  </a:lnTo>
                  <a:lnTo>
                    <a:pt x="5838592" y="512856"/>
                  </a:lnTo>
                  <a:lnTo>
                    <a:pt x="5908937" y="513953"/>
                  </a:lnTo>
                  <a:lnTo>
                    <a:pt x="5979281" y="515045"/>
                  </a:lnTo>
                  <a:lnTo>
                    <a:pt x="6049626" y="516132"/>
                  </a:lnTo>
                  <a:lnTo>
                    <a:pt x="6119970" y="517215"/>
                  </a:lnTo>
                  <a:lnTo>
                    <a:pt x="6190315" y="518293"/>
                  </a:lnTo>
                  <a:lnTo>
                    <a:pt x="6260659" y="519366"/>
                  </a:lnTo>
                  <a:lnTo>
                    <a:pt x="6331004" y="520434"/>
                  </a:lnTo>
                  <a:lnTo>
                    <a:pt x="6401348" y="521498"/>
                  </a:lnTo>
                  <a:lnTo>
                    <a:pt x="6471693" y="522557"/>
                  </a:lnTo>
                  <a:lnTo>
                    <a:pt x="6542037" y="523611"/>
                  </a:lnTo>
                  <a:lnTo>
                    <a:pt x="6612382" y="524661"/>
                  </a:lnTo>
                  <a:lnTo>
                    <a:pt x="6682726" y="525706"/>
                  </a:lnTo>
                  <a:lnTo>
                    <a:pt x="6753071" y="526747"/>
                  </a:lnTo>
                  <a:lnTo>
                    <a:pt x="6823415" y="527783"/>
                  </a:lnTo>
                  <a:lnTo>
                    <a:pt x="6893760" y="528814"/>
                  </a:lnTo>
                  <a:lnTo>
                    <a:pt x="6964104" y="529841"/>
                  </a:lnTo>
                  <a:lnTo>
                    <a:pt x="6964104" y="677663"/>
                  </a:lnTo>
                  <a:lnTo>
                    <a:pt x="6893760" y="675750"/>
                  </a:lnTo>
                  <a:lnTo>
                    <a:pt x="6823415" y="673794"/>
                  </a:lnTo>
                  <a:lnTo>
                    <a:pt x="6753071" y="671795"/>
                  </a:lnTo>
                  <a:lnTo>
                    <a:pt x="6682726" y="669751"/>
                  </a:lnTo>
                  <a:lnTo>
                    <a:pt x="6612382" y="667661"/>
                  </a:lnTo>
                  <a:lnTo>
                    <a:pt x="6542037" y="665524"/>
                  </a:lnTo>
                  <a:lnTo>
                    <a:pt x="6471693" y="663340"/>
                  </a:lnTo>
                  <a:lnTo>
                    <a:pt x="6401348" y="661107"/>
                  </a:lnTo>
                  <a:lnTo>
                    <a:pt x="6331004" y="658824"/>
                  </a:lnTo>
                  <a:lnTo>
                    <a:pt x="6260659" y="656490"/>
                  </a:lnTo>
                  <a:lnTo>
                    <a:pt x="6190315" y="654103"/>
                  </a:lnTo>
                  <a:lnTo>
                    <a:pt x="6119970" y="651664"/>
                  </a:lnTo>
                  <a:lnTo>
                    <a:pt x="6049626" y="649170"/>
                  </a:lnTo>
                  <a:lnTo>
                    <a:pt x="5979281" y="646620"/>
                  </a:lnTo>
                  <a:lnTo>
                    <a:pt x="5908937" y="644013"/>
                  </a:lnTo>
                  <a:lnTo>
                    <a:pt x="5838592" y="641348"/>
                  </a:lnTo>
                  <a:lnTo>
                    <a:pt x="5768248" y="638624"/>
                  </a:lnTo>
                  <a:lnTo>
                    <a:pt x="5697903" y="635838"/>
                  </a:lnTo>
                  <a:lnTo>
                    <a:pt x="5627559" y="632991"/>
                  </a:lnTo>
                  <a:lnTo>
                    <a:pt x="5557214" y="630079"/>
                  </a:lnTo>
                  <a:lnTo>
                    <a:pt x="5486870" y="627103"/>
                  </a:lnTo>
                  <a:lnTo>
                    <a:pt x="5416525" y="624060"/>
                  </a:lnTo>
                  <a:lnTo>
                    <a:pt x="5346181" y="620949"/>
                  </a:lnTo>
                  <a:lnTo>
                    <a:pt x="5275836" y="617769"/>
                  </a:lnTo>
                  <a:lnTo>
                    <a:pt x="5205492" y="614518"/>
                  </a:lnTo>
                  <a:lnTo>
                    <a:pt x="5135147" y="611194"/>
                  </a:lnTo>
                  <a:lnTo>
                    <a:pt x="5064803" y="607795"/>
                  </a:lnTo>
                  <a:lnTo>
                    <a:pt x="4994458" y="604321"/>
                  </a:lnTo>
                  <a:lnTo>
                    <a:pt x="4924114" y="600769"/>
                  </a:lnTo>
                  <a:lnTo>
                    <a:pt x="4853769" y="597138"/>
                  </a:lnTo>
                  <a:lnTo>
                    <a:pt x="4783425" y="593426"/>
                  </a:lnTo>
                  <a:lnTo>
                    <a:pt x="4713080" y="589630"/>
                  </a:lnTo>
                  <a:lnTo>
                    <a:pt x="4642736" y="585750"/>
                  </a:lnTo>
                  <a:lnTo>
                    <a:pt x="4572391" y="581783"/>
                  </a:lnTo>
                  <a:lnTo>
                    <a:pt x="4502047" y="577728"/>
                  </a:lnTo>
                  <a:lnTo>
                    <a:pt x="4431702" y="573582"/>
                  </a:lnTo>
                  <a:lnTo>
                    <a:pt x="4361358" y="569343"/>
                  </a:lnTo>
                  <a:lnTo>
                    <a:pt x="4291013" y="565010"/>
                  </a:lnTo>
                  <a:lnTo>
                    <a:pt x="4220669" y="560580"/>
                  </a:lnTo>
                  <a:lnTo>
                    <a:pt x="4150324" y="556050"/>
                  </a:lnTo>
                  <a:lnTo>
                    <a:pt x="4079980" y="551420"/>
                  </a:lnTo>
                  <a:lnTo>
                    <a:pt x="4009635" y="546686"/>
                  </a:lnTo>
                  <a:lnTo>
                    <a:pt x="3939291" y="541846"/>
                  </a:lnTo>
                  <a:lnTo>
                    <a:pt x="3868946" y="536899"/>
                  </a:lnTo>
                  <a:lnTo>
                    <a:pt x="3798602" y="531840"/>
                  </a:lnTo>
                  <a:lnTo>
                    <a:pt x="3728257" y="526669"/>
                  </a:lnTo>
                  <a:lnTo>
                    <a:pt x="3657913" y="521382"/>
                  </a:lnTo>
                  <a:lnTo>
                    <a:pt x="3587569" y="515977"/>
                  </a:lnTo>
                  <a:lnTo>
                    <a:pt x="3517224" y="510451"/>
                  </a:lnTo>
                  <a:lnTo>
                    <a:pt x="3446880" y="504802"/>
                  </a:lnTo>
                  <a:lnTo>
                    <a:pt x="3376535" y="499026"/>
                  </a:lnTo>
                  <a:lnTo>
                    <a:pt x="3306191" y="493122"/>
                  </a:lnTo>
                  <a:lnTo>
                    <a:pt x="3235846" y="487085"/>
                  </a:lnTo>
                  <a:lnTo>
                    <a:pt x="3165502" y="480914"/>
                  </a:lnTo>
                  <a:lnTo>
                    <a:pt x="3095157" y="474604"/>
                  </a:lnTo>
                  <a:lnTo>
                    <a:pt x="3024813" y="468154"/>
                  </a:lnTo>
                  <a:lnTo>
                    <a:pt x="2954468" y="463477"/>
                  </a:lnTo>
                  <a:lnTo>
                    <a:pt x="2884124" y="462158"/>
                  </a:lnTo>
                  <a:lnTo>
                    <a:pt x="2813779" y="460833"/>
                  </a:lnTo>
                  <a:lnTo>
                    <a:pt x="2743435" y="459503"/>
                  </a:lnTo>
                  <a:lnTo>
                    <a:pt x="2673090" y="458166"/>
                  </a:lnTo>
                  <a:lnTo>
                    <a:pt x="2602746" y="456824"/>
                  </a:lnTo>
                  <a:lnTo>
                    <a:pt x="2532401" y="455476"/>
                  </a:lnTo>
                  <a:lnTo>
                    <a:pt x="2462057" y="454122"/>
                  </a:lnTo>
                  <a:lnTo>
                    <a:pt x="2391712" y="452762"/>
                  </a:lnTo>
                  <a:lnTo>
                    <a:pt x="2321368" y="451396"/>
                  </a:lnTo>
                  <a:lnTo>
                    <a:pt x="2251023" y="450024"/>
                  </a:lnTo>
                  <a:lnTo>
                    <a:pt x="2180679" y="448646"/>
                  </a:lnTo>
                  <a:lnTo>
                    <a:pt x="2110334" y="447261"/>
                  </a:lnTo>
                  <a:lnTo>
                    <a:pt x="2039990" y="445871"/>
                  </a:lnTo>
                  <a:lnTo>
                    <a:pt x="1969645" y="444475"/>
                  </a:lnTo>
                  <a:lnTo>
                    <a:pt x="1899301" y="443072"/>
                  </a:lnTo>
                  <a:lnTo>
                    <a:pt x="1828956" y="441664"/>
                  </a:lnTo>
                  <a:lnTo>
                    <a:pt x="1758612" y="440249"/>
                  </a:lnTo>
                  <a:lnTo>
                    <a:pt x="1688267" y="438828"/>
                  </a:lnTo>
                  <a:lnTo>
                    <a:pt x="1617923" y="437400"/>
                  </a:lnTo>
                  <a:lnTo>
                    <a:pt x="1547578" y="435967"/>
                  </a:lnTo>
                  <a:lnTo>
                    <a:pt x="1477234" y="434527"/>
                  </a:lnTo>
                  <a:lnTo>
                    <a:pt x="1406889" y="433081"/>
                  </a:lnTo>
                  <a:lnTo>
                    <a:pt x="1336545" y="431628"/>
                  </a:lnTo>
                  <a:lnTo>
                    <a:pt x="1266200" y="430169"/>
                  </a:lnTo>
                  <a:lnTo>
                    <a:pt x="1195856" y="428704"/>
                  </a:lnTo>
                  <a:lnTo>
                    <a:pt x="1125511" y="427232"/>
                  </a:lnTo>
                  <a:lnTo>
                    <a:pt x="1055167" y="425753"/>
                  </a:lnTo>
                  <a:lnTo>
                    <a:pt x="984822" y="424269"/>
                  </a:lnTo>
                  <a:lnTo>
                    <a:pt x="914478" y="422777"/>
                  </a:lnTo>
                  <a:lnTo>
                    <a:pt x="844133" y="421279"/>
                  </a:lnTo>
                  <a:lnTo>
                    <a:pt x="773789" y="419775"/>
                  </a:lnTo>
                  <a:lnTo>
                    <a:pt x="703444" y="418264"/>
                  </a:lnTo>
                  <a:lnTo>
                    <a:pt x="633100" y="416746"/>
                  </a:lnTo>
                  <a:lnTo>
                    <a:pt x="562755" y="415221"/>
                  </a:lnTo>
                  <a:lnTo>
                    <a:pt x="492411" y="413690"/>
                  </a:lnTo>
                  <a:lnTo>
                    <a:pt x="422066" y="412152"/>
                  </a:lnTo>
                  <a:lnTo>
                    <a:pt x="351722" y="410608"/>
                  </a:lnTo>
                  <a:lnTo>
                    <a:pt x="281377" y="409056"/>
                  </a:lnTo>
                  <a:lnTo>
                    <a:pt x="211033" y="407498"/>
                  </a:lnTo>
                  <a:lnTo>
                    <a:pt x="140688" y="405933"/>
                  </a:lnTo>
                  <a:lnTo>
                    <a:pt x="70344" y="404361"/>
                  </a:lnTo>
                  <a:lnTo>
                    <a:pt x="0" y="402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637009"/>
              <a:ext cx="6964104" cy="529841"/>
            </a:xfrm>
            <a:custGeom>
              <a:avLst/>
              <a:pathLst>
                <a:path w="6964104" h="529841">
                  <a:moveTo>
                    <a:pt x="0" y="0"/>
                  </a:moveTo>
                  <a:lnTo>
                    <a:pt x="70344" y="16682"/>
                  </a:lnTo>
                  <a:lnTo>
                    <a:pt x="140688" y="32999"/>
                  </a:lnTo>
                  <a:lnTo>
                    <a:pt x="211033" y="48960"/>
                  </a:lnTo>
                  <a:lnTo>
                    <a:pt x="281377" y="64572"/>
                  </a:lnTo>
                  <a:lnTo>
                    <a:pt x="351722" y="79843"/>
                  </a:lnTo>
                  <a:lnTo>
                    <a:pt x="422066" y="94780"/>
                  </a:lnTo>
                  <a:lnTo>
                    <a:pt x="492411" y="109390"/>
                  </a:lnTo>
                  <a:lnTo>
                    <a:pt x="562755" y="123682"/>
                  </a:lnTo>
                  <a:lnTo>
                    <a:pt x="633100" y="137661"/>
                  </a:lnTo>
                  <a:lnTo>
                    <a:pt x="703444" y="151334"/>
                  </a:lnTo>
                  <a:lnTo>
                    <a:pt x="773789" y="164709"/>
                  </a:lnTo>
                  <a:lnTo>
                    <a:pt x="844133" y="177791"/>
                  </a:lnTo>
                  <a:lnTo>
                    <a:pt x="914478" y="190587"/>
                  </a:lnTo>
                  <a:lnTo>
                    <a:pt x="984822" y="203104"/>
                  </a:lnTo>
                  <a:lnTo>
                    <a:pt x="1055167" y="215347"/>
                  </a:lnTo>
                  <a:lnTo>
                    <a:pt x="1125511" y="227322"/>
                  </a:lnTo>
                  <a:lnTo>
                    <a:pt x="1195856" y="239036"/>
                  </a:lnTo>
                  <a:lnTo>
                    <a:pt x="1266200" y="250494"/>
                  </a:lnTo>
                  <a:lnTo>
                    <a:pt x="1336545" y="261701"/>
                  </a:lnTo>
                  <a:lnTo>
                    <a:pt x="1406889" y="272664"/>
                  </a:lnTo>
                  <a:lnTo>
                    <a:pt x="1477234" y="283387"/>
                  </a:lnTo>
                  <a:lnTo>
                    <a:pt x="1547578" y="293875"/>
                  </a:lnTo>
                  <a:lnTo>
                    <a:pt x="1617923" y="304134"/>
                  </a:lnTo>
                  <a:lnTo>
                    <a:pt x="1688267" y="314169"/>
                  </a:lnTo>
                  <a:lnTo>
                    <a:pt x="1758612" y="323985"/>
                  </a:lnTo>
                  <a:lnTo>
                    <a:pt x="1828956" y="333586"/>
                  </a:lnTo>
                  <a:lnTo>
                    <a:pt x="1899301" y="342978"/>
                  </a:lnTo>
                  <a:lnTo>
                    <a:pt x="1969645" y="352164"/>
                  </a:lnTo>
                  <a:lnTo>
                    <a:pt x="2039990" y="361149"/>
                  </a:lnTo>
                  <a:lnTo>
                    <a:pt x="2110334" y="369938"/>
                  </a:lnTo>
                  <a:lnTo>
                    <a:pt x="2180679" y="378535"/>
                  </a:lnTo>
                  <a:lnTo>
                    <a:pt x="2251023" y="386944"/>
                  </a:lnTo>
                  <a:lnTo>
                    <a:pt x="2321368" y="395169"/>
                  </a:lnTo>
                  <a:lnTo>
                    <a:pt x="2391712" y="403214"/>
                  </a:lnTo>
                  <a:lnTo>
                    <a:pt x="2462057" y="411084"/>
                  </a:lnTo>
                  <a:lnTo>
                    <a:pt x="2532401" y="418781"/>
                  </a:lnTo>
                  <a:lnTo>
                    <a:pt x="2602746" y="426311"/>
                  </a:lnTo>
                  <a:lnTo>
                    <a:pt x="2673090" y="433675"/>
                  </a:lnTo>
                  <a:lnTo>
                    <a:pt x="2743435" y="440879"/>
                  </a:lnTo>
                  <a:lnTo>
                    <a:pt x="2813779" y="447926"/>
                  </a:lnTo>
                  <a:lnTo>
                    <a:pt x="2884124" y="454818"/>
                  </a:lnTo>
                  <a:lnTo>
                    <a:pt x="2954468" y="461560"/>
                  </a:lnTo>
                  <a:lnTo>
                    <a:pt x="3024813" y="464790"/>
                  </a:lnTo>
                  <a:lnTo>
                    <a:pt x="3095157" y="466097"/>
                  </a:lnTo>
                  <a:lnTo>
                    <a:pt x="3165502" y="467399"/>
                  </a:lnTo>
                  <a:lnTo>
                    <a:pt x="3235846" y="468695"/>
                  </a:lnTo>
                  <a:lnTo>
                    <a:pt x="3306191" y="469985"/>
                  </a:lnTo>
                  <a:lnTo>
                    <a:pt x="3376535" y="471270"/>
                  </a:lnTo>
                  <a:lnTo>
                    <a:pt x="3446880" y="472549"/>
                  </a:lnTo>
                  <a:lnTo>
                    <a:pt x="3517224" y="473822"/>
                  </a:lnTo>
                  <a:lnTo>
                    <a:pt x="3587569" y="475090"/>
                  </a:lnTo>
                  <a:lnTo>
                    <a:pt x="3657913" y="476352"/>
                  </a:lnTo>
                  <a:lnTo>
                    <a:pt x="3728257" y="477609"/>
                  </a:lnTo>
                  <a:lnTo>
                    <a:pt x="3798602" y="478860"/>
                  </a:lnTo>
                  <a:lnTo>
                    <a:pt x="3868946" y="480106"/>
                  </a:lnTo>
                  <a:lnTo>
                    <a:pt x="3939291" y="481346"/>
                  </a:lnTo>
                  <a:lnTo>
                    <a:pt x="4009635" y="482581"/>
                  </a:lnTo>
                  <a:lnTo>
                    <a:pt x="4079980" y="483810"/>
                  </a:lnTo>
                  <a:lnTo>
                    <a:pt x="4150324" y="485035"/>
                  </a:lnTo>
                  <a:lnTo>
                    <a:pt x="4220669" y="486253"/>
                  </a:lnTo>
                  <a:lnTo>
                    <a:pt x="4291013" y="487467"/>
                  </a:lnTo>
                  <a:lnTo>
                    <a:pt x="4361358" y="488675"/>
                  </a:lnTo>
                  <a:lnTo>
                    <a:pt x="4431702" y="489877"/>
                  </a:lnTo>
                  <a:lnTo>
                    <a:pt x="4502047" y="491075"/>
                  </a:lnTo>
                  <a:lnTo>
                    <a:pt x="4572391" y="492267"/>
                  </a:lnTo>
                  <a:lnTo>
                    <a:pt x="4642736" y="493454"/>
                  </a:lnTo>
                  <a:lnTo>
                    <a:pt x="4713080" y="494636"/>
                  </a:lnTo>
                  <a:lnTo>
                    <a:pt x="4783425" y="495813"/>
                  </a:lnTo>
                  <a:lnTo>
                    <a:pt x="4853769" y="496984"/>
                  </a:lnTo>
                  <a:lnTo>
                    <a:pt x="4924114" y="498150"/>
                  </a:lnTo>
                  <a:lnTo>
                    <a:pt x="4994458" y="499312"/>
                  </a:lnTo>
                  <a:lnTo>
                    <a:pt x="5064803" y="500468"/>
                  </a:lnTo>
                  <a:lnTo>
                    <a:pt x="5135147" y="501619"/>
                  </a:lnTo>
                  <a:lnTo>
                    <a:pt x="5205492" y="502765"/>
                  </a:lnTo>
                  <a:lnTo>
                    <a:pt x="5275836" y="503906"/>
                  </a:lnTo>
                  <a:lnTo>
                    <a:pt x="5346181" y="505042"/>
                  </a:lnTo>
                  <a:lnTo>
                    <a:pt x="5416525" y="506173"/>
                  </a:lnTo>
                  <a:lnTo>
                    <a:pt x="5486870" y="507299"/>
                  </a:lnTo>
                  <a:lnTo>
                    <a:pt x="5557214" y="508421"/>
                  </a:lnTo>
                  <a:lnTo>
                    <a:pt x="5627559" y="509537"/>
                  </a:lnTo>
                  <a:lnTo>
                    <a:pt x="5697903" y="510648"/>
                  </a:lnTo>
                  <a:lnTo>
                    <a:pt x="5768248" y="511755"/>
                  </a:lnTo>
                  <a:lnTo>
                    <a:pt x="5838592" y="512856"/>
                  </a:lnTo>
                  <a:lnTo>
                    <a:pt x="5908937" y="513953"/>
                  </a:lnTo>
                  <a:lnTo>
                    <a:pt x="5979281" y="515045"/>
                  </a:lnTo>
                  <a:lnTo>
                    <a:pt x="6049626" y="516132"/>
                  </a:lnTo>
                  <a:lnTo>
                    <a:pt x="6119970" y="517215"/>
                  </a:lnTo>
                  <a:lnTo>
                    <a:pt x="6190315" y="518293"/>
                  </a:lnTo>
                  <a:lnTo>
                    <a:pt x="6260659" y="519366"/>
                  </a:lnTo>
                  <a:lnTo>
                    <a:pt x="6331004" y="520434"/>
                  </a:lnTo>
                  <a:lnTo>
                    <a:pt x="6401348" y="521498"/>
                  </a:lnTo>
                  <a:lnTo>
                    <a:pt x="6471693" y="522557"/>
                  </a:lnTo>
                  <a:lnTo>
                    <a:pt x="6542037" y="523611"/>
                  </a:lnTo>
                  <a:lnTo>
                    <a:pt x="6612382" y="524661"/>
                  </a:lnTo>
                  <a:lnTo>
                    <a:pt x="6682726" y="525706"/>
                  </a:lnTo>
                  <a:lnTo>
                    <a:pt x="6753071" y="526747"/>
                  </a:lnTo>
                  <a:lnTo>
                    <a:pt x="6823415" y="527783"/>
                  </a:lnTo>
                  <a:lnTo>
                    <a:pt x="6893760" y="528814"/>
                  </a:lnTo>
                  <a:lnTo>
                    <a:pt x="6964104" y="529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39792"/>
              <a:ext cx="6964104" cy="274881"/>
            </a:xfrm>
            <a:custGeom>
              <a:avLst/>
              <a:pathLst>
                <a:path w="6964104" h="274881">
                  <a:moveTo>
                    <a:pt x="6964104" y="274881"/>
                  </a:moveTo>
                  <a:lnTo>
                    <a:pt x="6893760" y="272968"/>
                  </a:lnTo>
                  <a:lnTo>
                    <a:pt x="6823415" y="271012"/>
                  </a:lnTo>
                  <a:lnTo>
                    <a:pt x="6753071" y="269013"/>
                  </a:lnTo>
                  <a:lnTo>
                    <a:pt x="6682726" y="266969"/>
                  </a:lnTo>
                  <a:lnTo>
                    <a:pt x="6612382" y="264879"/>
                  </a:lnTo>
                  <a:lnTo>
                    <a:pt x="6542037" y="262742"/>
                  </a:lnTo>
                  <a:lnTo>
                    <a:pt x="6471693" y="260558"/>
                  </a:lnTo>
                  <a:lnTo>
                    <a:pt x="6401348" y="258324"/>
                  </a:lnTo>
                  <a:lnTo>
                    <a:pt x="6331004" y="256041"/>
                  </a:lnTo>
                  <a:lnTo>
                    <a:pt x="6260659" y="253707"/>
                  </a:lnTo>
                  <a:lnTo>
                    <a:pt x="6190315" y="251321"/>
                  </a:lnTo>
                  <a:lnTo>
                    <a:pt x="6119970" y="248882"/>
                  </a:lnTo>
                  <a:lnTo>
                    <a:pt x="6049626" y="246388"/>
                  </a:lnTo>
                  <a:lnTo>
                    <a:pt x="5979281" y="243838"/>
                  </a:lnTo>
                  <a:lnTo>
                    <a:pt x="5908937" y="241231"/>
                  </a:lnTo>
                  <a:lnTo>
                    <a:pt x="5838592" y="238566"/>
                  </a:lnTo>
                  <a:lnTo>
                    <a:pt x="5768248" y="235842"/>
                  </a:lnTo>
                  <a:lnTo>
                    <a:pt x="5697903" y="233056"/>
                  </a:lnTo>
                  <a:lnTo>
                    <a:pt x="5627559" y="230209"/>
                  </a:lnTo>
                  <a:lnTo>
                    <a:pt x="5557214" y="227297"/>
                  </a:lnTo>
                  <a:lnTo>
                    <a:pt x="5486870" y="224321"/>
                  </a:lnTo>
                  <a:lnTo>
                    <a:pt x="5416525" y="221278"/>
                  </a:lnTo>
                  <a:lnTo>
                    <a:pt x="5346181" y="218167"/>
                  </a:lnTo>
                  <a:lnTo>
                    <a:pt x="5275836" y="214987"/>
                  </a:lnTo>
                  <a:lnTo>
                    <a:pt x="5205492" y="211736"/>
                  </a:lnTo>
                  <a:lnTo>
                    <a:pt x="5135147" y="208412"/>
                  </a:lnTo>
                  <a:lnTo>
                    <a:pt x="5064803" y="205013"/>
                  </a:lnTo>
                  <a:lnTo>
                    <a:pt x="4994458" y="201539"/>
                  </a:lnTo>
                  <a:lnTo>
                    <a:pt x="4924114" y="197987"/>
                  </a:lnTo>
                  <a:lnTo>
                    <a:pt x="4853769" y="194356"/>
                  </a:lnTo>
                  <a:lnTo>
                    <a:pt x="4783425" y="190644"/>
                  </a:lnTo>
                  <a:lnTo>
                    <a:pt x="4713080" y="186848"/>
                  </a:lnTo>
                  <a:lnTo>
                    <a:pt x="4642736" y="182968"/>
                  </a:lnTo>
                  <a:lnTo>
                    <a:pt x="4572391" y="179001"/>
                  </a:lnTo>
                  <a:lnTo>
                    <a:pt x="4502047" y="174946"/>
                  </a:lnTo>
                  <a:lnTo>
                    <a:pt x="4431702" y="170800"/>
                  </a:lnTo>
                  <a:lnTo>
                    <a:pt x="4361358" y="166561"/>
                  </a:lnTo>
                  <a:lnTo>
                    <a:pt x="4291013" y="162228"/>
                  </a:lnTo>
                  <a:lnTo>
                    <a:pt x="4220669" y="157797"/>
                  </a:lnTo>
                  <a:lnTo>
                    <a:pt x="4150324" y="153268"/>
                  </a:lnTo>
                  <a:lnTo>
                    <a:pt x="4079980" y="148638"/>
                  </a:lnTo>
                  <a:lnTo>
                    <a:pt x="4009635" y="143904"/>
                  </a:lnTo>
                  <a:lnTo>
                    <a:pt x="3939291" y="139064"/>
                  </a:lnTo>
                  <a:lnTo>
                    <a:pt x="3868946" y="134116"/>
                  </a:lnTo>
                  <a:lnTo>
                    <a:pt x="3798602" y="129058"/>
                  </a:lnTo>
                  <a:lnTo>
                    <a:pt x="3728257" y="123887"/>
                  </a:lnTo>
                  <a:lnTo>
                    <a:pt x="3657913" y="118600"/>
                  </a:lnTo>
                  <a:lnTo>
                    <a:pt x="3587569" y="113195"/>
                  </a:lnTo>
                  <a:lnTo>
                    <a:pt x="3517224" y="107669"/>
                  </a:lnTo>
                  <a:lnTo>
                    <a:pt x="3446880" y="102020"/>
                  </a:lnTo>
                  <a:lnTo>
                    <a:pt x="3376535" y="96244"/>
                  </a:lnTo>
                  <a:lnTo>
                    <a:pt x="3306191" y="90339"/>
                  </a:lnTo>
                  <a:lnTo>
                    <a:pt x="3235846" y="84303"/>
                  </a:lnTo>
                  <a:lnTo>
                    <a:pt x="3165502" y="78132"/>
                  </a:lnTo>
                  <a:lnTo>
                    <a:pt x="3095157" y="71822"/>
                  </a:lnTo>
                  <a:lnTo>
                    <a:pt x="3024813" y="65372"/>
                  </a:lnTo>
                  <a:lnTo>
                    <a:pt x="2954468" y="60695"/>
                  </a:lnTo>
                  <a:lnTo>
                    <a:pt x="2884124" y="59376"/>
                  </a:lnTo>
                  <a:lnTo>
                    <a:pt x="2813779" y="58051"/>
                  </a:lnTo>
                  <a:lnTo>
                    <a:pt x="2743435" y="56721"/>
                  </a:lnTo>
                  <a:lnTo>
                    <a:pt x="2673090" y="55384"/>
                  </a:lnTo>
                  <a:lnTo>
                    <a:pt x="2602746" y="54042"/>
                  </a:lnTo>
                  <a:lnTo>
                    <a:pt x="2532401" y="52694"/>
                  </a:lnTo>
                  <a:lnTo>
                    <a:pt x="2462057" y="51340"/>
                  </a:lnTo>
                  <a:lnTo>
                    <a:pt x="2391712" y="49980"/>
                  </a:lnTo>
                  <a:lnTo>
                    <a:pt x="2321368" y="48614"/>
                  </a:lnTo>
                  <a:lnTo>
                    <a:pt x="2251023" y="47242"/>
                  </a:lnTo>
                  <a:lnTo>
                    <a:pt x="2180679" y="45863"/>
                  </a:lnTo>
                  <a:lnTo>
                    <a:pt x="2110334" y="44479"/>
                  </a:lnTo>
                  <a:lnTo>
                    <a:pt x="2039990" y="43089"/>
                  </a:lnTo>
                  <a:lnTo>
                    <a:pt x="1969645" y="41693"/>
                  </a:lnTo>
                  <a:lnTo>
                    <a:pt x="1899301" y="40290"/>
                  </a:lnTo>
                  <a:lnTo>
                    <a:pt x="1828956" y="38882"/>
                  </a:lnTo>
                  <a:lnTo>
                    <a:pt x="1758612" y="37467"/>
                  </a:lnTo>
                  <a:lnTo>
                    <a:pt x="1688267" y="36046"/>
                  </a:lnTo>
                  <a:lnTo>
                    <a:pt x="1617923" y="34618"/>
                  </a:lnTo>
                  <a:lnTo>
                    <a:pt x="1547578" y="33185"/>
                  </a:lnTo>
                  <a:lnTo>
                    <a:pt x="1477234" y="31745"/>
                  </a:lnTo>
                  <a:lnTo>
                    <a:pt x="1406889" y="30299"/>
                  </a:lnTo>
                  <a:lnTo>
                    <a:pt x="1336545" y="28846"/>
                  </a:lnTo>
                  <a:lnTo>
                    <a:pt x="1266200" y="27387"/>
                  </a:lnTo>
                  <a:lnTo>
                    <a:pt x="1195856" y="25922"/>
                  </a:lnTo>
                  <a:lnTo>
                    <a:pt x="1125511" y="24450"/>
                  </a:lnTo>
                  <a:lnTo>
                    <a:pt x="1055167" y="22971"/>
                  </a:lnTo>
                  <a:lnTo>
                    <a:pt x="984822" y="21486"/>
                  </a:lnTo>
                  <a:lnTo>
                    <a:pt x="914478" y="19995"/>
                  </a:lnTo>
                  <a:lnTo>
                    <a:pt x="844133" y="18497"/>
                  </a:lnTo>
                  <a:lnTo>
                    <a:pt x="773789" y="16993"/>
                  </a:lnTo>
                  <a:lnTo>
                    <a:pt x="703444" y="15481"/>
                  </a:lnTo>
                  <a:lnTo>
                    <a:pt x="633100" y="13964"/>
                  </a:lnTo>
                  <a:lnTo>
                    <a:pt x="562755" y="12439"/>
                  </a:lnTo>
                  <a:lnTo>
                    <a:pt x="492411" y="10908"/>
                  </a:lnTo>
                  <a:lnTo>
                    <a:pt x="422066" y="9370"/>
                  </a:lnTo>
                  <a:lnTo>
                    <a:pt x="351722" y="7825"/>
                  </a:lnTo>
                  <a:lnTo>
                    <a:pt x="281377" y="6274"/>
                  </a:lnTo>
                  <a:lnTo>
                    <a:pt x="211033" y="4716"/>
                  </a:lnTo>
                  <a:lnTo>
                    <a:pt x="140688" y="3150"/>
                  </a:lnTo>
                  <a:lnTo>
                    <a:pt x="70344" y="1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75731"/>
              <a:ext cx="6964104" cy="383185"/>
            </a:xfrm>
            <a:custGeom>
              <a:avLst/>
              <a:pathLst>
                <a:path w="6964104" h="383185">
                  <a:moveTo>
                    <a:pt x="0" y="0"/>
                  </a:moveTo>
                  <a:lnTo>
                    <a:pt x="70344" y="6901"/>
                  </a:lnTo>
                  <a:lnTo>
                    <a:pt x="140688" y="13711"/>
                  </a:lnTo>
                  <a:lnTo>
                    <a:pt x="211033" y="20432"/>
                  </a:lnTo>
                  <a:lnTo>
                    <a:pt x="281377" y="27065"/>
                  </a:lnTo>
                  <a:lnTo>
                    <a:pt x="351722" y="33610"/>
                  </a:lnTo>
                  <a:lnTo>
                    <a:pt x="422066" y="40069"/>
                  </a:lnTo>
                  <a:lnTo>
                    <a:pt x="492411" y="46444"/>
                  </a:lnTo>
                  <a:lnTo>
                    <a:pt x="562755" y="52734"/>
                  </a:lnTo>
                  <a:lnTo>
                    <a:pt x="633100" y="58942"/>
                  </a:lnTo>
                  <a:lnTo>
                    <a:pt x="703444" y="65068"/>
                  </a:lnTo>
                  <a:lnTo>
                    <a:pt x="773789" y="71113"/>
                  </a:lnTo>
                  <a:lnTo>
                    <a:pt x="844133" y="77079"/>
                  </a:lnTo>
                  <a:lnTo>
                    <a:pt x="914478" y="82966"/>
                  </a:lnTo>
                  <a:lnTo>
                    <a:pt x="984822" y="88776"/>
                  </a:lnTo>
                  <a:lnTo>
                    <a:pt x="1055167" y="94509"/>
                  </a:lnTo>
                  <a:lnTo>
                    <a:pt x="1125511" y="100167"/>
                  </a:lnTo>
                  <a:lnTo>
                    <a:pt x="1195856" y="105751"/>
                  </a:lnTo>
                  <a:lnTo>
                    <a:pt x="1266200" y="111261"/>
                  </a:lnTo>
                  <a:lnTo>
                    <a:pt x="1336545" y="116698"/>
                  </a:lnTo>
                  <a:lnTo>
                    <a:pt x="1406889" y="122064"/>
                  </a:lnTo>
                  <a:lnTo>
                    <a:pt x="1477234" y="127360"/>
                  </a:lnTo>
                  <a:lnTo>
                    <a:pt x="1547578" y="132586"/>
                  </a:lnTo>
                  <a:lnTo>
                    <a:pt x="1617923" y="137743"/>
                  </a:lnTo>
                  <a:lnTo>
                    <a:pt x="1688267" y="142832"/>
                  </a:lnTo>
                  <a:lnTo>
                    <a:pt x="1758612" y="147854"/>
                  </a:lnTo>
                  <a:lnTo>
                    <a:pt x="1828956" y="152810"/>
                  </a:lnTo>
                  <a:lnTo>
                    <a:pt x="1899301" y="157701"/>
                  </a:lnTo>
                  <a:lnTo>
                    <a:pt x="1969645" y="162528"/>
                  </a:lnTo>
                  <a:lnTo>
                    <a:pt x="2039990" y="167291"/>
                  </a:lnTo>
                  <a:lnTo>
                    <a:pt x="2110334" y="171991"/>
                  </a:lnTo>
                  <a:lnTo>
                    <a:pt x="2180679" y="176630"/>
                  </a:lnTo>
                  <a:lnTo>
                    <a:pt x="2251023" y="181207"/>
                  </a:lnTo>
                  <a:lnTo>
                    <a:pt x="2321368" y="185725"/>
                  </a:lnTo>
                  <a:lnTo>
                    <a:pt x="2391712" y="190183"/>
                  </a:lnTo>
                  <a:lnTo>
                    <a:pt x="2462057" y="194582"/>
                  </a:lnTo>
                  <a:lnTo>
                    <a:pt x="2532401" y="198923"/>
                  </a:lnTo>
                  <a:lnTo>
                    <a:pt x="2602746" y="203207"/>
                  </a:lnTo>
                  <a:lnTo>
                    <a:pt x="2673090" y="207435"/>
                  </a:lnTo>
                  <a:lnTo>
                    <a:pt x="2743435" y="211608"/>
                  </a:lnTo>
                  <a:lnTo>
                    <a:pt x="2813779" y="215725"/>
                  </a:lnTo>
                  <a:lnTo>
                    <a:pt x="2884124" y="219788"/>
                  </a:lnTo>
                  <a:lnTo>
                    <a:pt x="2954468" y="223798"/>
                  </a:lnTo>
                  <a:lnTo>
                    <a:pt x="3024813" y="227755"/>
                  </a:lnTo>
                  <a:lnTo>
                    <a:pt x="3095157" y="231660"/>
                  </a:lnTo>
                  <a:lnTo>
                    <a:pt x="3165502" y="235513"/>
                  </a:lnTo>
                  <a:lnTo>
                    <a:pt x="3235846" y="239316"/>
                  </a:lnTo>
                  <a:lnTo>
                    <a:pt x="3306191" y="243069"/>
                  </a:lnTo>
                  <a:lnTo>
                    <a:pt x="3376535" y="246772"/>
                  </a:lnTo>
                  <a:lnTo>
                    <a:pt x="3446880" y="250427"/>
                  </a:lnTo>
                  <a:lnTo>
                    <a:pt x="3517224" y="254034"/>
                  </a:lnTo>
                  <a:lnTo>
                    <a:pt x="3587569" y="257593"/>
                  </a:lnTo>
                  <a:lnTo>
                    <a:pt x="3657913" y="261105"/>
                  </a:lnTo>
                  <a:lnTo>
                    <a:pt x="3728257" y="264572"/>
                  </a:lnTo>
                  <a:lnTo>
                    <a:pt x="3798602" y="267992"/>
                  </a:lnTo>
                  <a:lnTo>
                    <a:pt x="3868946" y="271368"/>
                  </a:lnTo>
                  <a:lnTo>
                    <a:pt x="3939291" y="274699"/>
                  </a:lnTo>
                  <a:lnTo>
                    <a:pt x="4009635" y="277986"/>
                  </a:lnTo>
                  <a:lnTo>
                    <a:pt x="4079980" y="281230"/>
                  </a:lnTo>
                  <a:lnTo>
                    <a:pt x="4150324" y="284432"/>
                  </a:lnTo>
                  <a:lnTo>
                    <a:pt x="4220669" y="287591"/>
                  </a:lnTo>
                  <a:lnTo>
                    <a:pt x="4291013" y="290708"/>
                  </a:lnTo>
                  <a:lnTo>
                    <a:pt x="4361358" y="293785"/>
                  </a:lnTo>
                  <a:lnTo>
                    <a:pt x="4431702" y="296821"/>
                  </a:lnTo>
                  <a:lnTo>
                    <a:pt x="4502047" y="299818"/>
                  </a:lnTo>
                  <a:lnTo>
                    <a:pt x="4572391" y="302774"/>
                  </a:lnTo>
                  <a:lnTo>
                    <a:pt x="4642736" y="305692"/>
                  </a:lnTo>
                  <a:lnTo>
                    <a:pt x="4713080" y="308572"/>
                  </a:lnTo>
                  <a:lnTo>
                    <a:pt x="4783425" y="311414"/>
                  </a:lnTo>
                  <a:lnTo>
                    <a:pt x="4853769" y="314218"/>
                  </a:lnTo>
                  <a:lnTo>
                    <a:pt x="4924114" y="316985"/>
                  </a:lnTo>
                  <a:lnTo>
                    <a:pt x="4994458" y="319716"/>
                  </a:lnTo>
                  <a:lnTo>
                    <a:pt x="5064803" y="322411"/>
                  </a:lnTo>
                  <a:lnTo>
                    <a:pt x="5135147" y="325071"/>
                  </a:lnTo>
                  <a:lnTo>
                    <a:pt x="5205492" y="327695"/>
                  </a:lnTo>
                  <a:lnTo>
                    <a:pt x="5275836" y="330286"/>
                  </a:lnTo>
                  <a:lnTo>
                    <a:pt x="5346181" y="332842"/>
                  </a:lnTo>
                  <a:lnTo>
                    <a:pt x="5416525" y="335364"/>
                  </a:lnTo>
                  <a:lnTo>
                    <a:pt x="5486870" y="337853"/>
                  </a:lnTo>
                  <a:lnTo>
                    <a:pt x="5557214" y="340310"/>
                  </a:lnTo>
                  <a:lnTo>
                    <a:pt x="5627559" y="342734"/>
                  </a:lnTo>
                  <a:lnTo>
                    <a:pt x="5697903" y="345126"/>
                  </a:lnTo>
                  <a:lnTo>
                    <a:pt x="5768248" y="347487"/>
                  </a:lnTo>
                  <a:lnTo>
                    <a:pt x="5838592" y="349816"/>
                  </a:lnTo>
                  <a:lnTo>
                    <a:pt x="5908937" y="352115"/>
                  </a:lnTo>
                  <a:lnTo>
                    <a:pt x="5979281" y="354384"/>
                  </a:lnTo>
                  <a:lnTo>
                    <a:pt x="6049626" y="356623"/>
                  </a:lnTo>
                  <a:lnTo>
                    <a:pt x="6119970" y="358833"/>
                  </a:lnTo>
                  <a:lnTo>
                    <a:pt x="6190315" y="361013"/>
                  </a:lnTo>
                  <a:lnTo>
                    <a:pt x="6260659" y="363165"/>
                  </a:lnTo>
                  <a:lnTo>
                    <a:pt x="6331004" y="365288"/>
                  </a:lnTo>
                  <a:lnTo>
                    <a:pt x="6401348" y="367384"/>
                  </a:lnTo>
                  <a:lnTo>
                    <a:pt x="6471693" y="369451"/>
                  </a:lnTo>
                  <a:lnTo>
                    <a:pt x="6542037" y="371492"/>
                  </a:lnTo>
                  <a:lnTo>
                    <a:pt x="6612382" y="373506"/>
                  </a:lnTo>
                  <a:lnTo>
                    <a:pt x="6682726" y="375493"/>
                  </a:lnTo>
                  <a:lnTo>
                    <a:pt x="6753071" y="377455"/>
                  </a:lnTo>
                  <a:lnTo>
                    <a:pt x="6823415" y="379390"/>
                  </a:lnTo>
                  <a:lnTo>
                    <a:pt x="6893760" y="381300"/>
                  </a:lnTo>
                  <a:lnTo>
                    <a:pt x="6964104" y="38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830402"/>
              <a:ext cx="6964104" cy="677663"/>
            </a:xfrm>
            <a:custGeom>
              <a:avLst/>
              <a:pathLst>
                <a:path w="6964104" h="677663">
                  <a:moveTo>
                    <a:pt x="0" y="0"/>
                  </a:moveTo>
                  <a:lnTo>
                    <a:pt x="70344" y="16682"/>
                  </a:lnTo>
                  <a:lnTo>
                    <a:pt x="140688" y="32999"/>
                  </a:lnTo>
                  <a:lnTo>
                    <a:pt x="211033" y="48960"/>
                  </a:lnTo>
                  <a:lnTo>
                    <a:pt x="281377" y="64572"/>
                  </a:lnTo>
                  <a:lnTo>
                    <a:pt x="351722" y="79843"/>
                  </a:lnTo>
                  <a:lnTo>
                    <a:pt x="422066" y="94780"/>
                  </a:lnTo>
                  <a:lnTo>
                    <a:pt x="492411" y="109390"/>
                  </a:lnTo>
                  <a:lnTo>
                    <a:pt x="562755" y="123682"/>
                  </a:lnTo>
                  <a:lnTo>
                    <a:pt x="633100" y="137661"/>
                  </a:lnTo>
                  <a:lnTo>
                    <a:pt x="703444" y="151334"/>
                  </a:lnTo>
                  <a:lnTo>
                    <a:pt x="773789" y="164709"/>
                  </a:lnTo>
                  <a:lnTo>
                    <a:pt x="844133" y="177791"/>
                  </a:lnTo>
                  <a:lnTo>
                    <a:pt x="914478" y="190587"/>
                  </a:lnTo>
                  <a:lnTo>
                    <a:pt x="984822" y="203104"/>
                  </a:lnTo>
                  <a:lnTo>
                    <a:pt x="1055167" y="215347"/>
                  </a:lnTo>
                  <a:lnTo>
                    <a:pt x="1125511" y="227322"/>
                  </a:lnTo>
                  <a:lnTo>
                    <a:pt x="1195856" y="239036"/>
                  </a:lnTo>
                  <a:lnTo>
                    <a:pt x="1266200" y="250494"/>
                  </a:lnTo>
                  <a:lnTo>
                    <a:pt x="1336545" y="261701"/>
                  </a:lnTo>
                  <a:lnTo>
                    <a:pt x="1406889" y="272664"/>
                  </a:lnTo>
                  <a:lnTo>
                    <a:pt x="1477234" y="283387"/>
                  </a:lnTo>
                  <a:lnTo>
                    <a:pt x="1547578" y="293875"/>
                  </a:lnTo>
                  <a:lnTo>
                    <a:pt x="1617923" y="304134"/>
                  </a:lnTo>
                  <a:lnTo>
                    <a:pt x="1688267" y="314169"/>
                  </a:lnTo>
                  <a:lnTo>
                    <a:pt x="1758612" y="323985"/>
                  </a:lnTo>
                  <a:lnTo>
                    <a:pt x="1828956" y="333586"/>
                  </a:lnTo>
                  <a:lnTo>
                    <a:pt x="1899301" y="342978"/>
                  </a:lnTo>
                  <a:lnTo>
                    <a:pt x="1969645" y="352164"/>
                  </a:lnTo>
                  <a:lnTo>
                    <a:pt x="2039990" y="361149"/>
                  </a:lnTo>
                  <a:lnTo>
                    <a:pt x="2110334" y="369938"/>
                  </a:lnTo>
                  <a:lnTo>
                    <a:pt x="2180679" y="378535"/>
                  </a:lnTo>
                  <a:lnTo>
                    <a:pt x="2251023" y="386944"/>
                  </a:lnTo>
                  <a:lnTo>
                    <a:pt x="2321368" y="395169"/>
                  </a:lnTo>
                  <a:lnTo>
                    <a:pt x="2391712" y="403214"/>
                  </a:lnTo>
                  <a:lnTo>
                    <a:pt x="2462057" y="411084"/>
                  </a:lnTo>
                  <a:lnTo>
                    <a:pt x="2532401" y="418781"/>
                  </a:lnTo>
                  <a:lnTo>
                    <a:pt x="2602746" y="426311"/>
                  </a:lnTo>
                  <a:lnTo>
                    <a:pt x="2673090" y="433675"/>
                  </a:lnTo>
                  <a:lnTo>
                    <a:pt x="2743435" y="440879"/>
                  </a:lnTo>
                  <a:lnTo>
                    <a:pt x="2813779" y="447926"/>
                  </a:lnTo>
                  <a:lnTo>
                    <a:pt x="2884124" y="454818"/>
                  </a:lnTo>
                  <a:lnTo>
                    <a:pt x="2954468" y="461560"/>
                  </a:lnTo>
                  <a:lnTo>
                    <a:pt x="3024813" y="464790"/>
                  </a:lnTo>
                  <a:lnTo>
                    <a:pt x="3095157" y="466097"/>
                  </a:lnTo>
                  <a:lnTo>
                    <a:pt x="3165502" y="467399"/>
                  </a:lnTo>
                  <a:lnTo>
                    <a:pt x="3235846" y="468695"/>
                  </a:lnTo>
                  <a:lnTo>
                    <a:pt x="3306191" y="469985"/>
                  </a:lnTo>
                  <a:lnTo>
                    <a:pt x="3376535" y="471270"/>
                  </a:lnTo>
                  <a:lnTo>
                    <a:pt x="3446880" y="472549"/>
                  </a:lnTo>
                  <a:lnTo>
                    <a:pt x="3517224" y="473822"/>
                  </a:lnTo>
                  <a:lnTo>
                    <a:pt x="3587569" y="475090"/>
                  </a:lnTo>
                  <a:lnTo>
                    <a:pt x="3657913" y="476352"/>
                  </a:lnTo>
                  <a:lnTo>
                    <a:pt x="3728257" y="477609"/>
                  </a:lnTo>
                  <a:lnTo>
                    <a:pt x="3798602" y="478860"/>
                  </a:lnTo>
                  <a:lnTo>
                    <a:pt x="3868946" y="480106"/>
                  </a:lnTo>
                  <a:lnTo>
                    <a:pt x="3939291" y="481346"/>
                  </a:lnTo>
                  <a:lnTo>
                    <a:pt x="4009635" y="482581"/>
                  </a:lnTo>
                  <a:lnTo>
                    <a:pt x="4079980" y="483810"/>
                  </a:lnTo>
                  <a:lnTo>
                    <a:pt x="4150324" y="485035"/>
                  </a:lnTo>
                  <a:lnTo>
                    <a:pt x="4220669" y="486253"/>
                  </a:lnTo>
                  <a:lnTo>
                    <a:pt x="4291013" y="487467"/>
                  </a:lnTo>
                  <a:lnTo>
                    <a:pt x="4361358" y="488675"/>
                  </a:lnTo>
                  <a:lnTo>
                    <a:pt x="4431702" y="489877"/>
                  </a:lnTo>
                  <a:lnTo>
                    <a:pt x="4502047" y="491075"/>
                  </a:lnTo>
                  <a:lnTo>
                    <a:pt x="4572391" y="492267"/>
                  </a:lnTo>
                  <a:lnTo>
                    <a:pt x="4642736" y="493454"/>
                  </a:lnTo>
                  <a:lnTo>
                    <a:pt x="4713080" y="494636"/>
                  </a:lnTo>
                  <a:lnTo>
                    <a:pt x="4783425" y="495813"/>
                  </a:lnTo>
                  <a:lnTo>
                    <a:pt x="4853769" y="496984"/>
                  </a:lnTo>
                  <a:lnTo>
                    <a:pt x="4924114" y="498150"/>
                  </a:lnTo>
                  <a:lnTo>
                    <a:pt x="4994458" y="499312"/>
                  </a:lnTo>
                  <a:lnTo>
                    <a:pt x="5064803" y="500468"/>
                  </a:lnTo>
                  <a:lnTo>
                    <a:pt x="5135147" y="501619"/>
                  </a:lnTo>
                  <a:lnTo>
                    <a:pt x="5205492" y="502765"/>
                  </a:lnTo>
                  <a:lnTo>
                    <a:pt x="5275836" y="503906"/>
                  </a:lnTo>
                  <a:lnTo>
                    <a:pt x="5346181" y="505042"/>
                  </a:lnTo>
                  <a:lnTo>
                    <a:pt x="5416525" y="506173"/>
                  </a:lnTo>
                  <a:lnTo>
                    <a:pt x="5486870" y="507299"/>
                  </a:lnTo>
                  <a:lnTo>
                    <a:pt x="5557214" y="508421"/>
                  </a:lnTo>
                  <a:lnTo>
                    <a:pt x="5627559" y="509537"/>
                  </a:lnTo>
                  <a:lnTo>
                    <a:pt x="5697903" y="510648"/>
                  </a:lnTo>
                  <a:lnTo>
                    <a:pt x="5768248" y="511755"/>
                  </a:lnTo>
                  <a:lnTo>
                    <a:pt x="5838592" y="512856"/>
                  </a:lnTo>
                  <a:lnTo>
                    <a:pt x="5908937" y="513953"/>
                  </a:lnTo>
                  <a:lnTo>
                    <a:pt x="5979281" y="515045"/>
                  </a:lnTo>
                  <a:lnTo>
                    <a:pt x="6049626" y="516132"/>
                  </a:lnTo>
                  <a:lnTo>
                    <a:pt x="6119970" y="517215"/>
                  </a:lnTo>
                  <a:lnTo>
                    <a:pt x="6190315" y="518293"/>
                  </a:lnTo>
                  <a:lnTo>
                    <a:pt x="6260659" y="519366"/>
                  </a:lnTo>
                  <a:lnTo>
                    <a:pt x="6331004" y="520434"/>
                  </a:lnTo>
                  <a:lnTo>
                    <a:pt x="6401348" y="521498"/>
                  </a:lnTo>
                  <a:lnTo>
                    <a:pt x="6471693" y="522557"/>
                  </a:lnTo>
                  <a:lnTo>
                    <a:pt x="6542037" y="523611"/>
                  </a:lnTo>
                  <a:lnTo>
                    <a:pt x="6612382" y="524661"/>
                  </a:lnTo>
                  <a:lnTo>
                    <a:pt x="6682726" y="525706"/>
                  </a:lnTo>
                  <a:lnTo>
                    <a:pt x="6753071" y="526747"/>
                  </a:lnTo>
                  <a:lnTo>
                    <a:pt x="6823415" y="527783"/>
                  </a:lnTo>
                  <a:lnTo>
                    <a:pt x="6893760" y="528814"/>
                  </a:lnTo>
                  <a:lnTo>
                    <a:pt x="6964104" y="529841"/>
                  </a:lnTo>
                  <a:lnTo>
                    <a:pt x="6964104" y="677663"/>
                  </a:lnTo>
                  <a:lnTo>
                    <a:pt x="6893760" y="675750"/>
                  </a:lnTo>
                  <a:lnTo>
                    <a:pt x="6823415" y="673794"/>
                  </a:lnTo>
                  <a:lnTo>
                    <a:pt x="6753071" y="671795"/>
                  </a:lnTo>
                  <a:lnTo>
                    <a:pt x="6682726" y="669751"/>
                  </a:lnTo>
                  <a:lnTo>
                    <a:pt x="6612382" y="667661"/>
                  </a:lnTo>
                  <a:lnTo>
                    <a:pt x="6542037" y="665524"/>
                  </a:lnTo>
                  <a:lnTo>
                    <a:pt x="6471693" y="663340"/>
                  </a:lnTo>
                  <a:lnTo>
                    <a:pt x="6401348" y="661107"/>
                  </a:lnTo>
                  <a:lnTo>
                    <a:pt x="6331004" y="658824"/>
                  </a:lnTo>
                  <a:lnTo>
                    <a:pt x="6260659" y="656490"/>
                  </a:lnTo>
                  <a:lnTo>
                    <a:pt x="6190315" y="654103"/>
                  </a:lnTo>
                  <a:lnTo>
                    <a:pt x="6119970" y="651664"/>
                  </a:lnTo>
                  <a:lnTo>
                    <a:pt x="6049626" y="649170"/>
                  </a:lnTo>
                  <a:lnTo>
                    <a:pt x="5979281" y="646620"/>
                  </a:lnTo>
                  <a:lnTo>
                    <a:pt x="5908937" y="644013"/>
                  </a:lnTo>
                  <a:lnTo>
                    <a:pt x="5838592" y="641348"/>
                  </a:lnTo>
                  <a:lnTo>
                    <a:pt x="5768248" y="638624"/>
                  </a:lnTo>
                  <a:lnTo>
                    <a:pt x="5697903" y="635838"/>
                  </a:lnTo>
                  <a:lnTo>
                    <a:pt x="5627559" y="632991"/>
                  </a:lnTo>
                  <a:lnTo>
                    <a:pt x="5557214" y="630079"/>
                  </a:lnTo>
                  <a:lnTo>
                    <a:pt x="5486870" y="627103"/>
                  </a:lnTo>
                  <a:lnTo>
                    <a:pt x="5416525" y="624060"/>
                  </a:lnTo>
                  <a:lnTo>
                    <a:pt x="5346181" y="620949"/>
                  </a:lnTo>
                  <a:lnTo>
                    <a:pt x="5275836" y="617769"/>
                  </a:lnTo>
                  <a:lnTo>
                    <a:pt x="5205492" y="614518"/>
                  </a:lnTo>
                  <a:lnTo>
                    <a:pt x="5135147" y="611194"/>
                  </a:lnTo>
                  <a:lnTo>
                    <a:pt x="5064803" y="607795"/>
                  </a:lnTo>
                  <a:lnTo>
                    <a:pt x="4994458" y="604321"/>
                  </a:lnTo>
                  <a:lnTo>
                    <a:pt x="4924114" y="600769"/>
                  </a:lnTo>
                  <a:lnTo>
                    <a:pt x="4853769" y="597138"/>
                  </a:lnTo>
                  <a:lnTo>
                    <a:pt x="4783425" y="593426"/>
                  </a:lnTo>
                  <a:lnTo>
                    <a:pt x="4713080" y="589630"/>
                  </a:lnTo>
                  <a:lnTo>
                    <a:pt x="4642736" y="585750"/>
                  </a:lnTo>
                  <a:lnTo>
                    <a:pt x="4572391" y="581783"/>
                  </a:lnTo>
                  <a:lnTo>
                    <a:pt x="4502047" y="577728"/>
                  </a:lnTo>
                  <a:lnTo>
                    <a:pt x="4431702" y="573582"/>
                  </a:lnTo>
                  <a:lnTo>
                    <a:pt x="4361358" y="569343"/>
                  </a:lnTo>
                  <a:lnTo>
                    <a:pt x="4291013" y="565010"/>
                  </a:lnTo>
                  <a:lnTo>
                    <a:pt x="4220669" y="560580"/>
                  </a:lnTo>
                  <a:lnTo>
                    <a:pt x="4150324" y="556050"/>
                  </a:lnTo>
                  <a:lnTo>
                    <a:pt x="4079980" y="551420"/>
                  </a:lnTo>
                  <a:lnTo>
                    <a:pt x="4009635" y="546686"/>
                  </a:lnTo>
                  <a:lnTo>
                    <a:pt x="3939291" y="541846"/>
                  </a:lnTo>
                  <a:lnTo>
                    <a:pt x="3868946" y="536899"/>
                  </a:lnTo>
                  <a:lnTo>
                    <a:pt x="3798602" y="531840"/>
                  </a:lnTo>
                  <a:lnTo>
                    <a:pt x="3728257" y="526669"/>
                  </a:lnTo>
                  <a:lnTo>
                    <a:pt x="3657913" y="521382"/>
                  </a:lnTo>
                  <a:lnTo>
                    <a:pt x="3587569" y="515977"/>
                  </a:lnTo>
                  <a:lnTo>
                    <a:pt x="3517224" y="510451"/>
                  </a:lnTo>
                  <a:lnTo>
                    <a:pt x="3446880" y="504802"/>
                  </a:lnTo>
                  <a:lnTo>
                    <a:pt x="3376535" y="499026"/>
                  </a:lnTo>
                  <a:lnTo>
                    <a:pt x="3306191" y="493122"/>
                  </a:lnTo>
                  <a:lnTo>
                    <a:pt x="3235846" y="487085"/>
                  </a:lnTo>
                  <a:lnTo>
                    <a:pt x="3165502" y="480914"/>
                  </a:lnTo>
                  <a:lnTo>
                    <a:pt x="3095157" y="474604"/>
                  </a:lnTo>
                  <a:lnTo>
                    <a:pt x="3024813" y="468154"/>
                  </a:lnTo>
                  <a:lnTo>
                    <a:pt x="2954468" y="463477"/>
                  </a:lnTo>
                  <a:lnTo>
                    <a:pt x="2884124" y="462158"/>
                  </a:lnTo>
                  <a:lnTo>
                    <a:pt x="2813779" y="460833"/>
                  </a:lnTo>
                  <a:lnTo>
                    <a:pt x="2743435" y="459503"/>
                  </a:lnTo>
                  <a:lnTo>
                    <a:pt x="2673090" y="458166"/>
                  </a:lnTo>
                  <a:lnTo>
                    <a:pt x="2602746" y="456824"/>
                  </a:lnTo>
                  <a:lnTo>
                    <a:pt x="2532401" y="455476"/>
                  </a:lnTo>
                  <a:lnTo>
                    <a:pt x="2462057" y="454122"/>
                  </a:lnTo>
                  <a:lnTo>
                    <a:pt x="2391712" y="452762"/>
                  </a:lnTo>
                  <a:lnTo>
                    <a:pt x="2321368" y="451396"/>
                  </a:lnTo>
                  <a:lnTo>
                    <a:pt x="2251023" y="450024"/>
                  </a:lnTo>
                  <a:lnTo>
                    <a:pt x="2180679" y="448646"/>
                  </a:lnTo>
                  <a:lnTo>
                    <a:pt x="2110334" y="447261"/>
                  </a:lnTo>
                  <a:lnTo>
                    <a:pt x="2039990" y="445871"/>
                  </a:lnTo>
                  <a:lnTo>
                    <a:pt x="1969645" y="444475"/>
                  </a:lnTo>
                  <a:lnTo>
                    <a:pt x="1899301" y="443072"/>
                  </a:lnTo>
                  <a:lnTo>
                    <a:pt x="1828956" y="441664"/>
                  </a:lnTo>
                  <a:lnTo>
                    <a:pt x="1758612" y="440249"/>
                  </a:lnTo>
                  <a:lnTo>
                    <a:pt x="1688267" y="438828"/>
                  </a:lnTo>
                  <a:lnTo>
                    <a:pt x="1617923" y="437400"/>
                  </a:lnTo>
                  <a:lnTo>
                    <a:pt x="1547578" y="435967"/>
                  </a:lnTo>
                  <a:lnTo>
                    <a:pt x="1477234" y="434527"/>
                  </a:lnTo>
                  <a:lnTo>
                    <a:pt x="1406889" y="433081"/>
                  </a:lnTo>
                  <a:lnTo>
                    <a:pt x="1336545" y="431628"/>
                  </a:lnTo>
                  <a:lnTo>
                    <a:pt x="1266200" y="430169"/>
                  </a:lnTo>
                  <a:lnTo>
                    <a:pt x="1195856" y="428704"/>
                  </a:lnTo>
                  <a:lnTo>
                    <a:pt x="1125511" y="427232"/>
                  </a:lnTo>
                  <a:lnTo>
                    <a:pt x="1055167" y="425753"/>
                  </a:lnTo>
                  <a:lnTo>
                    <a:pt x="984822" y="424269"/>
                  </a:lnTo>
                  <a:lnTo>
                    <a:pt x="914478" y="422777"/>
                  </a:lnTo>
                  <a:lnTo>
                    <a:pt x="844133" y="421279"/>
                  </a:lnTo>
                  <a:lnTo>
                    <a:pt x="773789" y="419775"/>
                  </a:lnTo>
                  <a:lnTo>
                    <a:pt x="703444" y="418264"/>
                  </a:lnTo>
                  <a:lnTo>
                    <a:pt x="633100" y="416746"/>
                  </a:lnTo>
                  <a:lnTo>
                    <a:pt x="562755" y="415221"/>
                  </a:lnTo>
                  <a:lnTo>
                    <a:pt x="492411" y="413690"/>
                  </a:lnTo>
                  <a:lnTo>
                    <a:pt x="422066" y="412152"/>
                  </a:lnTo>
                  <a:lnTo>
                    <a:pt x="351722" y="410608"/>
                  </a:lnTo>
                  <a:lnTo>
                    <a:pt x="281377" y="409056"/>
                  </a:lnTo>
                  <a:lnTo>
                    <a:pt x="211033" y="407498"/>
                  </a:lnTo>
                  <a:lnTo>
                    <a:pt x="140688" y="405933"/>
                  </a:lnTo>
                  <a:lnTo>
                    <a:pt x="70344" y="404361"/>
                  </a:lnTo>
                  <a:lnTo>
                    <a:pt x="0" y="402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4830402"/>
              <a:ext cx="6964104" cy="529841"/>
            </a:xfrm>
            <a:custGeom>
              <a:avLst/>
              <a:pathLst>
                <a:path w="6964104" h="529841">
                  <a:moveTo>
                    <a:pt x="0" y="0"/>
                  </a:moveTo>
                  <a:lnTo>
                    <a:pt x="70344" y="16682"/>
                  </a:lnTo>
                  <a:lnTo>
                    <a:pt x="140688" y="32999"/>
                  </a:lnTo>
                  <a:lnTo>
                    <a:pt x="211033" y="48960"/>
                  </a:lnTo>
                  <a:lnTo>
                    <a:pt x="281377" y="64572"/>
                  </a:lnTo>
                  <a:lnTo>
                    <a:pt x="351722" y="79843"/>
                  </a:lnTo>
                  <a:lnTo>
                    <a:pt x="422066" y="94780"/>
                  </a:lnTo>
                  <a:lnTo>
                    <a:pt x="492411" y="109390"/>
                  </a:lnTo>
                  <a:lnTo>
                    <a:pt x="562755" y="123682"/>
                  </a:lnTo>
                  <a:lnTo>
                    <a:pt x="633100" y="137661"/>
                  </a:lnTo>
                  <a:lnTo>
                    <a:pt x="703444" y="151334"/>
                  </a:lnTo>
                  <a:lnTo>
                    <a:pt x="773789" y="164709"/>
                  </a:lnTo>
                  <a:lnTo>
                    <a:pt x="844133" y="177791"/>
                  </a:lnTo>
                  <a:lnTo>
                    <a:pt x="914478" y="190587"/>
                  </a:lnTo>
                  <a:lnTo>
                    <a:pt x="984822" y="203104"/>
                  </a:lnTo>
                  <a:lnTo>
                    <a:pt x="1055167" y="215347"/>
                  </a:lnTo>
                  <a:lnTo>
                    <a:pt x="1125511" y="227322"/>
                  </a:lnTo>
                  <a:lnTo>
                    <a:pt x="1195856" y="239036"/>
                  </a:lnTo>
                  <a:lnTo>
                    <a:pt x="1266200" y="250494"/>
                  </a:lnTo>
                  <a:lnTo>
                    <a:pt x="1336545" y="261701"/>
                  </a:lnTo>
                  <a:lnTo>
                    <a:pt x="1406889" y="272664"/>
                  </a:lnTo>
                  <a:lnTo>
                    <a:pt x="1477234" y="283387"/>
                  </a:lnTo>
                  <a:lnTo>
                    <a:pt x="1547578" y="293875"/>
                  </a:lnTo>
                  <a:lnTo>
                    <a:pt x="1617923" y="304134"/>
                  </a:lnTo>
                  <a:lnTo>
                    <a:pt x="1688267" y="314169"/>
                  </a:lnTo>
                  <a:lnTo>
                    <a:pt x="1758612" y="323985"/>
                  </a:lnTo>
                  <a:lnTo>
                    <a:pt x="1828956" y="333586"/>
                  </a:lnTo>
                  <a:lnTo>
                    <a:pt x="1899301" y="342978"/>
                  </a:lnTo>
                  <a:lnTo>
                    <a:pt x="1969645" y="352164"/>
                  </a:lnTo>
                  <a:lnTo>
                    <a:pt x="2039990" y="361149"/>
                  </a:lnTo>
                  <a:lnTo>
                    <a:pt x="2110334" y="369938"/>
                  </a:lnTo>
                  <a:lnTo>
                    <a:pt x="2180679" y="378535"/>
                  </a:lnTo>
                  <a:lnTo>
                    <a:pt x="2251023" y="386944"/>
                  </a:lnTo>
                  <a:lnTo>
                    <a:pt x="2321368" y="395169"/>
                  </a:lnTo>
                  <a:lnTo>
                    <a:pt x="2391712" y="403214"/>
                  </a:lnTo>
                  <a:lnTo>
                    <a:pt x="2462057" y="411084"/>
                  </a:lnTo>
                  <a:lnTo>
                    <a:pt x="2532401" y="418781"/>
                  </a:lnTo>
                  <a:lnTo>
                    <a:pt x="2602746" y="426311"/>
                  </a:lnTo>
                  <a:lnTo>
                    <a:pt x="2673090" y="433675"/>
                  </a:lnTo>
                  <a:lnTo>
                    <a:pt x="2743435" y="440879"/>
                  </a:lnTo>
                  <a:lnTo>
                    <a:pt x="2813779" y="447926"/>
                  </a:lnTo>
                  <a:lnTo>
                    <a:pt x="2884124" y="454818"/>
                  </a:lnTo>
                  <a:lnTo>
                    <a:pt x="2954468" y="461560"/>
                  </a:lnTo>
                  <a:lnTo>
                    <a:pt x="3024813" y="464790"/>
                  </a:lnTo>
                  <a:lnTo>
                    <a:pt x="3095157" y="466097"/>
                  </a:lnTo>
                  <a:lnTo>
                    <a:pt x="3165502" y="467399"/>
                  </a:lnTo>
                  <a:lnTo>
                    <a:pt x="3235846" y="468695"/>
                  </a:lnTo>
                  <a:lnTo>
                    <a:pt x="3306191" y="469985"/>
                  </a:lnTo>
                  <a:lnTo>
                    <a:pt x="3376535" y="471270"/>
                  </a:lnTo>
                  <a:lnTo>
                    <a:pt x="3446880" y="472549"/>
                  </a:lnTo>
                  <a:lnTo>
                    <a:pt x="3517224" y="473822"/>
                  </a:lnTo>
                  <a:lnTo>
                    <a:pt x="3587569" y="475090"/>
                  </a:lnTo>
                  <a:lnTo>
                    <a:pt x="3657913" y="476352"/>
                  </a:lnTo>
                  <a:lnTo>
                    <a:pt x="3728257" y="477609"/>
                  </a:lnTo>
                  <a:lnTo>
                    <a:pt x="3798602" y="478860"/>
                  </a:lnTo>
                  <a:lnTo>
                    <a:pt x="3868946" y="480106"/>
                  </a:lnTo>
                  <a:lnTo>
                    <a:pt x="3939291" y="481346"/>
                  </a:lnTo>
                  <a:lnTo>
                    <a:pt x="4009635" y="482581"/>
                  </a:lnTo>
                  <a:lnTo>
                    <a:pt x="4079980" y="483810"/>
                  </a:lnTo>
                  <a:lnTo>
                    <a:pt x="4150324" y="485035"/>
                  </a:lnTo>
                  <a:lnTo>
                    <a:pt x="4220669" y="486253"/>
                  </a:lnTo>
                  <a:lnTo>
                    <a:pt x="4291013" y="487467"/>
                  </a:lnTo>
                  <a:lnTo>
                    <a:pt x="4361358" y="488675"/>
                  </a:lnTo>
                  <a:lnTo>
                    <a:pt x="4431702" y="489877"/>
                  </a:lnTo>
                  <a:lnTo>
                    <a:pt x="4502047" y="491075"/>
                  </a:lnTo>
                  <a:lnTo>
                    <a:pt x="4572391" y="492267"/>
                  </a:lnTo>
                  <a:lnTo>
                    <a:pt x="4642736" y="493454"/>
                  </a:lnTo>
                  <a:lnTo>
                    <a:pt x="4713080" y="494636"/>
                  </a:lnTo>
                  <a:lnTo>
                    <a:pt x="4783425" y="495813"/>
                  </a:lnTo>
                  <a:lnTo>
                    <a:pt x="4853769" y="496984"/>
                  </a:lnTo>
                  <a:lnTo>
                    <a:pt x="4924114" y="498150"/>
                  </a:lnTo>
                  <a:lnTo>
                    <a:pt x="4994458" y="499312"/>
                  </a:lnTo>
                  <a:lnTo>
                    <a:pt x="5064803" y="500468"/>
                  </a:lnTo>
                  <a:lnTo>
                    <a:pt x="5135147" y="501619"/>
                  </a:lnTo>
                  <a:lnTo>
                    <a:pt x="5205492" y="502765"/>
                  </a:lnTo>
                  <a:lnTo>
                    <a:pt x="5275836" y="503906"/>
                  </a:lnTo>
                  <a:lnTo>
                    <a:pt x="5346181" y="505042"/>
                  </a:lnTo>
                  <a:lnTo>
                    <a:pt x="5416525" y="506173"/>
                  </a:lnTo>
                  <a:lnTo>
                    <a:pt x="5486870" y="507299"/>
                  </a:lnTo>
                  <a:lnTo>
                    <a:pt x="5557214" y="508421"/>
                  </a:lnTo>
                  <a:lnTo>
                    <a:pt x="5627559" y="509537"/>
                  </a:lnTo>
                  <a:lnTo>
                    <a:pt x="5697903" y="510648"/>
                  </a:lnTo>
                  <a:lnTo>
                    <a:pt x="5768248" y="511755"/>
                  </a:lnTo>
                  <a:lnTo>
                    <a:pt x="5838592" y="512856"/>
                  </a:lnTo>
                  <a:lnTo>
                    <a:pt x="5908937" y="513953"/>
                  </a:lnTo>
                  <a:lnTo>
                    <a:pt x="5979281" y="515045"/>
                  </a:lnTo>
                  <a:lnTo>
                    <a:pt x="6049626" y="516132"/>
                  </a:lnTo>
                  <a:lnTo>
                    <a:pt x="6119970" y="517215"/>
                  </a:lnTo>
                  <a:lnTo>
                    <a:pt x="6190315" y="518293"/>
                  </a:lnTo>
                  <a:lnTo>
                    <a:pt x="6260659" y="519366"/>
                  </a:lnTo>
                  <a:lnTo>
                    <a:pt x="6331004" y="520434"/>
                  </a:lnTo>
                  <a:lnTo>
                    <a:pt x="6401348" y="521498"/>
                  </a:lnTo>
                  <a:lnTo>
                    <a:pt x="6471693" y="522557"/>
                  </a:lnTo>
                  <a:lnTo>
                    <a:pt x="6542037" y="523611"/>
                  </a:lnTo>
                  <a:lnTo>
                    <a:pt x="6612382" y="524661"/>
                  </a:lnTo>
                  <a:lnTo>
                    <a:pt x="6682726" y="525706"/>
                  </a:lnTo>
                  <a:lnTo>
                    <a:pt x="6753071" y="526747"/>
                  </a:lnTo>
                  <a:lnTo>
                    <a:pt x="6823415" y="527783"/>
                  </a:lnTo>
                  <a:lnTo>
                    <a:pt x="6893760" y="528814"/>
                  </a:lnTo>
                  <a:lnTo>
                    <a:pt x="6964104" y="529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33184"/>
              <a:ext cx="6964104" cy="274881"/>
            </a:xfrm>
            <a:custGeom>
              <a:avLst/>
              <a:pathLst>
                <a:path w="6964104" h="274881">
                  <a:moveTo>
                    <a:pt x="6964104" y="274881"/>
                  </a:moveTo>
                  <a:lnTo>
                    <a:pt x="6893760" y="272968"/>
                  </a:lnTo>
                  <a:lnTo>
                    <a:pt x="6823415" y="271012"/>
                  </a:lnTo>
                  <a:lnTo>
                    <a:pt x="6753071" y="269013"/>
                  </a:lnTo>
                  <a:lnTo>
                    <a:pt x="6682726" y="266969"/>
                  </a:lnTo>
                  <a:lnTo>
                    <a:pt x="6612382" y="264879"/>
                  </a:lnTo>
                  <a:lnTo>
                    <a:pt x="6542037" y="262742"/>
                  </a:lnTo>
                  <a:lnTo>
                    <a:pt x="6471693" y="260558"/>
                  </a:lnTo>
                  <a:lnTo>
                    <a:pt x="6401348" y="258324"/>
                  </a:lnTo>
                  <a:lnTo>
                    <a:pt x="6331004" y="256041"/>
                  </a:lnTo>
                  <a:lnTo>
                    <a:pt x="6260659" y="253707"/>
                  </a:lnTo>
                  <a:lnTo>
                    <a:pt x="6190315" y="251321"/>
                  </a:lnTo>
                  <a:lnTo>
                    <a:pt x="6119970" y="248882"/>
                  </a:lnTo>
                  <a:lnTo>
                    <a:pt x="6049626" y="246388"/>
                  </a:lnTo>
                  <a:lnTo>
                    <a:pt x="5979281" y="243838"/>
                  </a:lnTo>
                  <a:lnTo>
                    <a:pt x="5908937" y="241231"/>
                  </a:lnTo>
                  <a:lnTo>
                    <a:pt x="5838592" y="238566"/>
                  </a:lnTo>
                  <a:lnTo>
                    <a:pt x="5768248" y="235842"/>
                  </a:lnTo>
                  <a:lnTo>
                    <a:pt x="5697903" y="233056"/>
                  </a:lnTo>
                  <a:lnTo>
                    <a:pt x="5627559" y="230209"/>
                  </a:lnTo>
                  <a:lnTo>
                    <a:pt x="5557214" y="227297"/>
                  </a:lnTo>
                  <a:lnTo>
                    <a:pt x="5486870" y="224321"/>
                  </a:lnTo>
                  <a:lnTo>
                    <a:pt x="5416525" y="221278"/>
                  </a:lnTo>
                  <a:lnTo>
                    <a:pt x="5346181" y="218167"/>
                  </a:lnTo>
                  <a:lnTo>
                    <a:pt x="5275836" y="214987"/>
                  </a:lnTo>
                  <a:lnTo>
                    <a:pt x="5205492" y="211736"/>
                  </a:lnTo>
                  <a:lnTo>
                    <a:pt x="5135147" y="208412"/>
                  </a:lnTo>
                  <a:lnTo>
                    <a:pt x="5064803" y="205013"/>
                  </a:lnTo>
                  <a:lnTo>
                    <a:pt x="4994458" y="201539"/>
                  </a:lnTo>
                  <a:lnTo>
                    <a:pt x="4924114" y="197987"/>
                  </a:lnTo>
                  <a:lnTo>
                    <a:pt x="4853769" y="194356"/>
                  </a:lnTo>
                  <a:lnTo>
                    <a:pt x="4783425" y="190644"/>
                  </a:lnTo>
                  <a:lnTo>
                    <a:pt x="4713080" y="186848"/>
                  </a:lnTo>
                  <a:lnTo>
                    <a:pt x="4642736" y="182968"/>
                  </a:lnTo>
                  <a:lnTo>
                    <a:pt x="4572391" y="179001"/>
                  </a:lnTo>
                  <a:lnTo>
                    <a:pt x="4502047" y="174946"/>
                  </a:lnTo>
                  <a:lnTo>
                    <a:pt x="4431702" y="170800"/>
                  </a:lnTo>
                  <a:lnTo>
                    <a:pt x="4361358" y="166561"/>
                  </a:lnTo>
                  <a:lnTo>
                    <a:pt x="4291013" y="162228"/>
                  </a:lnTo>
                  <a:lnTo>
                    <a:pt x="4220669" y="157797"/>
                  </a:lnTo>
                  <a:lnTo>
                    <a:pt x="4150324" y="153268"/>
                  </a:lnTo>
                  <a:lnTo>
                    <a:pt x="4079980" y="148638"/>
                  </a:lnTo>
                  <a:lnTo>
                    <a:pt x="4009635" y="143904"/>
                  </a:lnTo>
                  <a:lnTo>
                    <a:pt x="3939291" y="139064"/>
                  </a:lnTo>
                  <a:lnTo>
                    <a:pt x="3868946" y="134116"/>
                  </a:lnTo>
                  <a:lnTo>
                    <a:pt x="3798602" y="129058"/>
                  </a:lnTo>
                  <a:lnTo>
                    <a:pt x="3728257" y="123887"/>
                  </a:lnTo>
                  <a:lnTo>
                    <a:pt x="3657913" y="118600"/>
                  </a:lnTo>
                  <a:lnTo>
                    <a:pt x="3587569" y="113195"/>
                  </a:lnTo>
                  <a:lnTo>
                    <a:pt x="3517224" y="107669"/>
                  </a:lnTo>
                  <a:lnTo>
                    <a:pt x="3446880" y="102020"/>
                  </a:lnTo>
                  <a:lnTo>
                    <a:pt x="3376535" y="96244"/>
                  </a:lnTo>
                  <a:lnTo>
                    <a:pt x="3306191" y="90339"/>
                  </a:lnTo>
                  <a:lnTo>
                    <a:pt x="3235846" y="84303"/>
                  </a:lnTo>
                  <a:lnTo>
                    <a:pt x="3165502" y="78132"/>
                  </a:lnTo>
                  <a:lnTo>
                    <a:pt x="3095157" y="71822"/>
                  </a:lnTo>
                  <a:lnTo>
                    <a:pt x="3024813" y="65372"/>
                  </a:lnTo>
                  <a:lnTo>
                    <a:pt x="2954468" y="60695"/>
                  </a:lnTo>
                  <a:lnTo>
                    <a:pt x="2884124" y="59376"/>
                  </a:lnTo>
                  <a:lnTo>
                    <a:pt x="2813779" y="58051"/>
                  </a:lnTo>
                  <a:lnTo>
                    <a:pt x="2743435" y="56721"/>
                  </a:lnTo>
                  <a:lnTo>
                    <a:pt x="2673090" y="55384"/>
                  </a:lnTo>
                  <a:lnTo>
                    <a:pt x="2602746" y="54042"/>
                  </a:lnTo>
                  <a:lnTo>
                    <a:pt x="2532401" y="52694"/>
                  </a:lnTo>
                  <a:lnTo>
                    <a:pt x="2462057" y="51340"/>
                  </a:lnTo>
                  <a:lnTo>
                    <a:pt x="2391712" y="49980"/>
                  </a:lnTo>
                  <a:lnTo>
                    <a:pt x="2321368" y="48614"/>
                  </a:lnTo>
                  <a:lnTo>
                    <a:pt x="2251023" y="47242"/>
                  </a:lnTo>
                  <a:lnTo>
                    <a:pt x="2180679" y="45863"/>
                  </a:lnTo>
                  <a:lnTo>
                    <a:pt x="2110334" y="44479"/>
                  </a:lnTo>
                  <a:lnTo>
                    <a:pt x="2039990" y="43089"/>
                  </a:lnTo>
                  <a:lnTo>
                    <a:pt x="1969645" y="41693"/>
                  </a:lnTo>
                  <a:lnTo>
                    <a:pt x="1899301" y="40290"/>
                  </a:lnTo>
                  <a:lnTo>
                    <a:pt x="1828956" y="38882"/>
                  </a:lnTo>
                  <a:lnTo>
                    <a:pt x="1758612" y="37467"/>
                  </a:lnTo>
                  <a:lnTo>
                    <a:pt x="1688267" y="36046"/>
                  </a:lnTo>
                  <a:lnTo>
                    <a:pt x="1617923" y="34618"/>
                  </a:lnTo>
                  <a:lnTo>
                    <a:pt x="1547578" y="33185"/>
                  </a:lnTo>
                  <a:lnTo>
                    <a:pt x="1477234" y="31745"/>
                  </a:lnTo>
                  <a:lnTo>
                    <a:pt x="1406889" y="30299"/>
                  </a:lnTo>
                  <a:lnTo>
                    <a:pt x="1336545" y="28846"/>
                  </a:lnTo>
                  <a:lnTo>
                    <a:pt x="1266200" y="27387"/>
                  </a:lnTo>
                  <a:lnTo>
                    <a:pt x="1195856" y="25922"/>
                  </a:lnTo>
                  <a:lnTo>
                    <a:pt x="1125511" y="24450"/>
                  </a:lnTo>
                  <a:lnTo>
                    <a:pt x="1055167" y="22971"/>
                  </a:lnTo>
                  <a:lnTo>
                    <a:pt x="984822" y="21486"/>
                  </a:lnTo>
                  <a:lnTo>
                    <a:pt x="914478" y="19995"/>
                  </a:lnTo>
                  <a:lnTo>
                    <a:pt x="844133" y="18497"/>
                  </a:lnTo>
                  <a:lnTo>
                    <a:pt x="773789" y="16993"/>
                  </a:lnTo>
                  <a:lnTo>
                    <a:pt x="703444" y="15481"/>
                  </a:lnTo>
                  <a:lnTo>
                    <a:pt x="633100" y="13964"/>
                  </a:lnTo>
                  <a:lnTo>
                    <a:pt x="562755" y="12439"/>
                  </a:lnTo>
                  <a:lnTo>
                    <a:pt x="492411" y="10908"/>
                  </a:lnTo>
                  <a:lnTo>
                    <a:pt x="422066" y="9370"/>
                  </a:lnTo>
                  <a:lnTo>
                    <a:pt x="351722" y="7825"/>
                  </a:lnTo>
                  <a:lnTo>
                    <a:pt x="281377" y="6274"/>
                  </a:lnTo>
                  <a:lnTo>
                    <a:pt x="211033" y="4716"/>
                  </a:lnTo>
                  <a:lnTo>
                    <a:pt x="140688" y="3150"/>
                  </a:lnTo>
                  <a:lnTo>
                    <a:pt x="70344" y="1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069124"/>
              <a:ext cx="6964104" cy="383185"/>
            </a:xfrm>
            <a:custGeom>
              <a:avLst/>
              <a:pathLst>
                <a:path w="6964104" h="383185">
                  <a:moveTo>
                    <a:pt x="0" y="0"/>
                  </a:moveTo>
                  <a:lnTo>
                    <a:pt x="70344" y="6901"/>
                  </a:lnTo>
                  <a:lnTo>
                    <a:pt x="140688" y="13711"/>
                  </a:lnTo>
                  <a:lnTo>
                    <a:pt x="211033" y="20432"/>
                  </a:lnTo>
                  <a:lnTo>
                    <a:pt x="281377" y="27065"/>
                  </a:lnTo>
                  <a:lnTo>
                    <a:pt x="351722" y="33610"/>
                  </a:lnTo>
                  <a:lnTo>
                    <a:pt x="422066" y="40069"/>
                  </a:lnTo>
                  <a:lnTo>
                    <a:pt x="492411" y="46444"/>
                  </a:lnTo>
                  <a:lnTo>
                    <a:pt x="562755" y="52734"/>
                  </a:lnTo>
                  <a:lnTo>
                    <a:pt x="633100" y="58942"/>
                  </a:lnTo>
                  <a:lnTo>
                    <a:pt x="703444" y="65068"/>
                  </a:lnTo>
                  <a:lnTo>
                    <a:pt x="773789" y="71113"/>
                  </a:lnTo>
                  <a:lnTo>
                    <a:pt x="844133" y="77079"/>
                  </a:lnTo>
                  <a:lnTo>
                    <a:pt x="914478" y="82966"/>
                  </a:lnTo>
                  <a:lnTo>
                    <a:pt x="984822" y="88776"/>
                  </a:lnTo>
                  <a:lnTo>
                    <a:pt x="1055167" y="94509"/>
                  </a:lnTo>
                  <a:lnTo>
                    <a:pt x="1125511" y="100167"/>
                  </a:lnTo>
                  <a:lnTo>
                    <a:pt x="1195856" y="105751"/>
                  </a:lnTo>
                  <a:lnTo>
                    <a:pt x="1266200" y="111261"/>
                  </a:lnTo>
                  <a:lnTo>
                    <a:pt x="1336545" y="116698"/>
                  </a:lnTo>
                  <a:lnTo>
                    <a:pt x="1406889" y="122064"/>
                  </a:lnTo>
                  <a:lnTo>
                    <a:pt x="1477234" y="127360"/>
                  </a:lnTo>
                  <a:lnTo>
                    <a:pt x="1547578" y="132586"/>
                  </a:lnTo>
                  <a:lnTo>
                    <a:pt x="1617923" y="137743"/>
                  </a:lnTo>
                  <a:lnTo>
                    <a:pt x="1688267" y="142832"/>
                  </a:lnTo>
                  <a:lnTo>
                    <a:pt x="1758612" y="147854"/>
                  </a:lnTo>
                  <a:lnTo>
                    <a:pt x="1828956" y="152810"/>
                  </a:lnTo>
                  <a:lnTo>
                    <a:pt x="1899301" y="157701"/>
                  </a:lnTo>
                  <a:lnTo>
                    <a:pt x="1969645" y="162528"/>
                  </a:lnTo>
                  <a:lnTo>
                    <a:pt x="2039990" y="167291"/>
                  </a:lnTo>
                  <a:lnTo>
                    <a:pt x="2110334" y="171991"/>
                  </a:lnTo>
                  <a:lnTo>
                    <a:pt x="2180679" y="176630"/>
                  </a:lnTo>
                  <a:lnTo>
                    <a:pt x="2251023" y="181207"/>
                  </a:lnTo>
                  <a:lnTo>
                    <a:pt x="2321368" y="185725"/>
                  </a:lnTo>
                  <a:lnTo>
                    <a:pt x="2391712" y="190183"/>
                  </a:lnTo>
                  <a:lnTo>
                    <a:pt x="2462057" y="194582"/>
                  </a:lnTo>
                  <a:lnTo>
                    <a:pt x="2532401" y="198923"/>
                  </a:lnTo>
                  <a:lnTo>
                    <a:pt x="2602746" y="203207"/>
                  </a:lnTo>
                  <a:lnTo>
                    <a:pt x="2673090" y="207435"/>
                  </a:lnTo>
                  <a:lnTo>
                    <a:pt x="2743435" y="211608"/>
                  </a:lnTo>
                  <a:lnTo>
                    <a:pt x="2813779" y="215725"/>
                  </a:lnTo>
                  <a:lnTo>
                    <a:pt x="2884124" y="219788"/>
                  </a:lnTo>
                  <a:lnTo>
                    <a:pt x="2954468" y="223798"/>
                  </a:lnTo>
                  <a:lnTo>
                    <a:pt x="3024813" y="227755"/>
                  </a:lnTo>
                  <a:lnTo>
                    <a:pt x="3095157" y="231660"/>
                  </a:lnTo>
                  <a:lnTo>
                    <a:pt x="3165502" y="235513"/>
                  </a:lnTo>
                  <a:lnTo>
                    <a:pt x="3235846" y="239316"/>
                  </a:lnTo>
                  <a:lnTo>
                    <a:pt x="3306191" y="243069"/>
                  </a:lnTo>
                  <a:lnTo>
                    <a:pt x="3376535" y="246772"/>
                  </a:lnTo>
                  <a:lnTo>
                    <a:pt x="3446880" y="250427"/>
                  </a:lnTo>
                  <a:lnTo>
                    <a:pt x="3517224" y="254034"/>
                  </a:lnTo>
                  <a:lnTo>
                    <a:pt x="3587569" y="257593"/>
                  </a:lnTo>
                  <a:lnTo>
                    <a:pt x="3657913" y="261105"/>
                  </a:lnTo>
                  <a:lnTo>
                    <a:pt x="3728257" y="264572"/>
                  </a:lnTo>
                  <a:lnTo>
                    <a:pt x="3798602" y="267992"/>
                  </a:lnTo>
                  <a:lnTo>
                    <a:pt x="3868946" y="271368"/>
                  </a:lnTo>
                  <a:lnTo>
                    <a:pt x="3939291" y="274699"/>
                  </a:lnTo>
                  <a:lnTo>
                    <a:pt x="4009635" y="277986"/>
                  </a:lnTo>
                  <a:lnTo>
                    <a:pt x="4079980" y="281230"/>
                  </a:lnTo>
                  <a:lnTo>
                    <a:pt x="4150324" y="284432"/>
                  </a:lnTo>
                  <a:lnTo>
                    <a:pt x="4220669" y="287591"/>
                  </a:lnTo>
                  <a:lnTo>
                    <a:pt x="4291013" y="290708"/>
                  </a:lnTo>
                  <a:lnTo>
                    <a:pt x="4361358" y="293785"/>
                  </a:lnTo>
                  <a:lnTo>
                    <a:pt x="4431702" y="296821"/>
                  </a:lnTo>
                  <a:lnTo>
                    <a:pt x="4502047" y="299818"/>
                  </a:lnTo>
                  <a:lnTo>
                    <a:pt x="4572391" y="302774"/>
                  </a:lnTo>
                  <a:lnTo>
                    <a:pt x="4642736" y="305692"/>
                  </a:lnTo>
                  <a:lnTo>
                    <a:pt x="4713080" y="308572"/>
                  </a:lnTo>
                  <a:lnTo>
                    <a:pt x="4783425" y="311414"/>
                  </a:lnTo>
                  <a:lnTo>
                    <a:pt x="4853769" y="314218"/>
                  </a:lnTo>
                  <a:lnTo>
                    <a:pt x="4924114" y="316985"/>
                  </a:lnTo>
                  <a:lnTo>
                    <a:pt x="4994458" y="319716"/>
                  </a:lnTo>
                  <a:lnTo>
                    <a:pt x="5064803" y="322411"/>
                  </a:lnTo>
                  <a:lnTo>
                    <a:pt x="5135147" y="325071"/>
                  </a:lnTo>
                  <a:lnTo>
                    <a:pt x="5205492" y="327695"/>
                  </a:lnTo>
                  <a:lnTo>
                    <a:pt x="5275836" y="330286"/>
                  </a:lnTo>
                  <a:lnTo>
                    <a:pt x="5346181" y="332842"/>
                  </a:lnTo>
                  <a:lnTo>
                    <a:pt x="5416525" y="335364"/>
                  </a:lnTo>
                  <a:lnTo>
                    <a:pt x="5486870" y="337853"/>
                  </a:lnTo>
                  <a:lnTo>
                    <a:pt x="5557214" y="340310"/>
                  </a:lnTo>
                  <a:lnTo>
                    <a:pt x="5627559" y="342734"/>
                  </a:lnTo>
                  <a:lnTo>
                    <a:pt x="5697903" y="345126"/>
                  </a:lnTo>
                  <a:lnTo>
                    <a:pt x="5768248" y="347487"/>
                  </a:lnTo>
                  <a:lnTo>
                    <a:pt x="5838592" y="349816"/>
                  </a:lnTo>
                  <a:lnTo>
                    <a:pt x="5908937" y="352115"/>
                  </a:lnTo>
                  <a:lnTo>
                    <a:pt x="5979281" y="354384"/>
                  </a:lnTo>
                  <a:lnTo>
                    <a:pt x="6049626" y="356623"/>
                  </a:lnTo>
                  <a:lnTo>
                    <a:pt x="6119970" y="358833"/>
                  </a:lnTo>
                  <a:lnTo>
                    <a:pt x="6190315" y="361013"/>
                  </a:lnTo>
                  <a:lnTo>
                    <a:pt x="6260659" y="363165"/>
                  </a:lnTo>
                  <a:lnTo>
                    <a:pt x="6331004" y="365288"/>
                  </a:lnTo>
                  <a:lnTo>
                    <a:pt x="6401348" y="367384"/>
                  </a:lnTo>
                  <a:lnTo>
                    <a:pt x="6471693" y="369451"/>
                  </a:lnTo>
                  <a:lnTo>
                    <a:pt x="6542037" y="371492"/>
                  </a:lnTo>
                  <a:lnTo>
                    <a:pt x="6612382" y="373506"/>
                  </a:lnTo>
                  <a:lnTo>
                    <a:pt x="6682726" y="375493"/>
                  </a:lnTo>
                  <a:lnTo>
                    <a:pt x="6753071" y="377455"/>
                  </a:lnTo>
                  <a:lnTo>
                    <a:pt x="6823415" y="379390"/>
                  </a:lnTo>
                  <a:lnTo>
                    <a:pt x="6893760" y="381300"/>
                  </a:lnTo>
                  <a:lnTo>
                    <a:pt x="6964104" y="38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2026-07-22T07:54:42Z</dcterms:modified>
  <cp:category/>
</cp:coreProperties>
</file>