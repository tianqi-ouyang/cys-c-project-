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442164"/>
              <a:ext cx="7090630" cy="1877827"/>
            </a:xfrm>
            <a:custGeom>
              <a:avLst/>
              <a:pathLst>
                <a:path w="7090630" h="1877827">
                  <a:moveTo>
                    <a:pt x="0" y="0"/>
                  </a:moveTo>
                  <a:lnTo>
                    <a:pt x="71622" y="46226"/>
                  </a:lnTo>
                  <a:lnTo>
                    <a:pt x="143245" y="91442"/>
                  </a:lnTo>
                  <a:lnTo>
                    <a:pt x="214867" y="135670"/>
                  </a:lnTo>
                  <a:lnTo>
                    <a:pt x="286490" y="178932"/>
                  </a:lnTo>
                  <a:lnTo>
                    <a:pt x="358112" y="221248"/>
                  </a:lnTo>
                  <a:lnTo>
                    <a:pt x="429735" y="262639"/>
                  </a:lnTo>
                  <a:lnTo>
                    <a:pt x="501357" y="303125"/>
                  </a:lnTo>
                  <a:lnTo>
                    <a:pt x="572980" y="342727"/>
                  </a:lnTo>
                  <a:lnTo>
                    <a:pt x="644602" y="381463"/>
                  </a:lnTo>
                  <a:lnTo>
                    <a:pt x="716225" y="419352"/>
                  </a:lnTo>
                  <a:lnTo>
                    <a:pt x="787847" y="456414"/>
                  </a:lnTo>
                  <a:lnTo>
                    <a:pt x="859470" y="492665"/>
                  </a:lnTo>
                  <a:lnTo>
                    <a:pt x="931092" y="528124"/>
                  </a:lnTo>
                  <a:lnTo>
                    <a:pt x="1002715" y="562808"/>
                  </a:lnTo>
                  <a:lnTo>
                    <a:pt x="1074337" y="596734"/>
                  </a:lnTo>
                  <a:lnTo>
                    <a:pt x="1145960" y="629919"/>
                  </a:lnTo>
                  <a:lnTo>
                    <a:pt x="1217582" y="662378"/>
                  </a:lnTo>
                  <a:lnTo>
                    <a:pt x="1289205" y="694128"/>
                  </a:lnTo>
                  <a:lnTo>
                    <a:pt x="1360827" y="725184"/>
                  </a:lnTo>
                  <a:lnTo>
                    <a:pt x="1432450" y="755561"/>
                  </a:lnTo>
                  <a:lnTo>
                    <a:pt x="1504073" y="785274"/>
                  </a:lnTo>
                  <a:lnTo>
                    <a:pt x="1575695" y="814338"/>
                  </a:lnTo>
                  <a:lnTo>
                    <a:pt x="1647318" y="842767"/>
                  </a:lnTo>
                  <a:lnTo>
                    <a:pt x="1718940" y="870574"/>
                  </a:lnTo>
                  <a:lnTo>
                    <a:pt x="1790563" y="897774"/>
                  </a:lnTo>
                  <a:lnTo>
                    <a:pt x="1862185" y="924379"/>
                  </a:lnTo>
                  <a:lnTo>
                    <a:pt x="1933808" y="950402"/>
                  </a:lnTo>
                  <a:lnTo>
                    <a:pt x="2005430" y="975857"/>
                  </a:lnTo>
                  <a:lnTo>
                    <a:pt x="2077053" y="1000756"/>
                  </a:lnTo>
                  <a:lnTo>
                    <a:pt x="2148675" y="1025110"/>
                  </a:lnTo>
                  <a:lnTo>
                    <a:pt x="2220298" y="1048932"/>
                  </a:lnTo>
                  <a:lnTo>
                    <a:pt x="2291920" y="1072234"/>
                  </a:lnTo>
                  <a:lnTo>
                    <a:pt x="2363543" y="1095026"/>
                  </a:lnTo>
                  <a:lnTo>
                    <a:pt x="2435165" y="1117320"/>
                  </a:lnTo>
                  <a:lnTo>
                    <a:pt x="2506788" y="1139127"/>
                  </a:lnTo>
                  <a:lnTo>
                    <a:pt x="2578410" y="1160457"/>
                  </a:lnTo>
                  <a:lnTo>
                    <a:pt x="2650033" y="1181321"/>
                  </a:lnTo>
                  <a:lnTo>
                    <a:pt x="2721655" y="1201729"/>
                  </a:lnTo>
                  <a:lnTo>
                    <a:pt x="2793278" y="1221691"/>
                  </a:lnTo>
                  <a:lnTo>
                    <a:pt x="2864901" y="1241217"/>
                  </a:lnTo>
                  <a:lnTo>
                    <a:pt x="2936523" y="1260316"/>
                  </a:lnTo>
                  <a:lnTo>
                    <a:pt x="3008146" y="1278997"/>
                  </a:lnTo>
                  <a:lnTo>
                    <a:pt x="3079768" y="1287948"/>
                  </a:lnTo>
                  <a:lnTo>
                    <a:pt x="3151391" y="1291571"/>
                  </a:lnTo>
                  <a:lnTo>
                    <a:pt x="3223013" y="1295178"/>
                  </a:lnTo>
                  <a:lnTo>
                    <a:pt x="3294636" y="1298769"/>
                  </a:lnTo>
                  <a:lnTo>
                    <a:pt x="3366258" y="1302344"/>
                  </a:lnTo>
                  <a:lnTo>
                    <a:pt x="3437881" y="1305904"/>
                  </a:lnTo>
                  <a:lnTo>
                    <a:pt x="3509503" y="1309448"/>
                  </a:lnTo>
                  <a:lnTo>
                    <a:pt x="3581126" y="1312977"/>
                  </a:lnTo>
                  <a:lnTo>
                    <a:pt x="3652748" y="1316490"/>
                  </a:lnTo>
                  <a:lnTo>
                    <a:pt x="3724371" y="1319988"/>
                  </a:lnTo>
                  <a:lnTo>
                    <a:pt x="3795993" y="1323470"/>
                  </a:lnTo>
                  <a:lnTo>
                    <a:pt x="3867616" y="1326937"/>
                  </a:lnTo>
                  <a:lnTo>
                    <a:pt x="3939238" y="1330389"/>
                  </a:lnTo>
                  <a:lnTo>
                    <a:pt x="4010861" y="1333826"/>
                  </a:lnTo>
                  <a:lnTo>
                    <a:pt x="4082483" y="1337248"/>
                  </a:lnTo>
                  <a:lnTo>
                    <a:pt x="4154106" y="1340655"/>
                  </a:lnTo>
                  <a:lnTo>
                    <a:pt x="4225729" y="1344047"/>
                  </a:lnTo>
                  <a:lnTo>
                    <a:pt x="4297351" y="1347424"/>
                  </a:lnTo>
                  <a:lnTo>
                    <a:pt x="4368974" y="1350786"/>
                  </a:lnTo>
                  <a:lnTo>
                    <a:pt x="4440596" y="1354134"/>
                  </a:lnTo>
                  <a:lnTo>
                    <a:pt x="4512219" y="1357466"/>
                  </a:lnTo>
                  <a:lnTo>
                    <a:pt x="4583841" y="1360785"/>
                  </a:lnTo>
                  <a:lnTo>
                    <a:pt x="4655464" y="1364088"/>
                  </a:lnTo>
                  <a:lnTo>
                    <a:pt x="4727086" y="1367378"/>
                  </a:lnTo>
                  <a:lnTo>
                    <a:pt x="4798709" y="1370653"/>
                  </a:lnTo>
                  <a:lnTo>
                    <a:pt x="4870331" y="1373913"/>
                  </a:lnTo>
                  <a:lnTo>
                    <a:pt x="4941954" y="1377159"/>
                  </a:lnTo>
                  <a:lnTo>
                    <a:pt x="5013576" y="1380391"/>
                  </a:lnTo>
                  <a:lnTo>
                    <a:pt x="5085199" y="1383609"/>
                  </a:lnTo>
                  <a:lnTo>
                    <a:pt x="5156821" y="1386813"/>
                  </a:lnTo>
                  <a:lnTo>
                    <a:pt x="5228444" y="1390003"/>
                  </a:lnTo>
                  <a:lnTo>
                    <a:pt x="5300066" y="1393179"/>
                  </a:lnTo>
                  <a:lnTo>
                    <a:pt x="5371689" y="1396340"/>
                  </a:lnTo>
                  <a:lnTo>
                    <a:pt x="5443311" y="1399488"/>
                  </a:lnTo>
                  <a:lnTo>
                    <a:pt x="5514934" y="1402623"/>
                  </a:lnTo>
                  <a:lnTo>
                    <a:pt x="5586557" y="1405743"/>
                  </a:lnTo>
                  <a:lnTo>
                    <a:pt x="5658179" y="1408850"/>
                  </a:lnTo>
                  <a:lnTo>
                    <a:pt x="5729802" y="1411943"/>
                  </a:lnTo>
                  <a:lnTo>
                    <a:pt x="5801424" y="1415023"/>
                  </a:lnTo>
                  <a:lnTo>
                    <a:pt x="5873047" y="1418089"/>
                  </a:lnTo>
                  <a:lnTo>
                    <a:pt x="5944669" y="1421142"/>
                  </a:lnTo>
                  <a:lnTo>
                    <a:pt x="6016292" y="1424181"/>
                  </a:lnTo>
                  <a:lnTo>
                    <a:pt x="6087914" y="1427207"/>
                  </a:lnTo>
                  <a:lnTo>
                    <a:pt x="6159537" y="1430220"/>
                  </a:lnTo>
                  <a:lnTo>
                    <a:pt x="6231159" y="1433220"/>
                  </a:lnTo>
                  <a:lnTo>
                    <a:pt x="6302782" y="1436206"/>
                  </a:lnTo>
                  <a:lnTo>
                    <a:pt x="6374404" y="1439180"/>
                  </a:lnTo>
                  <a:lnTo>
                    <a:pt x="6446027" y="1442140"/>
                  </a:lnTo>
                  <a:lnTo>
                    <a:pt x="6517649" y="1445087"/>
                  </a:lnTo>
                  <a:lnTo>
                    <a:pt x="6589272" y="1448022"/>
                  </a:lnTo>
                  <a:lnTo>
                    <a:pt x="6660894" y="1450944"/>
                  </a:lnTo>
                  <a:lnTo>
                    <a:pt x="6732517" y="1453852"/>
                  </a:lnTo>
                  <a:lnTo>
                    <a:pt x="6804139" y="1456749"/>
                  </a:lnTo>
                  <a:lnTo>
                    <a:pt x="6875762" y="1459632"/>
                  </a:lnTo>
                  <a:lnTo>
                    <a:pt x="6947385" y="1462503"/>
                  </a:lnTo>
                  <a:lnTo>
                    <a:pt x="7019007" y="1465361"/>
                  </a:lnTo>
                  <a:lnTo>
                    <a:pt x="7090630" y="1468207"/>
                  </a:lnTo>
                  <a:lnTo>
                    <a:pt x="7090630" y="1877827"/>
                  </a:lnTo>
                  <a:lnTo>
                    <a:pt x="7019007" y="1872526"/>
                  </a:lnTo>
                  <a:lnTo>
                    <a:pt x="6947385" y="1867106"/>
                  </a:lnTo>
                  <a:lnTo>
                    <a:pt x="6875762" y="1861566"/>
                  </a:lnTo>
                  <a:lnTo>
                    <a:pt x="6804139" y="1855901"/>
                  </a:lnTo>
                  <a:lnTo>
                    <a:pt x="6732517" y="1850110"/>
                  </a:lnTo>
                  <a:lnTo>
                    <a:pt x="6660894" y="1844189"/>
                  </a:lnTo>
                  <a:lnTo>
                    <a:pt x="6589272" y="1838136"/>
                  </a:lnTo>
                  <a:lnTo>
                    <a:pt x="6517649" y="1831948"/>
                  </a:lnTo>
                  <a:lnTo>
                    <a:pt x="6446027" y="1825622"/>
                  </a:lnTo>
                  <a:lnTo>
                    <a:pt x="6374404" y="1819154"/>
                  </a:lnTo>
                  <a:lnTo>
                    <a:pt x="6302782" y="1812542"/>
                  </a:lnTo>
                  <a:lnTo>
                    <a:pt x="6231159" y="1805782"/>
                  </a:lnTo>
                  <a:lnTo>
                    <a:pt x="6159537" y="1798871"/>
                  </a:lnTo>
                  <a:lnTo>
                    <a:pt x="6087914" y="1791805"/>
                  </a:lnTo>
                  <a:lnTo>
                    <a:pt x="6016292" y="1784582"/>
                  </a:lnTo>
                  <a:lnTo>
                    <a:pt x="5944669" y="1777197"/>
                  </a:lnTo>
                  <a:lnTo>
                    <a:pt x="5873047" y="1769647"/>
                  </a:lnTo>
                  <a:lnTo>
                    <a:pt x="5801424" y="1761929"/>
                  </a:lnTo>
                  <a:lnTo>
                    <a:pt x="5729802" y="1754038"/>
                  </a:lnTo>
                  <a:lnTo>
                    <a:pt x="5658179" y="1745971"/>
                  </a:lnTo>
                  <a:lnTo>
                    <a:pt x="5586557" y="1737723"/>
                  </a:lnTo>
                  <a:lnTo>
                    <a:pt x="5514934" y="1729291"/>
                  </a:lnTo>
                  <a:lnTo>
                    <a:pt x="5443311" y="1720671"/>
                  </a:lnTo>
                  <a:lnTo>
                    <a:pt x="5371689" y="1711858"/>
                  </a:lnTo>
                  <a:lnTo>
                    <a:pt x="5300066" y="1702849"/>
                  </a:lnTo>
                  <a:lnTo>
                    <a:pt x="5228444" y="1693638"/>
                  </a:lnTo>
                  <a:lnTo>
                    <a:pt x="5156821" y="1684221"/>
                  </a:lnTo>
                  <a:lnTo>
                    <a:pt x="5085199" y="1674594"/>
                  </a:lnTo>
                  <a:lnTo>
                    <a:pt x="5013576" y="1664751"/>
                  </a:lnTo>
                  <a:lnTo>
                    <a:pt x="4941954" y="1654689"/>
                  </a:lnTo>
                  <a:lnTo>
                    <a:pt x="4870331" y="1644402"/>
                  </a:lnTo>
                  <a:lnTo>
                    <a:pt x="4798709" y="1633885"/>
                  </a:lnTo>
                  <a:lnTo>
                    <a:pt x="4727086" y="1623133"/>
                  </a:lnTo>
                  <a:lnTo>
                    <a:pt x="4655464" y="1612141"/>
                  </a:lnTo>
                  <a:lnTo>
                    <a:pt x="4583841" y="1600903"/>
                  </a:lnTo>
                  <a:lnTo>
                    <a:pt x="4512219" y="1589414"/>
                  </a:lnTo>
                  <a:lnTo>
                    <a:pt x="4440596" y="1577669"/>
                  </a:lnTo>
                  <a:lnTo>
                    <a:pt x="4368974" y="1565661"/>
                  </a:lnTo>
                  <a:lnTo>
                    <a:pt x="4297351" y="1553384"/>
                  </a:lnTo>
                  <a:lnTo>
                    <a:pt x="4225729" y="1540834"/>
                  </a:lnTo>
                  <a:lnTo>
                    <a:pt x="4154106" y="1528003"/>
                  </a:lnTo>
                  <a:lnTo>
                    <a:pt x="4082483" y="1514885"/>
                  </a:lnTo>
                  <a:lnTo>
                    <a:pt x="4010861" y="1501474"/>
                  </a:lnTo>
                  <a:lnTo>
                    <a:pt x="3939238" y="1487764"/>
                  </a:lnTo>
                  <a:lnTo>
                    <a:pt x="3867616" y="1473747"/>
                  </a:lnTo>
                  <a:lnTo>
                    <a:pt x="3795993" y="1459417"/>
                  </a:lnTo>
                  <a:lnTo>
                    <a:pt x="3724371" y="1444766"/>
                  </a:lnTo>
                  <a:lnTo>
                    <a:pt x="3652748" y="1429789"/>
                  </a:lnTo>
                  <a:lnTo>
                    <a:pt x="3581126" y="1414476"/>
                  </a:lnTo>
                  <a:lnTo>
                    <a:pt x="3509503" y="1398822"/>
                  </a:lnTo>
                  <a:lnTo>
                    <a:pt x="3437881" y="1382818"/>
                  </a:lnTo>
                  <a:lnTo>
                    <a:pt x="3366258" y="1366456"/>
                  </a:lnTo>
                  <a:lnTo>
                    <a:pt x="3294636" y="1349729"/>
                  </a:lnTo>
                  <a:lnTo>
                    <a:pt x="3223013" y="1332628"/>
                  </a:lnTo>
                  <a:lnTo>
                    <a:pt x="3151391" y="1315144"/>
                  </a:lnTo>
                  <a:lnTo>
                    <a:pt x="3079768" y="1297271"/>
                  </a:lnTo>
                  <a:lnTo>
                    <a:pt x="3008146" y="1284310"/>
                  </a:lnTo>
                  <a:lnTo>
                    <a:pt x="2936523" y="1280655"/>
                  </a:lnTo>
                  <a:lnTo>
                    <a:pt x="2864901" y="1276984"/>
                  </a:lnTo>
                  <a:lnTo>
                    <a:pt x="2793278" y="1273297"/>
                  </a:lnTo>
                  <a:lnTo>
                    <a:pt x="2721655" y="1269594"/>
                  </a:lnTo>
                  <a:lnTo>
                    <a:pt x="2650033" y="1265875"/>
                  </a:lnTo>
                  <a:lnTo>
                    <a:pt x="2578410" y="1262139"/>
                  </a:lnTo>
                  <a:lnTo>
                    <a:pt x="2506788" y="1258387"/>
                  </a:lnTo>
                  <a:lnTo>
                    <a:pt x="2435165" y="1254618"/>
                  </a:lnTo>
                  <a:lnTo>
                    <a:pt x="2363543" y="1250833"/>
                  </a:lnTo>
                  <a:lnTo>
                    <a:pt x="2291920" y="1247031"/>
                  </a:lnTo>
                  <a:lnTo>
                    <a:pt x="2220298" y="1243212"/>
                  </a:lnTo>
                  <a:lnTo>
                    <a:pt x="2148675" y="1239376"/>
                  </a:lnTo>
                  <a:lnTo>
                    <a:pt x="2077053" y="1235524"/>
                  </a:lnTo>
                  <a:lnTo>
                    <a:pt x="2005430" y="1231655"/>
                  </a:lnTo>
                  <a:lnTo>
                    <a:pt x="1933808" y="1227768"/>
                  </a:lnTo>
                  <a:lnTo>
                    <a:pt x="1862185" y="1223865"/>
                  </a:lnTo>
                  <a:lnTo>
                    <a:pt x="1790563" y="1219944"/>
                  </a:lnTo>
                  <a:lnTo>
                    <a:pt x="1718940" y="1216006"/>
                  </a:lnTo>
                  <a:lnTo>
                    <a:pt x="1647318" y="1212051"/>
                  </a:lnTo>
                  <a:lnTo>
                    <a:pt x="1575695" y="1208079"/>
                  </a:lnTo>
                  <a:lnTo>
                    <a:pt x="1504073" y="1204089"/>
                  </a:lnTo>
                  <a:lnTo>
                    <a:pt x="1432450" y="1200081"/>
                  </a:lnTo>
                  <a:lnTo>
                    <a:pt x="1360827" y="1196056"/>
                  </a:lnTo>
                  <a:lnTo>
                    <a:pt x="1289205" y="1192013"/>
                  </a:lnTo>
                  <a:lnTo>
                    <a:pt x="1217582" y="1187952"/>
                  </a:lnTo>
                  <a:lnTo>
                    <a:pt x="1145960" y="1183874"/>
                  </a:lnTo>
                  <a:lnTo>
                    <a:pt x="1074337" y="1179777"/>
                  </a:lnTo>
                  <a:lnTo>
                    <a:pt x="1002715" y="1175662"/>
                  </a:lnTo>
                  <a:lnTo>
                    <a:pt x="931092" y="1171530"/>
                  </a:lnTo>
                  <a:lnTo>
                    <a:pt x="859470" y="1167379"/>
                  </a:lnTo>
                  <a:lnTo>
                    <a:pt x="787847" y="1163210"/>
                  </a:lnTo>
                  <a:lnTo>
                    <a:pt x="716225" y="1159022"/>
                  </a:lnTo>
                  <a:lnTo>
                    <a:pt x="644602" y="1154817"/>
                  </a:lnTo>
                  <a:lnTo>
                    <a:pt x="572980" y="1150592"/>
                  </a:lnTo>
                  <a:lnTo>
                    <a:pt x="501357" y="1146349"/>
                  </a:lnTo>
                  <a:lnTo>
                    <a:pt x="429735" y="1142088"/>
                  </a:lnTo>
                  <a:lnTo>
                    <a:pt x="358112" y="1137807"/>
                  </a:lnTo>
                  <a:lnTo>
                    <a:pt x="286490" y="1133508"/>
                  </a:lnTo>
                  <a:lnTo>
                    <a:pt x="214867" y="1129190"/>
                  </a:lnTo>
                  <a:lnTo>
                    <a:pt x="143245" y="1124853"/>
                  </a:lnTo>
                  <a:lnTo>
                    <a:pt x="71622" y="1120497"/>
                  </a:lnTo>
                  <a:lnTo>
                    <a:pt x="0" y="111612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442164"/>
              <a:ext cx="7090630" cy="1468207"/>
            </a:xfrm>
            <a:custGeom>
              <a:avLst/>
              <a:pathLst>
                <a:path w="7090630" h="1468207">
                  <a:moveTo>
                    <a:pt x="0" y="0"/>
                  </a:moveTo>
                  <a:lnTo>
                    <a:pt x="71622" y="46226"/>
                  </a:lnTo>
                  <a:lnTo>
                    <a:pt x="143245" y="91442"/>
                  </a:lnTo>
                  <a:lnTo>
                    <a:pt x="214867" y="135670"/>
                  </a:lnTo>
                  <a:lnTo>
                    <a:pt x="286490" y="178932"/>
                  </a:lnTo>
                  <a:lnTo>
                    <a:pt x="358112" y="221248"/>
                  </a:lnTo>
                  <a:lnTo>
                    <a:pt x="429735" y="262639"/>
                  </a:lnTo>
                  <a:lnTo>
                    <a:pt x="501357" y="303125"/>
                  </a:lnTo>
                  <a:lnTo>
                    <a:pt x="572980" y="342727"/>
                  </a:lnTo>
                  <a:lnTo>
                    <a:pt x="644602" y="381463"/>
                  </a:lnTo>
                  <a:lnTo>
                    <a:pt x="716225" y="419352"/>
                  </a:lnTo>
                  <a:lnTo>
                    <a:pt x="787847" y="456414"/>
                  </a:lnTo>
                  <a:lnTo>
                    <a:pt x="859470" y="492665"/>
                  </a:lnTo>
                  <a:lnTo>
                    <a:pt x="931092" y="528124"/>
                  </a:lnTo>
                  <a:lnTo>
                    <a:pt x="1002715" y="562808"/>
                  </a:lnTo>
                  <a:lnTo>
                    <a:pt x="1074337" y="596734"/>
                  </a:lnTo>
                  <a:lnTo>
                    <a:pt x="1145960" y="629919"/>
                  </a:lnTo>
                  <a:lnTo>
                    <a:pt x="1217582" y="662378"/>
                  </a:lnTo>
                  <a:lnTo>
                    <a:pt x="1289205" y="694128"/>
                  </a:lnTo>
                  <a:lnTo>
                    <a:pt x="1360827" y="725184"/>
                  </a:lnTo>
                  <a:lnTo>
                    <a:pt x="1432450" y="755561"/>
                  </a:lnTo>
                  <a:lnTo>
                    <a:pt x="1504073" y="785274"/>
                  </a:lnTo>
                  <a:lnTo>
                    <a:pt x="1575695" y="814338"/>
                  </a:lnTo>
                  <a:lnTo>
                    <a:pt x="1647318" y="842767"/>
                  </a:lnTo>
                  <a:lnTo>
                    <a:pt x="1718940" y="870574"/>
                  </a:lnTo>
                  <a:lnTo>
                    <a:pt x="1790563" y="897774"/>
                  </a:lnTo>
                  <a:lnTo>
                    <a:pt x="1862185" y="924379"/>
                  </a:lnTo>
                  <a:lnTo>
                    <a:pt x="1933808" y="950402"/>
                  </a:lnTo>
                  <a:lnTo>
                    <a:pt x="2005430" y="975857"/>
                  </a:lnTo>
                  <a:lnTo>
                    <a:pt x="2077053" y="1000756"/>
                  </a:lnTo>
                  <a:lnTo>
                    <a:pt x="2148675" y="1025110"/>
                  </a:lnTo>
                  <a:lnTo>
                    <a:pt x="2220298" y="1048932"/>
                  </a:lnTo>
                  <a:lnTo>
                    <a:pt x="2291920" y="1072234"/>
                  </a:lnTo>
                  <a:lnTo>
                    <a:pt x="2363543" y="1095026"/>
                  </a:lnTo>
                  <a:lnTo>
                    <a:pt x="2435165" y="1117320"/>
                  </a:lnTo>
                  <a:lnTo>
                    <a:pt x="2506788" y="1139127"/>
                  </a:lnTo>
                  <a:lnTo>
                    <a:pt x="2578410" y="1160457"/>
                  </a:lnTo>
                  <a:lnTo>
                    <a:pt x="2650033" y="1181321"/>
                  </a:lnTo>
                  <a:lnTo>
                    <a:pt x="2721655" y="1201729"/>
                  </a:lnTo>
                  <a:lnTo>
                    <a:pt x="2793278" y="1221691"/>
                  </a:lnTo>
                  <a:lnTo>
                    <a:pt x="2864901" y="1241217"/>
                  </a:lnTo>
                  <a:lnTo>
                    <a:pt x="2936523" y="1260316"/>
                  </a:lnTo>
                  <a:lnTo>
                    <a:pt x="3008146" y="1278997"/>
                  </a:lnTo>
                  <a:lnTo>
                    <a:pt x="3079768" y="1287948"/>
                  </a:lnTo>
                  <a:lnTo>
                    <a:pt x="3151391" y="1291571"/>
                  </a:lnTo>
                  <a:lnTo>
                    <a:pt x="3223013" y="1295178"/>
                  </a:lnTo>
                  <a:lnTo>
                    <a:pt x="3294636" y="1298769"/>
                  </a:lnTo>
                  <a:lnTo>
                    <a:pt x="3366258" y="1302344"/>
                  </a:lnTo>
                  <a:lnTo>
                    <a:pt x="3437881" y="1305904"/>
                  </a:lnTo>
                  <a:lnTo>
                    <a:pt x="3509503" y="1309448"/>
                  </a:lnTo>
                  <a:lnTo>
                    <a:pt x="3581126" y="1312977"/>
                  </a:lnTo>
                  <a:lnTo>
                    <a:pt x="3652748" y="1316490"/>
                  </a:lnTo>
                  <a:lnTo>
                    <a:pt x="3724371" y="1319988"/>
                  </a:lnTo>
                  <a:lnTo>
                    <a:pt x="3795993" y="1323470"/>
                  </a:lnTo>
                  <a:lnTo>
                    <a:pt x="3867616" y="1326937"/>
                  </a:lnTo>
                  <a:lnTo>
                    <a:pt x="3939238" y="1330389"/>
                  </a:lnTo>
                  <a:lnTo>
                    <a:pt x="4010861" y="1333826"/>
                  </a:lnTo>
                  <a:lnTo>
                    <a:pt x="4082483" y="1337248"/>
                  </a:lnTo>
                  <a:lnTo>
                    <a:pt x="4154106" y="1340655"/>
                  </a:lnTo>
                  <a:lnTo>
                    <a:pt x="4225729" y="1344047"/>
                  </a:lnTo>
                  <a:lnTo>
                    <a:pt x="4297351" y="1347424"/>
                  </a:lnTo>
                  <a:lnTo>
                    <a:pt x="4368974" y="1350786"/>
                  </a:lnTo>
                  <a:lnTo>
                    <a:pt x="4440596" y="1354134"/>
                  </a:lnTo>
                  <a:lnTo>
                    <a:pt x="4512219" y="1357466"/>
                  </a:lnTo>
                  <a:lnTo>
                    <a:pt x="4583841" y="1360785"/>
                  </a:lnTo>
                  <a:lnTo>
                    <a:pt x="4655464" y="1364088"/>
                  </a:lnTo>
                  <a:lnTo>
                    <a:pt x="4727086" y="1367378"/>
                  </a:lnTo>
                  <a:lnTo>
                    <a:pt x="4798709" y="1370653"/>
                  </a:lnTo>
                  <a:lnTo>
                    <a:pt x="4870331" y="1373913"/>
                  </a:lnTo>
                  <a:lnTo>
                    <a:pt x="4941954" y="1377159"/>
                  </a:lnTo>
                  <a:lnTo>
                    <a:pt x="5013576" y="1380391"/>
                  </a:lnTo>
                  <a:lnTo>
                    <a:pt x="5085199" y="1383609"/>
                  </a:lnTo>
                  <a:lnTo>
                    <a:pt x="5156821" y="1386813"/>
                  </a:lnTo>
                  <a:lnTo>
                    <a:pt x="5228444" y="1390003"/>
                  </a:lnTo>
                  <a:lnTo>
                    <a:pt x="5300066" y="1393179"/>
                  </a:lnTo>
                  <a:lnTo>
                    <a:pt x="5371689" y="1396340"/>
                  </a:lnTo>
                  <a:lnTo>
                    <a:pt x="5443311" y="1399488"/>
                  </a:lnTo>
                  <a:lnTo>
                    <a:pt x="5514934" y="1402623"/>
                  </a:lnTo>
                  <a:lnTo>
                    <a:pt x="5586557" y="1405743"/>
                  </a:lnTo>
                  <a:lnTo>
                    <a:pt x="5658179" y="1408850"/>
                  </a:lnTo>
                  <a:lnTo>
                    <a:pt x="5729802" y="1411943"/>
                  </a:lnTo>
                  <a:lnTo>
                    <a:pt x="5801424" y="1415023"/>
                  </a:lnTo>
                  <a:lnTo>
                    <a:pt x="5873047" y="1418089"/>
                  </a:lnTo>
                  <a:lnTo>
                    <a:pt x="5944669" y="1421142"/>
                  </a:lnTo>
                  <a:lnTo>
                    <a:pt x="6016292" y="1424181"/>
                  </a:lnTo>
                  <a:lnTo>
                    <a:pt x="6087914" y="1427207"/>
                  </a:lnTo>
                  <a:lnTo>
                    <a:pt x="6159537" y="1430220"/>
                  </a:lnTo>
                  <a:lnTo>
                    <a:pt x="6231159" y="1433220"/>
                  </a:lnTo>
                  <a:lnTo>
                    <a:pt x="6302782" y="1436206"/>
                  </a:lnTo>
                  <a:lnTo>
                    <a:pt x="6374404" y="1439180"/>
                  </a:lnTo>
                  <a:lnTo>
                    <a:pt x="6446027" y="1442140"/>
                  </a:lnTo>
                  <a:lnTo>
                    <a:pt x="6517649" y="1445087"/>
                  </a:lnTo>
                  <a:lnTo>
                    <a:pt x="6589272" y="1448022"/>
                  </a:lnTo>
                  <a:lnTo>
                    <a:pt x="6660894" y="1450944"/>
                  </a:lnTo>
                  <a:lnTo>
                    <a:pt x="6732517" y="1453852"/>
                  </a:lnTo>
                  <a:lnTo>
                    <a:pt x="6804139" y="1456749"/>
                  </a:lnTo>
                  <a:lnTo>
                    <a:pt x="6875762" y="1459632"/>
                  </a:lnTo>
                  <a:lnTo>
                    <a:pt x="6947385" y="1462503"/>
                  </a:lnTo>
                  <a:lnTo>
                    <a:pt x="7019007" y="1465361"/>
                  </a:lnTo>
                  <a:lnTo>
                    <a:pt x="7090630" y="14682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58286"/>
              <a:ext cx="7090630" cy="761705"/>
            </a:xfrm>
            <a:custGeom>
              <a:avLst/>
              <a:pathLst>
                <a:path w="7090630" h="761705">
                  <a:moveTo>
                    <a:pt x="7090630" y="761705"/>
                  </a:moveTo>
                  <a:lnTo>
                    <a:pt x="7019007" y="756404"/>
                  </a:lnTo>
                  <a:lnTo>
                    <a:pt x="6947385" y="750984"/>
                  </a:lnTo>
                  <a:lnTo>
                    <a:pt x="6875762" y="745444"/>
                  </a:lnTo>
                  <a:lnTo>
                    <a:pt x="6804139" y="739779"/>
                  </a:lnTo>
                  <a:lnTo>
                    <a:pt x="6732517" y="733988"/>
                  </a:lnTo>
                  <a:lnTo>
                    <a:pt x="6660894" y="728067"/>
                  </a:lnTo>
                  <a:lnTo>
                    <a:pt x="6589272" y="722014"/>
                  </a:lnTo>
                  <a:lnTo>
                    <a:pt x="6517649" y="715826"/>
                  </a:lnTo>
                  <a:lnTo>
                    <a:pt x="6446027" y="709500"/>
                  </a:lnTo>
                  <a:lnTo>
                    <a:pt x="6374404" y="703032"/>
                  </a:lnTo>
                  <a:lnTo>
                    <a:pt x="6302782" y="696420"/>
                  </a:lnTo>
                  <a:lnTo>
                    <a:pt x="6231159" y="689660"/>
                  </a:lnTo>
                  <a:lnTo>
                    <a:pt x="6159537" y="682749"/>
                  </a:lnTo>
                  <a:lnTo>
                    <a:pt x="6087914" y="675683"/>
                  </a:lnTo>
                  <a:lnTo>
                    <a:pt x="6016292" y="668460"/>
                  </a:lnTo>
                  <a:lnTo>
                    <a:pt x="5944669" y="661075"/>
                  </a:lnTo>
                  <a:lnTo>
                    <a:pt x="5873047" y="653525"/>
                  </a:lnTo>
                  <a:lnTo>
                    <a:pt x="5801424" y="645807"/>
                  </a:lnTo>
                  <a:lnTo>
                    <a:pt x="5729802" y="637916"/>
                  </a:lnTo>
                  <a:lnTo>
                    <a:pt x="5658179" y="629849"/>
                  </a:lnTo>
                  <a:lnTo>
                    <a:pt x="5586557" y="621601"/>
                  </a:lnTo>
                  <a:lnTo>
                    <a:pt x="5514934" y="613169"/>
                  </a:lnTo>
                  <a:lnTo>
                    <a:pt x="5443311" y="604549"/>
                  </a:lnTo>
                  <a:lnTo>
                    <a:pt x="5371689" y="595736"/>
                  </a:lnTo>
                  <a:lnTo>
                    <a:pt x="5300066" y="586727"/>
                  </a:lnTo>
                  <a:lnTo>
                    <a:pt x="5228444" y="577516"/>
                  </a:lnTo>
                  <a:lnTo>
                    <a:pt x="5156821" y="568099"/>
                  </a:lnTo>
                  <a:lnTo>
                    <a:pt x="5085199" y="558472"/>
                  </a:lnTo>
                  <a:lnTo>
                    <a:pt x="5013576" y="548629"/>
                  </a:lnTo>
                  <a:lnTo>
                    <a:pt x="4941954" y="538567"/>
                  </a:lnTo>
                  <a:lnTo>
                    <a:pt x="4870331" y="528280"/>
                  </a:lnTo>
                  <a:lnTo>
                    <a:pt x="4798709" y="517763"/>
                  </a:lnTo>
                  <a:lnTo>
                    <a:pt x="4727086" y="507011"/>
                  </a:lnTo>
                  <a:lnTo>
                    <a:pt x="4655464" y="496019"/>
                  </a:lnTo>
                  <a:lnTo>
                    <a:pt x="4583841" y="484781"/>
                  </a:lnTo>
                  <a:lnTo>
                    <a:pt x="4512219" y="473292"/>
                  </a:lnTo>
                  <a:lnTo>
                    <a:pt x="4440596" y="461547"/>
                  </a:lnTo>
                  <a:lnTo>
                    <a:pt x="4368974" y="449539"/>
                  </a:lnTo>
                  <a:lnTo>
                    <a:pt x="4297351" y="437262"/>
                  </a:lnTo>
                  <a:lnTo>
                    <a:pt x="4225729" y="424712"/>
                  </a:lnTo>
                  <a:lnTo>
                    <a:pt x="4154106" y="411881"/>
                  </a:lnTo>
                  <a:lnTo>
                    <a:pt x="4082483" y="398763"/>
                  </a:lnTo>
                  <a:lnTo>
                    <a:pt x="4010861" y="385352"/>
                  </a:lnTo>
                  <a:lnTo>
                    <a:pt x="3939238" y="371642"/>
                  </a:lnTo>
                  <a:lnTo>
                    <a:pt x="3867616" y="357625"/>
                  </a:lnTo>
                  <a:lnTo>
                    <a:pt x="3795993" y="343295"/>
                  </a:lnTo>
                  <a:lnTo>
                    <a:pt x="3724371" y="328644"/>
                  </a:lnTo>
                  <a:lnTo>
                    <a:pt x="3652748" y="313667"/>
                  </a:lnTo>
                  <a:lnTo>
                    <a:pt x="3581126" y="298355"/>
                  </a:lnTo>
                  <a:lnTo>
                    <a:pt x="3509503" y="282700"/>
                  </a:lnTo>
                  <a:lnTo>
                    <a:pt x="3437881" y="266696"/>
                  </a:lnTo>
                  <a:lnTo>
                    <a:pt x="3366258" y="250334"/>
                  </a:lnTo>
                  <a:lnTo>
                    <a:pt x="3294636" y="233607"/>
                  </a:lnTo>
                  <a:lnTo>
                    <a:pt x="3223013" y="216506"/>
                  </a:lnTo>
                  <a:lnTo>
                    <a:pt x="3151391" y="199023"/>
                  </a:lnTo>
                  <a:lnTo>
                    <a:pt x="3079768" y="181149"/>
                  </a:lnTo>
                  <a:lnTo>
                    <a:pt x="3008146" y="168188"/>
                  </a:lnTo>
                  <a:lnTo>
                    <a:pt x="2936523" y="164533"/>
                  </a:lnTo>
                  <a:lnTo>
                    <a:pt x="2864901" y="160862"/>
                  </a:lnTo>
                  <a:lnTo>
                    <a:pt x="2793278" y="157175"/>
                  </a:lnTo>
                  <a:lnTo>
                    <a:pt x="2721655" y="153472"/>
                  </a:lnTo>
                  <a:lnTo>
                    <a:pt x="2650033" y="149753"/>
                  </a:lnTo>
                  <a:lnTo>
                    <a:pt x="2578410" y="146017"/>
                  </a:lnTo>
                  <a:lnTo>
                    <a:pt x="2506788" y="142265"/>
                  </a:lnTo>
                  <a:lnTo>
                    <a:pt x="2435165" y="138496"/>
                  </a:lnTo>
                  <a:lnTo>
                    <a:pt x="2363543" y="134711"/>
                  </a:lnTo>
                  <a:lnTo>
                    <a:pt x="2291920" y="130909"/>
                  </a:lnTo>
                  <a:lnTo>
                    <a:pt x="2220298" y="127090"/>
                  </a:lnTo>
                  <a:lnTo>
                    <a:pt x="2148675" y="123254"/>
                  </a:lnTo>
                  <a:lnTo>
                    <a:pt x="2077053" y="119402"/>
                  </a:lnTo>
                  <a:lnTo>
                    <a:pt x="2005430" y="115533"/>
                  </a:lnTo>
                  <a:lnTo>
                    <a:pt x="1933808" y="111646"/>
                  </a:lnTo>
                  <a:lnTo>
                    <a:pt x="1862185" y="107743"/>
                  </a:lnTo>
                  <a:lnTo>
                    <a:pt x="1790563" y="103822"/>
                  </a:lnTo>
                  <a:lnTo>
                    <a:pt x="1718940" y="99885"/>
                  </a:lnTo>
                  <a:lnTo>
                    <a:pt x="1647318" y="95929"/>
                  </a:lnTo>
                  <a:lnTo>
                    <a:pt x="1575695" y="91957"/>
                  </a:lnTo>
                  <a:lnTo>
                    <a:pt x="1504073" y="87967"/>
                  </a:lnTo>
                  <a:lnTo>
                    <a:pt x="1432450" y="83959"/>
                  </a:lnTo>
                  <a:lnTo>
                    <a:pt x="1360827" y="79934"/>
                  </a:lnTo>
                  <a:lnTo>
                    <a:pt x="1289205" y="75891"/>
                  </a:lnTo>
                  <a:lnTo>
                    <a:pt x="1217582" y="71830"/>
                  </a:lnTo>
                  <a:lnTo>
                    <a:pt x="1145960" y="67752"/>
                  </a:lnTo>
                  <a:lnTo>
                    <a:pt x="1074337" y="63655"/>
                  </a:lnTo>
                  <a:lnTo>
                    <a:pt x="1002715" y="59541"/>
                  </a:lnTo>
                  <a:lnTo>
                    <a:pt x="931092" y="55408"/>
                  </a:lnTo>
                  <a:lnTo>
                    <a:pt x="859470" y="51257"/>
                  </a:lnTo>
                  <a:lnTo>
                    <a:pt x="787847" y="47088"/>
                  </a:lnTo>
                  <a:lnTo>
                    <a:pt x="716225" y="42901"/>
                  </a:lnTo>
                  <a:lnTo>
                    <a:pt x="644602" y="38695"/>
                  </a:lnTo>
                  <a:lnTo>
                    <a:pt x="572980" y="34470"/>
                  </a:lnTo>
                  <a:lnTo>
                    <a:pt x="501357" y="30227"/>
                  </a:lnTo>
                  <a:lnTo>
                    <a:pt x="429735" y="25966"/>
                  </a:lnTo>
                  <a:lnTo>
                    <a:pt x="358112" y="21685"/>
                  </a:lnTo>
                  <a:lnTo>
                    <a:pt x="286490" y="17386"/>
                  </a:lnTo>
                  <a:lnTo>
                    <a:pt x="214867" y="13068"/>
                  </a:lnTo>
                  <a:lnTo>
                    <a:pt x="143245" y="8731"/>
                  </a:lnTo>
                  <a:lnTo>
                    <a:pt x="71622" y="437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103670"/>
              <a:ext cx="7090630" cy="1061818"/>
            </a:xfrm>
            <a:custGeom>
              <a:avLst/>
              <a:pathLst>
                <a:path w="7090630" h="1061818">
                  <a:moveTo>
                    <a:pt x="0" y="0"/>
                  </a:moveTo>
                  <a:lnTo>
                    <a:pt x="71622" y="19123"/>
                  </a:lnTo>
                  <a:lnTo>
                    <a:pt x="143245" y="37996"/>
                  </a:lnTo>
                  <a:lnTo>
                    <a:pt x="214867" y="56620"/>
                  </a:lnTo>
                  <a:lnTo>
                    <a:pt x="286490" y="74999"/>
                  </a:lnTo>
                  <a:lnTo>
                    <a:pt x="358112" y="93136"/>
                  </a:lnTo>
                  <a:lnTo>
                    <a:pt x="429735" y="111035"/>
                  </a:lnTo>
                  <a:lnTo>
                    <a:pt x="501357" y="128698"/>
                  </a:lnTo>
                  <a:lnTo>
                    <a:pt x="572980" y="146129"/>
                  </a:lnTo>
                  <a:lnTo>
                    <a:pt x="644602" y="163330"/>
                  </a:lnTo>
                  <a:lnTo>
                    <a:pt x="716225" y="180305"/>
                  </a:lnTo>
                  <a:lnTo>
                    <a:pt x="787847" y="197057"/>
                  </a:lnTo>
                  <a:lnTo>
                    <a:pt x="859470" y="213588"/>
                  </a:lnTo>
                  <a:lnTo>
                    <a:pt x="931092" y="229902"/>
                  </a:lnTo>
                  <a:lnTo>
                    <a:pt x="1002715" y="246001"/>
                  </a:lnTo>
                  <a:lnTo>
                    <a:pt x="1074337" y="261889"/>
                  </a:lnTo>
                  <a:lnTo>
                    <a:pt x="1145960" y="277567"/>
                  </a:lnTo>
                  <a:lnTo>
                    <a:pt x="1217582" y="293039"/>
                  </a:lnTo>
                  <a:lnTo>
                    <a:pt x="1289205" y="308308"/>
                  </a:lnTo>
                  <a:lnTo>
                    <a:pt x="1360827" y="323376"/>
                  </a:lnTo>
                  <a:lnTo>
                    <a:pt x="1432450" y="338245"/>
                  </a:lnTo>
                  <a:lnTo>
                    <a:pt x="1504073" y="352919"/>
                  </a:lnTo>
                  <a:lnTo>
                    <a:pt x="1575695" y="367400"/>
                  </a:lnTo>
                  <a:lnTo>
                    <a:pt x="1647318" y="381690"/>
                  </a:lnTo>
                  <a:lnTo>
                    <a:pt x="1718940" y="395792"/>
                  </a:lnTo>
                  <a:lnTo>
                    <a:pt x="1790563" y="409709"/>
                  </a:lnTo>
                  <a:lnTo>
                    <a:pt x="1862185" y="423442"/>
                  </a:lnTo>
                  <a:lnTo>
                    <a:pt x="1933808" y="436995"/>
                  </a:lnTo>
                  <a:lnTo>
                    <a:pt x="2005430" y="450370"/>
                  </a:lnTo>
                  <a:lnTo>
                    <a:pt x="2077053" y="463569"/>
                  </a:lnTo>
                  <a:lnTo>
                    <a:pt x="2148675" y="476594"/>
                  </a:lnTo>
                  <a:lnTo>
                    <a:pt x="2220298" y="489447"/>
                  </a:lnTo>
                  <a:lnTo>
                    <a:pt x="2291920" y="502132"/>
                  </a:lnTo>
                  <a:lnTo>
                    <a:pt x="2363543" y="514650"/>
                  </a:lnTo>
                  <a:lnTo>
                    <a:pt x="2435165" y="527003"/>
                  </a:lnTo>
                  <a:lnTo>
                    <a:pt x="2506788" y="539193"/>
                  </a:lnTo>
                  <a:lnTo>
                    <a:pt x="2578410" y="551223"/>
                  </a:lnTo>
                  <a:lnTo>
                    <a:pt x="2650033" y="563095"/>
                  </a:lnTo>
                  <a:lnTo>
                    <a:pt x="2721655" y="574810"/>
                  </a:lnTo>
                  <a:lnTo>
                    <a:pt x="2793278" y="586372"/>
                  </a:lnTo>
                  <a:lnTo>
                    <a:pt x="2864901" y="597781"/>
                  </a:lnTo>
                  <a:lnTo>
                    <a:pt x="2936523" y="609041"/>
                  </a:lnTo>
                  <a:lnTo>
                    <a:pt x="3008146" y="620152"/>
                  </a:lnTo>
                  <a:lnTo>
                    <a:pt x="3079768" y="631117"/>
                  </a:lnTo>
                  <a:lnTo>
                    <a:pt x="3151391" y="641937"/>
                  </a:lnTo>
                  <a:lnTo>
                    <a:pt x="3223013" y="652616"/>
                  </a:lnTo>
                  <a:lnTo>
                    <a:pt x="3294636" y="663153"/>
                  </a:lnTo>
                  <a:lnTo>
                    <a:pt x="3366258" y="673553"/>
                  </a:lnTo>
                  <a:lnTo>
                    <a:pt x="3437881" y="683815"/>
                  </a:lnTo>
                  <a:lnTo>
                    <a:pt x="3509503" y="693942"/>
                  </a:lnTo>
                  <a:lnTo>
                    <a:pt x="3581126" y="703937"/>
                  </a:lnTo>
                  <a:lnTo>
                    <a:pt x="3652748" y="713799"/>
                  </a:lnTo>
                  <a:lnTo>
                    <a:pt x="3724371" y="723532"/>
                  </a:lnTo>
                  <a:lnTo>
                    <a:pt x="3795993" y="733137"/>
                  </a:lnTo>
                  <a:lnTo>
                    <a:pt x="3867616" y="742615"/>
                  </a:lnTo>
                  <a:lnTo>
                    <a:pt x="3939238" y="751969"/>
                  </a:lnTo>
                  <a:lnTo>
                    <a:pt x="4010861" y="761200"/>
                  </a:lnTo>
                  <a:lnTo>
                    <a:pt x="4082483" y="770309"/>
                  </a:lnTo>
                  <a:lnTo>
                    <a:pt x="4154106" y="779298"/>
                  </a:lnTo>
                  <a:lnTo>
                    <a:pt x="4225729" y="788170"/>
                  </a:lnTo>
                  <a:lnTo>
                    <a:pt x="4297351" y="796924"/>
                  </a:lnTo>
                  <a:lnTo>
                    <a:pt x="4368974" y="805563"/>
                  </a:lnTo>
                  <a:lnTo>
                    <a:pt x="4440596" y="814089"/>
                  </a:lnTo>
                  <a:lnTo>
                    <a:pt x="4512219" y="822502"/>
                  </a:lnTo>
                  <a:lnTo>
                    <a:pt x="4583841" y="830805"/>
                  </a:lnTo>
                  <a:lnTo>
                    <a:pt x="4655464" y="838998"/>
                  </a:lnTo>
                  <a:lnTo>
                    <a:pt x="4727086" y="847084"/>
                  </a:lnTo>
                  <a:lnTo>
                    <a:pt x="4798709" y="855063"/>
                  </a:lnTo>
                  <a:lnTo>
                    <a:pt x="4870331" y="862938"/>
                  </a:lnTo>
                  <a:lnTo>
                    <a:pt x="4941954" y="870709"/>
                  </a:lnTo>
                  <a:lnTo>
                    <a:pt x="5013576" y="878377"/>
                  </a:lnTo>
                  <a:lnTo>
                    <a:pt x="5085199" y="885945"/>
                  </a:lnTo>
                  <a:lnTo>
                    <a:pt x="5156821" y="893413"/>
                  </a:lnTo>
                  <a:lnTo>
                    <a:pt x="5228444" y="900782"/>
                  </a:lnTo>
                  <a:lnTo>
                    <a:pt x="5300066" y="908055"/>
                  </a:lnTo>
                  <a:lnTo>
                    <a:pt x="5371689" y="915232"/>
                  </a:lnTo>
                  <a:lnTo>
                    <a:pt x="5443311" y="922315"/>
                  </a:lnTo>
                  <a:lnTo>
                    <a:pt x="5514934" y="929305"/>
                  </a:lnTo>
                  <a:lnTo>
                    <a:pt x="5586557" y="936202"/>
                  </a:lnTo>
                  <a:lnTo>
                    <a:pt x="5658179" y="943009"/>
                  </a:lnTo>
                  <a:lnTo>
                    <a:pt x="5729802" y="949726"/>
                  </a:lnTo>
                  <a:lnTo>
                    <a:pt x="5801424" y="956355"/>
                  </a:lnTo>
                  <a:lnTo>
                    <a:pt x="5873047" y="962897"/>
                  </a:lnTo>
                  <a:lnTo>
                    <a:pt x="5944669" y="969353"/>
                  </a:lnTo>
                  <a:lnTo>
                    <a:pt x="6016292" y="975723"/>
                  </a:lnTo>
                  <a:lnTo>
                    <a:pt x="6087914" y="982010"/>
                  </a:lnTo>
                  <a:lnTo>
                    <a:pt x="6159537" y="988214"/>
                  </a:lnTo>
                  <a:lnTo>
                    <a:pt x="6231159" y="994337"/>
                  </a:lnTo>
                  <a:lnTo>
                    <a:pt x="6302782" y="1000379"/>
                  </a:lnTo>
                  <a:lnTo>
                    <a:pt x="6374404" y="1006341"/>
                  </a:lnTo>
                  <a:lnTo>
                    <a:pt x="6446027" y="1012226"/>
                  </a:lnTo>
                  <a:lnTo>
                    <a:pt x="6517649" y="1018032"/>
                  </a:lnTo>
                  <a:lnTo>
                    <a:pt x="6589272" y="1023762"/>
                  </a:lnTo>
                  <a:lnTo>
                    <a:pt x="6660894" y="1029417"/>
                  </a:lnTo>
                  <a:lnTo>
                    <a:pt x="6732517" y="1034998"/>
                  </a:lnTo>
                  <a:lnTo>
                    <a:pt x="6804139" y="1040505"/>
                  </a:lnTo>
                  <a:lnTo>
                    <a:pt x="6875762" y="1045939"/>
                  </a:lnTo>
                  <a:lnTo>
                    <a:pt x="6947385" y="1051302"/>
                  </a:lnTo>
                  <a:lnTo>
                    <a:pt x="7019007" y="1056595"/>
                  </a:lnTo>
                  <a:lnTo>
                    <a:pt x="7090630" y="106181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1.18 (1.06-1.31), p_Bonf = 0.020 (n = 6)  |  per IQR decline (Δ = 27.5 %): 1.56 (1.16-2.10)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951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2026-09-28T17:35:40Z</dcterms:modified>
  <cp:category/>
</cp:coreProperties>
</file>