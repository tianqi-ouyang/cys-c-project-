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389936"/>
              <a:ext cx="7090630" cy="2971029"/>
            </a:xfrm>
            <a:custGeom>
              <a:avLst/>
              <a:pathLst>
                <a:path w="7090630" h="2971029">
                  <a:moveTo>
                    <a:pt x="0" y="0"/>
                  </a:moveTo>
                  <a:lnTo>
                    <a:pt x="71622" y="87737"/>
                  </a:lnTo>
                  <a:lnTo>
                    <a:pt x="143245" y="173043"/>
                  </a:lnTo>
                  <a:lnTo>
                    <a:pt x="214867" y="255987"/>
                  </a:lnTo>
                  <a:lnTo>
                    <a:pt x="286490" y="336633"/>
                  </a:lnTo>
                  <a:lnTo>
                    <a:pt x="358112" y="415045"/>
                  </a:lnTo>
                  <a:lnTo>
                    <a:pt x="429735" y="491285"/>
                  </a:lnTo>
                  <a:lnTo>
                    <a:pt x="501357" y="565413"/>
                  </a:lnTo>
                  <a:lnTo>
                    <a:pt x="572980" y="637488"/>
                  </a:lnTo>
                  <a:lnTo>
                    <a:pt x="644602" y="707566"/>
                  </a:lnTo>
                  <a:lnTo>
                    <a:pt x="716225" y="775703"/>
                  </a:lnTo>
                  <a:lnTo>
                    <a:pt x="787847" y="841953"/>
                  </a:lnTo>
                  <a:lnTo>
                    <a:pt x="859470" y="906367"/>
                  </a:lnTo>
                  <a:lnTo>
                    <a:pt x="931092" y="968997"/>
                  </a:lnTo>
                  <a:lnTo>
                    <a:pt x="1002715" y="1029892"/>
                  </a:lnTo>
                  <a:lnTo>
                    <a:pt x="1074337" y="1089100"/>
                  </a:lnTo>
                  <a:lnTo>
                    <a:pt x="1145960" y="1146668"/>
                  </a:lnTo>
                  <a:lnTo>
                    <a:pt x="1217582" y="1202642"/>
                  </a:lnTo>
                  <a:lnTo>
                    <a:pt x="1289205" y="1257065"/>
                  </a:lnTo>
                  <a:lnTo>
                    <a:pt x="1360827" y="1309980"/>
                  </a:lnTo>
                  <a:lnTo>
                    <a:pt x="1432450" y="1361430"/>
                  </a:lnTo>
                  <a:lnTo>
                    <a:pt x="1504073" y="1411454"/>
                  </a:lnTo>
                  <a:lnTo>
                    <a:pt x="1575695" y="1460093"/>
                  </a:lnTo>
                  <a:lnTo>
                    <a:pt x="1647318" y="1507384"/>
                  </a:lnTo>
                  <a:lnTo>
                    <a:pt x="1718940" y="1553366"/>
                  </a:lnTo>
                  <a:lnTo>
                    <a:pt x="1790563" y="1598073"/>
                  </a:lnTo>
                  <a:lnTo>
                    <a:pt x="1862185" y="1641542"/>
                  </a:lnTo>
                  <a:lnTo>
                    <a:pt x="1933808" y="1683807"/>
                  </a:lnTo>
                  <a:lnTo>
                    <a:pt x="2005430" y="1724902"/>
                  </a:lnTo>
                  <a:lnTo>
                    <a:pt x="2077053" y="1764858"/>
                  </a:lnTo>
                  <a:lnTo>
                    <a:pt x="2148675" y="1803707"/>
                  </a:lnTo>
                  <a:lnTo>
                    <a:pt x="2220298" y="1841480"/>
                  </a:lnTo>
                  <a:lnTo>
                    <a:pt x="2291920" y="1878206"/>
                  </a:lnTo>
                  <a:lnTo>
                    <a:pt x="2363543" y="1913916"/>
                  </a:lnTo>
                  <a:lnTo>
                    <a:pt x="2435165" y="1948636"/>
                  </a:lnTo>
                  <a:lnTo>
                    <a:pt x="2506788" y="1982394"/>
                  </a:lnTo>
                  <a:lnTo>
                    <a:pt x="2578410" y="2015217"/>
                  </a:lnTo>
                  <a:lnTo>
                    <a:pt x="2650033" y="2047131"/>
                  </a:lnTo>
                  <a:lnTo>
                    <a:pt x="2721655" y="2078161"/>
                  </a:lnTo>
                  <a:lnTo>
                    <a:pt x="2793278" y="2108332"/>
                  </a:lnTo>
                  <a:lnTo>
                    <a:pt x="2864901" y="2137666"/>
                  </a:lnTo>
                  <a:lnTo>
                    <a:pt x="2936523" y="2166188"/>
                  </a:lnTo>
                  <a:lnTo>
                    <a:pt x="3008146" y="2193920"/>
                  </a:lnTo>
                  <a:lnTo>
                    <a:pt x="3079768" y="2220884"/>
                  </a:lnTo>
                  <a:lnTo>
                    <a:pt x="3151391" y="2247101"/>
                  </a:lnTo>
                  <a:lnTo>
                    <a:pt x="3223013" y="2272591"/>
                  </a:lnTo>
                  <a:lnTo>
                    <a:pt x="3294636" y="2297376"/>
                  </a:lnTo>
                  <a:lnTo>
                    <a:pt x="3366258" y="2321474"/>
                  </a:lnTo>
                  <a:lnTo>
                    <a:pt x="3437881" y="2338051"/>
                  </a:lnTo>
                  <a:lnTo>
                    <a:pt x="3509503" y="2338713"/>
                  </a:lnTo>
                  <a:lnTo>
                    <a:pt x="3581126" y="2339375"/>
                  </a:lnTo>
                  <a:lnTo>
                    <a:pt x="3652748" y="2340036"/>
                  </a:lnTo>
                  <a:lnTo>
                    <a:pt x="3724371" y="2340697"/>
                  </a:lnTo>
                  <a:lnTo>
                    <a:pt x="3795993" y="2341358"/>
                  </a:lnTo>
                  <a:lnTo>
                    <a:pt x="3867616" y="2342018"/>
                  </a:lnTo>
                  <a:lnTo>
                    <a:pt x="3939238" y="2342677"/>
                  </a:lnTo>
                  <a:lnTo>
                    <a:pt x="4010861" y="2343336"/>
                  </a:lnTo>
                  <a:lnTo>
                    <a:pt x="4082483" y="2343994"/>
                  </a:lnTo>
                  <a:lnTo>
                    <a:pt x="4154106" y="2344652"/>
                  </a:lnTo>
                  <a:lnTo>
                    <a:pt x="4225729" y="2345309"/>
                  </a:lnTo>
                  <a:lnTo>
                    <a:pt x="4297351" y="2345966"/>
                  </a:lnTo>
                  <a:lnTo>
                    <a:pt x="4368974" y="2346622"/>
                  </a:lnTo>
                  <a:lnTo>
                    <a:pt x="4440596" y="2347277"/>
                  </a:lnTo>
                  <a:lnTo>
                    <a:pt x="4512219" y="2347933"/>
                  </a:lnTo>
                  <a:lnTo>
                    <a:pt x="4583841" y="2348587"/>
                  </a:lnTo>
                  <a:lnTo>
                    <a:pt x="4655464" y="2349241"/>
                  </a:lnTo>
                  <a:lnTo>
                    <a:pt x="4727086" y="2349895"/>
                  </a:lnTo>
                  <a:lnTo>
                    <a:pt x="4798709" y="2350548"/>
                  </a:lnTo>
                  <a:lnTo>
                    <a:pt x="4870331" y="2351200"/>
                  </a:lnTo>
                  <a:lnTo>
                    <a:pt x="4941954" y="2351852"/>
                  </a:lnTo>
                  <a:lnTo>
                    <a:pt x="5013576" y="2352504"/>
                  </a:lnTo>
                  <a:lnTo>
                    <a:pt x="5085199" y="2353155"/>
                  </a:lnTo>
                  <a:lnTo>
                    <a:pt x="5156821" y="2353805"/>
                  </a:lnTo>
                  <a:lnTo>
                    <a:pt x="5228444" y="2354455"/>
                  </a:lnTo>
                  <a:lnTo>
                    <a:pt x="5300066" y="2355105"/>
                  </a:lnTo>
                  <a:lnTo>
                    <a:pt x="5371689" y="2355753"/>
                  </a:lnTo>
                  <a:lnTo>
                    <a:pt x="5443311" y="2356402"/>
                  </a:lnTo>
                  <a:lnTo>
                    <a:pt x="5514934" y="2357050"/>
                  </a:lnTo>
                  <a:lnTo>
                    <a:pt x="5586557" y="2357697"/>
                  </a:lnTo>
                  <a:lnTo>
                    <a:pt x="5658179" y="2358344"/>
                  </a:lnTo>
                  <a:lnTo>
                    <a:pt x="5729802" y="2358990"/>
                  </a:lnTo>
                  <a:lnTo>
                    <a:pt x="5801424" y="2359636"/>
                  </a:lnTo>
                  <a:lnTo>
                    <a:pt x="5873047" y="2360281"/>
                  </a:lnTo>
                  <a:lnTo>
                    <a:pt x="5944669" y="2360926"/>
                  </a:lnTo>
                  <a:lnTo>
                    <a:pt x="6016292" y="2361570"/>
                  </a:lnTo>
                  <a:lnTo>
                    <a:pt x="6087914" y="2362214"/>
                  </a:lnTo>
                  <a:lnTo>
                    <a:pt x="6159537" y="2362857"/>
                  </a:lnTo>
                  <a:lnTo>
                    <a:pt x="6231159" y="2363500"/>
                  </a:lnTo>
                  <a:lnTo>
                    <a:pt x="6302782" y="2364142"/>
                  </a:lnTo>
                  <a:lnTo>
                    <a:pt x="6374404" y="2364783"/>
                  </a:lnTo>
                  <a:lnTo>
                    <a:pt x="6446027" y="2365425"/>
                  </a:lnTo>
                  <a:lnTo>
                    <a:pt x="6517649" y="2366065"/>
                  </a:lnTo>
                  <a:lnTo>
                    <a:pt x="6589272" y="2366705"/>
                  </a:lnTo>
                  <a:lnTo>
                    <a:pt x="6660894" y="2367345"/>
                  </a:lnTo>
                  <a:lnTo>
                    <a:pt x="6732517" y="2367984"/>
                  </a:lnTo>
                  <a:lnTo>
                    <a:pt x="6804139" y="2368623"/>
                  </a:lnTo>
                  <a:lnTo>
                    <a:pt x="6875762" y="2369261"/>
                  </a:lnTo>
                  <a:lnTo>
                    <a:pt x="6947385" y="2369898"/>
                  </a:lnTo>
                  <a:lnTo>
                    <a:pt x="7019007" y="2370535"/>
                  </a:lnTo>
                  <a:lnTo>
                    <a:pt x="7090630" y="2371172"/>
                  </a:lnTo>
                  <a:lnTo>
                    <a:pt x="7090630" y="2971029"/>
                  </a:lnTo>
                  <a:lnTo>
                    <a:pt x="7019007" y="2965437"/>
                  </a:lnTo>
                  <a:lnTo>
                    <a:pt x="6947385" y="2959685"/>
                  </a:lnTo>
                  <a:lnTo>
                    <a:pt x="6875762" y="2953770"/>
                  </a:lnTo>
                  <a:lnTo>
                    <a:pt x="6804139" y="2947686"/>
                  </a:lnTo>
                  <a:lnTo>
                    <a:pt x="6732517" y="2941429"/>
                  </a:lnTo>
                  <a:lnTo>
                    <a:pt x="6660894" y="2934994"/>
                  </a:lnTo>
                  <a:lnTo>
                    <a:pt x="6589272" y="2928375"/>
                  </a:lnTo>
                  <a:lnTo>
                    <a:pt x="6517649" y="2921568"/>
                  </a:lnTo>
                  <a:lnTo>
                    <a:pt x="6446027" y="2914566"/>
                  </a:lnTo>
                  <a:lnTo>
                    <a:pt x="6374404" y="2907366"/>
                  </a:lnTo>
                  <a:lnTo>
                    <a:pt x="6302782" y="2899960"/>
                  </a:lnTo>
                  <a:lnTo>
                    <a:pt x="6231159" y="2892343"/>
                  </a:lnTo>
                  <a:lnTo>
                    <a:pt x="6159537" y="2884509"/>
                  </a:lnTo>
                  <a:lnTo>
                    <a:pt x="6087914" y="2876452"/>
                  </a:lnTo>
                  <a:lnTo>
                    <a:pt x="6016292" y="2868165"/>
                  </a:lnTo>
                  <a:lnTo>
                    <a:pt x="5944669" y="2859643"/>
                  </a:lnTo>
                  <a:lnTo>
                    <a:pt x="5873047" y="2850877"/>
                  </a:lnTo>
                  <a:lnTo>
                    <a:pt x="5801424" y="2841862"/>
                  </a:lnTo>
                  <a:lnTo>
                    <a:pt x="5729802" y="2832590"/>
                  </a:lnTo>
                  <a:lnTo>
                    <a:pt x="5658179" y="2823054"/>
                  </a:lnTo>
                  <a:lnTo>
                    <a:pt x="5586557" y="2813246"/>
                  </a:lnTo>
                  <a:lnTo>
                    <a:pt x="5514934" y="2803158"/>
                  </a:lnTo>
                  <a:lnTo>
                    <a:pt x="5443311" y="2792783"/>
                  </a:lnTo>
                  <a:lnTo>
                    <a:pt x="5371689" y="2782113"/>
                  </a:lnTo>
                  <a:lnTo>
                    <a:pt x="5300066" y="2771139"/>
                  </a:lnTo>
                  <a:lnTo>
                    <a:pt x="5228444" y="2759852"/>
                  </a:lnTo>
                  <a:lnTo>
                    <a:pt x="5156821" y="2748243"/>
                  </a:lnTo>
                  <a:lnTo>
                    <a:pt x="5085199" y="2736304"/>
                  </a:lnTo>
                  <a:lnTo>
                    <a:pt x="5013576" y="2724025"/>
                  </a:lnTo>
                  <a:lnTo>
                    <a:pt x="4941954" y="2711395"/>
                  </a:lnTo>
                  <a:lnTo>
                    <a:pt x="4870331" y="2698406"/>
                  </a:lnTo>
                  <a:lnTo>
                    <a:pt x="4798709" y="2685047"/>
                  </a:lnTo>
                  <a:lnTo>
                    <a:pt x="4727086" y="2671307"/>
                  </a:lnTo>
                  <a:lnTo>
                    <a:pt x="4655464" y="2657176"/>
                  </a:lnTo>
                  <a:lnTo>
                    <a:pt x="4583841" y="2642642"/>
                  </a:lnTo>
                  <a:lnTo>
                    <a:pt x="4512219" y="2627695"/>
                  </a:lnTo>
                  <a:lnTo>
                    <a:pt x="4440596" y="2612321"/>
                  </a:lnTo>
                  <a:lnTo>
                    <a:pt x="4368974" y="2596509"/>
                  </a:lnTo>
                  <a:lnTo>
                    <a:pt x="4297351" y="2580247"/>
                  </a:lnTo>
                  <a:lnTo>
                    <a:pt x="4225729" y="2563521"/>
                  </a:lnTo>
                  <a:lnTo>
                    <a:pt x="4154106" y="2546319"/>
                  </a:lnTo>
                  <a:lnTo>
                    <a:pt x="4082483" y="2528627"/>
                  </a:lnTo>
                  <a:lnTo>
                    <a:pt x="4010861" y="2510431"/>
                  </a:lnTo>
                  <a:lnTo>
                    <a:pt x="3939238" y="2491717"/>
                  </a:lnTo>
                  <a:lnTo>
                    <a:pt x="3867616" y="2472469"/>
                  </a:lnTo>
                  <a:lnTo>
                    <a:pt x="3795993" y="2452673"/>
                  </a:lnTo>
                  <a:lnTo>
                    <a:pt x="3724371" y="2432313"/>
                  </a:lnTo>
                  <a:lnTo>
                    <a:pt x="3652748" y="2411373"/>
                  </a:lnTo>
                  <a:lnTo>
                    <a:pt x="3581126" y="2389836"/>
                  </a:lnTo>
                  <a:lnTo>
                    <a:pt x="3509503" y="2367686"/>
                  </a:lnTo>
                  <a:lnTo>
                    <a:pt x="3437881" y="2344904"/>
                  </a:lnTo>
                  <a:lnTo>
                    <a:pt x="3366258" y="2337387"/>
                  </a:lnTo>
                  <a:lnTo>
                    <a:pt x="3294636" y="2336724"/>
                  </a:lnTo>
                  <a:lnTo>
                    <a:pt x="3223013" y="2336060"/>
                  </a:lnTo>
                  <a:lnTo>
                    <a:pt x="3151391" y="2335395"/>
                  </a:lnTo>
                  <a:lnTo>
                    <a:pt x="3079768" y="2334730"/>
                  </a:lnTo>
                  <a:lnTo>
                    <a:pt x="3008146" y="2334064"/>
                  </a:lnTo>
                  <a:lnTo>
                    <a:pt x="2936523" y="2333398"/>
                  </a:lnTo>
                  <a:lnTo>
                    <a:pt x="2864901" y="2332731"/>
                  </a:lnTo>
                  <a:lnTo>
                    <a:pt x="2793278" y="2332064"/>
                  </a:lnTo>
                  <a:lnTo>
                    <a:pt x="2721655" y="2331396"/>
                  </a:lnTo>
                  <a:lnTo>
                    <a:pt x="2650033" y="2330728"/>
                  </a:lnTo>
                  <a:lnTo>
                    <a:pt x="2578410" y="2330059"/>
                  </a:lnTo>
                  <a:lnTo>
                    <a:pt x="2506788" y="2329390"/>
                  </a:lnTo>
                  <a:lnTo>
                    <a:pt x="2435165" y="2328720"/>
                  </a:lnTo>
                  <a:lnTo>
                    <a:pt x="2363543" y="2328049"/>
                  </a:lnTo>
                  <a:lnTo>
                    <a:pt x="2291920" y="2327378"/>
                  </a:lnTo>
                  <a:lnTo>
                    <a:pt x="2220298" y="2326707"/>
                  </a:lnTo>
                  <a:lnTo>
                    <a:pt x="2148675" y="2326035"/>
                  </a:lnTo>
                  <a:lnTo>
                    <a:pt x="2077053" y="2325362"/>
                  </a:lnTo>
                  <a:lnTo>
                    <a:pt x="2005430" y="2324689"/>
                  </a:lnTo>
                  <a:lnTo>
                    <a:pt x="1933808" y="2324015"/>
                  </a:lnTo>
                  <a:lnTo>
                    <a:pt x="1862185" y="2323341"/>
                  </a:lnTo>
                  <a:lnTo>
                    <a:pt x="1790563" y="2322666"/>
                  </a:lnTo>
                  <a:lnTo>
                    <a:pt x="1718940" y="2321991"/>
                  </a:lnTo>
                  <a:lnTo>
                    <a:pt x="1647318" y="2321315"/>
                  </a:lnTo>
                  <a:lnTo>
                    <a:pt x="1575695" y="2320638"/>
                  </a:lnTo>
                  <a:lnTo>
                    <a:pt x="1504073" y="2319961"/>
                  </a:lnTo>
                  <a:lnTo>
                    <a:pt x="1432450" y="2319284"/>
                  </a:lnTo>
                  <a:lnTo>
                    <a:pt x="1360827" y="2318606"/>
                  </a:lnTo>
                  <a:lnTo>
                    <a:pt x="1289205" y="2317927"/>
                  </a:lnTo>
                  <a:lnTo>
                    <a:pt x="1217582" y="2317248"/>
                  </a:lnTo>
                  <a:lnTo>
                    <a:pt x="1145960" y="2316569"/>
                  </a:lnTo>
                  <a:lnTo>
                    <a:pt x="1074337" y="2315888"/>
                  </a:lnTo>
                  <a:lnTo>
                    <a:pt x="1002715" y="2315208"/>
                  </a:lnTo>
                  <a:lnTo>
                    <a:pt x="931092" y="2314526"/>
                  </a:lnTo>
                  <a:lnTo>
                    <a:pt x="859470" y="2313845"/>
                  </a:lnTo>
                  <a:lnTo>
                    <a:pt x="787847" y="2313162"/>
                  </a:lnTo>
                  <a:lnTo>
                    <a:pt x="716225" y="2312479"/>
                  </a:lnTo>
                  <a:lnTo>
                    <a:pt x="644602" y="2311796"/>
                  </a:lnTo>
                  <a:lnTo>
                    <a:pt x="572980" y="2311112"/>
                  </a:lnTo>
                  <a:lnTo>
                    <a:pt x="501357" y="2310427"/>
                  </a:lnTo>
                  <a:lnTo>
                    <a:pt x="429735" y="2309742"/>
                  </a:lnTo>
                  <a:lnTo>
                    <a:pt x="358112" y="2309056"/>
                  </a:lnTo>
                  <a:lnTo>
                    <a:pt x="286490" y="2308370"/>
                  </a:lnTo>
                  <a:lnTo>
                    <a:pt x="214867" y="2307683"/>
                  </a:lnTo>
                  <a:lnTo>
                    <a:pt x="143245" y="2306996"/>
                  </a:lnTo>
                  <a:lnTo>
                    <a:pt x="71622" y="2306308"/>
                  </a:lnTo>
                  <a:lnTo>
                    <a:pt x="0" y="230562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389936"/>
              <a:ext cx="7090630" cy="2371172"/>
            </a:xfrm>
            <a:custGeom>
              <a:avLst/>
              <a:pathLst>
                <a:path w="7090630" h="2371172">
                  <a:moveTo>
                    <a:pt x="0" y="0"/>
                  </a:moveTo>
                  <a:lnTo>
                    <a:pt x="71622" y="87737"/>
                  </a:lnTo>
                  <a:lnTo>
                    <a:pt x="143245" y="173043"/>
                  </a:lnTo>
                  <a:lnTo>
                    <a:pt x="214867" y="255987"/>
                  </a:lnTo>
                  <a:lnTo>
                    <a:pt x="286490" y="336633"/>
                  </a:lnTo>
                  <a:lnTo>
                    <a:pt x="358112" y="415045"/>
                  </a:lnTo>
                  <a:lnTo>
                    <a:pt x="429735" y="491285"/>
                  </a:lnTo>
                  <a:lnTo>
                    <a:pt x="501357" y="565413"/>
                  </a:lnTo>
                  <a:lnTo>
                    <a:pt x="572980" y="637488"/>
                  </a:lnTo>
                  <a:lnTo>
                    <a:pt x="644602" y="707566"/>
                  </a:lnTo>
                  <a:lnTo>
                    <a:pt x="716225" y="775703"/>
                  </a:lnTo>
                  <a:lnTo>
                    <a:pt x="787847" y="841953"/>
                  </a:lnTo>
                  <a:lnTo>
                    <a:pt x="859470" y="906367"/>
                  </a:lnTo>
                  <a:lnTo>
                    <a:pt x="931092" y="968997"/>
                  </a:lnTo>
                  <a:lnTo>
                    <a:pt x="1002715" y="1029892"/>
                  </a:lnTo>
                  <a:lnTo>
                    <a:pt x="1074337" y="1089100"/>
                  </a:lnTo>
                  <a:lnTo>
                    <a:pt x="1145960" y="1146668"/>
                  </a:lnTo>
                  <a:lnTo>
                    <a:pt x="1217582" y="1202642"/>
                  </a:lnTo>
                  <a:lnTo>
                    <a:pt x="1289205" y="1257065"/>
                  </a:lnTo>
                  <a:lnTo>
                    <a:pt x="1360827" y="1309980"/>
                  </a:lnTo>
                  <a:lnTo>
                    <a:pt x="1432450" y="1361430"/>
                  </a:lnTo>
                  <a:lnTo>
                    <a:pt x="1504073" y="1411454"/>
                  </a:lnTo>
                  <a:lnTo>
                    <a:pt x="1575695" y="1460093"/>
                  </a:lnTo>
                  <a:lnTo>
                    <a:pt x="1647318" y="1507384"/>
                  </a:lnTo>
                  <a:lnTo>
                    <a:pt x="1718940" y="1553366"/>
                  </a:lnTo>
                  <a:lnTo>
                    <a:pt x="1790563" y="1598073"/>
                  </a:lnTo>
                  <a:lnTo>
                    <a:pt x="1862185" y="1641542"/>
                  </a:lnTo>
                  <a:lnTo>
                    <a:pt x="1933808" y="1683807"/>
                  </a:lnTo>
                  <a:lnTo>
                    <a:pt x="2005430" y="1724902"/>
                  </a:lnTo>
                  <a:lnTo>
                    <a:pt x="2077053" y="1764858"/>
                  </a:lnTo>
                  <a:lnTo>
                    <a:pt x="2148675" y="1803707"/>
                  </a:lnTo>
                  <a:lnTo>
                    <a:pt x="2220298" y="1841480"/>
                  </a:lnTo>
                  <a:lnTo>
                    <a:pt x="2291920" y="1878206"/>
                  </a:lnTo>
                  <a:lnTo>
                    <a:pt x="2363543" y="1913916"/>
                  </a:lnTo>
                  <a:lnTo>
                    <a:pt x="2435165" y="1948636"/>
                  </a:lnTo>
                  <a:lnTo>
                    <a:pt x="2506788" y="1982394"/>
                  </a:lnTo>
                  <a:lnTo>
                    <a:pt x="2578410" y="2015217"/>
                  </a:lnTo>
                  <a:lnTo>
                    <a:pt x="2650033" y="2047131"/>
                  </a:lnTo>
                  <a:lnTo>
                    <a:pt x="2721655" y="2078161"/>
                  </a:lnTo>
                  <a:lnTo>
                    <a:pt x="2793278" y="2108332"/>
                  </a:lnTo>
                  <a:lnTo>
                    <a:pt x="2864901" y="2137666"/>
                  </a:lnTo>
                  <a:lnTo>
                    <a:pt x="2936523" y="2166188"/>
                  </a:lnTo>
                  <a:lnTo>
                    <a:pt x="3008146" y="2193920"/>
                  </a:lnTo>
                  <a:lnTo>
                    <a:pt x="3079768" y="2220884"/>
                  </a:lnTo>
                  <a:lnTo>
                    <a:pt x="3151391" y="2247101"/>
                  </a:lnTo>
                  <a:lnTo>
                    <a:pt x="3223013" y="2272591"/>
                  </a:lnTo>
                  <a:lnTo>
                    <a:pt x="3294636" y="2297376"/>
                  </a:lnTo>
                  <a:lnTo>
                    <a:pt x="3366258" y="2321474"/>
                  </a:lnTo>
                  <a:lnTo>
                    <a:pt x="3437881" y="2338051"/>
                  </a:lnTo>
                  <a:lnTo>
                    <a:pt x="3509503" y="2338713"/>
                  </a:lnTo>
                  <a:lnTo>
                    <a:pt x="3581126" y="2339375"/>
                  </a:lnTo>
                  <a:lnTo>
                    <a:pt x="3652748" y="2340036"/>
                  </a:lnTo>
                  <a:lnTo>
                    <a:pt x="3724371" y="2340697"/>
                  </a:lnTo>
                  <a:lnTo>
                    <a:pt x="3795993" y="2341358"/>
                  </a:lnTo>
                  <a:lnTo>
                    <a:pt x="3867616" y="2342018"/>
                  </a:lnTo>
                  <a:lnTo>
                    <a:pt x="3939238" y="2342677"/>
                  </a:lnTo>
                  <a:lnTo>
                    <a:pt x="4010861" y="2343336"/>
                  </a:lnTo>
                  <a:lnTo>
                    <a:pt x="4082483" y="2343994"/>
                  </a:lnTo>
                  <a:lnTo>
                    <a:pt x="4154106" y="2344652"/>
                  </a:lnTo>
                  <a:lnTo>
                    <a:pt x="4225729" y="2345309"/>
                  </a:lnTo>
                  <a:lnTo>
                    <a:pt x="4297351" y="2345966"/>
                  </a:lnTo>
                  <a:lnTo>
                    <a:pt x="4368974" y="2346622"/>
                  </a:lnTo>
                  <a:lnTo>
                    <a:pt x="4440596" y="2347277"/>
                  </a:lnTo>
                  <a:lnTo>
                    <a:pt x="4512219" y="2347933"/>
                  </a:lnTo>
                  <a:lnTo>
                    <a:pt x="4583841" y="2348587"/>
                  </a:lnTo>
                  <a:lnTo>
                    <a:pt x="4655464" y="2349241"/>
                  </a:lnTo>
                  <a:lnTo>
                    <a:pt x="4727086" y="2349895"/>
                  </a:lnTo>
                  <a:lnTo>
                    <a:pt x="4798709" y="2350548"/>
                  </a:lnTo>
                  <a:lnTo>
                    <a:pt x="4870331" y="2351200"/>
                  </a:lnTo>
                  <a:lnTo>
                    <a:pt x="4941954" y="2351852"/>
                  </a:lnTo>
                  <a:lnTo>
                    <a:pt x="5013576" y="2352504"/>
                  </a:lnTo>
                  <a:lnTo>
                    <a:pt x="5085199" y="2353155"/>
                  </a:lnTo>
                  <a:lnTo>
                    <a:pt x="5156821" y="2353805"/>
                  </a:lnTo>
                  <a:lnTo>
                    <a:pt x="5228444" y="2354455"/>
                  </a:lnTo>
                  <a:lnTo>
                    <a:pt x="5300066" y="2355105"/>
                  </a:lnTo>
                  <a:lnTo>
                    <a:pt x="5371689" y="2355753"/>
                  </a:lnTo>
                  <a:lnTo>
                    <a:pt x="5443311" y="2356402"/>
                  </a:lnTo>
                  <a:lnTo>
                    <a:pt x="5514934" y="2357050"/>
                  </a:lnTo>
                  <a:lnTo>
                    <a:pt x="5586557" y="2357697"/>
                  </a:lnTo>
                  <a:lnTo>
                    <a:pt x="5658179" y="2358344"/>
                  </a:lnTo>
                  <a:lnTo>
                    <a:pt x="5729802" y="2358990"/>
                  </a:lnTo>
                  <a:lnTo>
                    <a:pt x="5801424" y="2359636"/>
                  </a:lnTo>
                  <a:lnTo>
                    <a:pt x="5873047" y="2360281"/>
                  </a:lnTo>
                  <a:lnTo>
                    <a:pt x="5944669" y="2360926"/>
                  </a:lnTo>
                  <a:lnTo>
                    <a:pt x="6016292" y="2361570"/>
                  </a:lnTo>
                  <a:lnTo>
                    <a:pt x="6087914" y="2362214"/>
                  </a:lnTo>
                  <a:lnTo>
                    <a:pt x="6159537" y="2362857"/>
                  </a:lnTo>
                  <a:lnTo>
                    <a:pt x="6231159" y="2363500"/>
                  </a:lnTo>
                  <a:lnTo>
                    <a:pt x="6302782" y="2364142"/>
                  </a:lnTo>
                  <a:lnTo>
                    <a:pt x="6374404" y="2364783"/>
                  </a:lnTo>
                  <a:lnTo>
                    <a:pt x="6446027" y="2365425"/>
                  </a:lnTo>
                  <a:lnTo>
                    <a:pt x="6517649" y="2366065"/>
                  </a:lnTo>
                  <a:lnTo>
                    <a:pt x="6589272" y="2366705"/>
                  </a:lnTo>
                  <a:lnTo>
                    <a:pt x="6660894" y="2367345"/>
                  </a:lnTo>
                  <a:lnTo>
                    <a:pt x="6732517" y="2367984"/>
                  </a:lnTo>
                  <a:lnTo>
                    <a:pt x="6804139" y="2368623"/>
                  </a:lnTo>
                  <a:lnTo>
                    <a:pt x="6875762" y="2369261"/>
                  </a:lnTo>
                  <a:lnTo>
                    <a:pt x="6947385" y="2369898"/>
                  </a:lnTo>
                  <a:lnTo>
                    <a:pt x="7019007" y="2370535"/>
                  </a:lnTo>
                  <a:lnTo>
                    <a:pt x="7090630" y="23711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695557"/>
              <a:ext cx="7090630" cy="665409"/>
            </a:xfrm>
            <a:custGeom>
              <a:avLst/>
              <a:pathLst>
                <a:path w="7090630" h="665409">
                  <a:moveTo>
                    <a:pt x="7090630" y="665409"/>
                  </a:moveTo>
                  <a:lnTo>
                    <a:pt x="7019007" y="659817"/>
                  </a:lnTo>
                  <a:lnTo>
                    <a:pt x="6947385" y="654065"/>
                  </a:lnTo>
                  <a:lnTo>
                    <a:pt x="6875762" y="648150"/>
                  </a:lnTo>
                  <a:lnTo>
                    <a:pt x="6804139" y="642066"/>
                  </a:lnTo>
                  <a:lnTo>
                    <a:pt x="6732517" y="635809"/>
                  </a:lnTo>
                  <a:lnTo>
                    <a:pt x="6660894" y="629373"/>
                  </a:lnTo>
                  <a:lnTo>
                    <a:pt x="6589272" y="622755"/>
                  </a:lnTo>
                  <a:lnTo>
                    <a:pt x="6517649" y="615947"/>
                  </a:lnTo>
                  <a:lnTo>
                    <a:pt x="6446027" y="608946"/>
                  </a:lnTo>
                  <a:lnTo>
                    <a:pt x="6374404" y="601745"/>
                  </a:lnTo>
                  <a:lnTo>
                    <a:pt x="6302782" y="594339"/>
                  </a:lnTo>
                  <a:lnTo>
                    <a:pt x="6231159" y="586723"/>
                  </a:lnTo>
                  <a:lnTo>
                    <a:pt x="6159537" y="578889"/>
                  </a:lnTo>
                  <a:lnTo>
                    <a:pt x="6087914" y="570832"/>
                  </a:lnTo>
                  <a:lnTo>
                    <a:pt x="6016292" y="562545"/>
                  </a:lnTo>
                  <a:lnTo>
                    <a:pt x="5944669" y="554022"/>
                  </a:lnTo>
                  <a:lnTo>
                    <a:pt x="5873047" y="545257"/>
                  </a:lnTo>
                  <a:lnTo>
                    <a:pt x="5801424" y="536242"/>
                  </a:lnTo>
                  <a:lnTo>
                    <a:pt x="5729802" y="526969"/>
                  </a:lnTo>
                  <a:lnTo>
                    <a:pt x="5658179" y="517433"/>
                  </a:lnTo>
                  <a:lnTo>
                    <a:pt x="5586557" y="507625"/>
                  </a:lnTo>
                  <a:lnTo>
                    <a:pt x="5514934" y="497538"/>
                  </a:lnTo>
                  <a:lnTo>
                    <a:pt x="5443311" y="487163"/>
                  </a:lnTo>
                  <a:lnTo>
                    <a:pt x="5371689" y="476493"/>
                  </a:lnTo>
                  <a:lnTo>
                    <a:pt x="5300066" y="465518"/>
                  </a:lnTo>
                  <a:lnTo>
                    <a:pt x="5228444" y="454231"/>
                  </a:lnTo>
                  <a:lnTo>
                    <a:pt x="5156821" y="442623"/>
                  </a:lnTo>
                  <a:lnTo>
                    <a:pt x="5085199" y="430684"/>
                  </a:lnTo>
                  <a:lnTo>
                    <a:pt x="5013576" y="418404"/>
                  </a:lnTo>
                  <a:lnTo>
                    <a:pt x="4941954" y="405775"/>
                  </a:lnTo>
                  <a:lnTo>
                    <a:pt x="4870331" y="392786"/>
                  </a:lnTo>
                  <a:lnTo>
                    <a:pt x="4798709" y="379427"/>
                  </a:lnTo>
                  <a:lnTo>
                    <a:pt x="4727086" y="365687"/>
                  </a:lnTo>
                  <a:lnTo>
                    <a:pt x="4655464" y="351556"/>
                  </a:lnTo>
                  <a:lnTo>
                    <a:pt x="4583841" y="337022"/>
                  </a:lnTo>
                  <a:lnTo>
                    <a:pt x="4512219" y="322074"/>
                  </a:lnTo>
                  <a:lnTo>
                    <a:pt x="4440596" y="306700"/>
                  </a:lnTo>
                  <a:lnTo>
                    <a:pt x="4368974" y="290889"/>
                  </a:lnTo>
                  <a:lnTo>
                    <a:pt x="4297351" y="274627"/>
                  </a:lnTo>
                  <a:lnTo>
                    <a:pt x="4225729" y="257901"/>
                  </a:lnTo>
                  <a:lnTo>
                    <a:pt x="4154106" y="240699"/>
                  </a:lnTo>
                  <a:lnTo>
                    <a:pt x="4082483" y="223007"/>
                  </a:lnTo>
                  <a:lnTo>
                    <a:pt x="4010861" y="204811"/>
                  </a:lnTo>
                  <a:lnTo>
                    <a:pt x="3939238" y="186096"/>
                  </a:lnTo>
                  <a:lnTo>
                    <a:pt x="3867616" y="166849"/>
                  </a:lnTo>
                  <a:lnTo>
                    <a:pt x="3795993" y="147052"/>
                  </a:lnTo>
                  <a:lnTo>
                    <a:pt x="3724371" y="126692"/>
                  </a:lnTo>
                  <a:lnTo>
                    <a:pt x="3652748" y="105752"/>
                  </a:lnTo>
                  <a:lnTo>
                    <a:pt x="3581126" y="84215"/>
                  </a:lnTo>
                  <a:lnTo>
                    <a:pt x="3509503" y="62065"/>
                  </a:lnTo>
                  <a:lnTo>
                    <a:pt x="3437881" y="39284"/>
                  </a:lnTo>
                  <a:lnTo>
                    <a:pt x="3366258" y="31767"/>
                  </a:lnTo>
                  <a:lnTo>
                    <a:pt x="3294636" y="31104"/>
                  </a:lnTo>
                  <a:lnTo>
                    <a:pt x="3223013" y="30439"/>
                  </a:lnTo>
                  <a:lnTo>
                    <a:pt x="3151391" y="29775"/>
                  </a:lnTo>
                  <a:lnTo>
                    <a:pt x="3079768" y="29110"/>
                  </a:lnTo>
                  <a:lnTo>
                    <a:pt x="3008146" y="28444"/>
                  </a:lnTo>
                  <a:lnTo>
                    <a:pt x="2936523" y="27778"/>
                  </a:lnTo>
                  <a:lnTo>
                    <a:pt x="2864901" y="27111"/>
                  </a:lnTo>
                  <a:lnTo>
                    <a:pt x="2793278" y="26444"/>
                  </a:lnTo>
                  <a:lnTo>
                    <a:pt x="2721655" y="25776"/>
                  </a:lnTo>
                  <a:lnTo>
                    <a:pt x="2650033" y="25108"/>
                  </a:lnTo>
                  <a:lnTo>
                    <a:pt x="2578410" y="24439"/>
                  </a:lnTo>
                  <a:lnTo>
                    <a:pt x="2506788" y="23769"/>
                  </a:lnTo>
                  <a:lnTo>
                    <a:pt x="2435165" y="23099"/>
                  </a:lnTo>
                  <a:lnTo>
                    <a:pt x="2363543" y="22429"/>
                  </a:lnTo>
                  <a:lnTo>
                    <a:pt x="2291920" y="21758"/>
                  </a:lnTo>
                  <a:lnTo>
                    <a:pt x="2220298" y="21086"/>
                  </a:lnTo>
                  <a:lnTo>
                    <a:pt x="2148675" y="20414"/>
                  </a:lnTo>
                  <a:lnTo>
                    <a:pt x="2077053" y="19742"/>
                  </a:lnTo>
                  <a:lnTo>
                    <a:pt x="2005430" y="19068"/>
                  </a:lnTo>
                  <a:lnTo>
                    <a:pt x="1933808" y="18395"/>
                  </a:lnTo>
                  <a:lnTo>
                    <a:pt x="1862185" y="17720"/>
                  </a:lnTo>
                  <a:lnTo>
                    <a:pt x="1790563" y="17046"/>
                  </a:lnTo>
                  <a:lnTo>
                    <a:pt x="1718940" y="16370"/>
                  </a:lnTo>
                  <a:lnTo>
                    <a:pt x="1647318" y="15694"/>
                  </a:lnTo>
                  <a:lnTo>
                    <a:pt x="1575695" y="15018"/>
                  </a:lnTo>
                  <a:lnTo>
                    <a:pt x="1504073" y="14341"/>
                  </a:lnTo>
                  <a:lnTo>
                    <a:pt x="1432450" y="13664"/>
                  </a:lnTo>
                  <a:lnTo>
                    <a:pt x="1360827" y="12986"/>
                  </a:lnTo>
                  <a:lnTo>
                    <a:pt x="1289205" y="12307"/>
                  </a:lnTo>
                  <a:lnTo>
                    <a:pt x="1217582" y="11628"/>
                  </a:lnTo>
                  <a:lnTo>
                    <a:pt x="1145960" y="10948"/>
                  </a:lnTo>
                  <a:lnTo>
                    <a:pt x="1074337" y="10268"/>
                  </a:lnTo>
                  <a:lnTo>
                    <a:pt x="1002715" y="9587"/>
                  </a:lnTo>
                  <a:lnTo>
                    <a:pt x="931092" y="8906"/>
                  </a:lnTo>
                  <a:lnTo>
                    <a:pt x="859470" y="8224"/>
                  </a:lnTo>
                  <a:lnTo>
                    <a:pt x="787847" y="7542"/>
                  </a:lnTo>
                  <a:lnTo>
                    <a:pt x="716225" y="6859"/>
                  </a:lnTo>
                  <a:lnTo>
                    <a:pt x="644602" y="6175"/>
                  </a:lnTo>
                  <a:lnTo>
                    <a:pt x="572980" y="5491"/>
                  </a:lnTo>
                  <a:lnTo>
                    <a:pt x="501357" y="4807"/>
                  </a:lnTo>
                  <a:lnTo>
                    <a:pt x="429735" y="4122"/>
                  </a:lnTo>
                  <a:lnTo>
                    <a:pt x="358112" y="3436"/>
                  </a:lnTo>
                  <a:lnTo>
                    <a:pt x="286490" y="2750"/>
                  </a:lnTo>
                  <a:lnTo>
                    <a:pt x="214867" y="2063"/>
                  </a:lnTo>
                  <a:lnTo>
                    <a:pt x="143245" y="1376"/>
                  </a:lnTo>
                  <a:lnTo>
                    <a:pt x="71622" y="68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905205"/>
              <a:ext cx="7090630" cy="1256735"/>
            </a:xfrm>
            <a:custGeom>
              <a:avLst/>
              <a:pathLst>
                <a:path w="7090630" h="1256735">
                  <a:moveTo>
                    <a:pt x="0" y="0"/>
                  </a:moveTo>
                  <a:lnTo>
                    <a:pt x="71622" y="23693"/>
                  </a:lnTo>
                  <a:lnTo>
                    <a:pt x="143245" y="47046"/>
                  </a:lnTo>
                  <a:lnTo>
                    <a:pt x="214867" y="70064"/>
                  </a:lnTo>
                  <a:lnTo>
                    <a:pt x="286490" y="92752"/>
                  </a:lnTo>
                  <a:lnTo>
                    <a:pt x="358112" y="115115"/>
                  </a:lnTo>
                  <a:lnTo>
                    <a:pt x="429735" y="137157"/>
                  </a:lnTo>
                  <a:lnTo>
                    <a:pt x="501357" y="158883"/>
                  </a:lnTo>
                  <a:lnTo>
                    <a:pt x="572980" y="180297"/>
                  </a:lnTo>
                  <a:lnTo>
                    <a:pt x="644602" y="201405"/>
                  </a:lnTo>
                  <a:lnTo>
                    <a:pt x="716225" y="222209"/>
                  </a:lnTo>
                  <a:lnTo>
                    <a:pt x="787847" y="242715"/>
                  </a:lnTo>
                  <a:lnTo>
                    <a:pt x="859470" y="262927"/>
                  </a:lnTo>
                  <a:lnTo>
                    <a:pt x="931092" y="282849"/>
                  </a:lnTo>
                  <a:lnTo>
                    <a:pt x="1002715" y="302486"/>
                  </a:lnTo>
                  <a:lnTo>
                    <a:pt x="1074337" y="321841"/>
                  </a:lnTo>
                  <a:lnTo>
                    <a:pt x="1145960" y="340918"/>
                  </a:lnTo>
                  <a:lnTo>
                    <a:pt x="1217582" y="359722"/>
                  </a:lnTo>
                  <a:lnTo>
                    <a:pt x="1289205" y="378256"/>
                  </a:lnTo>
                  <a:lnTo>
                    <a:pt x="1360827" y="396524"/>
                  </a:lnTo>
                  <a:lnTo>
                    <a:pt x="1432450" y="414530"/>
                  </a:lnTo>
                  <a:lnTo>
                    <a:pt x="1504073" y="432278"/>
                  </a:lnTo>
                  <a:lnTo>
                    <a:pt x="1575695" y="449772"/>
                  </a:lnTo>
                  <a:lnTo>
                    <a:pt x="1647318" y="467014"/>
                  </a:lnTo>
                  <a:lnTo>
                    <a:pt x="1718940" y="484009"/>
                  </a:lnTo>
                  <a:lnTo>
                    <a:pt x="1790563" y="500761"/>
                  </a:lnTo>
                  <a:lnTo>
                    <a:pt x="1862185" y="517272"/>
                  </a:lnTo>
                  <a:lnTo>
                    <a:pt x="1933808" y="533547"/>
                  </a:lnTo>
                  <a:lnTo>
                    <a:pt x="2005430" y="549588"/>
                  </a:lnTo>
                  <a:lnTo>
                    <a:pt x="2077053" y="565399"/>
                  </a:lnTo>
                  <a:lnTo>
                    <a:pt x="2148675" y="580983"/>
                  </a:lnTo>
                  <a:lnTo>
                    <a:pt x="2220298" y="596344"/>
                  </a:lnTo>
                  <a:lnTo>
                    <a:pt x="2291920" y="611484"/>
                  </a:lnTo>
                  <a:lnTo>
                    <a:pt x="2363543" y="626407"/>
                  </a:lnTo>
                  <a:lnTo>
                    <a:pt x="2435165" y="641117"/>
                  </a:lnTo>
                  <a:lnTo>
                    <a:pt x="2506788" y="655615"/>
                  </a:lnTo>
                  <a:lnTo>
                    <a:pt x="2578410" y="669905"/>
                  </a:lnTo>
                  <a:lnTo>
                    <a:pt x="2650033" y="683991"/>
                  </a:lnTo>
                  <a:lnTo>
                    <a:pt x="2721655" y="697874"/>
                  </a:lnTo>
                  <a:lnTo>
                    <a:pt x="2793278" y="711559"/>
                  </a:lnTo>
                  <a:lnTo>
                    <a:pt x="2864901" y="725047"/>
                  </a:lnTo>
                  <a:lnTo>
                    <a:pt x="2936523" y="738341"/>
                  </a:lnTo>
                  <a:lnTo>
                    <a:pt x="3008146" y="751445"/>
                  </a:lnTo>
                  <a:lnTo>
                    <a:pt x="3079768" y="764361"/>
                  </a:lnTo>
                  <a:lnTo>
                    <a:pt x="3151391" y="777092"/>
                  </a:lnTo>
                  <a:lnTo>
                    <a:pt x="3223013" y="789641"/>
                  </a:lnTo>
                  <a:lnTo>
                    <a:pt x="3294636" y="802009"/>
                  </a:lnTo>
                  <a:lnTo>
                    <a:pt x="3366258" y="814200"/>
                  </a:lnTo>
                  <a:lnTo>
                    <a:pt x="3437881" y="826216"/>
                  </a:lnTo>
                  <a:lnTo>
                    <a:pt x="3509503" y="838059"/>
                  </a:lnTo>
                  <a:lnTo>
                    <a:pt x="3581126" y="849733"/>
                  </a:lnTo>
                  <a:lnTo>
                    <a:pt x="3652748" y="861240"/>
                  </a:lnTo>
                  <a:lnTo>
                    <a:pt x="3724371" y="872581"/>
                  </a:lnTo>
                  <a:lnTo>
                    <a:pt x="3795993" y="883760"/>
                  </a:lnTo>
                  <a:lnTo>
                    <a:pt x="3867616" y="894778"/>
                  </a:lnTo>
                  <a:lnTo>
                    <a:pt x="3939238" y="905639"/>
                  </a:lnTo>
                  <a:lnTo>
                    <a:pt x="4010861" y="916343"/>
                  </a:lnTo>
                  <a:lnTo>
                    <a:pt x="4082483" y="926895"/>
                  </a:lnTo>
                  <a:lnTo>
                    <a:pt x="4154106" y="937294"/>
                  </a:lnTo>
                  <a:lnTo>
                    <a:pt x="4225729" y="947545"/>
                  </a:lnTo>
                  <a:lnTo>
                    <a:pt x="4297351" y="957649"/>
                  </a:lnTo>
                  <a:lnTo>
                    <a:pt x="4368974" y="967607"/>
                  </a:lnTo>
                  <a:lnTo>
                    <a:pt x="4440596" y="977423"/>
                  </a:lnTo>
                  <a:lnTo>
                    <a:pt x="4512219" y="987099"/>
                  </a:lnTo>
                  <a:lnTo>
                    <a:pt x="4583841" y="996635"/>
                  </a:lnTo>
                  <a:lnTo>
                    <a:pt x="4655464" y="1006035"/>
                  </a:lnTo>
                  <a:lnTo>
                    <a:pt x="4727086" y="1015299"/>
                  </a:lnTo>
                  <a:lnTo>
                    <a:pt x="4798709" y="1024431"/>
                  </a:lnTo>
                  <a:lnTo>
                    <a:pt x="4870331" y="1033432"/>
                  </a:lnTo>
                  <a:lnTo>
                    <a:pt x="4941954" y="1042304"/>
                  </a:lnTo>
                  <a:lnTo>
                    <a:pt x="5013576" y="1051049"/>
                  </a:lnTo>
                  <a:lnTo>
                    <a:pt x="5085199" y="1059668"/>
                  </a:lnTo>
                  <a:lnTo>
                    <a:pt x="5156821" y="1068164"/>
                  </a:lnTo>
                  <a:lnTo>
                    <a:pt x="5228444" y="1076538"/>
                  </a:lnTo>
                  <a:lnTo>
                    <a:pt x="5300066" y="1084791"/>
                  </a:lnTo>
                  <a:lnTo>
                    <a:pt x="5371689" y="1092927"/>
                  </a:lnTo>
                  <a:lnTo>
                    <a:pt x="5443311" y="1100945"/>
                  </a:lnTo>
                  <a:lnTo>
                    <a:pt x="5514934" y="1108849"/>
                  </a:lnTo>
                  <a:lnTo>
                    <a:pt x="5586557" y="1116639"/>
                  </a:lnTo>
                  <a:lnTo>
                    <a:pt x="5658179" y="1124318"/>
                  </a:lnTo>
                  <a:lnTo>
                    <a:pt x="5729802" y="1131886"/>
                  </a:lnTo>
                  <a:lnTo>
                    <a:pt x="5801424" y="1139346"/>
                  </a:lnTo>
                  <a:lnTo>
                    <a:pt x="5873047" y="1146699"/>
                  </a:lnTo>
                  <a:lnTo>
                    <a:pt x="5944669" y="1153946"/>
                  </a:lnTo>
                  <a:lnTo>
                    <a:pt x="6016292" y="1161090"/>
                  </a:lnTo>
                  <a:lnTo>
                    <a:pt x="6087914" y="1168131"/>
                  </a:lnTo>
                  <a:lnTo>
                    <a:pt x="6159537" y="1175071"/>
                  </a:lnTo>
                  <a:lnTo>
                    <a:pt x="6231159" y="1181912"/>
                  </a:lnTo>
                  <a:lnTo>
                    <a:pt x="6302782" y="1188654"/>
                  </a:lnTo>
                  <a:lnTo>
                    <a:pt x="6374404" y="1195300"/>
                  </a:lnTo>
                  <a:lnTo>
                    <a:pt x="6446027" y="1201850"/>
                  </a:lnTo>
                  <a:lnTo>
                    <a:pt x="6517649" y="1208307"/>
                  </a:lnTo>
                  <a:lnTo>
                    <a:pt x="6589272" y="1214671"/>
                  </a:lnTo>
                  <a:lnTo>
                    <a:pt x="6660894" y="1220943"/>
                  </a:lnTo>
                  <a:lnTo>
                    <a:pt x="6732517" y="1227126"/>
                  </a:lnTo>
                  <a:lnTo>
                    <a:pt x="6804139" y="1233220"/>
                  </a:lnTo>
                  <a:lnTo>
                    <a:pt x="6875762" y="1239227"/>
                  </a:lnTo>
                  <a:lnTo>
                    <a:pt x="6947385" y="1245147"/>
                  </a:lnTo>
                  <a:lnTo>
                    <a:pt x="7019007" y="1250983"/>
                  </a:lnTo>
                  <a:lnTo>
                    <a:pt x="7090630" y="125673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1.19 (1.01-1.40), p = 0.038  |  per IQR decline (Δ = 29.3 %): 1.66 (1.03-2.69)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48050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Cancer Progression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2026-09-28T15:19:52Z</dcterms:modified>
  <cp:category/>
</cp:coreProperties>
</file>