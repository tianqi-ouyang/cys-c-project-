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988148"/>
              <a:ext cx="7090630" cy="2323250"/>
            </a:xfrm>
            <a:custGeom>
              <a:avLst/>
              <a:pathLst>
                <a:path w="7090630" h="2323250">
                  <a:moveTo>
                    <a:pt x="0" y="0"/>
                  </a:moveTo>
                  <a:lnTo>
                    <a:pt x="71622" y="60179"/>
                  </a:lnTo>
                  <a:lnTo>
                    <a:pt x="143245" y="118948"/>
                  </a:lnTo>
                  <a:lnTo>
                    <a:pt x="214867" y="176341"/>
                  </a:lnTo>
                  <a:lnTo>
                    <a:pt x="286490" y="232390"/>
                  </a:lnTo>
                  <a:lnTo>
                    <a:pt x="358112" y="287125"/>
                  </a:lnTo>
                  <a:lnTo>
                    <a:pt x="429735" y="340579"/>
                  </a:lnTo>
                  <a:lnTo>
                    <a:pt x="501357" y="392780"/>
                  </a:lnTo>
                  <a:lnTo>
                    <a:pt x="572980" y="443759"/>
                  </a:lnTo>
                  <a:lnTo>
                    <a:pt x="644602" y="493543"/>
                  </a:lnTo>
                  <a:lnTo>
                    <a:pt x="716225" y="542161"/>
                  </a:lnTo>
                  <a:lnTo>
                    <a:pt x="787847" y="589641"/>
                  </a:lnTo>
                  <a:lnTo>
                    <a:pt x="859470" y="636008"/>
                  </a:lnTo>
                  <a:lnTo>
                    <a:pt x="931092" y="681289"/>
                  </a:lnTo>
                  <a:lnTo>
                    <a:pt x="1002715" y="725510"/>
                  </a:lnTo>
                  <a:lnTo>
                    <a:pt x="1074337" y="768694"/>
                  </a:lnTo>
                  <a:lnTo>
                    <a:pt x="1145960" y="810867"/>
                  </a:lnTo>
                  <a:lnTo>
                    <a:pt x="1217582" y="852053"/>
                  </a:lnTo>
                  <a:lnTo>
                    <a:pt x="1289205" y="892273"/>
                  </a:lnTo>
                  <a:lnTo>
                    <a:pt x="1360827" y="931551"/>
                  </a:lnTo>
                  <a:lnTo>
                    <a:pt x="1432450" y="969910"/>
                  </a:lnTo>
                  <a:lnTo>
                    <a:pt x="1504073" y="1007370"/>
                  </a:lnTo>
                  <a:lnTo>
                    <a:pt x="1575695" y="1043952"/>
                  </a:lnTo>
                  <a:lnTo>
                    <a:pt x="1647318" y="1079677"/>
                  </a:lnTo>
                  <a:lnTo>
                    <a:pt x="1718940" y="1114566"/>
                  </a:lnTo>
                  <a:lnTo>
                    <a:pt x="1790563" y="1148637"/>
                  </a:lnTo>
                  <a:lnTo>
                    <a:pt x="1862185" y="1181910"/>
                  </a:lnTo>
                  <a:lnTo>
                    <a:pt x="1933808" y="1214404"/>
                  </a:lnTo>
                  <a:lnTo>
                    <a:pt x="2005430" y="1246137"/>
                  </a:lnTo>
                  <a:lnTo>
                    <a:pt x="2077053" y="1277126"/>
                  </a:lnTo>
                  <a:lnTo>
                    <a:pt x="2148675" y="1307390"/>
                  </a:lnTo>
                  <a:lnTo>
                    <a:pt x="2220298" y="1336944"/>
                  </a:lnTo>
                  <a:lnTo>
                    <a:pt x="2291920" y="1365807"/>
                  </a:lnTo>
                  <a:lnTo>
                    <a:pt x="2363543" y="1393993"/>
                  </a:lnTo>
                  <a:lnTo>
                    <a:pt x="2435165" y="1421519"/>
                  </a:lnTo>
                  <a:lnTo>
                    <a:pt x="2506788" y="1448400"/>
                  </a:lnTo>
                  <a:lnTo>
                    <a:pt x="2578410" y="1474651"/>
                  </a:lnTo>
                  <a:lnTo>
                    <a:pt x="2650033" y="1500288"/>
                  </a:lnTo>
                  <a:lnTo>
                    <a:pt x="2721655" y="1525324"/>
                  </a:lnTo>
                  <a:lnTo>
                    <a:pt x="2793278" y="1549774"/>
                  </a:lnTo>
                  <a:lnTo>
                    <a:pt x="2864901" y="1573651"/>
                  </a:lnTo>
                  <a:lnTo>
                    <a:pt x="2936523" y="1596968"/>
                  </a:lnTo>
                  <a:lnTo>
                    <a:pt x="3008146" y="1619740"/>
                  </a:lnTo>
                  <a:lnTo>
                    <a:pt x="3079768" y="1641978"/>
                  </a:lnTo>
                  <a:lnTo>
                    <a:pt x="3151391" y="1663695"/>
                  </a:lnTo>
                  <a:lnTo>
                    <a:pt x="3223013" y="1684903"/>
                  </a:lnTo>
                  <a:lnTo>
                    <a:pt x="3294636" y="1705615"/>
                  </a:lnTo>
                  <a:lnTo>
                    <a:pt x="3366258" y="1725841"/>
                  </a:lnTo>
                  <a:lnTo>
                    <a:pt x="3437881" y="1741849"/>
                  </a:lnTo>
                  <a:lnTo>
                    <a:pt x="3509503" y="1749080"/>
                  </a:lnTo>
                  <a:lnTo>
                    <a:pt x="3581126" y="1756249"/>
                  </a:lnTo>
                  <a:lnTo>
                    <a:pt x="3652748" y="1763354"/>
                  </a:lnTo>
                  <a:lnTo>
                    <a:pt x="3724371" y="1770398"/>
                  </a:lnTo>
                  <a:lnTo>
                    <a:pt x="3795993" y="1777380"/>
                  </a:lnTo>
                  <a:lnTo>
                    <a:pt x="3867616" y="1784301"/>
                  </a:lnTo>
                  <a:lnTo>
                    <a:pt x="3939238" y="1791161"/>
                  </a:lnTo>
                  <a:lnTo>
                    <a:pt x="4010861" y="1797962"/>
                  </a:lnTo>
                  <a:lnTo>
                    <a:pt x="4082483" y="1804703"/>
                  </a:lnTo>
                  <a:lnTo>
                    <a:pt x="4154106" y="1811385"/>
                  </a:lnTo>
                  <a:lnTo>
                    <a:pt x="4225729" y="1818009"/>
                  </a:lnTo>
                  <a:lnTo>
                    <a:pt x="4297351" y="1824574"/>
                  </a:lnTo>
                  <a:lnTo>
                    <a:pt x="4368974" y="1831083"/>
                  </a:lnTo>
                  <a:lnTo>
                    <a:pt x="4440596" y="1837534"/>
                  </a:lnTo>
                  <a:lnTo>
                    <a:pt x="4512219" y="1843929"/>
                  </a:lnTo>
                  <a:lnTo>
                    <a:pt x="4583841" y="1850269"/>
                  </a:lnTo>
                  <a:lnTo>
                    <a:pt x="4655464" y="1856552"/>
                  </a:lnTo>
                  <a:lnTo>
                    <a:pt x="4727086" y="1862781"/>
                  </a:lnTo>
                  <a:lnTo>
                    <a:pt x="4798709" y="1868956"/>
                  </a:lnTo>
                  <a:lnTo>
                    <a:pt x="4870331" y="1875076"/>
                  </a:lnTo>
                  <a:lnTo>
                    <a:pt x="4941954" y="1881143"/>
                  </a:lnTo>
                  <a:lnTo>
                    <a:pt x="5013576" y="1887157"/>
                  </a:lnTo>
                  <a:lnTo>
                    <a:pt x="5085199" y="1893118"/>
                  </a:lnTo>
                  <a:lnTo>
                    <a:pt x="5156821" y="1899028"/>
                  </a:lnTo>
                  <a:lnTo>
                    <a:pt x="5228444" y="1904885"/>
                  </a:lnTo>
                  <a:lnTo>
                    <a:pt x="5300066" y="1910691"/>
                  </a:lnTo>
                  <a:lnTo>
                    <a:pt x="5371689" y="1916447"/>
                  </a:lnTo>
                  <a:lnTo>
                    <a:pt x="5443311" y="1922152"/>
                  </a:lnTo>
                  <a:lnTo>
                    <a:pt x="5514934" y="1927808"/>
                  </a:lnTo>
                  <a:lnTo>
                    <a:pt x="5586557" y="1933414"/>
                  </a:lnTo>
                  <a:lnTo>
                    <a:pt x="5658179" y="1938971"/>
                  </a:lnTo>
                  <a:lnTo>
                    <a:pt x="5729802" y="1944479"/>
                  </a:lnTo>
                  <a:lnTo>
                    <a:pt x="5801424" y="1949939"/>
                  </a:lnTo>
                  <a:lnTo>
                    <a:pt x="5873047" y="1955352"/>
                  </a:lnTo>
                  <a:lnTo>
                    <a:pt x="5944669" y="1960717"/>
                  </a:lnTo>
                  <a:lnTo>
                    <a:pt x="6016292" y="1966035"/>
                  </a:lnTo>
                  <a:lnTo>
                    <a:pt x="6087914" y="1971307"/>
                  </a:lnTo>
                  <a:lnTo>
                    <a:pt x="6159537" y="1976533"/>
                  </a:lnTo>
                  <a:lnTo>
                    <a:pt x="6231159" y="1981713"/>
                  </a:lnTo>
                  <a:lnTo>
                    <a:pt x="6302782" y="1986848"/>
                  </a:lnTo>
                  <a:lnTo>
                    <a:pt x="6374404" y="1991937"/>
                  </a:lnTo>
                  <a:lnTo>
                    <a:pt x="6446027" y="1996983"/>
                  </a:lnTo>
                  <a:lnTo>
                    <a:pt x="6517649" y="2001984"/>
                  </a:lnTo>
                  <a:lnTo>
                    <a:pt x="6589272" y="2006942"/>
                  </a:lnTo>
                  <a:lnTo>
                    <a:pt x="6660894" y="2011856"/>
                  </a:lnTo>
                  <a:lnTo>
                    <a:pt x="6732517" y="2016727"/>
                  </a:lnTo>
                  <a:lnTo>
                    <a:pt x="6804139" y="2021556"/>
                  </a:lnTo>
                  <a:lnTo>
                    <a:pt x="6875762" y="2026342"/>
                  </a:lnTo>
                  <a:lnTo>
                    <a:pt x="6947385" y="2031087"/>
                  </a:lnTo>
                  <a:lnTo>
                    <a:pt x="7019007" y="2035790"/>
                  </a:lnTo>
                  <a:lnTo>
                    <a:pt x="7090630" y="2040452"/>
                  </a:lnTo>
                  <a:lnTo>
                    <a:pt x="7090630" y="2323250"/>
                  </a:lnTo>
                  <a:lnTo>
                    <a:pt x="7019007" y="2317353"/>
                  </a:lnTo>
                  <a:lnTo>
                    <a:pt x="6947385" y="2311315"/>
                  </a:lnTo>
                  <a:lnTo>
                    <a:pt x="6875762" y="2305132"/>
                  </a:lnTo>
                  <a:lnTo>
                    <a:pt x="6804139" y="2298800"/>
                  </a:lnTo>
                  <a:lnTo>
                    <a:pt x="6732517" y="2292317"/>
                  </a:lnTo>
                  <a:lnTo>
                    <a:pt x="6660894" y="2285678"/>
                  </a:lnTo>
                  <a:lnTo>
                    <a:pt x="6589272" y="2278880"/>
                  </a:lnTo>
                  <a:lnTo>
                    <a:pt x="6517649" y="2271918"/>
                  </a:lnTo>
                  <a:lnTo>
                    <a:pt x="6446027" y="2264790"/>
                  </a:lnTo>
                  <a:lnTo>
                    <a:pt x="6374404" y="2257491"/>
                  </a:lnTo>
                  <a:lnTo>
                    <a:pt x="6302782" y="2250016"/>
                  </a:lnTo>
                  <a:lnTo>
                    <a:pt x="6231159" y="2242363"/>
                  </a:lnTo>
                  <a:lnTo>
                    <a:pt x="6159537" y="2234526"/>
                  </a:lnTo>
                  <a:lnTo>
                    <a:pt x="6087914" y="2226501"/>
                  </a:lnTo>
                  <a:lnTo>
                    <a:pt x="6016292" y="2218283"/>
                  </a:lnTo>
                  <a:lnTo>
                    <a:pt x="5944669" y="2209868"/>
                  </a:lnTo>
                  <a:lnTo>
                    <a:pt x="5873047" y="2201252"/>
                  </a:lnTo>
                  <a:lnTo>
                    <a:pt x="5801424" y="2192428"/>
                  </a:lnTo>
                  <a:lnTo>
                    <a:pt x="5729802" y="2183394"/>
                  </a:lnTo>
                  <a:lnTo>
                    <a:pt x="5658179" y="2174142"/>
                  </a:lnTo>
                  <a:lnTo>
                    <a:pt x="5586557" y="2164668"/>
                  </a:lnTo>
                  <a:lnTo>
                    <a:pt x="5514934" y="2154968"/>
                  </a:lnTo>
                  <a:lnTo>
                    <a:pt x="5443311" y="2145034"/>
                  </a:lnTo>
                  <a:lnTo>
                    <a:pt x="5371689" y="2134863"/>
                  </a:lnTo>
                  <a:lnTo>
                    <a:pt x="5300066" y="2124447"/>
                  </a:lnTo>
                  <a:lnTo>
                    <a:pt x="5228444" y="2113781"/>
                  </a:lnTo>
                  <a:lnTo>
                    <a:pt x="5156821" y="2102860"/>
                  </a:lnTo>
                  <a:lnTo>
                    <a:pt x="5085199" y="2091677"/>
                  </a:lnTo>
                  <a:lnTo>
                    <a:pt x="5013576" y="2080225"/>
                  </a:lnTo>
                  <a:lnTo>
                    <a:pt x="4941954" y="2068499"/>
                  </a:lnTo>
                  <a:lnTo>
                    <a:pt x="4870331" y="2056492"/>
                  </a:lnTo>
                  <a:lnTo>
                    <a:pt x="4798709" y="2044196"/>
                  </a:lnTo>
                  <a:lnTo>
                    <a:pt x="4727086" y="2031606"/>
                  </a:lnTo>
                  <a:lnTo>
                    <a:pt x="4655464" y="2018713"/>
                  </a:lnTo>
                  <a:lnTo>
                    <a:pt x="4583841" y="2005512"/>
                  </a:lnTo>
                  <a:lnTo>
                    <a:pt x="4512219" y="1991994"/>
                  </a:lnTo>
                  <a:lnTo>
                    <a:pt x="4440596" y="1978151"/>
                  </a:lnTo>
                  <a:lnTo>
                    <a:pt x="4368974" y="1963977"/>
                  </a:lnTo>
                  <a:lnTo>
                    <a:pt x="4297351" y="1949462"/>
                  </a:lnTo>
                  <a:lnTo>
                    <a:pt x="4225729" y="1934599"/>
                  </a:lnTo>
                  <a:lnTo>
                    <a:pt x="4154106" y="1919380"/>
                  </a:lnTo>
                  <a:lnTo>
                    <a:pt x="4082483" y="1903796"/>
                  </a:lnTo>
                  <a:lnTo>
                    <a:pt x="4010861" y="1887838"/>
                  </a:lnTo>
                  <a:lnTo>
                    <a:pt x="3939238" y="1871497"/>
                  </a:lnTo>
                  <a:lnTo>
                    <a:pt x="3867616" y="1854764"/>
                  </a:lnTo>
                  <a:lnTo>
                    <a:pt x="3795993" y="1837630"/>
                  </a:lnTo>
                  <a:lnTo>
                    <a:pt x="3724371" y="1820085"/>
                  </a:lnTo>
                  <a:lnTo>
                    <a:pt x="3652748" y="1802119"/>
                  </a:lnTo>
                  <a:lnTo>
                    <a:pt x="3581126" y="1783722"/>
                  </a:lnTo>
                  <a:lnTo>
                    <a:pt x="3509503" y="1764884"/>
                  </a:lnTo>
                  <a:lnTo>
                    <a:pt x="3437881" y="1745594"/>
                  </a:lnTo>
                  <a:lnTo>
                    <a:pt x="3366258" y="1734553"/>
                  </a:lnTo>
                  <a:lnTo>
                    <a:pt x="3294636" y="1727194"/>
                  </a:lnTo>
                  <a:lnTo>
                    <a:pt x="3223013" y="1719769"/>
                  </a:lnTo>
                  <a:lnTo>
                    <a:pt x="3151391" y="1712279"/>
                  </a:lnTo>
                  <a:lnTo>
                    <a:pt x="3079768" y="1704723"/>
                  </a:lnTo>
                  <a:lnTo>
                    <a:pt x="3008146" y="1697100"/>
                  </a:lnTo>
                  <a:lnTo>
                    <a:pt x="2936523" y="1689410"/>
                  </a:lnTo>
                  <a:lnTo>
                    <a:pt x="2864901" y="1681653"/>
                  </a:lnTo>
                  <a:lnTo>
                    <a:pt x="2793278" y="1673826"/>
                  </a:lnTo>
                  <a:lnTo>
                    <a:pt x="2721655" y="1665931"/>
                  </a:lnTo>
                  <a:lnTo>
                    <a:pt x="2650033" y="1657966"/>
                  </a:lnTo>
                  <a:lnTo>
                    <a:pt x="2578410" y="1649931"/>
                  </a:lnTo>
                  <a:lnTo>
                    <a:pt x="2506788" y="1641825"/>
                  </a:lnTo>
                  <a:lnTo>
                    <a:pt x="2435165" y="1633648"/>
                  </a:lnTo>
                  <a:lnTo>
                    <a:pt x="2363543" y="1625398"/>
                  </a:lnTo>
                  <a:lnTo>
                    <a:pt x="2291920" y="1617076"/>
                  </a:lnTo>
                  <a:lnTo>
                    <a:pt x="2220298" y="1608680"/>
                  </a:lnTo>
                  <a:lnTo>
                    <a:pt x="2148675" y="1600211"/>
                  </a:lnTo>
                  <a:lnTo>
                    <a:pt x="2077053" y="1591666"/>
                  </a:lnTo>
                  <a:lnTo>
                    <a:pt x="2005430" y="1583046"/>
                  </a:lnTo>
                  <a:lnTo>
                    <a:pt x="1933808" y="1574351"/>
                  </a:lnTo>
                  <a:lnTo>
                    <a:pt x="1862185" y="1565578"/>
                  </a:lnTo>
                  <a:lnTo>
                    <a:pt x="1790563" y="1556728"/>
                  </a:lnTo>
                  <a:lnTo>
                    <a:pt x="1718940" y="1547801"/>
                  </a:lnTo>
                  <a:lnTo>
                    <a:pt x="1647318" y="1538794"/>
                  </a:lnTo>
                  <a:lnTo>
                    <a:pt x="1575695" y="1529708"/>
                  </a:lnTo>
                  <a:lnTo>
                    <a:pt x="1504073" y="1520542"/>
                  </a:lnTo>
                  <a:lnTo>
                    <a:pt x="1432450" y="1511295"/>
                  </a:lnTo>
                  <a:lnTo>
                    <a:pt x="1360827" y="1501966"/>
                  </a:lnTo>
                  <a:lnTo>
                    <a:pt x="1289205" y="1492555"/>
                  </a:lnTo>
                  <a:lnTo>
                    <a:pt x="1217582" y="1483062"/>
                  </a:lnTo>
                  <a:lnTo>
                    <a:pt x="1145960" y="1473484"/>
                  </a:lnTo>
                  <a:lnTo>
                    <a:pt x="1074337" y="1463822"/>
                  </a:lnTo>
                  <a:lnTo>
                    <a:pt x="1002715" y="1454075"/>
                  </a:lnTo>
                  <a:lnTo>
                    <a:pt x="931092" y="1444242"/>
                  </a:lnTo>
                  <a:lnTo>
                    <a:pt x="859470" y="1434322"/>
                  </a:lnTo>
                  <a:lnTo>
                    <a:pt x="787847" y="1424315"/>
                  </a:lnTo>
                  <a:lnTo>
                    <a:pt x="716225" y="1414219"/>
                  </a:lnTo>
                  <a:lnTo>
                    <a:pt x="644602" y="1404034"/>
                  </a:lnTo>
                  <a:lnTo>
                    <a:pt x="572980" y="1393760"/>
                  </a:lnTo>
                  <a:lnTo>
                    <a:pt x="501357" y="1383395"/>
                  </a:lnTo>
                  <a:lnTo>
                    <a:pt x="429735" y="1372938"/>
                  </a:lnTo>
                  <a:lnTo>
                    <a:pt x="358112" y="1362390"/>
                  </a:lnTo>
                  <a:lnTo>
                    <a:pt x="286490" y="1351748"/>
                  </a:lnTo>
                  <a:lnTo>
                    <a:pt x="214867" y="1341013"/>
                  </a:lnTo>
                  <a:lnTo>
                    <a:pt x="143245" y="1330182"/>
                  </a:lnTo>
                  <a:lnTo>
                    <a:pt x="71622" y="1319257"/>
                  </a:lnTo>
                  <a:lnTo>
                    <a:pt x="0" y="130823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988148"/>
              <a:ext cx="7090630" cy="2040452"/>
            </a:xfrm>
            <a:custGeom>
              <a:avLst/>
              <a:pathLst>
                <a:path w="7090630" h="2040452">
                  <a:moveTo>
                    <a:pt x="0" y="0"/>
                  </a:moveTo>
                  <a:lnTo>
                    <a:pt x="71622" y="60179"/>
                  </a:lnTo>
                  <a:lnTo>
                    <a:pt x="143245" y="118948"/>
                  </a:lnTo>
                  <a:lnTo>
                    <a:pt x="214867" y="176341"/>
                  </a:lnTo>
                  <a:lnTo>
                    <a:pt x="286490" y="232390"/>
                  </a:lnTo>
                  <a:lnTo>
                    <a:pt x="358112" y="287125"/>
                  </a:lnTo>
                  <a:lnTo>
                    <a:pt x="429735" y="340579"/>
                  </a:lnTo>
                  <a:lnTo>
                    <a:pt x="501357" y="392780"/>
                  </a:lnTo>
                  <a:lnTo>
                    <a:pt x="572980" y="443759"/>
                  </a:lnTo>
                  <a:lnTo>
                    <a:pt x="644602" y="493543"/>
                  </a:lnTo>
                  <a:lnTo>
                    <a:pt x="716225" y="542161"/>
                  </a:lnTo>
                  <a:lnTo>
                    <a:pt x="787847" y="589641"/>
                  </a:lnTo>
                  <a:lnTo>
                    <a:pt x="859470" y="636008"/>
                  </a:lnTo>
                  <a:lnTo>
                    <a:pt x="931092" y="681289"/>
                  </a:lnTo>
                  <a:lnTo>
                    <a:pt x="1002715" y="725510"/>
                  </a:lnTo>
                  <a:lnTo>
                    <a:pt x="1074337" y="768694"/>
                  </a:lnTo>
                  <a:lnTo>
                    <a:pt x="1145960" y="810867"/>
                  </a:lnTo>
                  <a:lnTo>
                    <a:pt x="1217582" y="852053"/>
                  </a:lnTo>
                  <a:lnTo>
                    <a:pt x="1289205" y="892273"/>
                  </a:lnTo>
                  <a:lnTo>
                    <a:pt x="1360827" y="931551"/>
                  </a:lnTo>
                  <a:lnTo>
                    <a:pt x="1432450" y="969910"/>
                  </a:lnTo>
                  <a:lnTo>
                    <a:pt x="1504073" y="1007370"/>
                  </a:lnTo>
                  <a:lnTo>
                    <a:pt x="1575695" y="1043952"/>
                  </a:lnTo>
                  <a:lnTo>
                    <a:pt x="1647318" y="1079677"/>
                  </a:lnTo>
                  <a:lnTo>
                    <a:pt x="1718940" y="1114566"/>
                  </a:lnTo>
                  <a:lnTo>
                    <a:pt x="1790563" y="1148637"/>
                  </a:lnTo>
                  <a:lnTo>
                    <a:pt x="1862185" y="1181910"/>
                  </a:lnTo>
                  <a:lnTo>
                    <a:pt x="1933808" y="1214404"/>
                  </a:lnTo>
                  <a:lnTo>
                    <a:pt x="2005430" y="1246137"/>
                  </a:lnTo>
                  <a:lnTo>
                    <a:pt x="2077053" y="1277126"/>
                  </a:lnTo>
                  <a:lnTo>
                    <a:pt x="2148675" y="1307390"/>
                  </a:lnTo>
                  <a:lnTo>
                    <a:pt x="2220298" y="1336944"/>
                  </a:lnTo>
                  <a:lnTo>
                    <a:pt x="2291920" y="1365807"/>
                  </a:lnTo>
                  <a:lnTo>
                    <a:pt x="2363543" y="1393993"/>
                  </a:lnTo>
                  <a:lnTo>
                    <a:pt x="2435165" y="1421519"/>
                  </a:lnTo>
                  <a:lnTo>
                    <a:pt x="2506788" y="1448400"/>
                  </a:lnTo>
                  <a:lnTo>
                    <a:pt x="2578410" y="1474651"/>
                  </a:lnTo>
                  <a:lnTo>
                    <a:pt x="2650033" y="1500288"/>
                  </a:lnTo>
                  <a:lnTo>
                    <a:pt x="2721655" y="1525324"/>
                  </a:lnTo>
                  <a:lnTo>
                    <a:pt x="2793278" y="1549774"/>
                  </a:lnTo>
                  <a:lnTo>
                    <a:pt x="2864901" y="1573651"/>
                  </a:lnTo>
                  <a:lnTo>
                    <a:pt x="2936523" y="1596968"/>
                  </a:lnTo>
                  <a:lnTo>
                    <a:pt x="3008146" y="1619740"/>
                  </a:lnTo>
                  <a:lnTo>
                    <a:pt x="3079768" y="1641978"/>
                  </a:lnTo>
                  <a:lnTo>
                    <a:pt x="3151391" y="1663695"/>
                  </a:lnTo>
                  <a:lnTo>
                    <a:pt x="3223013" y="1684903"/>
                  </a:lnTo>
                  <a:lnTo>
                    <a:pt x="3294636" y="1705615"/>
                  </a:lnTo>
                  <a:lnTo>
                    <a:pt x="3366258" y="1725841"/>
                  </a:lnTo>
                  <a:lnTo>
                    <a:pt x="3437881" y="1741849"/>
                  </a:lnTo>
                  <a:lnTo>
                    <a:pt x="3509503" y="1749080"/>
                  </a:lnTo>
                  <a:lnTo>
                    <a:pt x="3581126" y="1756249"/>
                  </a:lnTo>
                  <a:lnTo>
                    <a:pt x="3652748" y="1763354"/>
                  </a:lnTo>
                  <a:lnTo>
                    <a:pt x="3724371" y="1770398"/>
                  </a:lnTo>
                  <a:lnTo>
                    <a:pt x="3795993" y="1777380"/>
                  </a:lnTo>
                  <a:lnTo>
                    <a:pt x="3867616" y="1784301"/>
                  </a:lnTo>
                  <a:lnTo>
                    <a:pt x="3939238" y="1791161"/>
                  </a:lnTo>
                  <a:lnTo>
                    <a:pt x="4010861" y="1797962"/>
                  </a:lnTo>
                  <a:lnTo>
                    <a:pt x="4082483" y="1804703"/>
                  </a:lnTo>
                  <a:lnTo>
                    <a:pt x="4154106" y="1811385"/>
                  </a:lnTo>
                  <a:lnTo>
                    <a:pt x="4225729" y="1818009"/>
                  </a:lnTo>
                  <a:lnTo>
                    <a:pt x="4297351" y="1824574"/>
                  </a:lnTo>
                  <a:lnTo>
                    <a:pt x="4368974" y="1831083"/>
                  </a:lnTo>
                  <a:lnTo>
                    <a:pt x="4440596" y="1837534"/>
                  </a:lnTo>
                  <a:lnTo>
                    <a:pt x="4512219" y="1843929"/>
                  </a:lnTo>
                  <a:lnTo>
                    <a:pt x="4583841" y="1850269"/>
                  </a:lnTo>
                  <a:lnTo>
                    <a:pt x="4655464" y="1856552"/>
                  </a:lnTo>
                  <a:lnTo>
                    <a:pt x="4727086" y="1862781"/>
                  </a:lnTo>
                  <a:lnTo>
                    <a:pt x="4798709" y="1868956"/>
                  </a:lnTo>
                  <a:lnTo>
                    <a:pt x="4870331" y="1875076"/>
                  </a:lnTo>
                  <a:lnTo>
                    <a:pt x="4941954" y="1881143"/>
                  </a:lnTo>
                  <a:lnTo>
                    <a:pt x="5013576" y="1887157"/>
                  </a:lnTo>
                  <a:lnTo>
                    <a:pt x="5085199" y="1893118"/>
                  </a:lnTo>
                  <a:lnTo>
                    <a:pt x="5156821" y="1899028"/>
                  </a:lnTo>
                  <a:lnTo>
                    <a:pt x="5228444" y="1904885"/>
                  </a:lnTo>
                  <a:lnTo>
                    <a:pt x="5300066" y="1910691"/>
                  </a:lnTo>
                  <a:lnTo>
                    <a:pt x="5371689" y="1916447"/>
                  </a:lnTo>
                  <a:lnTo>
                    <a:pt x="5443311" y="1922152"/>
                  </a:lnTo>
                  <a:lnTo>
                    <a:pt x="5514934" y="1927808"/>
                  </a:lnTo>
                  <a:lnTo>
                    <a:pt x="5586557" y="1933414"/>
                  </a:lnTo>
                  <a:lnTo>
                    <a:pt x="5658179" y="1938971"/>
                  </a:lnTo>
                  <a:lnTo>
                    <a:pt x="5729802" y="1944479"/>
                  </a:lnTo>
                  <a:lnTo>
                    <a:pt x="5801424" y="1949939"/>
                  </a:lnTo>
                  <a:lnTo>
                    <a:pt x="5873047" y="1955352"/>
                  </a:lnTo>
                  <a:lnTo>
                    <a:pt x="5944669" y="1960717"/>
                  </a:lnTo>
                  <a:lnTo>
                    <a:pt x="6016292" y="1966035"/>
                  </a:lnTo>
                  <a:lnTo>
                    <a:pt x="6087914" y="1971307"/>
                  </a:lnTo>
                  <a:lnTo>
                    <a:pt x="6159537" y="1976533"/>
                  </a:lnTo>
                  <a:lnTo>
                    <a:pt x="6231159" y="1981713"/>
                  </a:lnTo>
                  <a:lnTo>
                    <a:pt x="6302782" y="1986848"/>
                  </a:lnTo>
                  <a:lnTo>
                    <a:pt x="6374404" y="1991937"/>
                  </a:lnTo>
                  <a:lnTo>
                    <a:pt x="6446027" y="1996983"/>
                  </a:lnTo>
                  <a:lnTo>
                    <a:pt x="6517649" y="2001984"/>
                  </a:lnTo>
                  <a:lnTo>
                    <a:pt x="6589272" y="2006942"/>
                  </a:lnTo>
                  <a:lnTo>
                    <a:pt x="6660894" y="2011856"/>
                  </a:lnTo>
                  <a:lnTo>
                    <a:pt x="6732517" y="2016727"/>
                  </a:lnTo>
                  <a:lnTo>
                    <a:pt x="6804139" y="2021556"/>
                  </a:lnTo>
                  <a:lnTo>
                    <a:pt x="6875762" y="2026342"/>
                  </a:lnTo>
                  <a:lnTo>
                    <a:pt x="6947385" y="2031087"/>
                  </a:lnTo>
                  <a:lnTo>
                    <a:pt x="7019007" y="2035790"/>
                  </a:lnTo>
                  <a:lnTo>
                    <a:pt x="7090630" y="20404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96383"/>
              <a:ext cx="7090630" cy="1015015"/>
            </a:xfrm>
            <a:custGeom>
              <a:avLst/>
              <a:pathLst>
                <a:path w="7090630" h="1015015">
                  <a:moveTo>
                    <a:pt x="7090630" y="1015015"/>
                  </a:moveTo>
                  <a:lnTo>
                    <a:pt x="7019007" y="1009118"/>
                  </a:lnTo>
                  <a:lnTo>
                    <a:pt x="6947385" y="1003080"/>
                  </a:lnTo>
                  <a:lnTo>
                    <a:pt x="6875762" y="996897"/>
                  </a:lnTo>
                  <a:lnTo>
                    <a:pt x="6804139" y="990565"/>
                  </a:lnTo>
                  <a:lnTo>
                    <a:pt x="6732517" y="984082"/>
                  </a:lnTo>
                  <a:lnTo>
                    <a:pt x="6660894" y="977443"/>
                  </a:lnTo>
                  <a:lnTo>
                    <a:pt x="6589272" y="970644"/>
                  </a:lnTo>
                  <a:lnTo>
                    <a:pt x="6517649" y="963683"/>
                  </a:lnTo>
                  <a:lnTo>
                    <a:pt x="6446027" y="956555"/>
                  </a:lnTo>
                  <a:lnTo>
                    <a:pt x="6374404" y="949256"/>
                  </a:lnTo>
                  <a:lnTo>
                    <a:pt x="6302782" y="941781"/>
                  </a:lnTo>
                  <a:lnTo>
                    <a:pt x="6231159" y="934128"/>
                  </a:lnTo>
                  <a:lnTo>
                    <a:pt x="6159537" y="926291"/>
                  </a:lnTo>
                  <a:lnTo>
                    <a:pt x="6087914" y="918266"/>
                  </a:lnTo>
                  <a:lnTo>
                    <a:pt x="6016292" y="910048"/>
                  </a:lnTo>
                  <a:lnTo>
                    <a:pt x="5944669" y="901633"/>
                  </a:lnTo>
                  <a:lnTo>
                    <a:pt x="5873047" y="893017"/>
                  </a:lnTo>
                  <a:lnTo>
                    <a:pt x="5801424" y="884193"/>
                  </a:lnTo>
                  <a:lnTo>
                    <a:pt x="5729802" y="875159"/>
                  </a:lnTo>
                  <a:lnTo>
                    <a:pt x="5658179" y="865907"/>
                  </a:lnTo>
                  <a:lnTo>
                    <a:pt x="5586557" y="856433"/>
                  </a:lnTo>
                  <a:lnTo>
                    <a:pt x="5514934" y="846733"/>
                  </a:lnTo>
                  <a:lnTo>
                    <a:pt x="5443311" y="836799"/>
                  </a:lnTo>
                  <a:lnTo>
                    <a:pt x="5371689" y="826628"/>
                  </a:lnTo>
                  <a:lnTo>
                    <a:pt x="5300066" y="816212"/>
                  </a:lnTo>
                  <a:lnTo>
                    <a:pt x="5228444" y="805546"/>
                  </a:lnTo>
                  <a:lnTo>
                    <a:pt x="5156821" y="794625"/>
                  </a:lnTo>
                  <a:lnTo>
                    <a:pt x="5085199" y="783442"/>
                  </a:lnTo>
                  <a:lnTo>
                    <a:pt x="5013576" y="771990"/>
                  </a:lnTo>
                  <a:lnTo>
                    <a:pt x="4941954" y="760264"/>
                  </a:lnTo>
                  <a:lnTo>
                    <a:pt x="4870331" y="748257"/>
                  </a:lnTo>
                  <a:lnTo>
                    <a:pt x="4798709" y="735961"/>
                  </a:lnTo>
                  <a:lnTo>
                    <a:pt x="4727086" y="723371"/>
                  </a:lnTo>
                  <a:lnTo>
                    <a:pt x="4655464" y="710478"/>
                  </a:lnTo>
                  <a:lnTo>
                    <a:pt x="4583841" y="697277"/>
                  </a:lnTo>
                  <a:lnTo>
                    <a:pt x="4512219" y="683759"/>
                  </a:lnTo>
                  <a:lnTo>
                    <a:pt x="4440596" y="669916"/>
                  </a:lnTo>
                  <a:lnTo>
                    <a:pt x="4368974" y="655741"/>
                  </a:lnTo>
                  <a:lnTo>
                    <a:pt x="4297351" y="641227"/>
                  </a:lnTo>
                  <a:lnTo>
                    <a:pt x="4225729" y="626364"/>
                  </a:lnTo>
                  <a:lnTo>
                    <a:pt x="4154106" y="611145"/>
                  </a:lnTo>
                  <a:lnTo>
                    <a:pt x="4082483" y="595561"/>
                  </a:lnTo>
                  <a:lnTo>
                    <a:pt x="4010861" y="579603"/>
                  </a:lnTo>
                  <a:lnTo>
                    <a:pt x="3939238" y="563262"/>
                  </a:lnTo>
                  <a:lnTo>
                    <a:pt x="3867616" y="546529"/>
                  </a:lnTo>
                  <a:lnTo>
                    <a:pt x="3795993" y="529395"/>
                  </a:lnTo>
                  <a:lnTo>
                    <a:pt x="3724371" y="511850"/>
                  </a:lnTo>
                  <a:lnTo>
                    <a:pt x="3652748" y="493884"/>
                  </a:lnTo>
                  <a:lnTo>
                    <a:pt x="3581126" y="475487"/>
                  </a:lnTo>
                  <a:lnTo>
                    <a:pt x="3509503" y="456649"/>
                  </a:lnTo>
                  <a:lnTo>
                    <a:pt x="3437881" y="437359"/>
                  </a:lnTo>
                  <a:lnTo>
                    <a:pt x="3366258" y="426318"/>
                  </a:lnTo>
                  <a:lnTo>
                    <a:pt x="3294636" y="418959"/>
                  </a:lnTo>
                  <a:lnTo>
                    <a:pt x="3223013" y="411534"/>
                  </a:lnTo>
                  <a:lnTo>
                    <a:pt x="3151391" y="404044"/>
                  </a:lnTo>
                  <a:lnTo>
                    <a:pt x="3079768" y="396488"/>
                  </a:lnTo>
                  <a:lnTo>
                    <a:pt x="3008146" y="388865"/>
                  </a:lnTo>
                  <a:lnTo>
                    <a:pt x="2936523" y="381175"/>
                  </a:lnTo>
                  <a:lnTo>
                    <a:pt x="2864901" y="373418"/>
                  </a:lnTo>
                  <a:lnTo>
                    <a:pt x="2793278" y="365591"/>
                  </a:lnTo>
                  <a:lnTo>
                    <a:pt x="2721655" y="357696"/>
                  </a:lnTo>
                  <a:lnTo>
                    <a:pt x="2650033" y="349731"/>
                  </a:lnTo>
                  <a:lnTo>
                    <a:pt x="2578410" y="341696"/>
                  </a:lnTo>
                  <a:lnTo>
                    <a:pt x="2506788" y="333590"/>
                  </a:lnTo>
                  <a:lnTo>
                    <a:pt x="2435165" y="325413"/>
                  </a:lnTo>
                  <a:lnTo>
                    <a:pt x="2363543" y="317163"/>
                  </a:lnTo>
                  <a:lnTo>
                    <a:pt x="2291920" y="308841"/>
                  </a:lnTo>
                  <a:lnTo>
                    <a:pt x="2220298" y="300445"/>
                  </a:lnTo>
                  <a:lnTo>
                    <a:pt x="2148675" y="291976"/>
                  </a:lnTo>
                  <a:lnTo>
                    <a:pt x="2077053" y="283431"/>
                  </a:lnTo>
                  <a:lnTo>
                    <a:pt x="2005430" y="274811"/>
                  </a:lnTo>
                  <a:lnTo>
                    <a:pt x="1933808" y="266116"/>
                  </a:lnTo>
                  <a:lnTo>
                    <a:pt x="1862185" y="257343"/>
                  </a:lnTo>
                  <a:lnTo>
                    <a:pt x="1790563" y="248493"/>
                  </a:lnTo>
                  <a:lnTo>
                    <a:pt x="1718940" y="239566"/>
                  </a:lnTo>
                  <a:lnTo>
                    <a:pt x="1647318" y="230559"/>
                  </a:lnTo>
                  <a:lnTo>
                    <a:pt x="1575695" y="221473"/>
                  </a:lnTo>
                  <a:lnTo>
                    <a:pt x="1504073" y="212307"/>
                  </a:lnTo>
                  <a:lnTo>
                    <a:pt x="1432450" y="203060"/>
                  </a:lnTo>
                  <a:lnTo>
                    <a:pt x="1360827" y="193731"/>
                  </a:lnTo>
                  <a:lnTo>
                    <a:pt x="1289205" y="184320"/>
                  </a:lnTo>
                  <a:lnTo>
                    <a:pt x="1217582" y="174827"/>
                  </a:lnTo>
                  <a:lnTo>
                    <a:pt x="1145960" y="165249"/>
                  </a:lnTo>
                  <a:lnTo>
                    <a:pt x="1074337" y="155587"/>
                  </a:lnTo>
                  <a:lnTo>
                    <a:pt x="1002715" y="145840"/>
                  </a:lnTo>
                  <a:lnTo>
                    <a:pt x="931092" y="136007"/>
                  </a:lnTo>
                  <a:lnTo>
                    <a:pt x="859470" y="126087"/>
                  </a:lnTo>
                  <a:lnTo>
                    <a:pt x="787847" y="116080"/>
                  </a:lnTo>
                  <a:lnTo>
                    <a:pt x="716225" y="105984"/>
                  </a:lnTo>
                  <a:lnTo>
                    <a:pt x="644602" y="95799"/>
                  </a:lnTo>
                  <a:lnTo>
                    <a:pt x="572980" y="85525"/>
                  </a:lnTo>
                  <a:lnTo>
                    <a:pt x="501357" y="75160"/>
                  </a:lnTo>
                  <a:lnTo>
                    <a:pt x="429735" y="64703"/>
                  </a:lnTo>
                  <a:lnTo>
                    <a:pt x="358112" y="54155"/>
                  </a:lnTo>
                  <a:lnTo>
                    <a:pt x="286490" y="43513"/>
                  </a:lnTo>
                  <a:lnTo>
                    <a:pt x="214867" y="32778"/>
                  </a:lnTo>
                  <a:lnTo>
                    <a:pt x="143245" y="21947"/>
                  </a:lnTo>
                  <a:lnTo>
                    <a:pt x="71622" y="110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57446"/>
              <a:ext cx="7090630" cy="1439292"/>
            </a:xfrm>
            <a:custGeom>
              <a:avLst/>
              <a:pathLst>
                <a:path w="7090630" h="1439292">
                  <a:moveTo>
                    <a:pt x="0" y="0"/>
                  </a:moveTo>
                  <a:lnTo>
                    <a:pt x="71622" y="28995"/>
                  </a:lnTo>
                  <a:lnTo>
                    <a:pt x="143245" y="57523"/>
                  </a:lnTo>
                  <a:lnTo>
                    <a:pt x="214867" y="85592"/>
                  </a:lnTo>
                  <a:lnTo>
                    <a:pt x="286490" y="113208"/>
                  </a:lnTo>
                  <a:lnTo>
                    <a:pt x="358112" y="140380"/>
                  </a:lnTo>
                  <a:lnTo>
                    <a:pt x="429735" y="167114"/>
                  </a:lnTo>
                  <a:lnTo>
                    <a:pt x="501357" y="193417"/>
                  </a:lnTo>
                  <a:lnTo>
                    <a:pt x="572980" y="219296"/>
                  </a:lnTo>
                  <a:lnTo>
                    <a:pt x="644602" y="244759"/>
                  </a:lnTo>
                  <a:lnTo>
                    <a:pt x="716225" y="269811"/>
                  </a:lnTo>
                  <a:lnTo>
                    <a:pt x="787847" y="294460"/>
                  </a:lnTo>
                  <a:lnTo>
                    <a:pt x="859470" y="318711"/>
                  </a:lnTo>
                  <a:lnTo>
                    <a:pt x="931092" y="342572"/>
                  </a:lnTo>
                  <a:lnTo>
                    <a:pt x="1002715" y="366049"/>
                  </a:lnTo>
                  <a:lnTo>
                    <a:pt x="1074337" y="389147"/>
                  </a:lnTo>
                  <a:lnTo>
                    <a:pt x="1145960" y="411873"/>
                  </a:lnTo>
                  <a:lnTo>
                    <a:pt x="1217582" y="434233"/>
                  </a:lnTo>
                  <a:lnTo>
                    <a:pt x="1289205" y="456233"/>
                  </a:lnTo>
                  <a:lnTo>
                    <a:pt x="1360827" y="477878"/>
                  </a:lnTo>
                  <a:lnTo>
                    <a:pt x="1432450" y="499175"/>
                  </a:lnTo>
                  <a:lnTo>
                    <a:pt x="1504073" y="520128"/>
                  </a:lnTo>
                  <a:lnTo>
                    <a:pt x="1575695" y="540744"/>
                  </a:lnTo>
                  <a:lnTo>
                    <a:pt x="1647318" y="561028"/>
                  </a:lnTo>
                  <a:lnTo>
                    <a:pt x="1718940" y="580985"/>
                  </a:lnTo>
                  <a:lnTo>
                    <a:pt x="1790563" y="600621"/>
                  </a:lnTo>
                  <a:lnTo>
                    <a:pt x="1862185" y="619940"/>
                  </a:lnTo>
                  <a:lnTo>
                    <a:pt x="1933808" y="638948"/>
                  </a:lnTo>
                  <a:lnTo>
                    <a:pt x="2005430" y="657650"/>
                  </a:lnTo>
                  <a:lnTo>
                    <a:pt x="2077053" y="676050"/>
                  </a:lnTo>
                  <a:lnTo>
                    <a:pt x="2148675" y="694154"/>
                  </a:lnTo>
                  <a:lnTo>
                    <a:pt x="2220298" y="711967"/>
                  </a:lnTo>
                  <a:lnTo>
                    <a:pt x="2291920" y="729492"/>
                  </a:lnTo>
                  <a:lnTo>
                    <a:pt x="2363543" y="746735"/>
                  </a:lnTo>
                  <a:lnTo>
                    <a:pt x="2435165" y="763700"/>
                  </a:lnTo>
                  <a:lnTo>
                    <a:pt x="2506788" y="780392"/>
                  </a:lnTo>
                  <a:lnTo>
                    <a:pt x="2578410" y="796815"/>
                  </a:lnTo>
                  <a:lnTo>
                    <a:pt x="2650033" y="812974"/>
                  </a:lnTo>
                  <a:lnTo>
                    <a:pt x="2721655" y="828872"/>
                  </a:lnTo>
                  <a:lnTo>
                    <a:pt x="2793278" y="844514"/>
                  </a:lnTo>
                  <a:lnTo>
                    <a:pt x="2864901" y="859904"/>
                  </a:lnTo>
                  <a:lnTo>
                    <a:pt x="2936523" y="875046"/>
                  </a:lnTo>
                  <a:lnTo>
                    <a:pt x="3008146" y="889944"/>
                  </a:lnTo>
                  <a:lnTo>
                    <a:pt x="3079768" y="904602"/>
                  </a:lnTo>
                  <a:lnTo>
                    <a:pt x="3151391" y="919024"/>
                  </a:lnTo>
                  <a:lnTo>
                    <a:pt x="3223013" y="933214"/>
                  </a:lnTo>
                  <a:lnTo>
                    <a:pt x="3294636" y="947175"/>
                  </a:lnTo>
                  <a:lnTo>
                    <a:pt x="3366258" y="960911"/>
                  </a:lnTo>
                  <a:lnTo>
                    <a:pt x="3437881" y="974426"/>
                  </a:lnTo>
                  <a:lnTo>
                    <a:pt x="3509503" y="987723"/>
                  </a:lnTo>
                  <a:lnTo>
                    <a:pt x="3581126" y="1000806"/>
                  </a:lnTo>
                  <a:lnTo>
                    <a:pt x="3652748" y="1013678"/>
                  </a:lnTo>
                  <a:lnTo>
                    <a:pt x="3724371" y="1026343"/>
                  </a:lnTo>
                  <a:lnTo>
                    <a:pt x="3795993" y="1038803"/>
                  </a:lnTo>
                  <a:lnTo>
                    <a:pt x="3867616" y="1051063"/>
                  </a:lnTo>
                  <a:lnTo>
                    <a:pt x="3939238" y="1063126"/>
                  </a:lnTo>
                  <a:lnTo>
                    <a:pt x="4010861" y="1074994"/>
                  </a:lnTo>
                  <a:lnTo>
                    <a:pt x="4082483" y="1086671"/>
                  </a:lnTo>
                  <a:lnTo>
                    <a:pt x="4154106" y="1098160"/>
                  </a:lnTo>
                  <a:lnTo>
                    <a:pt x="4225729" y="1109463"/>
                  </a:lnTo>
                  <a:lnTo>
                    <a:pt x="4297351" y="1120585"/>
                  </a:lnTo>
                  <a:lnTo>
                    <a:pt x="4368974" y="1131527"/>
                  </a:lnTo>
                  <a:lnTo>
                    <a:pt x="4440596" y="1142293"/>
                  </a:lnTo>
                  <a:lnTo>
                    <a:pt x="4512219" y="1152886"/>
                  </a:lnTo>
                  <a:lnTo>
                    <a:pt x="4583841" y="1163308"/>
                  </a:lnTo>
                  <a:lnTo>
                    <a:pt x="4655464" y="1173562"/>
                  </a:lnTo>
                  <a:lnTo>
                    <a:pt x="4727086" y="1183651"/>
                  </a:lnTo>
                  <a:lnTo>
                    <a:pt x="4798709" y="1193578"/>
                  </a:lnTo>
                  <a:lnTo>
                    <a:pt x="4870331" y="1203344"/>
                  </a:lnTo>
                  <a:lnTo>
                    <a:pt x="4941954" y="1212953"/>
                  </a:lnTo>
                  <a:lnTo>
                    <a:pt x="5013576" y="1222408"/>
                  </a:lnTo>
                  <a:lnTo>
                    <a:pt x="5085199" y="1231710"/>
                  </a:lnTo>
                  <a:lnTo>
                    <a:pt x="5156821" y="1240862"/>
                  </a:lnTo>
                  <a:lnTo>
                    <a:pt x="5228444" y="1249867"/>
                  </a:lnTo>
                  <a:lnTo>
                    <a:pt x="5300066" y="1258726"/>
                  </a:lnTo>
                  <a:lnTo>
                    <a:pt x="5371689" y="1267443"/>
                  </a:lnTo>
                  <a:lnTo>
                    <a:pt x="5443311" y="1276020"/>
                  </a:lnTo>
                  <a:lnTo>
                    <a:pt x="5514934" y="1284458"/>
                  </a:lnTo>
                  <a:lnTo>
                    <a:pt x="5586557" y="1292760"/>
                  </a:lnTo>
                  <a:lnTo>
                    <a:pt x="5658179" y="1300929"/>
                  </a:lnTo>
                  <a:lnTo>
                    <a:pt x="5729802" y="1308966"/>
                  </a:lnTo>
                  <a:lnTo>
                    <a:pt x="5801424" y="1316874"/>
                  </a:lnTo>
                  <a:lnTo>
                    <a:pt x="5873047" y="1324654"/>
                  </a:lnTo>
                  <a:lnTo>
                    <a:pt x="5944669" y="1332309"/>
                  </a:lnTo>
                  <a:lnTo>
                    <a:pt x="6016292" y="1339840"/>
                  </a:lnTo>
                  <a:lnTo>
                    <a:pt x="6087914" y="1347250"/>
                  </a:lnTo>
                  <a:lnTo>
                    <a:pt x="6159537" y="1354541"/>
                  </a:lnTo>
                  <a:lnTo>
                    <a:pt x="6231159" y="1361714"/>
                  </a:lnTo>
                  <a:lnTo>
                    <a:pt x="6302782" y="1368772"/>
                  </a:lnTo>
                  <a:lnTo>
                    <a:pt x="6374404" y="1375716"/>
                  </a:lnTo>
                  <a:lnTo>
                    <a:pt x="6446027" y="1382548"/>
                  </a:lnTo>
                  <a:lnTo>
                    <a:pt x="6517649" y="1389270"/>
                  </a:lnTo>
                  <a:lnTo>
                    <a:pt x="6589272" y="1395884"/>
                  </a:lnTo>
                  <a:lnTo>
                    <a:pt x="6660894" y="1402391"/>
                  </a:lnTo>
                  <a:lnTo>
                    <a:pt x="6732517" y="1408794"/>
                  </a:lnTo>
                  <a:lnTo>
                    <a:pt x="6804139" y="1415093"/>
                  </a:lnTo>
                  <a:lnTo>
                    <a:pt x="6875762" y="1421291"/>
                  </a:lnTo>
                  <a:lnTo>
                    <a:pt x="6947385" y="1427389"/>
                  </a:lnTo>
                  <a:lnTo>
                    <a:pt x="7019007" y="1433389"/>
                  </a:lnTo>
                  <a:lnTo>
                    <a:pt x="7090630" y="14392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(1.11-1.33), p_Bonf = &lt;0.001 (n = 6)  |  per IQR decline (Δ = 29.3 %): 1.77 (1.36-2.30)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2026-09-28T16:57:34Z</dcterms:modified>
  <cp:category/>
</cp:coreProperties>
</file>