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473166"/>
              <a:ext cx="6964104" cy="838406"/>
            </a:xfrm>
            <a:custGeom>
              <a:avLst/>
              <a:pathLst>
                <a:path w="6964104" h="838406">
                  <a:moveTo>
                    <a:pt x="0" y="0"/>
                  </a:moveTo>
                  <a:lnTo>
                    <a:pt x="70344" y="21717"/>
                  </a:lnTo>
                  <a:lnTo>
                    <a:pt x="140688" y="42925"/>
                  </a:lnTo>
                  <a:lnTo>
                    <a:pt x="211033" y="63637"/>
                  </a:lnTo>
                  <a:lnTo>
                    <a:pt x="281377" y="83864"/>
                  </a:lnTo>
                  <a:lnTo>
                    <a:pt x="351722" y="103616"/>
                  </a:lnTo>
                  <a:lnTo>
                    <a:pt x="422066" y="122906"/>
                  </a:lnTo>
                  <a:lnTo>
                    <a:pt x="492411" y="141745"/>
                  </a:lnTo>
                  <a:lnTo>
                    <a:pt x="562755" y="160142"/>
                  </a:lnTo>
                  <a:lnTo>
                    <a:pt x="633100" y="178108"/>
                  </a:lnTo>
                  <a:lnTo>
                    <a:pt x="703444" y="195653"/>
                  </a:lnTo>
                  <a:lnTo>
                    <a:pt x="773789" y="212787"/>
                  </a:lnTo>
                  <a:lnTo>
                    <a:pt x="844133" y="229520"/>
                  </a:lnTo>
                  <a:lnTo>
                    <a:pt x="914478" y="245861"/>
                  </a:lnTo>
                  <a:lnTo>
                    <a:pt x="984822" y="261819"/>
                  </a:lnTo>
                  <a:lnTo>
                    <a:pt x="1055167" y="277403"/>
                  </a:lnTo>
                  <a:lnTo>
                    <a:pt x="1125511" y="292623"/>
                  </a:lnTo>
                  <a:lnTo>
                    <a:pt x="1195856" y="307485"/>
                  </a:lnTo>
                  <a:lnTo>
                    <a:pt x="1266200" y="322000"/>
                  </a:lnTo>
                  <a:lnTo>
                    <a:pt x="1336545" y="336175"/>
                  </a:lnTo>
                  <a:lnTo>
                    <a:pt x="1406889" y="350017"/>
                  </a:lnTo>
                  <a:lnTo>
                    <a:pt x="1477234" y="363536"/>
                  </a:lnTo>
                  <a:lnTo>
                    <a:pt x="1547578" y="376737"/>
                  </a:lnTo>
                  <a:lnTo>
                    <a:pt x="1617923" y="389630"/>
                  </a:lnTo>
                  <a:lnTo>
                    <a:pt x="1688267" y="402220"/>
                  </a:lnTo>
                  <a:lnTo>
                    <a:pt x="1758612" y="414516"/>
                  </a:lnTo>
                  <a:lnTo>
                    <a:pt x="1828956" y="426523"/>
                  </a:lnTo>
                  <a:lnTo>
                    <a:pt x="1899301" y="438250"/>
                  </a:lnTo>
                  <a:lnTo>
                    <a:pt x="1969645" y="449701"/>
                  </a:lnTo>
                  <a:lnTo>
                    <a:pt x="2039990" y="460884"/>
                  </a:lnTo>
                  <a:lnTo>
                    <a:pt x="2110334" y="471806"/>
                  </a:lnTo>
                  <a:lnTo>
                    <a:pt x="2180679" y="482471"/>
                  </a:lnTo>
                  <a:lnTo>
                    <a:pt x="2251023" y="492887"/>
                  </a:lnTo>
                  <a:lnTo>
                    <a:pt x="2321368" y="503059"/>
                  </a:lnTo>
                  <a:lnTo>
                    <a:pt x="2391712" y="512992"/>
                  </a:lnTo>
                  <a:lnTo>
                    <a:pt x="2462057" y="522693"/>
                  </a:lnTo>
                  <a:lnTo>
                    <a:pt x="2532401" y="532167"/>
                  </a:lnTo>
                  <a:lnTo>
                    <a:pt x="2602746" y="541418"/>
                  </a:lnTo>
                  <a:lnTo>
                    <a:pt x="2673090" y="550453"/>
                  </a:lnTo>
                  <a:lnTo>
                    <a:pt x="2743435" y="559277"/>
                  </a:lnTo>
                  <a:lnTo>
                    <a:pt x="2813779" y="567893"/>
                  </a:lnTo>
                  <a:lnTo>
                    <a:pt x="2884124" y="576308"/>
                  </a:lnTo>
                  <a:lnTo>
                    <a:pt x="2954468" y="584526"/>
                  </a:lnTo>
                  <a:lnTo>
                    <a:pt x="3024813" y="592551"/>
                  </a:lnTo>
                  <a:lnTo>
                    <a:pt x="3095157" y="600388"/>
                  </a:lnTo>
                  <a:lnTo>
                    <a:pt x="3165502" y="608042"/>
                  </a:lnTo>
                  <a:lnTo>
                    <a:pt x="3235846" y="615516"/>
                  </a:lnTo>
                  <a:lnTo>
                    <a:pt x="3306191" y="622815"/>
                  </a:lnTo>
                  <a:lnTo>
                    <a:pt x="3376535" y="628592"/>
                  </a:lnTo>
                  <a:lnTo>
                    <a:pt x="3446880" y="631202"/>
                  </a:lnTo>
                  <a:lnTo>
                    <a:pt x="3517224" y="633789"/>
                  </a:lnTo>
                  <a:lnTo>
                    <a:pt x="3587569" y="636353"/>
                  </a:lnTo>
                  <a:lnTo>
                    <a:pt x="3657913" y="638895"/>
                  </a:lnTo>
                  <a:lnTo>
                    <a:pt x="3728257" y="641414"/>
                  </a:lnTo>
                  <a:lnTo>
                    <a:pt x="3798602" y="643912"/>
                  </a:lnTo>
                  <a:lnTo>
                    <a:pt x="3868946" y="646388"/>
                  </a:lnTo>
                  <a:lnTo>
                    <a:pt x="3939291" y="648842"/>
                  </a:lnTo>
                  <a:lnTo>
                    <a:pt x="4009635" y="651274"/>
                  </a:lnTo>
                  <a:lnTo>
                    <a:pt x="4079980" y="653686"/>
                  </a:lnTo>
                  <a:lnTo>
                    <a:pt x="4150324" y="656076"/>
                  </a:lnTo>
                  <a:lnTo>
                    <a:pt x="4220669" y="658446"/>
                  </a:lnTo>
                  <a:lnTo>
                    <a:pt x="4291013" y="660794"/>
                  </a:lnTo>
                  <a:lnTo>
                    <a:pt x="4361358" y="663123"/>
                  </a:lnTo>
                  <a:lnTo>
                    <a:pt x="4431702" y="665430"/>
                  </a:lnTo>
                  <a:lnTo>
                    <a:pt x="4502047" y="667718"/>
                  </a:lnTo>
                  <a:lnTo>
                    <a:pt x="4572391" y="669986"/>
                  </a:lnTo>
                  <a:lnTo>
                    <a:pt x="4642736" y="672234"/>
                  </a:lnTo>
                  <a:lnTo>
                    <a:pt x="4713080" y="674462"/>
                  </a:lnTo>
                  <a:lnTo>
                    <a:pt x="4783425" y="676671"/>
                  </a:lnTo>
                  <a:lnTo>
                    <a:pt x="4853769" y="678860"/>
                  </a:lnTo>
                  <a:lnTo>
                    <a:pt x="4924114" y="681030"/>
                  </a:lnTo>
                  <a:lnTo>
                    <a:pt x="4994458" y="683182"/>
                  </a:lnTo>
                  <a:lnTo>
                    <a:pt x="5064803" y="685314"/>
                  </a:lnTo>
                  <a:lnTo>
                    <a:pt x="5135147" y="687428"/>
                  </a:lnTo>
                  <a:lnTo>
                    <a:pt x="5205492" y="689523"/>
                  </a:lnTo>
                  <a:lnTo>
                    <a:pt x="5275836" y="691600"/>
                  </a:lnTo>
                  <a:lnTo>
                    <a:pt x="5346181" y="693659"/>
                  </a:lnTo>
                  <a:lnTo>
                    <a:pt x="5416525" y="695700"/>
                  </a:lnTo>
                  <a:lnTo>
                    <a:pt x="5486870" y="697723"/>
                  </a:lnTo>
                  <a:lnTo>
                    <a:pt x="5557214" y="699729"/>
                  </a:lnTo>
                  <a:lnTo>
                    <a:pt x="5627559" y="701716"/>
                  </a:lnTo>
                  <a:lnTo>
                    <a:pt x="5697903" y="703687"/>
                  </a:lnTo>
                  <a:lnTo>
                    <a:pt x="5768248" y="705640"/>
                  </a:lnTo>
                  <a:lnTo>
                    <a:pt x="5838592" y="707576"/>
                  </a:lnTo>
                  <a:lnTo>
                    <a:pt x="5908937" y="709496"/>
                  </a:lnTo>
                  <a:lnTo>
                    <a:pt x="5979281" y="711398"/>
                  </a:lnTo>
                  <a:lnTo>
                    <a:pt x="6049626" y="713284"/>
                  </a:lnTo>
                  <a:lnTo>
                    <a:pt x="6119970" y="715153"/>
                  </a:lnTo>
                  <a:lnTo>
                    <a:pt x="6190315" y="717006"/>
                  </a:lnTo>
                  <a:lnTo>
                    <a:pt x="6260659" y="718843"/>
                  </a:lnTo>
                  <a:lnTo>
                    <a:pt x="6331004" y="720664"/>
                  </a:lnTo>
                  <a:lnTo>
                    <a:pt x="6401348" y="722469"/>
                  </a:lnTo>
                  <a:lnTo>
                    <a:pt x="6471693" y="724258"/>
                  </a:lnTo>
                  <a:lnTo>
                    <a:pt x="6542037" y="726031"/>
                  </a:lnTo>
                  <a:lnTo>
                    <a:pt x="6612382" y="727789"/>
                  </a:lnTo>
                  <a:lnTo>
                    <a:pt x="6682726" y="729532"/>
                  </a:lnTo>
                  <a:lnTo>
                    <a:pt x="6753071" y="731259"/>
                  </a:lnTo>
                  <a:lnTo>
                    <a:pt x="6823415" y="732971"/>
                  </a:lnTo>
                  <a:lnTo>
                    <a:pt x="6893760" y="734668"/>
                  </a:lnTo>
                  <a:lnTo>
                    <a:pt x="6964104" y="736351"/>
                  </a:lnTo>
                  <a:lnTo>
                    <a:pt x="6964104" y="838406"/>
                  </a:lnTo>
                  <a:lnTo>
                    <a:pt x="6893760" y="836278"/>
                  </a:lnTo>
                  <a:lnTo>
                    <a:pt x="6823415" y="834099"/>
                  </a:lnTo>
                  <a:lnTo>
                    <a:pt x="6753071" y="831867"/>
                  </a:lnTo>
                  <a:lnTo>
                    <a:pt x="6682726" y="829583"/>
                  </a:lnTo>
                  <a:lnTo>
                    <a:pt x="6612382" y="827243"/>
                  </a:lnTo>
                  <a:lnTo>
                    <a:pt x="6542037" y="824847"/>
                  </a:lnTo>
                  <a:lnTo>
                    <a:pt x="6471693" y="822394"/>
                  </a:lnTo>
                  <a:lnTo>
                    <a:pt x="6401348" y="819882"/>
                  </a:lnTo>
                  <a:lnTo>
                    <a:pt x="6331004" y="817309"/>
                  </a:lnTo>
                  <a:lnTo>
                    <a:pt x="6260659" y="814675"/>
                  </a:lnTo>
                  <a:lnTo>
                    <a:pt x="6190315" y="811978"/>
                  </a:lnTo>
                  <a:lnTo>
                    <a:pt x="6119970" y="809216"/>
                  </a:lnTo>
                  <a:lnTo>
                    <a:pt x="6049626" y="806387"/>
                  </a:lnTo>
                  <a:lnTo>
                    <a:pt x="5979281" y="803491"/>
                  </a:lnTo>
                  <a:lnTo>
                    <a:pt x="5908937" y="800526"/>
                  </a:lnTo>
                  <a:lnTo>
                    <a:pt x="5838592" y="797489"/>
                  </a:lnTo>
                  <a:lnTo>
                    <a:pt x="5768248" y="794380"/>
                  </a:lnTo>
                  <a:lnTo>
                    <a:pt x="5697903" y="791196"/>
                  </a:lnTo>
                  <a:lnTo>
                    <a:pt x="5627559" y="787935"/>
                  </a:lnTo>
                  <a:lnTo>
                    <a:pt x="5557214" y="784596"/>
                  </a:lnTo>
                  <a:lnTo>
                    <a:pt x="5486870" y="781178"/>
                  </a:lnTo>
                  <a:lnTo>
                    <a:pt x="5416525" y="777677"/>
                  </a:lnTo>
                  <a:lnTo>
                    <a:pt x="5346181" y="774092"/>
                  </a:lnTo>
                  <a:lnTo>
                    <a:pt x="5275836" y="770421"/>
                  </a:lnTo>
                  <a:lnTo>
                    <a:pt x="5205492" y="766663"/>
                  </a:lnTo>
                  <a:lnTo>
                    <a:pt x="5135147" y="762814"/>
                  </a:lnTo>
                  <a:lnTo>
                    <a:pt x="5064803" y="758872"/>
                  </a:lnTo>
                  <a:lnTo>
                    <a:pt x="4994458" y="754837"/>
                  </a:lnTo>
                  <a:lnTo>
                    <a:pt x="4924114" y="750704"/>
                  </a:lnTo>
                  <a:lnTo>
                    <a:pt x="4853769" y="746472"/>
                  </a:lnTo>
                  <a:lnTo>
                    <a:pt x="4783425" y="742139"/>
                  </a:lnTo>
                  <a:lnTo>
                    <a:pt x="4713080" y="737702"/>
                  </a:lnTo>
                  <a:lnTo>
                    <a:pt x="4642736" y="733158"/>
                  </a:lnTo>
                  <a:lnTo>
                    <a:pt x="4572391" y="728506"/>
                  </a:lnTo>
                  <a:lnTo>
                    <a:pt x="4502047" y="723742"/>
                  </a:lnTo>
                  <a:lnTo>
                    <a:pt x="4431702" y="718863"/>
                  </a:lnTo>
                  <a:lnTo>
                    <a:pt x="4361358" y="713868"/>
                  </a:lnTo>
                  <a:lnTo>
                    <a:pt x="4291013" y="708753"/>
                  </a:lnTo>
                  <a:lnTo>
                    <a:pt x="4220669" y="703515"/>
                  </a:lnTo>
                  <a:lnTo>
                    <a:pt x="4150324" y="698151"/>
                  </a:lnTo>
                  <a:lnTo>
                    <a:pt x="4079980" y="692659"/>
                  </a:lnTo>
                  <a:lnTo>
                    <a:pt x="4009635" y="687035"/>
                  </a:lnTo>
                  <a:lnTo>
                    <a:pt x="3939291" y="681276"/>
                  </a:lnTo>
                  <a:lnTo>
                    <a:pt x="3868946" y="675379"/>
                  </a:lnTo>
                  <a:lnTo>
                    <a:pt x="3798602" y="669340"/>
                  </a:lnTo>
                  <a:lnTo>
                    <a:pt x="3728257" y="663157"/>
                  </a:lnTo>
                  <a:lnTo>
                    <a:pt x="3657913" y="656826"/>
                  </a:lnTo>
                  <a:lnTo>
                    <a:pt x="3587569" y="650342"/>
                  </a:lnTo>
                  <a:lnTo>
                    <a:pt x="3517224" y="643703"/>
                  </a:lnTo>
                  <a:lnTo>
                    <a:pt x="3446880" y="636905"/>
                  </a:lnTo>
                  <a:lnTo>
                    <a:pt x="3376535" y="629944"/>
                  </a:lnTo>
                  <a:lnTo>
                    <a:pt x="3306191" y="625959"/>
                  </a:lnTo>
                  <a:lnTo>
                    <a:pt x="3235846" y="623303"/>
                  </a:lnTo>
                  <a:lnTo>
                    <a:pt x="3165502" y="620624"/>
                  </a:lnTo>
                  <a:lnTo>
                    <a:pt x="3095157" y="617921"/>
                  </a:lnTo>
                  <a:lnTo>
                    <a:pt x="3024813" y="615194"/>
                  </a:lnTo>
                  <a:lnTo>
                    <a:pt x="2954468" y="612443"/>
                  </a:lnTo>
                  <a:lnTo>
                    <a:pt x="2884124" y="609668"/>
                  </a:lnTo>
                  <a:lnTo>
                    <a:pt x="2813779" y="606869"/>
                  </a:lnTo>
                  <a:lnTo>
                    <a:pt x="2743435" y="604044"/>
                  </a:lnTo>
                  <a:lnTo>
                    <a:pt x="2673090" y="601195"/>
                  </a:lnTo>
                  <a:lnTo>
                    <a:pt x="2602746" y="598321"/>
                  </a:lnTo>
                  <a:lnTo>
                    <a:pt x="2532401" y="595421"/>
                  </a:lnTo>
                  <a:lnTo>
                    <a:pt x="2462057" y="592496"/>
                  </a:lnTo>
                  <a:lnTo>
                    <a:pt x="2391712" y="589545"/>
                  </a:lnTo>
                  <a:lnTo>
                    <a:pt x="2321368" y="586568"/>
                  </a:lnTo>
                  <a:lnTo>
                    <a:pt x="2251023" y="583564"/>
                  </a:lnTo>
                  <a:lnTo>
                    <a:pt x="2180679" y="580535"/>
                  </a:lnTo>
                  <a:lnTo>
                    <a:pt x="2110334" y="577478"/>
                  </a:lnTo>
                  <a:lnTo>
                    <a:pt x="2039990" y="574395"/>
                  </a:lnTo>
                  <a:lnTo>
                    <a:pt x="1969645" y="571284"/>
                  </a:lnTo>
                  <a:lnTo>
                    <a:pt x="1899301" y="568146"/>
                  </a:lnTo>
                  <a:lnTo>
                    <a:pt x="1828956" y="564980"/>
                  </a:lnTo>
                  <a:lnTo>
                    <a:pt x="1758612" y="561786"/>
                  </a:lnTo>
                  <a:lnTo>
                    <a:pt x="1688267" y="558564"/>
                  </a:lnTo>
                  <a:lnTo>
                    <a:pt x="1617923" y="555314"/>
                  </a:lnTo>
                  <a:lnTo>
                    <a:pt x="1547578" y="552035"/>
                  </a:lnTo>
                  <a:lnTo>
                    <a:pt x="1477234" y="548727"/>
                  </a:lnTo>
                  <a:lnTo>
                    <a:pt x="1406889" y="545390"/>
                  </a:lnTo>
                  <a:lnTo>
                    <a:pt x="1336545" y="542024"/>
                  </a:lnTo>
                  <a:lnTo>
                    <a:pt x="1266200" y="538628"/>
                  </a:lnTo>
                  <a:lnTo>
                    <a:pt x="1195856" y="535202"/>
                  </a:lnTo>
                  <a:lnTo>
                    <a:pt x="1125511" y="531745"/>
                  </a:lnTo>
                  <a:lnTo>
                    <a:pt x="1055167" y="528259"/>
                  </a:lnTo>
                  <a:lnTo>
                    <a:pt x="984822" y="524741"/>
                  </a:lnTo>
                  <a:lnTo>
                    <a:pt x="914478" y="521193"/>
                  </a:lnTo>
                  <a:lnTo>
                    <a:pt x="844133" y="517613"/>
                  </a:lnTo>
                  <a:lnTo>
                    <a:pt x="773789" y="514001"/>
                  </a:lnTo>
                  <a:lnTo>
                    <a:pt x="703444" y="510358"/>
                  </a:lnTo>
                  <a:lnTo>
                    <a:pt x="633100" y="506683"/>
                  </a:lnTo>
                  <a:lnTo>
                    <a:pt x="562755" y="502975"/>
                  </a:lnTo>
                  <a:lnTo>
                    <a:pt x="492411" y="499234"/>
                  </a:lnTo>
                  <a:lnTo>
                    <a:pt x="422066" y="495461"/>
                  </a:lnTo>
                  <a:lnTo>
                    <a:pt x="351722" y="491654"/>
                  </a:lnTo>
                  <a:lnTo>
                    <a:pt x="281377" y="487814"/>
                  </a:lnTo>
                  <a:lnTo>
                    <a:pt x="211033" y="483940"/>
                  </a:lnTo>
                  <a:lnTo>
                    <a:pt x="140688" y="480031"/>
                  </a:lnTo>
                  <a:lnTo>
                    <a:pt x="70344" y="476088"/>
                  </a:lnTo>
                  <a:lnTo>
                    <a:pt x="0" y="4721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473166"/>
              <a:ext cx="6964104" cy="736351"/>
            </a:xfrm>
            <a:custGeom>
              <a:avLst/>
              <a:pathLst>
                <a:path w="6964104" h="736351">
                  <a:moveTo>
                    <a:pt x="0" y="0"/>
                  </a:moveTo>
                  <a:lnTo>
                    <a:pt x="70344" y="21717"/>
                  </a:lnTo>
                  <a:lnTo>
                    <a:pt x="140688" y="42925"/>
                  </a:lnTo>
                  <a:lnTo>
                    <a:pt x="211033" y="63637"/>
                  </a:lnTo>
                  <a:lnTo>
                    <a:pt x="281377" y="83864"/>
                  </a:lnTo>
                  <a:lnTo>
                    <a:pt x="351722" y="103616"/>
                  </a:lnTo>
                  <a:lnTo>
                    <a:pt x="422066" y="122906"/>
                  </a:lnTo>
                  <a:lnTo>
                    <a:pt x="492411" y="141745"/>
                  </a:lnTo>
                  <a:lnTo>
                    <a:pt x="562755" y="160142"/>
                  </a:lnTo>
                  <a:lnTo>
                    <a:pt x="633100" y="178108"/>
                  </a:lnTo>
                  <a:lnTo>
                    <a:pt x="703444" y="195653"/>
                  </a:lnTo>
                  <a:lnTo>
                    <a:pt x="773789" y="212787"/>
                  </a:lnTo>
                  <a:lnTo>
                    <a:pt x="844133" y="229520"/>
                  </a:lnTo>
                  <a:lnTo>
                    <a:pt x="914478" y="245861"/>
                  </a:lnTo>
                  <a:lnTo>
                    <a:pt x="984822" y="261819"/>
                  </a:lnTo>
                  <a:lnTo>
                    <a:pt x="1055167" y="277403"/>
                  </a:lnTo>
                  <a:lnTo>
                    <a:pt x="1125511" y="292623"/>
                  </a:lnTo>
                  <a:lnTo>
                    <a:pt x="1195856" y="307485"/>
                  </a:lnTo>
                  <a:lnTo>
                    <a:pt x="1266200" y="322000"/>
                  </a:lnTo>
                  <a:lnTo>
                    <a:pt x="1336545" y="336175"/>
                  </a:lnTo>
                  <a:lnTo>
                    <a:pt x="1406889" y="350017"/>
                  </a:lnTo>
                  <a:lnTo>
                    <a:pt x="1477234" y="363536"/>
                  </a:lnTo>
                  <a:lnTo>
                    <a:pt x="1547578" y="376737"/>
                  </a:lnTo>
                  <a:lnTo>
                    <a:pt x="1617923" y="389630"/>
                  </a:lnTo>
                  <a:lnTo>
                    <a:pt x="1688267" y="402220"/>
                  </a:lnTo>
                  <a:lnTo>
                    <a:pt x="1758612" y="414516"/>
                  </a:lnTo>
                  <a:lnTo>
                    <a:pt x="1828956" y="426523"/>
                  </a:lnTo>
                  <a:lnTo>
                    <a:pt x="1899301" y="438250"/>
                  </a:lnTo>
                  <a:lnTo>
                    <a:pt x="1969645" y="449701"/>
                  </a:lnTo>
                  <a:lnTo>
                    <a:pt x="2039990" y="460884"/>
                  </a:lnTo>
                  <a:lnTo>
                    <a:pt x="2110334" y="471806"/>
                  </a:lnTo>
                  <a:lnTo>
                    <a:pt x="2180679" y="482471"/>
                  </a:lnTo>
                  <a:lnTo>
                    <a:pt x="2251023" y="492887"/>
                  </a:lnTo>
                  <a:lnTo>
                    <a:pt x="2321368" y="503059"/>
                  </a:lnTo>
                  <a:lnTo>
                    <a:pt x="2391712" y="512992"/>
                  </a:lnTo>
                  <a:lnTo>
                    <a:pt x="2462057" y="522693"/>
                  </a:lnTo>
                  <a:lnTo>
                    <a:pt x="2532401" y="532167"/>
                  </a:lnTo>
                  <a:lnTo>
                    <a:pt x="2602746" y="541418"/>
                  </a:lnTo>
                  <a:lnTo>
                    <a:pt x="2673090" y="550453"/>
                  </a:lnTo>
                  <a:lnTo>
                    <a:pt x="2743435" y="559277"/>
                  </a:lnTo>
                  <a:lnTo>
                    <a:pt x="2813779" y="567893"/>
                  </a:lnTo>
                  <a:lnTo>
                    <a:pt x="2884124" y="576308"/>
                  </a:lnTo>
                  <a:lnTo>
                    <a:pt x="2954468" y="584526"/>
                  </a:lnTo>
                  <a:lnTo>
                    <a:pt x="3024813" y="592551"/>
                  </a:lnTo>
                  <a:lnTo>
                    <a:pt x="3095157" y="600388"/>
                  </a:lnTo>
                  <a:lnTo>
                    <a:pt x="3165502" y="608042"/>
                  </a:lnTo>
                  <a:lnTo>
                    <a:pt x="3235846" y="615516"/>
                  </a:lnTo>
                  <a:lnTo>
                    <a:pt x="3306191" y="622815"/>
                  </a:lnTo>
                  <a:lnTo>
                    <a:pt x="3376535" y="628592"/>
                  </a:lnTo>
                  <a:lnTo>
                    <a:pt x="3446880" y="631202"/>
                  </a:lnTo>
                  <a:lnTo>
                    <a:pt x="3517224" y="633789"/>
                  </a:lnTo>
                  <a:lnTo>
                    <a:pt x="3587569" y="636353"/>
                  </a:lnTo>
                  <a:lnTo>
                    <a:pt x="3657913" y="638895"/>
                  </a:lnTo>
                  <a:lnTo>
                    <a:pt x="3728257" y="641414"/>
                  </a:lnTo>
                  <a:lnTo>
                    <a:pt x="3798602" y="643912"/>
                  </a:lnTo>
                  <a:lnTo>
                    <a:pt x="3868946" y="646388"/>
                  </a:lnTo>
                  <a:lnTo>
                    <a:pt x="3939291" y="648842"/>
                  </a:lnTo>
                  <a:lnTo>
                    <a:pt x="4009635" y="651274"/>
                  </a:lnTo>
                  <a:lnTo>
                    <a:pt x="4079980" y="653686"/>
                  </a:lnTo>
                  <a:lnTo>
                    <a:pt x="4150324" y="656076"/>
                  </a:lnTo>
                  <a:lnTo>
                    <a:pt x="4220669" y="658446"/>
                  </a:lnTo>
                  <a:lnTo>
                    <a:pt x="4291013" y="660794"/>
                  </a:lnTo>
                  <a:lnTo>
                    <a:pt x="4361358" y="663123"/>
                  </a:lnTo>
                  <a:lnTo>
                    <a:pt x="4431702" y="665430"/>
                  </a:lnTo>
                  <a:lnTo>
                    <a:pt x="4502047" y="667718"/>
                  </a:lnTo>
                  <a:lnTo>
                    <a:pt x="4572391" y="669986"/>
                  </a:lnTo>
                  <a:lnTo>
                    <a:pt x="4642736" y="672234"/>
                  </a:lnTo>
                  <a:lnTo>
                    <a:pt x="4713080" y="674462"/>
                  </a:lnTo>
                  <a:lnTo>
                    <a:pt x="4783425" y="676671"/>
                  </a:lnTo>
                  <a:lnTo>
                    <a:pt x="4853769" y="678860"/>
                  </a:lnTo>
                  <a:lnTo>
                    <a:pt x="4924114" y="681030"/>
                  </a:lnTo>
                  <a:lnTo>
                    <a:pt x="4994458" y="683182"/>
                  </a:lnTo>
                  <a:lnTo>
                    <a:pt x="5064803" y="685314"/>
                  </a:lnTo>
                  <a:lnTo>
                    <a:pt x="5135147" y="687428"/>
                  </a:lnTo>
                  <a:lnTo>
                    <a:pt x="5205492" y="689523"/>
                  </a:lnTo>
                  <a:lnTo>
                    <a:pt x="5275836" y="691600"/>
                  </a:lnTo>
                  <a:lnTo>
                    <a:pt x="5346181" y="693659"/>
                  </a:lnTo>
                  <a:lnTo>
                    <a:pt x="5416525" y="695700"/>
                  </a:lnTo>
                  <a:lnTo>
                    <a:pt x="5486870" y="697723"/>
                  </a:lnTo>
                  <a:lnTo>
                    <a:pt x="5557214" y="699729"/>
                  </a:lnTo>
                  <a:lnTo>
                    <a:pt x="5627559" y="701716"/>
                  </a:lnTo>
                  <a:lnTo>
                    <a:pt x="5697903" y="703687"/>
                  </a:lnTo>
                  <a:lnTo>
                    <a:pt x="5768248" y="705640"/>
                  </a:lnTo>
                  <a:lnTo>
                    <a:pt x="5838592" y="707576"/>
                  </a:lnTo>
                  <a:lnTo>
                    <a:pt x="5908937" y="709496"/>
                  </a:lnTo>
                  <a:lnTo>
                    <a:pt x="5979281" y="711398"/>
                  </a:lnTo>
                  <a:lnTo>
                    <a:pt x="6049626" y="713284"/>
                  </a:lnTo>
                  <a:lnTo>
                    <a:pt x="6119970" y="715153"/>
                  </a:lnTo>
                  <a:lnTo>
                    <a:pt x="6190315" y="717006"/>
                  </a:lnTo>
                  <a:lnTo>
                    <a:pt x="6260659" y="718843"/>
                  </a:lnTo>
                  <a:lnTo>
                    <a:pt x="6331004" y="720664"/>
                  </a:lnTo>
                  <a:lnTo>
                    <a:pt x="6401348" y="722469"/>
                  </a:lnTo>
                  <a:lnTo>
                    <a:pt x="6471693" y="724258"/>
                  </a:lnTo>
                  <a:lnTo>
                    <a:pt x="6542037" y="726031"/>
                  </a:lnTo>
                  <a:lnTo>
                    <a:pt x="6612382" y="727789"/>
                  </a:lnTo>
                  <a:lnTo>
                    <a:pt x="6682726" y="729532"/>
                  </a:lnTo>
                  <a:lnTo>
                    <a:pt x="6753071" y="731259"/>
                  </a:lnTo>
                  <a:lnTo>
                    <a:pt x="6823415" y="732971"/>
                  </a:lnTo>
                  <a:lnTo>
                    <a:pt x="6893760" y="734668"/>
                  </a:lnTo>
                  <a:lnTo>
                    <a:pt x="6964104" y="7363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45277"/>
              <a:ext cx="6964104" cy="366295"/>
            </a:xfrm>
            <a:custGeom>
              <a:avLst/>
              <a:pathLst>
                <a:path w="6964104" h="366295">
                  <a:moveTo>
                    <a:pt x="6964104" y="366295"/>
                  </a:moveTo>
                  <a:lnTo>
                    <a:pt x="6893760" y="364167"/>
                  </a:lnTo>
                  <a:lnTo>
                    <a:pt x="6823415" y="361988"/>
                  </a:lnTo>
                  <a:lnTo>
                    <a:pt x="6753071" y="359756"/>
                  </a:lnTo>
                  <a:lnTo>
                    <a:pt x="6682726" y="357471"/>
                  </a:lnTo>
                  <a:lnTo>
                    <a:pt x="6612382" y="355132"/>
                  </a:lnTo>
                  <a:lnTo>
                    <a:pt x="6542037" y="352736"/>
                  </a:lnTo>
                  <a:lnTo>
                    <a:pt x="6471693" y="350282"/>
                  </a:lnTo>
                  <a:lnTo>
                    <a:pt x="6401348" y="347770"/>
                  </a:lnTo>
                  <a:lnTo>
                    <a:pt x="6331004" y="345198"/>
                  </a:lnTo>
                  <a:lnTo>
                    <a:pt x="6260659" y="342564"/>
                  </a:lnTo>
                  <a:lnTo>
                    <a:pt x="6190315" y="339866"/>
                  </a:lnTo>
                  <a:lnTo>
                    <a:pt x="6119970" y="337104"/>
                  </a:lnTo>
                  <a:lnTo>
                    <a:pt x="6049626" y="334276"/>
                  </a:lnTo>
                  <a:lnTo>
                    <a:pt x="5979281" y="331380"/>
                  </a:lnTo>
                  <a:lnTo>
                    <a:pt x="5908937" y="328415"/>
                  </a:lnTo>
                  <a:lnTo>
                    <a:pt x="5838592" y="325378"/>
                  </a:lnTo>
                  <a:lnTo>
                    <a:pt x="5768248" y="322268"/>
                  </a:lnTo>
                  <a:lnTo>
                    <a:pt x="5697903" y="319084"/>
                  </a:lnTo>
                  <a:lnTo>
                    <a:pt x="5627559" y="315824"/>
                  </a:lnTo>
                  <a:lnTo>
                    <a:pt x="5557214" y="312485"/>
                  </a:lnTo>
                  <a:lnTo>
                    <a:pt x="5486870" y="309066"/>
                  </a:lnTo>
                  <a:lnTo>
                    <a:pt x="5416525" y="305566"/>
                  </a:lnTo>
                  <a:lnTo>
                    <a:pt x="5346181" y="301981"/>
                  </a:lnTo>
                  <a:lnTo>
                    <a:pt x="5275836" y="298310"/>
                  </a:lnTo>
                  <a:lnTo>
                    <a:pt x="5205492" y="294551"/>
                  </a:lnTo>
                  <a:lnTo>
                    <a:pt x="5135147" y="290702"/>
                  </a:lnTo>
                  <a:lnTo>
                    <a:pt x="5064803" y="286761"/>
                  </a:lnTo>
                  <a:lnTo>
                    <a:pt x="4994458" y="282725"/>
                  </a:lnTo>
                  <a:lnTo>
                    <a:pt x="4924114" y="278593"/>
                  </a:lnTo>
                  <a:lnTo>
                    <a:pt x="4853769" y="274361"/>
                  </a:lnTo>
                  <a:lnTo>
                    <a:pt x="4783425" y="270028"/>
                  </a:lnTo>
                  <a:lnTo>
                    <a:pt x="4713080" y="265591"/>
                  </a:lnTo>
                  <a:lnTo>
                    <a:pt x="4642736" y="261047"/>
                  </a:lnTo>
                  <a:lnTo>
                    <a:pt x="4572391" y="256395"/>
                  </a:lnTo>
                  <a:lnTo>
                    <a:pt x="4502047" y="251630"/>
                  </a:lnTo>
                  <a:lnTo>
                    <a:pt x="4431702" y="246752"/>
                  </a:lnTo>
                  <a:lnTo>
                    <a:pt x="4361358" y="241757"/>
                  </a:lnTo>
                  <a:lnTo>
                    <a:pt x="4291013" y="236641"/>
                  </a:lnTo>
                  <a:lnTo>
                    <a:pt x="4220669" y="231403"/>
                  </a:lnTo>
                  <a:lnTo>
                    <a:pt x="4150324" y="226040"/>
                  </a:lnTo>
                  <a:lnTo>
                    <a:pt x="4079980" y="220548"/>
                  </a:lnTo>
                  <a:lnTo>
                    <a:pt x="4009635" y="214924"/>
                  </a:lnTo>
                  <a:lnTo>
                    <a:pt x="3939291" y="209165"/>
                  </a:lnTo>
                  <a:lnTo>
                    <a:pt x="3868946" y="203268"/>
                  </a:lnTo>
                  <a:lnTo>
                    <a:pt x="3798602" y="197229"/>
                  </a:lnTo>
                  <a:lnTo>
                    <a:pt x="3728257" y="191046"/>
                  </a:lnTo>
                  <a:lnTo>
                    <a:pt x="3657913" y="184714"/>
                  </a:lnTo>
                  <a:lnTo>
                    <a:pt x="3587569" y="178231"/>
                  </a:lnTo>
                  <a:lnTo>
                    <a:pt x="3517224" y="171592"/>
                  </a:lnTo>
                  <a:lnTo>
                    <a:pt x="3446880" y="164794"/>
                  </a:lnTo>
                  <a:lnTo>
                    <a:pt x="3376535" y="157832"/>
                  </a:lnTo>
                  <a:lnTo>
                    <a:pt x="3306191" y="153848"/>
                  </a:lnTo>
                  <a:lnTo>
                    <a:pt x="3235846" y="151192"/>
                  </a:lnTo>
                  <a:lnTo>
                    <a:pt x="3165502" y="148513"/>
                  </a:lnTo>
                  <a:lnTo>
                    <a:pt x="3095157" y="145810"/>
                  </a:lnTo>
                  <a:lnTo>
                    <a:pt x="3024813" y="143083"/>
                  </a:lnTo>
                  <a:lnTo>
                    <a:pt x="2954468" y="140332"/>
                  </a:lnTo>
                  <a:lnTo>
                    <a:pt x="2884124" y="137557"/>
                  </a:lnTo>
                  <a:lnTo>
                    <a:pt x="2813779" y="134757"/>
                  </a:lnTo>
                  <a:lnTo>
                    <a:pt x="2743435" y="131933"/>
                  </a:lnTo>
                  <a:lnTo>
                    <a:pt x="2673090" y="129084"/>
                  </a:lnTo>
                  <a:lnTo>
                    <a:pt x="2602746" y="126209"/>
                  </a:lnTo>
                  <a:lnTo>
                    <a:pt x="2532401" y="123310"/>
                  </a:lnTo>
                  <a:lnTo>
                    <a:pt x="2462057" y="120385"/>
                  </a:lnTo>
                  <a:lnTo>
                    <a:pt x="2391712" y="117434"/>
                  </a:lnTo>
                  <a:lnTo>
                    <a:pt x="2321368" y="114456"/>
                  </a:lnTo>
                  <a:lnTo>
                    <a:pt x="2251023" y="111453"/>
                  </a:lnTo>
                  <a:lnTo>
                    <a:pt x="2180679" y="108423"/>
                  </a:lnTo>
                  <a:lnTo>
                    <a:pt x="2110334" y="105367"/>
                  </a:lnTo>
                  <a:lnTo>
                    <a:pt x="2039990" y="102283"/>
                  </a:lnTo>
                  <a:lnTo>
                    <a:pt x="1969645" y="99173"/>
                  </a:lnTo>
                  <a:lnTo>
                    <a:pt x="1899301" y="96035"/>
                  </a:lnTo>
                  <a:lnTo>
                    <a:pt x="1828956" y="92869"/>
                  </a:lnTo>
                  <a:lnTo>
                    <a:pt x="1758612" y="89675"/>
                  </a:lnTo>
                  <a:lnTo>
                    <a:pt x="1688267" y="86453"/>
                  </a:lnTo>
                  <a:lnTo>
                    <a:pt x="1617923" y="83203"/>
                  </a:lnTo>
                  <a:lnTo>
                    <a:pt x="1547578" y="79924"/>
                  </a:lnTo>
                  <a:lnTo>
                    <a:pt x="1477234" y="76616"/>
                  </a:lnTo>
                  <a:lnTo>
                    <a:pt x="1406889" y="73279"/>
                  </a:lnTo>
                  <a:lnTo>
                    <a:pt x="1336545" y="69913"/>
                  </a:lnTo>
                  <a:lnTo>
                    <a:pt x="1266200" y="66517"/>
                  </a:lnTo>
                  <a:lnTo>
                    <a:pt x="1195856" y="63090"/>
                  </a:lnTo>
                  <a:lnTo>
                    <a:pt x="1125511" y="59634"/>
                  </a:lnTo>
                  <a:lnTo>
                    <a:pt x="1055167" y="56147"/>
                  </a:lnTo>
                  <a:lnTo>
                    <a:pt x="984822" y="52630"/>
                  </a:lnTo>
                  <a:lnTo>
                    <a:pt x="914478" y="49081"/>
                  </a:lnTo>
                  <a:lnTo>
                    <a:pt x="844133" y="45501"/>
                  </a:lnTo>
                  <a:lnTo>
                    <a:pt x="773789" y="41890"/>
                  </a:lnTo>
                  <a:lnTo>
                    <a:pt x="703444" y="38247"/>
                  </a:lnTo>
                  <a:lnTo>
                    <a:pt x="633100" y="34571"/>
                  </a:lnTo>
                  <a:lnTo>
                    <a:pt x="562755" y="30864"/>
                  </a:lnTo>
                  <a:lnTo>
                    <a:pt x="492411" y="27123"/>
                  </a:lnTo>
                  <a:lnTo>
                    <a:pt x="422066" y="23350"/>
                  </a:lnTo>
                  <a:lnTo>
                    <a:pt x="351722" y="19543"/>
                  </a:lnTo>
                  <a:lnTo>
                    <a:pt x="281377" y="15703"/>
                  </a:lnTo>
                  <a:lnTo>
                    <a:pt x="211033" y="11828"/>
                  </a:lnTo>
                  <a:lnTo>
                    <a:pt x="140688" y="7920"/>
                  </a:lnTo>
                  <a:lnTo>
                    <a:pt x="70344" y="39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50787"/>
              <a:ext cx="6964104" cy="519406"/>
            </a:xfrm>
            <a:custGeom>
              <a:avLst/>
              <a:pathLst>
                <a:path w="6964104" h="519406">
                  <a:moveTo>
                    <a:pt x="0" y="0"/>
                  </a:moveTo>
                  <a:lnTo>
                    <a:pt x="70344" y="10463"/>
                  </a:lnTo>
                  <a:lnTo>
                    <a:pt x="140688" y="20758"/>
                  </a:lnTo>
                  <a:lnTo>
                    <a:pt x="211033" y="30888"/>
                  </a:lnTo>
                  <a:lnTo>
                    <a:pt x="281377" y="40854"/>
                  </a:lnTo>
                  <a:lnTo>
                    <a:pt x="351722" y="50660"/>
                  </a:lnTo>
                  <a:lnTo>
                    <a:pt x="422066" y="60307"/>
                  </a:lnTo>
                  <a:lnTo>
                    <a:pt x="492411" y="69799"/>
                  </a:lnTo>
                  <a:lnTo>
                    <a:pt x="562755" y="79139"/>
                  </a:lnTo>
                  <a:lnTo>
                    <a:pt x="633100" y="88327"/>
                  </a:lnTo>
                  <a:lnTo>
                    <a:pt x="703444" y="97368"/>
                  </a:lnTo>
                  <a:lnTo>
                    <a:pt x="773789" y="106263"/>
                  </a:lnTo>
                  <a:lnTo>
                    <a:pt x="844133" y="115015"/>
                  </a:lnTo>
                  <a:lnTo>
                    <a:pt x="914478" y="123626"/>
                  </a:lnTo>
                  <a:lnTo>
                    <a:pt x="984822" y="132098"/>
                  </a:lnTo>
                  <a:lnTo>
                    <a:pt x="1055167" y="140434"/>
                  </a:lnTo>
                  <a:lnTo>
                    <a:pt x="1125511" y="148635"/>
                  </a:lnTo>
                  <a:lnTo>
                    <a:pt x="1195856" y="156704"/>
                  </a:lnTo>
                  <a:lnTo>
                    <a:pt x="1266200" y="164643"/>
                  </a:lnTo>
                  <a:lnTo>
                    <a:pt x="1336545" y="172455"/>
                  </a:lnTo>
                  <a:lnTo>
                    <a:pt x="1406889" y="180140"/>
                  </a:lnTo>
                  <a:lnTo>
                    <a:pt x="1477234" y="187702"/>
                  </a:lnTo>
                  <a:lnTo>
                    <a:pt x="1547578" y="195142"/>
                  </a:lnTo>
                  <a:lnTo>
                    <a:pt x="1617923" y="202462"/>
                  </a:lnTo>
                  <a:lnTo>
                    <a:pt x="1688267" y="209664"/>
                  </a:lnTo>
                  <a:lnTo>
                    <a:pt x="1758612" y="216750"/>
                  </a:lnTo>
                  <a:lnTo>
                    <a:pt x="1828956" y="223721"/>
                  </a:lnTo>
                  <a:lnTo>
                    <a:pt x="1899301" y="230581"/>
                  </a:lnTo>
                  <a:lnTo>
                    <a:pt x="1969645" y="237330"/>
                  </a:lnTo>
                  <a:lnTo>
                    <a:pt x="2039990" y="243970"/>
                  </a:lnTo>
                  <a:lnTo>
                    <a:pt x="2110334" y="250504"/>
                  </a:lnTo>
                  <a:lnTo>
                    <a:pt x="2180679" y="256932"/>
                  </a:lnTo>
                  <a:lnTo>
                    <a:pt x="2251023" y="263256"/>
                  </a:lnTo>
                  <a:lnTo>
                    <a:pt x="2321368" y="269479"/>
                  </a:lnTo>
                  <a:lnTo>
                    <a:pt x="2391712" y="275601"/>
                  </a:lnTo>
                  <a:lnTo>
                    <a:pt x="2462057" y="281625"/>
                  </a:lnTo>
                  <a:lnTo>
                    <a:pt x="2532401" y="287552"/>
                  </a:lnTo>
                  <a:lnTo>
                    <a:pt x="2602746" y="293383"/>
                  </a:lnTo>
                  <a:lnTo>
                    <a:pt x="2673090" y="299120"/>
                  </a:lnTo>
                  <a:lnTo>
                    <a:pt x="2743435" y="304765"/>
                  </a:lnTo>
                  <a:lnTo>
                    <a:pt x="2813779" y="310319"/>
                  </a:lnTo>
                  <a:lnTo>
                    <a:pt x="2884124" y="315783"/>
                  </a:lnTo>
                  <a:lnTo>
                    <a:pt x="2954468" y="321160"/>
                  </a:lnTo>
                  <a:lnTo>
                    <a:pt x="3024813" y="326449"/>
                  </a:lnTo>
                  <a:lnTo>
                    <a:pt x="3095157" y="331654"/>
                  </a:lnTo>
                  <a:lnTo>
                    <a:pt x="3165502" y="336775"/>
                  </a:lnTo>
                  <a:lnTo>
                    <a:pt x="3235846" y="341813"/>
                  </a:lnTo>
                  <a:lnTo>
                    <a:pt x="3306191" y="346770"/>
                  </a:lnTo>
                  <a:lnTo>
                    <a:pt x="3376535" y="351647"/>
                  </a:lnTo>
                  <a:lnTo>
                    <a:pt x="3446880" y="356446"/>
                  </a:lnTo>
                  <a:lnTo>
                    <a:pt x="3517224" y="361167"/>
                  </a:lnTo>
                  <a:lnTo>
                    <a:pt x="3587569" y="365812"/>
                  </a:lnTo>
                  <a:lnTo>
                    <a:pt x="3657913" y="370383"/>
                  </a:lnTo>
                  <a:lnTo>
                    <a:pt x="3728257" y="374879"/>
                  </a:lnTo>
                  <a:lnTo>
                    <a:pt x="3798602" y="379304"/>
                  </a:lnTo>
                  <a:lnTo>
                    <a:pt x="3868946" y="383657"/>
                  </a:lnTo>
                  <a:lnTo>
                    <a:pt x="3939291" y="387940"/>
                  </a:lnTo>
                  <a:lnTo>
                    <a:pt x="4009635" y="392154"/>
                  </a:lnTo>
                  <a:lnTo>
                    <a:pt x="4079980" y="396300"/>
                  </a:lnTo>
                  <a:lnTo>
                    <a:pt x="4150324" y="400379"/>
                  </a:lnTo>
                  <a:lnTo>
                    <a:pt x="4220669" y="404392"/>
                  </a:lnTo>
                  <a:lnTo>
                    <a:pt x="4291013" y="408341"/>
                  </a:lnTo>
                  <a:lnTo>
                    <a:pt x="4361358" y="412227"/>
                  </a:lnTo>
                  <a:lnTo>
                    <a:pt x="4431702" y="416049"/>
                  </a:lnTo>
                  <a:lnTo>
                    <a:pt x="4502047" y="419810"/>
                  </a:lnTo>
                  <a:lnTo>
                    <a:pt x="4572391" y="423511"/>
                  </a:lnTo>
                  <a:lnTo>
                    <a:pt x="4642736" y="427152"/>
                  </a:lnTo>
                  <a:lnTo>
                    <a:pt x="4713080" y="430734"/>
                  </a:lnTo>
                  <a:lnTo>
                    <a:pt x="4783425" y="434258"/>
                  </a:lnTo>
                  <a:lnTo>
                    <a:pt x="4853769" y="437726"/>
                  </a:lnTo>
                  <a:lnTo>
                    <a:pt x="4924114" y="441138"/>
                  </a:lnTo>
                  <a:lnTo>
                    <a:pt x="4994458" y="444495"/>
                  </a:lnTo>
                  <a:lnTo>
                    <a:pt x="5064803" y="447798"/>
                  </a:lnTo>
                  <a:lnTo>
                    <a:pt x="5135147" y="451047"/>
                  </a:lnTo>
                  <a:lnTo>
                    <a:pt x="5205492" y="454244"/>
                  </a:lnTo>
                  <a:lnTo>
                    <a:pt x="5275836" y="457390"/>
                  </a:lnTo>
                  <a:lnTo>
                    <a:pt x="5346181" y="460485"/>
                  </a:lnTo>
                  <a:lnTo>
                    <a:pt x="5416525" y="463530"/>
                  </a:lnTo>
                  <a:lnTo>
                    <a:pt x="5486870" y="466526"/>
                  </a:lnTo>
                  <a:lnTo>
                    <a:pt x="5557214" y="469474"/>
                  </a:lnTo>
                  <a:lnTo>
                    <a:pt x="5627559" y="472375"/>
                  </a:lnTo>
                  <a:lnTo>
                    <a:pt x="5697903" y="475228"/>
                  </a:lnTo>
                  <a:lnTo>
                    <a:pt x="5768248" y="478036"/>
                  </a:lnTo>
                  <a:lnTo>
                    <a:pt x="5838592" y="480798"/>
                  </a:lnTo>
                  <a:lnTo>
                    <a:pt x="5908937" y="483516"/>
                  </a:lnTo>
                  <a:lnTo>
                    <a:pt x="5979281" y="486191"/>
                  </a:lnTo>
                  <a:lnTo>
                    <a:pt x="6049626" y="488822"/>
                  </a:lnTo>
                  <a:lnTo>
                    <a:pt x="6119970" y="491410"/>
                  </a:lnTo>
                  <a:lnTo>
                    <a:pt x="6190315" y="493957"/>
                  </a:lnTo>
                  <a:lnTo>
                    <a:pt x="6260659" y="496463"/>
                  </a:lnTo>
                  <a:lnTo>
                    <a:pt x="6331004" y="498929"/>
                  </a:lnTo>
                  <a:lnTo>
                    <a:pt x="6401348" y="501355"/>
                  </a:lnTo>
                  <a:lnTo>
                    <a:pt x="6471693" y="503741"/>
                  </a:lnTo>
                  <a:lnTo>
                    <a:pt x="6542037" y="506090"/>
                  </a:lnTo>
                  <a:lnTo>
                    <a:pt x="6612382" y="508400"/>
                  </a:lnTo>
                  <a:lnTo>
                    <a:pt x="6682726" y="510674"/>
                  </a:lnTo>
                  <a:lnTo>
                    <a:pt x="6753071" y="512910"/>
                  </a:lnTo>
                  <a:lnTo>
                    <a:pt x="6823415" y="515111"/>
                  </a:lnTo>
                  <a:lnTo>
                    <a:pt x="6893760" y="517276"/>
                  </a:lnTo>
                  <a:lnTo>
                    <a:pt x="6964104" y="5194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666558"/>
              <a:ext cx="6964104" cy="838406"/>
            </a:xfrm>
            <a:custGeom>
              <a:avLst/>
              <a:pathLst>
                <a:path w="6964104" h="838406">
                  <a:moveTo>
                    <a:pt x="0" y="0"/>
                  </a:moveTo>
                  <a:lnTo>
                    <a:pt x="70344" y="21717"/>
                  </a:lnTo>
                  <a:lnTo>
                    <a:pt x="140688" y="42925"/>
                  </a:lnTo>
                  <a:lnTo>
                    <a:pt x="211033" y="63637"/>
                  </a:lnTo>
                  <a:lnTo>
                    <a:pt x="281377" y="83864"/>
                  </a:lnTo>
                  <a:lnTo>
                    <a:pt x="351722" y="103616"/>
                  </a:lnTo>
                  <a:lnTo>
                    <a:pt x="422066" y="122906"/>
                  </a:lnTo>
                  <a:lnTo>
                    <a:pt x="492411" y="141745"/>
                  </a:lnTo>
                  <a:lnTo>
                    <a:pt x="562755" y="160142"/>
                  </a:lnTo>
                  <a:lnTo>
                    <a:pt x="633100" y="178108"/>
                  </a:lnTo>
                  <a:lnTo>
                    <a:pt x="703444" y="195653"/>
                  </a:lnTo>
                  <a:lnTo>
                    <a:pt x="773789" y="212787"/>
                  </a:lnTo>
                  <a:lnTo>
                    <a:pt x="844133" y="229520"/>
                  </a:lnTo>
                  <a:lnTo>
                    <a:pt x="914478" y="245861"/>
                  </a:lnTo>
                  <a:lnTo>
                    <a:pt x="984822" y="261819"/>
                  </a:lnTo>
                  <a:lnTo>
                    <a:pt x="1055167" y="277403"/>
                  </a:lnTo>
                  <a:lnTo>
                    <a:pt x="1125511" y="292623"/>
                  </a:lnTo>
                  <a:lnTo>
                    <a:pt x="1195856" y="307485"/>
                  </a:lnTo>
                  <a:lnTo>
                    <a:pt x="1266200" y="322000"/>
                  </a:lnTo>
                  <a:lnTo>
                    <a:pt x="1336545" y="336175"/>
                  </a:lnTo>
                  <a:lnTo>
                    <a:pt x="1406889" y="350017"/>
                  </a:lnTo>
                  <a:lnTo>
                    <a:pt x="1477234" y="363536"/>
                  </a:lnTo>
                  <a:lnTo>
                    <a:pt x="1547578" y="376737"/>
                  </a:lnTo>
                  <a:lnTo>
                    <a:pt x="1617923" y="389630"/>
                  </a:lnTo>
                  <a:lnTo>
                    <a:pt x="1688267" y="402220"/>
                  </a:lnTo>
                  <a:lnTo>
                    <a:pt x="1758612" y="414516"/>
                  </a:lnTo>
                  <a:lnTo>
                    <a:pt x="1828956" y="426523"/>
                  </a:lnTo>
                  <a:lnTo>
                    <a:pt x="1899301" y="438250"/>
                  </a:lnTo>
                  <a:lnTo>
                    <a:pt x="1969645" y="449701"/>
                  </a:lnTo>
                  <a:lnTo>
                    <a:pt x="2039990" y="460884"/>
                  </a:lnTo>
                  <a:lnTo>
                    <a:pt x="2110334" y="471806"/>
                  </a:lnTo>
                  <a:lnTo>
                    <a:pt x="2180679" y="482471"/>
                  </a:lnTo>
                  <a:lnTo>
                    <a:pt x="2251023" y="492887"/>
                  </a:lnTo>
                  <a:lnTo>
                    <a:pt x="2321368" y="503059"/>
                  </a:lnTo>
                  <a:lnTo>
                    <a:pt x="2391712" y="512992"/>
                  </a:lnTo>
                  <a:lnTo>
                    <a:pt x="2462057" y="522693"/>
                  </a:lnTo>
                  <a:lnTo>
                    <a:pt x="2532401" y="532167"/>
                  </a:lnTo>
                  <a:lnTo>
                    <a:pt x="2602746" y="541418"/>
                  </a:lnTo>
                  <a:lnTo>
                    <a:pt x="2673090" y="550453"/>
                  </a:lnTo>
                  <a:lnTo>
                    <a:pt x="2743435" y="559277"/>
                  </a:lnTo>
                  <a:lnTo>
                    <a:pt x="2813779" y="567893"/>
                  </a:lnTo>
                  <a:lnTo>
                    <a:pt x="2884124" y="576308"/>
                  </a:lnTo>
                  <a:lnTo>
                    <a:pt x="2954468" y="584526"/>
                  </a:lnTo>
                  <a:lnTo>
                    <a:pt x="3024813" y="592551"/>
                  </a:lnTo>
                  <a:lnTo>
                    <a:pt x="3095157" y="600388"/>
                  </a:lnTo>
                  <a:lnTo>
                    <a:pt x="3165502" y="608042"/>
                  </a:lnTo>
                  <a:lnTo>
                    <a:pt x="3235846" y="615516"/>
                  </a:lnTo>
                  <a:lnTo>
                    <a:pt x="3306191" y="622815"/>
                  </a:lnTo>
                  <a:lnTo>
                    <a:pt x="3376535" y="628592"/>
                  </a:lnTo>
                  <a:lnTo>
                    <a:pt x="3446880" y="631202"/>
                  </a:lnTo>
                  <a:lnTo>
                    <a:pt x="3517224" y="633789"/>
                  </a:lnTo>
                  <a:lnTo>
                    <a:pt x="3587569" y="636353"/>
                  </a:lnTo>
                  <a:lnTo>
                    <a:pt x="3657913" y="638895"/>
                  </a:lnTo>
                  <a:lnTo>
                    <a:pt x="3728257" y="641414"/>
                  </a:lnTo>
                  <a:lnTo>
                    <a:pt x="3798602" y="643912"/>
                  </a:lnTo>
                  <a:lnTo>
                    <a:pt x="3868946" y="646388"/>
                  </a:lnTo>
                  <a:lnTo>
                    <a:pt x="3939291" y="648842"/>
                  </a:lnTo>
                  <a:lnTo>
                    <a:pt x="4009635" y="651274"/>
                  </a:lnTo>
                  <a:lnTo>
                    <a:pt x="4079980" y="653686"/>
                  </a:lnTo>
                  <a:lnTo>
                    <a:pt x="4150324" y="656076"/>
                  </a:lnTo>
                  <a:lnTo>
                    <a:pt x="4220669" y="658446"/>
                  </a:lnTo>
                  <a:lnTo>
                    <a:pt x="4291013" y="660794"/>
                  </a:lnTo>
                  <a:lnTo>
                    <a:pt x="4361358" y="663123"/>
                  </a:lnTo>
                  <a:lnTo>
                    <a:pt x="4431702" y="665430"/>
                  </a:lnTo>
                  <a:lnTo>
                    <a:pt x="4502047" y="667718"/>
                  </a:lnTo>
                  <a:lnTo>
                    <a:pt x="4572391" y="669986"/>
                  </a:lnTo>
                  <a:lnTo>
                    <a:pt x="4642736" y="672234"/>
                  </a:lnTo>
                  <a:lnTo>
                    <a:pt x="4713080" y="674462"/>
                  </a:lnTo>
                  <a:lnTo>
                    <a:pt x="4783425" y="676671"/>
                  </a:lnTo>
                  <a:lnTo>
                    <a:pt x="4853769" y="678860"/>
                  </a:lnTo>
                  <a:lnTo>
                    <a:pt x="4924114" y="681030"/>
                  </a:lnTo>
                  <a:lnTo>
                    <a:pt x="4994458" y="683182"/>
                  </a:lnTo>
                  <a:lnTo>
                    <a:pt x="5064803" y="685314"/>
                  </a:lnTo>
                  <a:lnTo>
                    <a:pt x="5135147" y="687428"/>
                  </a:lnTo>
                  <a:lnTo>
                    <a:pt x="5205492" y="689523"/>
                  </a:lnTo>
                  <a:lnTo>
                    <a:pt x="5275836" y="691600"/>
                  </a:lnTo>
                  <a:lnTo>
                    <a:pt x="5346181" y="693659"/>
                  </a:lnTo>
                  <a:lnTo>
                    <a:pt x="5416525" y="695700"/>
                  </a:lnTo>
                  <a:lnTo>
                    <a:pt x="5486870" y="697723"/>
                  </a:lnTo>
                  <a:lnTo>
                    <a:pt x="5557214" y="699729"/>
                  </a:lnTo>
                  <a:lnTo>
                    <a:pt x="5627559" y="701716"/>
                  </a:lnTo>
                  <a:lnTo>
                    <a:pt x="5697903" y="703687"/>
                  </a:lnTo>
                  <a:lnTo>
                    <a:pt x="5768248" y="705640"/>
                  </a:lnTo>
                  <a:lnTo>
                    <a:pt x="5838592" y="707576"/>
                  </a:lnTo>
                  <a:lnTo>
                    <a:pt x="5908937" y="709496"/>
                  </a:lnTo>
                  <a:lnTo>
                    <a:pt x="5979281" y="711398"/>
                  </a:lnTo>
                  <a:lnTo>
                    <a:pt x="6049626" y="713284"/>
                  </a:lnTo>
                  <a:lnTo>
                    <a:pt x="6119970" y="715153"/>
                  </a:lnTo>
                  <a:lnTo>
                    <a:pt x="6190315" y="717006"/>
                  </a:lnTo>
                  <a:lnTo>
                    <a:pt x="6260659" y="718843"/>
                  </a:lnTo>
                  <a:lnTo>
                    <a:pt x="6331004" y="720664"/>
                  </a:lnTo>
                  <a:lnTo>
                    <a:pt x="6401348" y="722469"/>
                  </a:lnTo>
                  <a:lnTo>
                    <a:pt x="6471693" y="724258"/>
                  </a:lnTo>
                  <a:lnTo>
                    <a:pt x="6542037" y="726031"/>
                  </a:lnTo>
                  <a:lnTo>
                    <a:pt x="6612382" y="727789"/>
                  </a:lnTo>
                  <a:lnTo>
                    <a:pt x="6682726" y="729532"/>
                  </a:lnTo>
                  <a:lnTo>
                    <a:pt x="6753071" y="731259"/>
                  </a:lnTo>
                  <a:lnTo>
                    <a:pt x="6823415" y="732971"/>
                  </a:lnTo>
                  <a:lnTo>
                    <a:pt x="6893760" y="734668"/>
                  </a:lnTo>
                  <a:lnTo>
                    <a:pt x="6964104" y="736351"/>
                  </a:lnTo>
                  <a:lnTo>
                    <a:pt x="6964104" y="838406"/>
                  </a:lnTo>
                  <a:lnTo>
                    <a:pt x="6893760" y="836278"/>
                  </a:lnTo>
                  <a:lnTo>
                    <a:pt x="6823415" y="834099"/>
                  </a:lnTo>
                  <a:lnTo>
                    <a:pt x="6753071" y="831867"/>
                  </a:lnTo>
                  <a:lnTo>
                    <a:pt x="6682726" y="829583"/>
                  </a:lnTo>
                  <a:lnTo>
                    <a:pt x="6612382" y="827243"/>
                  </a:lnTo>
                  <a:lnTo>
                    <a:pt x="6542037" y="824847"/>
                  </a:lnTo>
                  <a:lnTo>
                    <a:pt x="6471693" y="822394"/>
                  </a:lnTo>
                  <a:lnTo>
                    <a:pt x="6401348" y="819882"/>
                  </a:lnTo>
                  <a:lnTo>
                    <a:pt x="6331004" y="817309"/>
                  </a:lnTo>
                  <a:lnTo>
                    <a:pt x="6260659" y="814675"/>
                  </a:lnTo>
                  <a:lnTo>
                    <a:pt x="6190315" y="811978"/>
                  </a:lnTo>
                  <a:lnTo>
                    <a:pt x="6119970" y="809216"/>
                  </a:lnTo>
                  <a:lnTo>
                    <a:pt x="6049626" y="806387"/>
                  </a:lnTo>
                  <a:lnTo>
                    <a:pt x="5979281" y="803491"/>
                  </a:lnTo>
                  <a:lnTo>
                    <a:pt x="5908937" y="800526"/>
                  </a:lnTo>
                  <a:lnTo>
                    <a:pt x="5838592" y="797489"/>
                  </a:lnTo>
                  <a:lnTo>
                    <a:pt x="5768248" y="794380"/>
                  </a:lnTo>
                  <a:lnTo>
                    <a:pt x="5697903" y="791196"/>
                  </a:lnTo>
                  <a:lnTo>
                    <a:pt x="5627559" y="787935"/>
                  </a:lnTo>
                  <a:lnTo>
                    <a:pt x="5557214" y="784596"/>
                  </a:lnTo>
                  <a:lnTo>
                    <a:pt x="5486870" y="781178"/>
                  </a:lnTo>
                  <a:lnTo>
                    <a:pt x="5416525" y="777677"/>
                  </a:lnTo>
                  <a:lnTo>
                    <a:pt x="5346181" y="774092"/>
                  </a:lnTo>
                  <a:lnTo>
                    <a:pt x="5275836" y="770421"/>
                  </a:lnTo>
                  <a:lnTo>
                    <a:pt x="5205492" y="766663"/>
                  </a:lnTo>
                  <a:lnTo>
                    <a:pt x="5135147" y="762814"/>
                  </a:lnTo>
                  <a:lnTo>
                    <a:pt x="5064803" y="758872"/>
                  </a:lnTo>
                  <a:lnTo>
                    <a:pt x="4994458" y="754837"/>
                  </a:lnTo>
                  <a:lnTo>
                    <a:pt x="4924114" y="750704"/>
                  </a:lnTo>
                  <a:lnTo>
                    <a:pt x="4853769" y="746472"/>
                  </a:lnTo>
                  <a:lnTo>
                    <a:pt x="4783425" y="742139"/>
                  </a:lnTo>
                  <a:lnTo>
                    <a:pt x="4713080" y="737702"/>
                  </a:lnTo>
                  <a:lnTo>
                    <a:pt x="4642736" y="733158"/>
                  </a:lnTo>
                  <a:lnTo>
                    <a:pt x="4572391" y="728506"/>
                  </a:lnTo>
                  <a:lnTo>
                    <a:pt x="4502047" y="723742"/>
                  </a:lnTo>
                  <a:lnTo>
                    <a:pt x="4431702" y="718863"/>
                  </a:lnTo>
                  <a:lnTo>
                    <a:pt x="4361358" y="713868"/>
                  </a:lnTo>
                  <a:lnTo>
                    <a:pt x="4291013" y="708753"/>
                  </a:lnTo>
                  <a:lnTo>
                    <a:pt x="4220669" y="703515"/>
                  </a:lnTo>
                  <a:lnTo>
                    <a:pt x="4150324" y="698151"/>
                  </a:lnTo>
                  <a:lnTo>
                    <a:pt x="4079980" y="692659"/>
                  </a:lnTo>
                  <a:lnTo>
                    <a:pt x="4009635" y="687035"/>
                  </a:lnTo>
                  <a:lnTo>
                    <a:pt x="3939291" y="681276"/>
                  </a:lnTo>
                  <a:lnTo>
                    <a:pt x="3868946" y="675379"/>
                  </a:lnTo>
                  <a:lnTo>
                    <a:pt x="3798602" y="669340"/>
                  </a:lnTo>
                  <a:lnTo>
                    <a:pt x="3728257" y="663157"/>
                  </a:lnTo>
                  <a:lnTo>
                    <a:pt x="3657913" y="656826"/>
                  </a:lnTo>
                  <a:lnTo>
                    <a:pt x="3587569" y="650342"/>
                  </a:lnTo>
                  <a:lnTo>
                    <a:pt x="3517224" y="643703"/>
                  </a:lnTo>
                  <a:lnTo>
                    <a:pt x="3446880" y="636905"/>
                  </a:lnTo>
                  <a:lnTo>
                    <a:pt x="3376535" y="629944"/>
                  </a:lnTo>
                  <a:lnTo>
                    <a:pt x="3306191" y="625959"/>
                  </a:lnTo>
                  <a:lnTo>
                    <a:pt x="3235846" y="623303"/>
                  </a:lnTo>
                  <a:lnTo>
                    <a:pt x="3165502" y="620624"/>
                  </a:lnTo>
                  <a:lnTo>
                    <a:pt x="3095157" y="617921"/>
                  </a:lnTo>
                  <a:lnTo>
                    <a:pt x="3024813" y="615194"/>
                  </a:lnTo>
                  <a:lnTo>
                    <a:pt x="2954468" y="612443"/>
                  </a:lnTo>
                  <a:lnTo>
                    <a:pt x="2884124" y="609668"/>
                  </a:lnTo>
                  <a:lnTo>
                    <a:pt x="2813779" y="606869"/>
                  </a:lnTo>
                  <a:lnTo>
                    <a:pt x="2743435" y="604044"/>
                  </a:lnTo>
                  <a:lnTo>
                    <a:pt x="2673090" y="601195"/>
                  </a:lnTo>
                  <a:lnTo>
                    <a:pt x="2602746" y="598321"/>
                  </a:lnTo>
                  <a:lnTo>
                    <a:pt x="2532401" y="595421"/>
                  </a:lnTo>
                  <a:lnTo>
                    <a:pt x="2462057" y="592496"/>
                  </a:lnTo>
                  <a:lnTo>
                    <a:pt x="2391712" y="589545"/>
                  </a:lnTo>
                  <a:lnTo>
                    <a:pt x="2321368" y="586568"/>
                  </a:lnTo>
                  <a:lnTo>
                    <a:pt x="2251023" y="583564"/>
                  </a:lnTo>
                  <a:lnTo>
                    <a:pt x="2180679" y="580535"/>
                  </a:lnTo>
                  <a:lnTo>
                    <a:pt x="2110334" y="577478"/>
                  </a:lnTo>
                  <a:lnTo>
                    <a:pt x="2039990" y="574395"/>
                  </a:lnTo>
                  <a:lnTo>
                    <a:pt x="1969645" y="571284"/>
                  </a:lnTo>
                  <a:lnTo>
                    <a:pt x="1899301" y="568146"/>
                  </a:lnTo>
                  <a:lnTo>
                    <a:pt x="1828956" y="564980"/>
                  </a:lnTo>
                  <a:lnTo>
                    <a:pt x="1758612" y="561786"/>
                  </a:lnTo>
                  <a:lnTo>
                    <a:pt x="1688267" y="558564"/>
                  </a:lnTo>
                  <a:lnTo>
                    <a:pt x="1617923" y="555314"/>
                  </a:lnTo>
                  <a:lnTo>
                    <a:pt x="1547578" y="552035"/>
                  </a:lnTo>
                  <a:lnTo>
                    <a:pt x="1477234" y="548727"/>
                  </a:lnTo>
                  <a:lnTo>
                    <a:pt x="1406889" y="545390"/>
                  </a:lnTo>
                  <a:lnTo>
                    <a:pt x="1336545" y="542024"/>
                  </a:lnTo>
                  <a:lnTo>
                    <a:pt x="1266200" y="538628"/>
                  </a:lnTo>
                  <a:lnTo>
                    <a:pt x="1195856" y="535202"/>
                  </a:lnTo>
                  <a:lnTo>
                    <a:pt x="1125511" y="531745"/>
                  </a:lnTo>
                  <a:lnTo>
                    <a:pt x="1055167" y="528259"/>
                  </a:lnTo>
                  <a:lnTo>
                    <a:pt x="984822" y="524741"/>
                  </a:lnTo>
                  <a:lnTo>
                    <a:pt x="914478" y="521193"/>
                  </a:lnTo>
                  <a:lnTo>
                    <a:pt x="844133" y="517613"/>
                  </a:lnTo>
                  <a:lnTo>
                    <a:pt x="773789" y="514001"/>
                  </a:lnTo>
                  <a:lnTo>
                    <a:pt x="703444" y="510358"/>
                  </a:lnTo>
                  <a:lnTo>
                    <a:pt x="633100" y="506683"/>
                  </a:lnTo>
                  <a:lnTo>
                    <a:pt x="562755" y="502975"/>
                  </a:lnTo>
                  <a:lnTo>
                    <a:pt x="492411" y="499234"/>
                  </a:lnTo>
                  <a:lnTo>
                    <a:pt x="422066" y="495461"/>
                  </a:lnTo>
                  <a:lnTo>
                    <a:pt x="351722" y="491654"/>
                  </a:lnTo>
                  <a:lnTo>
                    <a:pt x="281377" y="487814"/>
                  </a:lnTo>
                  <a:lnTo>
                    <a:pt x="211033" y="483940"/>
                  </a:lnTo>
                  <a:lnTo>
                    <a:pt x="140688" y="480031"/>
                  </a:lnTo>
                  <a:lnTo>
                    <a:pt x="70344" y="476088"/>
                  </a:lnTo>
                  <a:lnTo>
                    <a:pt x="0" y="4721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235312" y="4666558"/>
              <a:ext cx="6964104" cy="736351"/>
            </a:xfrm>
            <a:custGeom>
              <a:avLst/>
              <a:pathLst>
                <a:path w="6964104" h="736351">
                  <a:moveTo>
                    <a:pt x="0" y="0"/>
                  </a:moveTo>
                  <a:lnTo>
                    <a:pt x="70344" y="21717"/>
                  </a:lnTo>
                  <a:lnTo>
                    <a:pt x="140688" y="42925"/>
                  </a:lnTo>
                  <a:lnTo>
                    <a:pt x="211033" y="63637"/>
                  </a:lnTo>
                  <a:lnTo>
                    <a:pt x="281377" y="83864"/>
                  </a:lnTo>
                  <a:lnTo>
                    <a:pt x="351722" y="103616"/>
                  </a:lnTo>
                  <a:lnTo>
                    <a:pt x="422066" y="122906"/>
                  </a:lnTo>
                  <a:lnTo>
                    <a:pt x="492411" y="141745"/>
                  </a:lnTo>
                  <a:lnTo>
                    <a:pt x="562755" y="160142"/>
                  </a:lnTo>
                  <a:lnTo>
                    <a:pt x="633100" y="178108"/>
                  </a:lnTo>
                  <a:lnTo>
                    <a:pt x="703444" y="195653"/>
                  </a:lnTo>
                  <a:lnTo>
                    <a:pt x="773789" y="212787"/>
                  </a:lnTo>
                  <a:lnTo>
                    <a:pt x="844133" y="229520"/>
                  </a:lnTo>
                  <a:lnTo>
                    <a:pt x="914478" y="245861"/>
                  </a:lnTo>
                  <a:lnTo>
                    <a:pt x="984822" y="261819"/>
                  </a:lnTo>
                  <a:lnTo>
                    <a:pt x="1055167" y="277403"/>
                  </a:lnTo>
                  <a:lnTo>
                    <a:pt x="1125511" y="292623"/>
                  </a:lnTo>
                  <a:lnTo>
                    <a:pt x="1195856" y="307485"/>
                  </a:lnTo>
                  <a:lnTo>
                    <a:pt x="1266200" y="322000"/>
                  </a:lnTo>
                  <a:lnTo>
                    <a:pt x="1336545" y="336175"/>
                  </a:lnTo>
                  <a:lnTo>
                    <a:pt x="1406889" y="350017"/>
                  </a:lnTo>
                  <a:lnTo>
                    <a:pt x="1477234" y="363536"/>
                  </a:lnTo>
                  <a:lnTo>
                    <a:pt x="1547578" y="376737"/>
                  </a:lnTo>
                  <a:lnTo>
                    <a:pt x="1617923" y="389630"/>
                  </a:lnTo>
                  <a:lnTo>
                    <a:pt x="1688267" y="402220"/>
                  </a:lnTo>
                  <a:lnTo>
                    <a:pt x="1758612" y="414516"/>
                  </a:lnTo>
                  <a:lnTo>
                    <a:pt x="1828956" y="426523"/>
                  </a:lnTo>
                  <a:lnTo>
                    <a:pt x="1899301" y="438250"/>
                  </a:lnTo>
                  <a:lnTo>
                    <a:pt x="1969645" y="449701"/>
                  </a:lnTo>
                  <a:lnTo>
                    <a:pt x="2039990" y="460884"/>
                  </a:lnTo>
                  <a:lnTo>
                    <a:pt x="2110334" y="471806"/>
                  </a:lnTo>
                  <a:lnTo>
                    <a:pt x="2180679" y="482471"/>
                  </a:lnTo>
                  <a:lnTo>
                    <a:pt x="2251023" y="492887"/>
                  </a:lnTo>
                  <a:lnTo>
                    <a:pt x="2321368" y="503059"/>
                  </a:lnTo>
                  <a:lnTo>
                    <a:pt x="2391712" y="512992"/>
                  </a:lnTo>
                  <a:lnTo>
                    <a:pt x="2462057" y="522693"/>
                  </a:lnTo>
                  <a:lnTo>
                    <a:pt x="2532401" y="532167"/>
                  </a:lnTo>
                  <a:lnTo>
                    <a:pt x="2602746" y="541418"/>
                  </a:lnTo>
                  <a:lnTo>
                    <a:pt x="2673090" y="550453"/>
                  </a:lnTo>
                  <a:lnTo>
                    <a:pt x="2743435" y="559277"/>
                  </a:lnTo>
                  <a:lnTo>
                    <a:pt x="2813779" y="567893"/>
                  </a:lnTo>
                  <a:lnTo>
                    <a:pt x="2884124" y="576308"/>
                  </a:lnTo>
                  <a:lnTo>
                    <a:pt x="2954468" y="584526"/>
                  </a:lnTo>
                  <a:lnTo>
                    <a:pt x="3024813" y="592551"/>
                  </a:lnTo>
                  <a:lnTo>
                    <a:pt x="3095157" y="600388"/>
                  </a:lnTo>
                  <a:lnTo>
                    <a:pt x="3165502" y="608042"/>
                  </a:lnTo>
                  <a:lnTo>
                    <a:pt x="3235846" y="615516"/>
                  </a:lnTo>
                  <a:lnTo>
                    <a:pt x="3306191" y="622815"/>
                  </a:lnTo>
                  <a:lnTo>
                    <a:pt x="3376535" y="628592"/>
                  </a:lnTo>
                  <a:lnTo>
                    <a:pt x="3446880" y="631202"/>
                  </a:lnTo>
                  <a:lnTo>
                    <a:pt x="3517224" y="633789"/>
                  </a:lnTo>
                  <a:lnTo>
                    <a:pt x="3587569" y="636353"/>
                  </a:lnTo>
                  <a:lnTo>
                    <a:pt x="3657913" y="638895"/>
                  </a:lnTo>
                  <a:lnTo>
                    <a:pt x="3728257" y="641414"/>
                  </a:lnTo>
                  <a:lnTo>
                    <a:pt x="3798602" y="643912"/>
                  </a:lnTo>
                  <a:lnTo>
                    <a:pt x="3868946" y="646388"/>
                  </a:lnTo>
                  <a:lnTo>
                    <a:pt x="3939291" y="648842"/>
                  </a:lnTo>
                  <a:lnTo>
                    <a:pt x="4009635" y="651274"/>
                  </a:lnTo>
                  <a:lnTo>
                    <a:pt x="4079980" y="653686"/>
                  </a:lnTo>
                  <a:lnTo>
                    <a:pt x="4150324" y="656076"/>
                  </a:lnTo>
                  <a:lnTo>
                    <a:pt x="4220669" y="658446"/>
                  </a:lnTo>
                  <a:lnTo>
                    <a:pt x="4291013" y="660794"/>
                  </a:lnTo>
                  <a:lnTo>
                    <a:pt x="4361358" y="663123"/>
                  </a:lnTo>
                  <a:lnTo>
                    <a:pt x="4431702" y="665430"/>
                  </a:lnTo>
                  <a:lnTo>
                    <a:pt x="4502047" y="667718"/>
                  </a:lnTo>
                  <a:lnTo>
                    <a:pt x="4572391" y="669986"/>
                  </a:lnTo>
                  <a:lnTo>
                    <a:pt x="4642736" y="672234"/>
                  </a:lnTo>
                  <a:lnTo>
                    <a:pt x="4713080" y="674462"/>
                  </a:lnTo>
                  <a:lnTo>
                    <a:pt x="4783425" y="676671"/>
                  </a:lnTo>
                  <a:lnTo>
                    <a:pt x="4853769" y="678860"/>
                  </a:lnTo>
                  <a:lnTo>
                    <a:pt x="4924114" y="681030"/>
                  </a:lnTo>
                  <a:lnTo>
                    <a:pt x="4994458" y="683182"/>
                  </a:lnTo>
                  <a:lnTo>
                    <a:pt x="5064803" y="685314"/>
                  </a:lnTo>
                  <a:lnTo>
                    <a:pt x="5135147" y="687428"/>
                  </a:lnTo>
                  <a:lnTo>
                    <a:pt x="5205492" y="689523"/>
                  </a:lnTo>
                  <a:lnTo>
                    <a:pt x="5275836" y="691600"/>
                  </a:lnTo>
                  <a:lnTo>
                    <a:pt x="5346181" y="693659"/>
                  </a:lnTo>
                  <a:lnTo>
                    <a:pt x="5416525" y="695700"/>
                  </a:lnTo>
                  <a:lnTo>
                    <a:pt x="5486870" y="697723"/>
                  </a:lnTo>
                  <a:lnTo>
                    <a:pt x="5557214" y="699729"/>
                  </a:lnTo>
                  <a:lnTo>
                    <a:pt x="5627559" y="701716"/>
                  </a:lnTo>
                  <a:lnTo>
                    <a:pt x="5697903" y="703687"/>
                  </a:lnTo>
                  <a:lnTo>
                    <a:pt x="5768248" y="705640"/>
                  </a:lnTo>
                  <a:lnTo>
                    <a:pt x="5838592" y="707576"/>
                  </a:lnTo>
                  <a:lnTo>
                    <a:pt x="5908937" y="709496"/>
                  </a:lnTo>
                  <a:lnTo>
                    <a:pt x="5979281" y="711398"/>
                  </a:lnTo>
                  <a:lnTo>
                    <a:pt x="6049626" y="713284"/>
                  </a:lnTo>
                  <a:lnTo>
                    <a:pt x="6119970" y="715153"/>
                  </a:lnTo>
                  <a:lnTo>
                    <a:pt x="6190315" y="717006"/>
                  </a:lnTo>
                  <a:lnTo>
                    <a:pt x="6260659" y="718843"/>
                  </a:lnTo>
                  <a:lnTo>
                    <a:pt x="6331004" y="720664"/>
                  </a:lnTo>
                  <a:lnTo>
                    <a:pt x="6401348" y="722469"/>
                  </a:lnTo>
                  <a:lnTo>
                    <a:pt x="6471693" y="724258"/>
                  </a:lnTo>
                  <a:lnTo>
                    <a:pt x="6542037" y="726031"/>
                  </a:lnTo>
                  <a:lnTo>
                    <a:pt x="6612382" y="727789"/>
                  </a:lnTo>
                  <a:lnTo>
                    <a:pt x="6682726" y="729532"/>
                  </a:lnTo>
                  <a:lnTo>
                    <a:pt x="6753071" y="731259"/>
                  </a:lnTo>
                  <a:lnTo>
                    <a:pt x="6823415" y="732971"/>
                  </a:lnTo>
                  <a:lnTo>
                    <a:pt x="6893760" y="734668"/>
                  </a:lnTo>
                  <a:lnTo>
                    <a:pt x="6964104" y="7363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138669"/>
              <a:ext cx="6964104" cy="366295"/>
            </a:xfrm>
            <a:custGeom>
              <a:avLst/>
              <a:pathLst>
                <a:path w="6964104" h="366295">
                  <a:moveTo>
                    <a:pt x="6964104" y="366295"/>
                  </a:moveTo>
                  <a:lnTo>
                    <a:pt x="6893760" y="364167"/>
                  </a:lnTo>
                  <a:lnTo>
                    <a:pt x="6823415" y="361988"/>
                  </a:lnTo>
                  <a:lnTo>
                    <a:pt x="6753071" y="359756"/>
                  </a:lnTo>
                  <a:lnTo>
                    <a:pt x="6682726" y="357471"/>
                  </a:lnTo>
                  <a:lnTo>
                    <a:pt x="6612382" y="355132"/>
                  </a:lnTo>
                  <a:lnTo>
                    <a:pt x="6542037" y="352736"/>
                  </a:lnTo>
                  <a:lnTo>
                    <a:pt x="6471693" y="350282"/>
                  </a:lnTo>
                  <a:lnTo>
                    <a:pt x="6401348" y="347770"/>
                  </a:lnTo>
                  <a:lnTo>
                    <a:pt x="6331004" y="345198"/>
                  </a:lnTo>
                  <a:lnTo>
                    <a:pt x="6260659" y="342564"/>
                  </a:lnTo>
                  <a:lnTo>
                    <a:pt x="6190315" y="339866"/>
                  </a:lnTo>
                  <a:lnTo>
                    <a:pt x="6119970" y="337104"/>
                  </a:lnTo>
                  <a:lnTo>
                    <a:pt x="6049626" y="334276"/>
                  </a:lnTo>
                  <a:lnTo>
                    <a:pt x="5979281" y="331380"/>
                  </a:lnTo>
                  <a:lnTo>
                    <a:pt x="5908937" y="328415"/>
                  </a:lnTo>
                  <a:lnTo>
                    <a:pt x="5838592" y="325378"/>
                  </a:lnTo>
                  <a:lnTo>
                    <a:pt x="5768248" y="322268"/>
                  </a:lnTo>
                  <a:lnTo>
                    <a:pt x="5697903" y="319084"/>
                  </a:lnTo>
                  <a:lnTo>
                    <a:pt x="5627559" y="315824"/>
                  </a:lnTo>
                  <a:lnTo>
                    <a:pt x="5557214" y="312485"/>
                  </a:lnTo>
                  <a:lnTo>
                    <a:pt x="5486870" y="309066"/>
                  </a:lnTo>
                  <a:lnTo>
                    <a:pt x="5416525" y="305566"/>
                  </a:lnTo>
                  <a:lnTo>
                    <a:pt x="5346181" y="301981"/>
                  </a:lnTo>
                  <a:lnTo>
                    <a:pt x="5275836" y="298310"/>
                  </a:lnTo>
                  <a:lnTo>
                    <a:pt x="5205492" y="294551"/>
                  </a:lnTo>
                  <a:lnTo>
                    <a:pt x="5135147" y="290702"/>
                  </a:lnTo>
                  <a:lnTo>
                    <a:pt x="5064803" y="286761"/>
                  </a:lnTo>
                  <a:lnTo>
                    <a:pt x="4994458" y="282725"/>
                  </a:lnTo>
                  <a:lnTo>
                    <a:pt x="4924114" y="278593"/>
                  </a:lnTo>
                  <a:lnTo>
                    <a:pt x="4853769" y="274361"/>
                  </a:lnTo>
                  <a:lnTo>
                    <a:pt x="4783425" y="270028"/>
                  </a:lnTo>
                  <a:lnTo>
                    <a:pt x="4713080" y="265591"/>
                  </a:lnTo>
                  <a:lnTo>
                    <a:pt x="4642736" y="261047"/>
                  </a:lnTo>
                  <a:lnTo>
                    <a:pt x="4572391" y="256395"/>
                  </a:lnTo>
                  <a:lnTo>
                    <a:pt x="4502047" y="251630"/>
                  </a:lnTo>
                  <a:lnTo>
                    <a:pt x="4431702" y="246752"/>
                  </a:lnTo>
                  <a:lnTo>
                    <a:pt x="4361358" y="241757"/>
                  </a:lnTo>
                  <a:lnTo>
                    <a:pt x="4291013" y="236641"/>
                  </a:lnTo>
                  <a:lnTo>
                    <a:pt x="4220669" y="231403"/>
                  </a:lnTo>
                  <a:lnTo>
                    <a:pt x="4150324" y="226040"/>
                  </a:lnTo>
                  <a:lnTo>
                    <a:pt x="4079980" y="220548"/>
                  </a:lnTo>
                  <a:lnTo>
                    <a:pt x="4009635" y="214924"/>
                  </a:lnTo>
                  <a:lnTo>
                    <a:pt x="3939291" y="209165"/>
                  </a:lnTo>
                  <a:lnTo>
                    <a:pt x="3868946" y="203268"/>
                  </a:lnTo>
                  <a:lnTo>
                    <a:pt x="3798602" y="197229"/>
                  </a:lnTo>
                  <a:lnTo>
                    <a:pt x="3728257" y="191046"/>
                  </a:lnTo>
                  <a:lnTo>
                    <a:pt x="3657913" y="184714"/>
                  </a:lnTo>
                  <a:lnTo>
                    <a:pt x="3587569" y="178231"/>
                  </a:lnTo>
                  <a:lnTo>
                    <a:pt x="3517224" y="171592"/>
                  </a:lnTo>
                  <a:lnTo>
                    <a:pt x="3446880" y="164794"/>
                  </a:lnTo>
                  <a:lnTo>
                    <a:pt x="3376535" y="157832"/>
                  </a:lnTo>
                  <a:lnTo>
                    <a:pt x="3306191" y="153848"/>
                  </a:lnTo>
                  <a:lnTo>
                    <a:pt x="3235846" y="151192"/>
                  </a:lnTo>
                  <a:lnTo>
                    <a:pt x="3165502" y="148513"/>
                  </a:lnTo>
                  <a:lnTo>
                    <a:pt x="3095157" y="145810"/>
                  </a:lnTo>
                  <a:lnTo>
                    <a:pt x="3024813" y="143083"/>
                  </a:lnTo>
                  <a:lnTo>
                    <a:pt x="2954468" y="140332"/>
                  </a:lnTo>
                  <a:lnTo>
                    <a:pt x="2884124" y="137557"/>
                  </a:lnTo>
                  <a:lnTo>
                    <a:pt x="2813779" y="134757"/>
                  </a:lnTo>
                  <a:lnTo>
                    <a:pt x="2743435" y="131933"/>
                  </a:lnTo>
                  <a:lnTo>
                    <a:pt x="2673090" y="129084"/>
                  </a:lnTo>
                  <a:lnTo>
                    <a:pt x="2602746" y="126209"/>
                  </a:lnTo>
                  <a:lnTo>
                    <a:pt x="2532401" y="123310"/>
                  </a:lnTo>
                  <a:lnTo>
                    <a:pt x="2462057" y="120385"/>
                  </a:lnTo>
                  <a:lnTo>
                    <a:pt x="2391712" y="117434"/>
                  </a:lnTo>
                  <a:lnTo>
                    <a:pt x="2321368" y="114456"/>
                  </a:lnTo>
                  <a:lnTo>
                    <a:pt x="2251023" y="111453"/>
                  </a:lnTo>
                  <a:lnTo>
                    <a:pt x="2180679" y="108423"/>
                  </a:lnTo>
                  <a:lnTo>
                    <a:pt x="2110334" y="105367"/>
                  </a:lnTo>
                  <a:lnTo>
                    <a:pt x="2039990" y="102283"/>
                  </a:lnTo>
                  <a:lnTo>
                    <a:pt x="1969645" y="99173"/>
                  </a:lnTo>
                  <a:lnTo>
                    <a:pt x="1899301" y="96035"/>
                  </a:lnTo>
                  <a:lnTo>
                    <a:pt x="1828956" y="92869"/>
                  </a:lnTo>
                  <a:lnTo>
                    <a:pt x="1758612" y="89675"/>
                  </a:lnTo>
                  <a:lnTo>
                    <a:pt x="1688267" y="86453"/>
                  </a:lnTo>
                  <a:lnTo>
                    <a:pt x="1617923" y="83203"/>
                  </a:lnTo>
                  <a:lnTo>
                    <a:pt x="1547578" y="79924"/>
                  </a:lnTo>
                  <a:lnTo>
                    <a:pt x="1477234" y="76616"/>
                  </a:lnTo>
                  <a:lnTo>
                    <a:pt x="1406889" y="73279"/>
                  </a:lnTo>
                  <a:lnTo>
                    <a:pt x="1336545" y="69913"/>
                  </a:lnTo>
                  <a:lnTo>
                    <a:pt x="1266200" y="66517"/>
                  </a:lnTo>
                  <a:lnTo>
                    <a:pt x="1195856" y="63090"/>
                  </a:lnTo>
                  <a:lnTo>
                    <a:pt x="1125511" y="59634"/>
                  </a:lnTo>
                  <a:lnTo>
                    <a:pt x="1055167" y="56147"/>
                  </a:lnTo>
                  <a:lnTo>
                    <a:pt x="984822" y="52630"/>
                  </a:lnTo>
                  <a:lnTo>
                    <a:pt x="914478" y="49081"/>
                  </a:lnTo>
                  <a:lnTo>
                    <a:pt x="844133" y="45501"/>
                  </a:lnTo>
                  <a:lnTo>
                    <a:pt x="773789" y="41890"/>
                  </a:lnTo>
                  <a:lnTo>
                    <a:pt x="703444" y="38247"/>
                  </a:lnTo>
                  <a:lnTo>
                    <a:pt x="633100" y="34571"/>
                  </a:lnTo>
                  <a:lnTo>
                    <a:pt x="562755" y="30864"/>
                  </a:lnTo>
                  <a:lnTo>
                    <a:pt x="492411" y="27123"/>
                  </a:lnTo>
                  <a:lnTo>
                    <a:pt x="422066" y="23350"/>
                  </a:lnTo>
                  <a:lnTo>
                    <a:pt x="351722" y="19543"/>
                  </a:lnTo>
                  <a:lnTo>
                    <a:pt x="281377" y="15703"/>
                  </a:lnTo>
                  <a:lnTo>
                    <a:pt x="211033" y="11828"/>
                  </a:lnTo>
                  <a:lnTo>
                    <a:pt x="140688" y="7920"/>
                  </a:lnTo>
                  <a:lnTo>
                    <a:pt x="70344" y="39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44180"/>
              <a:ext cx="6964104" cy="519406"/>
            </a:xfrm>
            <a:custGeom>
              <a:avLst/>
              <a:pathLst>
                <a:path w="6964104" h="519406">
                  <a:moveTo>
                    <a:pt x="0" y="0"/>
                  </a:moveTo>
                  <a:lnTo>
                    <a:pt x="70344" y="10463"/>
                  </a:lnTo>
                  <a:lnTo>
                    <a:pt x="140688" y="20758"/>
                  </a:lnTo>
                  <a:lnTo>
                    <a:pt x="211033" y="30888"/>
                  </a:lnTo>
                  <a:lnTo>
                    <a:pt x="281377" y="40854"/>
                  </a:lnTo>
                  <a:lnTo>
                    <a:pt x="351722" y="50660"/>
                  </a:lnTo>
                  <a:lnTo>
                    <a:pt x="422066" y="60307"/>
                  </a:lnTo>
                  <a:lnTo>
                    <a:pt x="492411" y="69799"/>
                  </a:lnTo>
                  <a:lnTo>
                    <a:pt x="562755" y="79139"/>
                  </a:lnTo>
                  <a:lnTo>
                    <a:pt x="633100" y="88327"/>
                  </a:lnTo>
                  <a:lnTo>
                    <a:pt x="703444" y="97368"/>
                  </a:lnTo>
                  <a:lnTo>
                    <a:pt x="773789" y="106263"/>
                  </a:lnTo>
                  <a:lnTo>
                    <a:pt x="844133" y="115015"/>
                  </a:lnTo>
                  <a:lnTo>
                    <a:pt x="914478" y="123626"/>
                  </a:lnTo>
                  <a:lnTo>
                    <a:pt x="984822" y="132098"/>
                  </a:lnTo>
                  <a:lnTo>
                    <a:pt x="1055167" y="140434"/>
                  </a:lnTo>
                  <a:lnTo>
                    <a:pt x="1125511" y="148635"/>
                  </a:lnTo>
                  <a:lnTo>
                    <a:pt x="1195856" y="156704"/>
                  </a:lnTo>
                  <a:lnTo>
                    <a:pt x="1266200" y="164643"/>
                  </a:lnTo>
                  <a:lnTo>
                    <a:pt x="1336545" y="172455"/>
                  </a:lnTo>
                  <a:lnTo>
                    <a:pt x="1406889" y="180140"/>
                  </a:lnTo>
                  <a:lnTo>
                    <a:pt x="1477234" y="187702"/>
                  </a:lnTo>
                  <a:lnTo>
                    <a:pt x="1547578" y="195142"/>
                  </a:lnTo>
                  <a:lnTo>
                    <a:pt x="1617923" y="202462"/>
                  </a:lnTo>
                  <a:lnTo>
                    <a:pt x="1688267" y="209664"/>
                  </a:lnTo>
                  <a:lnTo>
                    <a:pt x="1758612" y="216750"/>
                  </a:lnTo>
                  <a:lnTo>
                    <a:pt x="1828956" y="223721"/>
                  </a:lnTo>
                  <a:lnTo>
                    <a:pt x="1899301" y="230581"/>
                  </a:lnTo>
                  <a:lnTo>
                    <a:pt x="1969645" y="237330"/>
                  </a:lnTo>
                  <a:lnTo>
                    <a:pt x="2039990" y="243970"/>
                  </a:lnTo>
                  <a:lnTo>
                    <a:pt x="2110334" y="250504"/>
                  </a:lnTo>
                  <a:lnTo>
                    <a:pt x="2180679" y="256932"/>
                  </a:lnTo>
                  <a:lnTo>
                    <a:pt x="2251023" y="263256"/>
                  </a:lnTo>
                  <a:lnTo>
                    <a:pt x="2321368" y="269479"/>
                  </a:lnTo>
                  <a:lnTo>
                    <a:pt x="2391712" y="275601"/>
                  </a:lnTo>
                  <a:lnTo>
                    <a:pt x="2462057" y="281625"/>
                  </a:lnTo>
                  <a:lnTo>
                    <a:pt x="2532401" y="287552"/>
                  </a:lnTo>
                  <a:lnTo>
                    <a:pt x="2602746" y="293383"/>
                  </a:lnTo>
                  <a:lnTo>
                    <a:pt x="2673090" y="299120"/>
                  </a:lnTo>
                  <a:lnTo>
                    <a:pt x="2743435" y="304765"/>
                  </a:lnTo>
                  <a:lnTo>
                    <a:pt x="2813779" y="310319"/>
                  </a:lnTo>
                  <a:lnTo>
                    <a:pt x="2884124" y="315783"/>
                  </a:lnTo>
                  <a:lnTo>
                    <a:pt x="2954468" y="321160"/>
                  </a:lnTo>
                  <a:lnTo>
                    <a:pt x="3024813" y="326449"/>
                  </a:lnTo>
                  <a:lnTo>
                    <a:pt x="3095157" y="331654"/>
                  </a:lnTo>
                  <a:lnTo>
                    <a:pt x="3165502" y="336775"/>
                  </a:lnTo>
                  <a:lnTo>
                    <a:pt x="3235846" y="341813"/>
                  </a:lnTo>
                  <a:lnTo>
                    <a:pt x="3306191" y="346770"/>
                  </a:lnTo>
                  <a:lnTo>
                    <a:pt x="3376535" y="351647"/>
                  </a:lnTo>
                  <a:lnTo>
                    <a:pt x="3446880" y="356446"/>
                  </a:lnTo>
                  <a:lnTo>
                    <a:pt x="3517224" y="361167"/>
                  </a:lnTo>
                  <a:lnTo>
                    <a:pt x="3587569" y="365812"/>
                  </a:lnTo>
                  <a:lnTo>
                    <a:pt x="3657913" y="370383"/>
                  </a:lnTo>
                  <a:lnTo>
                    <a:pt x="3728257" y="374879"/>
                  </a:lnTo>
                  <a:lnTo>
                    <a:pt x="3798602" y="379304"/>
                  </a:lnTo>
                  <a:lnTo>
                    <a:pt x="3868946" y="383657"/>
                  </a:lnTo>
                  <a:lnTo>
                    <a:pt x="3939291" y="387940"/>
                  </a:lnTo>
                  <a:lnTo>
                    <a:pt x="4009635" y="392154"/>
                  </a:lnTo>
                  <a:lnTo>
                    <a:pt x="4079980" y="396300"/>
                  </a:lnTo>
                  <a:lnTo>
                    <a:pt x="4150324" y="400379"/>
                  </a:lnTo>
                  <a:lnTo>
                    <a:pt x="4220669" y="404392"/>
                  </a:lnTo>
                  <a:lnTo>
                    <a:pt x="4291013" y="408341"/>
                  </a:lnTo>
                  <a:lnTo>
                    <a:pt x="4361358" y="412227"/>
                  </a:lnTo>
                  <a:lnTo>
                    <a:pt x="4431702" y="416049"/>
                  </a:lnTo>
                  <a:lnTo>
                    <a:pt x="4502047" y="419810"/>
                  </a:lnTo>
                  <a:lnTo>
                    <a:pt x="4572391" y="423511"/>
                  </a:lnTo>
                  <a:lnTo>
                    <a:pt x="4642736" y="427152"/>
                  </a:lnTo>
                  <a:lnTo>
                    <a:pt x="4713080" y="430734"/>
                  </a:lnTo>
                  <a:lnTo>
                    <a:pt x="4783425" y="434258"/>
                  </a:lnTo>
                  <a:lnTo>
                    <a:pt x="4853769" y="437726"/>
                  </a:lnTo>
                  <a:lnTo>
                    <a:pt x="4924114" y="441138"/>
                  </a:lnTo>
                  <a:lnTo>
                    <a:pt x="4994458" y="444495"/>
                  </a:lnTo>
                  <a:lnTo>
                    <a:pt x="5064803" y="447798"/>
                  </a:lnTo>
                  <a:lnTo>
                    <a:pt x="5135147" y="451047"/>
                  </a:lnTo>
                  <a:lnTo>
                    <a:pt x="5205492" y="454244"/>
                  </a:lnTo>
                  <a:lnTo>
                    <a:pt x="5275836" y="457390"/>
                  </a:lnTo>
                  <a:lnTo>
                    <a:pt x="5346181" y="460485"/>
                  </a:lnTo>
                  <a:lnTo>
                    <a:pt x="5416525" y="463530"/>
                  </a:lnTo>
                  <a:lnTo>
                    <a:pt x="5486870" y="466526"/>
                  </a:lnTo>
                  <a:lnTo>
                    <a:pt x="5557214" y="469474"/>
                  </a:lnTo>
                  <a:lnTo>
                    <a:pt x="5627559" y="472375"/>
                  </a:lnTo>
                  <a:lnTo>
                    <a:pt x="5697903" y="475228"/>
                  </a:lnTo>
                  <a:lnTo>
                    <a:pt x="5768248" y="478036"/>
                  </a:lnTo>
                  <a:lnTo>
                    <a:pt x="5838592" y="480798"/>
                  </a:lnTo>
                  <a:lnTo>
                    <a:pt x="5908937" y="483516"/>
                  </a:lnTo>
                  <a:lnTo>
                    <a:pt x="5979281" y="486191"/>
                  </a:lnTo>
                  <a:lnTo>
                    <a:pt x="6049626" y="488822"/>
                  </a:lnTo>
                  <a:lnTo>
                    <a:pt x="6119970" y="491410"/>
                  </a:lnTo>
                  <a:lnTo>
                    <a:pt x="6190315" y="493957"/>
                  </a:lnTo>
                  <a:lnTo>
                    <a:pt x="6260659" y="496463"/>
                  </a:lnTo>
                  <a:lnTo>
                    <a:pt x="6331004" y="498929"/>
                  </a:lnTo>
                  <a:lnTo>
                    <a:pt x="6401348" y="501355"/>
                  </a:lnTo>
                  <a:lnTo>
                    <a:pt x="6471693" y="503741"/>
                  </a:lnTo>
                  <a:lnTo>
                    <a:pt x="6542037" y="506090"/>
                  </a:lnTo>
                  <a:lnTo>
                    <a:pt x="6612382" y="508400"/>
                  </a:lnTo>
                  <a:lnTo>
                    <a:pt x="6682726" y="510674"/>
                  </a:lnTo>
                  <a:lnTo>
                    <a:pt x="6753071" y="512910"/>
                  </a:lnTo>
                  <a:lnTo>
                    <a:pt x="6823415" y="515111"/>
                  </a:lnTo>
                  <a:lnTo>
                    <a:pt x="6893760" y="517276"/>
                  </a:lnTo>
                  <a:lnTo>
                    <a:pt x="6964104" y="5194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2026-07-22T07:54:29Z</dcterms:modified>
  <cp:category/>
</cp:coreProperties>
</file>