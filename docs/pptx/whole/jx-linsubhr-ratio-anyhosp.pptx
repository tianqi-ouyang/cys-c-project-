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912363"/>
              <a:ext cx="7235830" cy="2379073"/>
            </a:xfrm>
            <a:custGeom>
              <a:avLst/>
              <a:pathLst>
                <a:path w="7235830" h="2379073">
                  <a:moveTo>
                    <a:pt x="0" y="0"/>
                  </a:moveTo>
                  <a:lnTo>
                    <a:pt x="7347" y="6285"/>
                  </a:lnTo>
                  <a:lnTo>
                    <a:pt x="81107" y="67904"/>
                  </a:lnTo>
                  <a:lnTo>
                    <a:pt x="154867" y="128079"/>
                  </a:lnTo>
                  <a:lnTo>
                    <a:pt x="228627" y="186845"/>
                  </a:lnTo>
                  <a:lnTo>
                    <a:pt x="302387" y="244234"/>
                  </a:lnTo>
                  <a:lnTo>
                    <a:pt x="376147" y="300279"/>
                  </a:lnTo>
                  <a:lnTo>
                    <a:pt x="449907" y="355011"/>
                  </a:lnTo>
                  <a:lnTo>
                    <a:pt x="523667" y="408461"/>
                  </a:lnTo>
                  <a:lnTo>
                    <a:pt x="597427" y="460659"/>
                  </a:lnTo>
                  <a:lnTo>
                    <a:pt x="671187" y="511635"/>
                  </a:lnTo>
                  <a:lnTo>
                    <a:pt x="744947" y="561416"/>
                  </a:lnTo>
                  <a:lnTo>
                    <a:pt x="818707" y="610031"/>
                  </a:lnTo>
                  <a:lnTo>
                    <a:pt x="892467" y="657508"/>
                  </a:lnTo>
                  <a:lnTo>
                    <a:pt x="966227" y="703872"/>
                  </a:lnTo>
                  <a:lnTo>
                    <a:pt x="1039987" y="749150"/>
                  </a:lnTo>
                  <a:lnTo>
                    <a:pt x="1113747" y="793368"/>
                  </a:lnTo>
                  <a:lnTo>
                    <a:pt x="1187508" y="836550"/>
                  </a:lnTo>
                  <a:lnTo>
                    <a:pt x="1261268" y="878720"/>
                  </a:lnTo>
                  <a:lnTo>
                    <a:pt x="1335028" y="919903"/>
                  </a:lnTo>
                  <a:lnTo>
                    <a:pt x="1408788" y="960121"/>
                  </a:lnTo>
                  <a:lnTo>
                    <a:pt x="1482548" y="999397"/>
                  </a:lnTo>
                  <a:lnTo>
                    <a:pt x="1556308" y="1037753"/>
                  </a:lnTo>
                  <a:lnTo>
                    <a:pt x="1630068" y="1075210"/>
                  </a:lnTo>
                  <a:lnTo>
                    <a:pt x="1703828" y="1111790"/>
                  </a:lnTo>
                  <a:lnTo>
                    <a:pt x="1777588" y="1147513"/>
                  </a:lnTo>
                  <a:lnTo>
                    <a:pt x="1851348" y="1182400"/>
                  </a:lnTo>
                  <a:lnTo>
                    <a:pt x="1925108" y="1216469"/>
                  </a:lnTo>
                  <a:lnTo>
                    <a:pt x="1998868" y="1249740"/>
                  </a:lnTo>
                  <a:lnTo>
                    <a:pt x="2072628" y="1282232"/>
                  </a:lnTo>
                  <a:lnTo>
                    <a:pt x="2146388" y="1313962"/>
                  </a:lnTo>
                  <a:lnTo>
                    <a:pt x="2220148" y="1344950"/>
                  </a:lnTo>
                  <a:lnTo>
                    <a:pt x="2293908" y="1375211"/>
                  </a:lnTo>
                  <a:lnTo>
                    <a:pt x="2367668" y="1404764"/>
                  </a:lnTo>
                  <a:lnTo>
                    <a:pt x="2441428" y="1433625"/>
                  </a:lnTo>
                  <a:lnTo>
                    <a:pt x="2515188" y="1461809"/>
                  </a:lnTo>
                  <a:lnTo>
                    <a:pt x="2588948" y="1489333"/>
                  </a:lnTo>
                  <a:lnTo>
                    <a:pt x="2662708" y="1516213"/>
                  </a:lnTo>
                  <a:lnTo>
                    <a:pt x="2736468" y="1542463"/>
                  </a:lnTo>
                  <a:lnTo>
                    <a:pt x="2810228" y="1568098"/>
                  </a:lnTo>
                  <a:lnTo>
                    <a:pt x="2883988" y="1593132"/>
                  </a:lnTo>
                  <a:lnTo>
                    <a:pt x="2957748" y="1617580"/>
                  </a:lnTo>
                  <a:lnTo>
                    <a:pt x="3031508" y="1641456"/>
                  </a:lnTo>
                  <a:lnTo>
                    <a:pt x="3105268" y="1664772"/>
                  </a:lnTo>
                  <a:lnTo>
                    <a:pt x="3179028" y="1687542"/>
                  </a:lnTo>
                  <a:lnTo>
                    <a:pt x="3252788" y="1709778"/>
                  </a:lnTo>
                  <a:lnTo>
                    <a:pt x="3326548" y="1731494"/>
                  </a:lnTo>
                  <a:lnTo>
                    <a:pt x="3400308" y="1752701"/>
                  </a:lnTo>
                  <a:lnTo>
                    <a:pt x="3474068" y="1769485"/>
                  </a:lnTo>
                  <a:lnTo>
                    <a:pt x="3547828" y="1777067"/>
                  </a:lnTo>
                  <a:lnTo>
                    <a:pt x="3621588" y="1784583"/>
                  </a:lnTo>
                  <a:lnTo>
                    <a:pt x="3695348" y="1792033"/>
                  </a:lnTo>
                  <a:lnTo>
                    <a:pt x="3769108" y="1799418"/>
                  </a:lnTo>
                  <a:lnTo>
                    <a:pt x="3842868" y="1806738"/>
                  </a:lnTo>
                  <a:lnTo>
                    <a:pt x="3916628" y="1813995"/>
                  </a:lnTo>
                  <a:lnTo>
                    <a:pt x="3990388" y="1821188"/>
                  </a:lnTo>
                  <a:lnTo>
                    <a:pt x="4064149" y="1828318"/>
                  </a:lnTo>
                  <a:lnTo>
                    <a:pt x="4137909" y="1835386"/>
                  </a:lnTo>
                  <a:lnTo>
                    <a:pt x="4211669" y="1842392"/>
                  </a:lnTo>
                  <a:lnTo>
                    <a:pt x="4285429" y="1849337"/>
                  </a:lnTo>
                  <a:lnTo>
                    <a:pt x="4359189" y="1856221"/>
                  </a:lnTo>
                  <a:lnTo>
                    <a:pt x="4432949" y="1863045"/>
                  </a:lnTo>
                  <a:lnTo>
                    <a:pt x="4506709" y="1869809"/>
                  </a:lnTo>
                  <a:lnTo>
                    <a:pt x="4580469" y="1876514"/>
                  </a:lnTo>
                  <a:lnTo>
                    <a:pt x="4654229" y="1883161"/>
                  </a:lnTo>
                  <a:lnTo>
                    <a:pt x="4727989" y="1889749"/>
                  </a:lnTo>
                  <a:lnTo>
                    <a:pt x="4801749" y="1896280"/>
                  </a:lnTo>
                  <a:lnTo>
                    <a:pt x="4875509" y="1902754"/>
                  </a:lnTo>
                  <a:lnTo>
                    <a:pt x="4949269" y="1909171"/>
                  </a:lnTo>
                  <a:lnTo>
                    <a:pt x="5023029" y="1915532"/>
                  </a:lnTo>
                  <a:lnTo>
                    <a:pt x="5096789" y="1921838"/>
                  </a:lnTo>
                  <a:lnTo>
                    <a:pt x="5170549" y="1928088"/>
                  </a:lnTo>
                  <a:lnTo>
                    <a:pt x="5244309" y="1934284"/>
                  </a:lnTo>
                  <a:lnTo>
                    <a:pt x="5318069" y="1940425"/>
                  </a:lnTo>
                  <a:lnTo>
                    <a:pt x="5391829" y="1946513"/>
                  </a:lnTo>
                  <a:lnTo>
                    <a:pt x="5465589" y="1952548"/>
                  </a:lnTo>
                  <a:lnTo>
                    <a:pt x="5539349" y="1958530"/>
                  </a:lnTo>
                  <a:lnTo>
                    <a:pt x="5613109" y="1964459"/>
                  </a:lnTo>
                  <a:lnTo>
                    <a:pt x="5686869" y="1970337"/>
                  </a:lnTo>
                  <a:lnTo>
                    <a:pt x="5760629" y="1976163"/>
                  </a:lnTo>
                  <a:lnTo>
                    <a:pt x="5834389" y="1981939"/>
                  </a:lnTo>
                  <a:lnTo>
                    <a:pt x="5908149" y="1987664"/>
                  </a:lnTo>
                  <a:lnTo>
                    <a:pt x="5981909" y="1993339"/>
                  </a:lnTo>
                  <a:lnTo>
                    <a:pt x="6055669" y="1998964"/>
                  </a:lnTo>
                  <a:lnTo>
                    <a:pt x="6129429" y="2004540"/>
                  </a:lnTo>
                  <a:lnTo>
                    <a:pt x="6203189" y="2010068"/>
                  </a:lnTo>
                  <a:lnTo>
                    <a:pt x="6276949" y="2015547"/>
                  </a:lnTo>
                  <a:lnTo>
                    <a:pt x="6350709" y="2020978"/>
                  </a:lnTo>
                  <a:lnTo>
                    <a:pt x="6424469" y="2026361"/>
                  </a:lnTo>
                  <a:lnTo>
                    <a:pt x="6498229" y="2031698"/>
                  </a:lnTo>
                  <a:lnTo>
                    <a:pt x="6571989" y="2036988"/>
                  </a:lnTo>
                  <a:lnTo>
                    <a:pt x="6645749" y="2042232"/>
                  </a:lnTo>
                  <a:lnTo>
                    <a:pt x="6719509" y="2047430"/>
                  </a:lnTo>
                  <a:lnTo>
                    <a:pt x="6793269" y="2052582"/>
                  </a:lnTo>
                  <a:lnTo>
                    <a:pt x="6867029" y="2057690"/>
                  </a:lnTo>
                  <a:lnTo>
                    <a:pt x="6940789" y="2062752"/>
                  </a:lnTo>
                  <a:lnTo>
                    <a:pt x="7014550" y="2067771"/>
                  </a:lnTo>
                  <a:lnTo>
                    <a:pt x="7088310" y="2072745"/>
                  </a:lnTo>
                  <a:lnTo>
                    <a:pt x="7162070" y="2077677"/>
                  </a:lnTo>
                  <a:lnTo>
                    <a:pt x="7235830" y="2082565"/>
                  </a:lnTo>
                  <a:lnTo>
                    <a:pt x="7235830" y="2379073"/>
                  </a:lnTo>
                  <a:lnTo>
                    <a:pt x="7162070" y="2372891"/>
                  </a:lnTo>
                  <a:lnTo>
                    <a:pt x="7088310" y="2366559"/>
                  </a:lnTo>
                  <a:lnTo>
                    <a:pt x="7014550" y="2360076"/>
                  </a:lnTo>
                  <a:lnTo>
                    <a:pt x="6940789" y="2353438"/>
                  </a:lnTo>
                  <a:lnTo>
                    <a:pt x="6867029" y="2346640"/>
                  </a:lnTo>
                  <a:lnTo>
                    <a:pt x="6793269" y="2339679"/>
                  </a:lnTo>
                  <a:lnTo>
                    <a:pt x="6719509" y="2332551"/>
                  </a:lnTo>
                  <a:lnTo>
                    <a:pt x="6645749" y="2325253"/>
                  </a:lnTo>
                  <a:lnTo>
                    <a:pt x="6571989" y="2317779"/>
                  </a:lnTo>
                  <a:lnTo>
                    <a:pt x="6498229" y="2310126"/>
                  </a:lnTo>
                  <a:lnTo>
                    <a:pt x="6424469" y="2302289"/>
                  </a:lnTo>
                  <a:lnTo>
                    <a:pt x="6350709" y="2294264"/>
                  </a:lnTo>
                  <a:lnTo>
                    <a:pt x="6276949" y="2286047"/>
                  </a:lnTo>
                  <a:lnTo>
                    <a:pt x="6203189" y="2277633"/>
                  </a:lnTo>
                  <a:lnTo>
                    <a:pt x="6129429" y="2269017"/>
                  </a:lnTo>
                  <a:lnTo>
                    <a:pt x="6055669" y="2260194"/>
                  </a:lnTo>
                  <a:lnTo>
                    <a:pt x="5981909" y="2251160"/>
                  </a:lnTo>
                  <a:lnTo>
                    <a:pt x="5908149" y="2241909"/>
                  </a:lnTo>
                  <a:lnTo>
                    <a:pt x="5834389" y="2232436"/>
                  </a:lnTo>
                  <a:lnTo>
                    <a:pt x="5760629" y="2222736"/>
                  </a:lnTo>
                  <a:lnTo>
                    <a:pt x="5686869" y="2212803"/>
                  </a:lnTo>
                  <a:lnTo>
                    <a:pt x="5613109" y="2202632"/>
                  </a:lnTo>
                  <a:lnTo>
                    <a:pt x="5539349" y="2192217"/>
                  </a:lnTo>
                  <a:lnTo>
                    <a:pt x="5465589" y="2181552"/>
                  </a:lnTo>
                  <a:lnTo>
                    <a:pt x="5391829" y="2170632"/>
                  </a:lnTo>
                  <a:lnTo>
                    <a:pt x="5318069" y="2159449"/>
                  </a:lnTo>
                  <a:lnTo>
                    <a:pt x="5244309" y="2147998"/>
                  </a:lnTo>
                  <a:lnTo>
                    <a:pt x="5170549" y="2136273"/>
                  </a:lnTo>
                  <a:lnTo>
                    <a:pt x="5096789" y="2124266"/>
                  </a:lnTo>
                  <a:lnTo>
                    <a:pt x="5023029" y="2111972"/>
                  </a:lnTo>
                  <a:lnTo>
                    <a:pt x="4949269" y="2099382"/>
                  </a:lnTo>
                  <a:lnTo>
                    <a:pt x="4875509" y="2086490"/>
                  </a:lnTo>
                  <a:lnTo>
                    <a:pt x="4801749" y="2073290"/>
                  </a:lnTo>
                  <a:lnTo>
                    <a:pt x="4727989" y="2059772"/>
                  </a:lnTo>
                  <a:lnTo>
                    <a:pt x="4654229" y="2045931"/>
                  </a:lnTo>
                  <a:lnTo>
                    <a:pt x="4580469" y="2031757"/>
                  </a:lnTo>
                  <a:lnTo>
                    <a:pt x="4506709" y="2017243"/>
                  </a:lnTo>
                  <a:lnTo>
                    <a:pt x="4432949" y="2002382"/>
                  </a:lnTo>
                  <a:lnTo>
                    <a:pt x="4359189" y="1987163"/>
                  </a:lnTo>
                  <a:lnTo>
                    <a:pt x="4285429" y="1971580"/>
                  </a:lnTo>
                  <a:lnTo>
                    <a:pt x="4211669" y="1955623"/>
                  </a:lnTo>
                  <a:lnTo>
                    <a:pt x="4137909" y="1939283"/>
                  </a:lnTo>
                  <a:lnTo>
                    <a:pt x="4064149" y="1922552"/>
                  </a:lnTo>
                  <a:lnTo>
                    <a:pt x="3990388" y="1905418"/>
                  </a:lnTo>
                  <a:lnTo>
                    <a:pt x="3916628" y="1887874"/>
                  </a:lnTo>
                  <a:lnTo>
                    <a:pt x="3842868" y="1869910"/>
                  </a:lnTo>
                  <a:lnTo>
                    <a:pt x="3769108" y="1851514"/>
                  </a:lnTo>
                  <a:lnTo>
                    <a:pt x="3695348" y="1832677"/>
                  </a:lnTo>
                  <a:lnTo>
                    <a:pt x="3621588" y="1813388"/>
                  </a:lnTo>
                  <a:lnTo>
                    <a:pt x="3547828" y="1793637"/>
                  </a:lnTo>
                  <a:lnTo>
                    <a:pt x="3474068" y="1773412"/>
                  </a:lnTo>
                  <a:lnTo>
                    <a:pt x="3400308" y="1761836"/>
                  </a:lnTo>
                  <a:lnTo>
                    <a:pt x="3326548" y="1754119"/>
                  </a:lnTo>
                  <a:lnTo>
                    <a:pt x="3252788" y="1746335"/>
                  </a:lnTo>
                  <a:lnTo>
                    <a:pt x="3179028" y="1738481"/>
                  </a:lnTo>
                  <a:lnTo>
                    <a:pt x="3105268" y="1730559"/>
                  </a:lnTo>
                  <a:lnTo>
                    <a:pt x="3031508" y="1722567"/>
                  </a:lnTo>
                  <a:lnTo>
                    <a:pt x="2957748" y="1714504"/>
                  </a:lnTo>
                  <a:lnTo>
                    <a:pt x="2883988" y="1706370"/>
                  </a:lnTo>
                  <a:lnTo>
                    <a:pt x="2810228" y="1698164"/>
                  </a:lnTo>
                  <a:lnTo>
                    <a:pt x="2736468" y="1689886"/>
                  </a:lnTo>
                  <a:lnTo>
                    <a:pt x="2662708" y="1681535"/>
                  </a:lnTo>
                  <a:lnTo>
                    <a:pt x="2588948" y="1673111"/>
                  </a:lnTo>
                  <a:lnTo>
                    <a:pt x="2515188" y="1664612"/>
                  </a:lnTo>
                  <a:lnTo>
                    <a:pt x="2441428" y="1656038"/>
                  </a:lnTo>
                  <a:lnTo>
                    <a:pt x="2367668" y="1647389"/>
                  </a:lnTo>
                  <a:lnTo>
                    <a:pt x="2293908" y="1638663"/>
                  </a:lnTo>
                  <a:lnTo>
                    <a:pt x="2220148" y="1629860"/>
                  </a:lnTo>
                  <a:lnTo>
                    <a:pt x="2146388" y="1620980"/>
                  </a:lnTo>
                  <a:lnTo>
                    <a:pt x="2072628" y="1612021"/>
                  </a:lnTo>
                  <a:lnTo>
                    <a:pt x="1998868" y="1602983"/>
                  </a:lnTo>
                  <a:lnTo>
                    <a:pt x="1925108" y="1593866"/>
                  </a:lnTo>
                  <a:lnTo>
                    <a:pt x="1851348" y="1584668"/>
                  </a:lnTo>
                  <a:lnTo>
                    <a:pt x="1777588" y="1575389"/>
                  </a:lnTo>
                  <a:lnTo>
                    <a:pt x="1703828" y="1566029"/>
                  </a:lnTo>
                  <a:lnTo>
                    <a:pt x="1630068" y="1556586"/>
                  </a:lnTo>
                  <a:lnTo>
                    <a:pt x="1556308" y="1547059"/>
                  </a:lnTo>
                  <a:lnTo>
                    <a:pt x="1482548" y="1537448"/>
                  </a:lnTo>
                  <a:lnTo>
                    <a:pt x="1408788" y="1527753"/>
                  </a:lnTo>
                  <a:lnTo>
                    <a:pt x="1335028" y="1517972"/>
                  </a:lnTo>
                  <a:lnTo>
                    <a:pt x="1261268" y="1508105"/>
                  </a:lnTo>
                  <a:lnTo>
                    <a:pt x="1187508" y="1498151"/>
                  </a:lnTo>
                  <a:lnTo>
                    <a:pt x="1113747" y="1488109"/>
                  </a:lnTo>
                  <a:lnTo>
                    <a:pt x="1039987" y="1477979"/>
                  </a:lnTo>
                  <a:lnTo>
                    <a:pt x="966227" y="1467759"/>
                  </a:lnTo>
                  <a:lnTo>
                    <a:pt x="892467" y="1457449"/>
                  </a:lnTo>
                  <a:lnTo>
                    <a:pt x="818707" y="1447049"/>
                  </a:lnTo>
                  <a:lnTo>
                    <a:pt x="744947" y="1436556"/>
                  </a:lnTo>
                  <a:lnTo>
                    <a:pt x="671187" y="1425971"/>
                  </a:lnTo>
                  <a:lnTo>
                    <a:pt x="597427" y="1415293"/>
                  </a:lnTo>
                  <a:lnTo>
                    <a:pt x="523667" y="1404520"/>
                  </a:lnTo>
                  <a:lnTo>
                    <a:pt x="449907" y="1393652"/>
                  </a:lnTo>
                  <a:lnTo>
                    <a:pt x="376147" y="1382689"/>
                  </a:lnTo>
                  <a:lnTo>
                    <a:pt x="302387" y="1371629"/>
                  </a:lnTo>
                  <a:lnTo>
                    <a:pt x="228627" y="1360471"/>
                  </a:lnTo>
                  <a:lnTo>
                    <a:pt x="154867" y="1349215"/>
                  </a:lnTo>
                  <a:lnTo>
                    <a:pt x="81107" y="1337860"/>
                  </a:lnTo>
                  <a:lnTo>
                    <a:pt x="7347" y="1326405"/>
                  </a:lnTo>
                  <a:lnTo>
                    <a:pt x="0" y="132525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17517" y="2912363"/>
              <a:ext cx="7235830" cy="2082565"/>
            </a:xfrm>
            <a:custGeom>
              <a:avLst/>
              <a:pathLst>
                <a:path w="7235830" h="2082565">
                  <a:moveTo>
                    <a:pt x="0" y="0"/>
                  </a:moveTo>
                  <a:lnTo>
                    <a:pt x="7347" y="6285"/>
                  </a:lnTo>
                  <a:lnTo>
                    <a:pt x="81107" y="67904"/>
                  </a:lnTo>
                  <a:lnTo>
                    <a:pt x="154867" y="128079"/>
                  </a:lnTo>
                  <a:lnTo>
                    <a:pt x="228627" y="186845"/>
                  </a:lnTo>
                  <a:lnTo>
                    <a:pt x="302387" y="244234"/>
                  </a:lnTo>
                  <a:lnTo>
                    <a:pt x="376147" y="300279"/>
                  </a:lnTo>
                  <a:lnTo>
                    <a:pt x="449907" y="355011"/>
                  </a:lnTo>
                  <a:lnTo>
                    <a:pt x="523667" y="408461"/>
                  </a:lnTo>
                  <a:lnTo>
                    <a:pt x="597427" y="460659"/>
                  </a:lnTo>
                  <a:lnTo>
                    <a:pt x="671187" y="511635"/>
                  </a:lnTo>
                  <a:lnTo>
                    <a:pt x="744947" y="561416"/>
                  </a:lnTo>
                  <a:lnTo>
                    <a:pt x="818707" y="610031"/>
                  </a:lnTo>
                  <a:lnTo>
                    <a:pt x="892467" y="657508"/>
                  </a:lnTo>
                  <a:lnTo>
                    <a:pt x="966227" y="703872"/>
                  </a:lnTo>
                  <a:lnTo>
                    <a:pt x="1039987" y="749150"/>
                  </a:lnTo>
                  <a:lnTo>
                    <a:pt x="1113747" y="793368"/>
                  </a:lnTo>
                  <a:lnTo>
                    <a:pt x="1187508" y="836550"/>
                  </a:lnTo>
                  <a:lnTo>
                    <a:pt x="1261268" y="878720"/>
                  </a:lnTo>
                  <a:lnTo>
                    <a:pt x="1335028" y="919903"/>
                  </a:lnTo>
                  <a:lnTo>
                    <a:pt x="1408788" y="960121"/>
                  </a:lnTo>
                  <a:lnTo>
                    <a:pt x="1482548" y="999397"/>
                  </a:lnTo>
                  <a:lnTo>
                    <a:pt x="1556308" y="1037753"/>
                  </a:lnTo>
                  <a:lnTo>
                    <a:pt x="1630068" y="1075210"/>
                  </a:lnTo>
                  <a:lnTo>
                    <a:pt x="1703828" y="1111790"/>
                  </a:lnTo>
                  <a:lnTo>
                    <a:pt x="1777588" y="1147513"/>
                  </a:lnTo>
                  <a:lnTo>
                    <a:pt x="1851348" y="1182400"/>
                  </a:lnTo>
                  <a:lnTo>
                    <a:pt x="1925108" y="1216469"/>
                  </a:lnTo>
                  <a:lnTo>
                    <a:pt x="1998868" y="1249740"/>
                  </a:lnTo>
                  <a:lnTo>
                    <a:pt x="2072628" y="1282232"/>
                  </a:lnTo>
                  <a:lnTo>
                    <a:pt x="2146388" y="1313962"/>
                  </a:lnTo>
                  <a:lnTo>
                    <a:pt x="2220148" y="1344950"/>
                  </a:lnTo>
                  <a:lnTo>
                    <a:pt x="2293908" y="1375211"/>
                  </a:lnTo>
                  <a:lnTo>
                    <a:pt x="2367668" y="1404764"/>
                  </a:lnTo>
                  <a:lnTo>
                    <a:pt x="2441428" y="1433625"/>
                  </a:lnTo>
                  <a:lnTo>
                    <a:pt x="2515188" y="1461809"/>
                  </a:lnTo>
                  <a:lnTo>
                    <a:pt x="2588948" y="1489333"/>
                  </a:lnTo>
                  <a:lnTo>
                    <a:pt x="2662708" y="1516213"/>
                  </a:lnTo>
                  <a:lnTo>
                    <a:pt x="2736468" y="1542463"/>
                  </a:lnTo>
                  <a:lnTo>
                    <a:pt x="2810228" y="1568098"/>
                  </a:lnTo>
                  <a:lnTo>
                    <a:pt x="2883988" y="1593132"/>
                  </a:lnTo>
                  <a:lnTo>
                    <a:pt x="2957748" y="1617580"/>
                  </a:lnTo>
                  <a:lnTo>
                    <a:pt x="3031508" y="1641456"/>
                  </a:lnTo>
                  <a:lnTo>
                    <a:pt x="3105268" y="1664772"/>
                  </a:lnTo>
                  <a:lnTo>
                    <a:pt x="3179028" y="1687542"/>
                  </a:lnTo>
                  <a:lnTo>
                    <a:pt x="3252788" y="1709778"/>
                  </a:lnTo>
                  <a:lnTo>
                    <a:pt x="3326548" y="1731494"/>
                  </a:lnTo>
                  <a:lnTo>
                    <a:pt x="3400308" y="1752701"/>
                  </a:lnTo>
                  <a:lnTo>
                    <a:pt x="3474068" y="1769485"/>
                  </a:lnTo>
                  <a:lnTo>
                    <a:pt x="3547828" y="1777067"/>
                  </a:lnTo>
                  <a:lnTo>
                    <a:pt x="3621588" y="1784583"/>
                  </a:lnTo>
                  <a:lnTo>
                    <a:pt x="3695348" y="1792033"/>
                  </a:lnTo>
                  <a:lnTo>
                    <a:pt x="3769108" y="1799418"/>
                  </a:lnTo>
                  <a:lnTo>
                    <a:pt x="3842868" y="1806738"/>
                  </a:lnTo>
                  <a:lnTo>
                    <a:pt x="3916628" y="1813995"/>
                  </a:lnTo>
                  <a:lnTo>
                    <a:pt x="3990388" y="1821188"/>
                  </a:lnTo>
                  <a:lnTo>
                    <a:pt x="4064149" y="1828318"/>
                  </a:lnTo>
                  <a:lnTo>
                    <a:pt x="4137909" y="1835386"/>
                  </a:lnTo>
                  <a:lnTo>
                    <a:pt x="4211669" y="1842392"/>
                  </a:lnTo>
                  <a:lnTo>
                    <a:pt x="4285429" y="1849337"/>
                  </a:lnTo>
                  <a:lnTo>
                    <a:pt x="4359189" y="1856221"/>
                  </a:lnTo>
                  <a:lnTo>
                    <a:pt x="4432949" y="1863045"/>
                  </a:lnTo>
                  <a:lnTo>
                    <a:pt x="4506709" y="1869809"/>
                  </a:lnTo>
                  <a:lnTo>
                    <a:pt x="4580469" y="1876514"/>
                  </a:lnTo>
                  <a:lnTo>
                    <a:pt x="4654229" y="1883161"/>
                  </a:lnTo>
                  <a:lnTo>
                    <a:pt x="4727989" y="1889749"/>
                  </a:lnTo>
                  <a:lnTo>
                    <a:pt x="4801749" y="1896280"/>
                  </a:lnTo>
                  <a:lnTo>
                    <a:pt x="4875509" y="1902754"/>
                  </a:lnTo>
                  <a:lnTo>
                    <a:pt x="4949269" y="1909171"/>
                  </a:lnTo>
                  <a:lnTo>
                    <a:pt x="5023029" y="1915532"/>
                  </a:lnTo>
                  <a:lnTo>
                    <a:pt x="5096789" y="1921838"/>
                  </a:lnTo>
                  <a:lnTo>
                    <a:pt x="5170549" y="1928088"/>
                  </a:lnTo>
                  <a:lnTo>
                    <a:pt x="5244309" y="1934284"/>
                  </a:lnTo>
                  <a:lnTo>
                    <a:pt x="5318069" y="1940425"/>
                  </a:lnTo>
                  <a:lnTo>
                    <a:pt x="5391829" y="1946513"/>
                  </a:lnTo>
                  <a:lnTo>
                    <a:pt x="5465589" y="1952548"/>
                  </a:lnTo>
                  <a:lnTo>
                    <a:pt x="5539349" y="1958530"/>
                  </a:lnTo>
                  <a:lnTo>
                    <a:pt x="5613109" y="1964459"/>
                  </a:lnTo>
                  <a:lnTo>
                    <a:pt x="5686869" y="1970337"/>
                  </a:lnTo>
                  <a:lnTo>
                    <a:pt x="5760629" y="1976163"/>
                  </a:lnTo>
                  <a:lnTo>
                    <a:pt x="5834389" y="1981939"/>
                  </a:lnTo>
                  <a:lnTo>
                    <a:pt x="5908149" y="1987664"/>
                  </a:lnTo>
                  <a:lnTo>
                    <a:pt x="5981909" y="1993339"/>
                  </a:lnTo>
                  <a:lnTo>
                    <a:pt x="6055669" y="1998964"/>
                  </a:lnTo>
                  <a:lnTo>
                    <a:pt x="6129429" y="2004540"/>
                  </a:lnTo>
                  <a:lnTo>
                    <a:pt x="6203189" y="2010068"/>
                  </a:lnTo>
                  <a:lnTo>
                    <a:pt x="6276949" y="2015547"/>
                  </a:lnTo>
                  <a:lnTo>
                    <a:pt x="6350709" y="2020978"/>
                  </a:lnTo>
                  <a:lnTo>
                    <a:pt x="6424469" y="2026361"/>
                  </a:lnTo>
                  <a:lnTo>
                    <a:pt x="6498229" y="2031698"/>
                  </a:lnTo>
                  <a:lnTo>
                    <a:pt x="6571989" y="2036988"/>
                  </a:lnTo>
                  <a:lnTo>
                    <a:pt x="6645749" y="2042232"/>
                  </a:lnTo>
                  <a:lnTo>
                    <a:pt x="6719509" y="2047430"/>
                  </a:lnTo>
                  <a:lnTo>
                    <a:pt x="6793269" y="2052582"/>
                  </a:lnTo>
                  <a:lnTo>
                    <a:pt x="6867029" y="2057690"/>
                  </a:lnTo>
                  <a:lnTo>
                    <a:pt x="6940789" y="2062752"/>
                  </a:lnTo>
                  <a:lnTo>
                    <a:pt x="7014550" y="2067771"/>
                  </a:lnTo>
                  <a:lnTo>
                    <a:pt x="7088310" y="2072745"/>
                  </a:lnTo>
                  <a:lnTo>
                    <a:pt x="7162070" y="2077677"/>
                  </a:lnTo>
                  <a:lnTo>
                    <a:pt x="7235830" y="208256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237617"/>
              <a:ext cx="7235830" cy="1053819"/>
            </a:xfrm>
            <a:custGeom>
              <a:avLst/>
              <a:pathLst>
                <a:path w="7235830" h="1053819">
                  <a:moveTo>
                    <a:pt x="7235830" y="1053819"/>
                  </a:moveTo>
                  <a:lnTo>
                    <a:pt x="7162070" y="1047637"/>
                  </a:lnTo>
                  <a:lnTo>
                    <a:pt x="7088310" y="1041305"/>
                  </a:lnTo>
                  <a:lnTo>
                    <a:pt x="7014550" y="1034822"/>
                  </a:lnTo>
                  <a:lnTo>
                    <a:pt x="6940789" y="1028184"/>
                  </a:lnTo>
                  <a:lnTo>
                    <a:pt x="6867029" y="1021386"/>
                  </a:lnTo>
                  <a:lnTo>
                    <a:pt x="6793269" y="1014425"/>
                  </a:lnTo>
                  <a:lnTo>
                    <a:pt x="6719509" y="1007297"/>
                  </a:lnTo>
                  <a:lnTo>
                    <a:pt x="6645749" y="999999"/>
                  </a:lnTo>
                  <a:lnTo>
                    <a:pt x="6571989" y="992525"/>
                  </a:lnTo>
                  <a:lnTo>
                    <a:pt x="6498229" y="984872"/>
                  </a:lnTo>
                  <a:lnTo>
                    <a:pt x="6424469" y="977035"/>
                  </a:lnTo>
                  <a:lnTo>
                    <a:pt x="6350709" y="969010"/>
                  </a:lnTo>
                  <a:lnTo>
                    <a:pt x="6276949" y="960793"/>
                  </a:lnTo>
                  <a:lnTo>
                    <a:pt x="6203189" y="952379"/>
                  </a:lnTo>
                  <a:lnTo>
                    <a:pt x="6129429" y="943763"/>
                  </a:lnTo>
                  <a:lnTo>
                    <a:pt x="6055669" y="934940"/>
                  </a:lnTo>
                  <a:lnTo>
                    <a:pt x="5981909" y="925906"/>
                  </a:lnTo>
                  <a:lnTo>
                    <a:pt x="5908149" y="916655"/>
                  </a:lnTo>
                  <a:lnTo>
                    <a:pt x="5834389" y="907182"/>
                  </a:lnTo>
                  <a:lnTo>
                    <a:pt x="5760629" y="897482"/>
                  </a:lnTo>
                  <a:lnTo>
                    <a:pt x="5686869" y="887549"/>
                  </a:lnTo>
                  <a:lnTo>
                    <a:pt x="5613109" y="877378"/>
                  </a:lnTo>
                  <a:lnTo>
                    <a:pt x="5539349" y="866963"/>
                  </a:lnTo>
                  <a:lnTo>
                    <a:pt x="5465589" y="856298"/>
                  </a:lnTo>
                  <a:lnTo>
                    <a:pt x="5391829" y="845378"/>
                  </a:lnTo>
                  <a:lnTo>
                    <a:pt x="5318069" y="834195"/>
                  </a:lnTo>
                  <a:lnTo>
                    <a:pt x="5244309" y="822744"/>
                  </a:lnTo>
                  <a:lnTo>
                    <a:pt x="5170549" y="811019"/>
                  </a:lnTo>
                  <a:lnTo>
                    <a:pt x="5096789" y="799012"/>
                  </a:lnTo>
                  <a:lnTo>
                    <a:pt x="5023029" y="786718"/>
                  </a:lnTo>
                  <a:lnTo>
                    <a:pt x="4949269" y="774128"/>
                  </a:lnTo>
                  <a:lnTo>
                    <a:pt x="4875509" y="761236"/>
                  </a:lnTo>
                  <a:lnTo>
                    <a:pt x="4801749" y="748036"/>
                  </a:lnTo>
                  <a:lnTo>
                    <a:pt x="4727989" y="734518"/>
                  </a:lnTo>
                  <a:lnTo>
                    <a:pt x="4654229" y="720677"/>
                  </a:lnTo>
                  <a:lnTo>
                    <a:pt x="4580469" y="706503"/>
                  </a:lnTo>
                  <a:lnTo>
                    <a:pt x="4506709" y="691989"/>
                  </a:lnTo>
                  <a:lnTo>
                    <a:pt x="4432949" y="677128"/>
                  </a:lnTo>
                  <a:lnTo>
                    <a:pt x="4359189" y="661909"/>
                  </a:lnTo>
                  <a:lnTo>
                    <a:pt x="4285429" y="646326"/>
                  </a:lnTo>
                  <a:lnTo>
                    <a:pt x="4211669" y="630369"/>
                  </a:lnTo>
                  <a:lnTo>
                    <a:pt x="4137909" y="614029"/>
                  </a:lnTo>
                  <a:lnTo>
                    <a:pt x="4064149" y="597298"/>
                  </a:lnTo>
                  <a:lnTo>
                    <a:pt x="3990388" y="580164"/>
                  </a:lnTo>
                  <a:lnTo>
                    <a:pt x="3916628" y="562620"/>
                  </a:lnTo>
                  <a:lnTo>
                    <a:pt x="3842868" y="544656"/>
                  </a:lnTo>
                  <a:lnTo>
                    <a:pt x="3769108" y="526260"/>
                  </a:lnTo>
                  <a:lnTo>
                    <a:pt x="3695348" y="507423"/>
                  </a:lnTo>
                  <a:lnTo>
                    <a:pt x="3621588" y="488134"/>
                  </a:lnTo>
                  <a:lnTo>
                    <a:pt x="3547828" y="468383"/>
                  </a:lnTo>
                  <a:lnTo>
                    <a:pt x="3474068" y="448158"/>
                  </a:lnTo>
                  <a:lnTo>
                    <a:pt x="3400308" y="436582"/>
                  </a:lnTo>
                  <a:lnTo>
                    <a:pt x="3326548" y="428865"/>
                  </a:lnTo>
                  <a:lnTo>
                    <a:pt x="3252788" y="421081"/>
                  </a:lnTo>
                  <a:lnTo>
                    <a:pt x="3179028" y="413227"/>
                  </a:lnTo>
                  <a:lnTo>
                    <a:pt x="3105268" y="405305"/>
                  </a:lnTo>
                  <a:lnTo>
                    <a:pt x="3031508" y="397313"/>
                  </a:lnTo>
                  <a:lnTo>
                    <a:pt x="2957748" y="389250"/>
                  </a:lnTo>
                  <a:lnTo>
                    <a:pt x="2883988" y="381116"/>
                  </a:lnTo>
                  <a:lnTo>
                    <a:pt x="2810228" y="372910"/>
                  </a:lnTo>
                  <a:lnTo>
                    <a:pt x="2736468" y="364632"/>
                  </a:lnTo>
                  <a:lnTo>
                    <a:pt x="2662708" y="356282"/>
                  </a:lnTo>
                  <a:lnTo>
                    <a:pt x="2588948" y="347857"/>
                  </a:lnTo>
                  <a:lnTo>
                    <a:pt x="2515188" y="339358"/>
                  </a:lnTo>
                  <a:lnTo>
                    <a:pt x="2441428" y="330784"/>
                  </a:lnTo>
                  <a:lnTo>
                    <a:pt x="2367668" y="322135"/>
                  </a:lnTo>
                  <a:lnTo>
                    <a:pt x="2293908" y="313409"/>
                  </a:lnTo>
                  <a:lnTo>
                    <a:pt x="2220148" y="304606"/>
                  </a:lnTo>
                  <a:lnTo>
                    <a:pt x="2146388" y="295726"/>
                  </a:lnTo>
                  <a:lnTo>
                    <a:pt x="2072628" y="286767"/>
                  </a:lnTo>
                  <a:lnTo>
                    <a:pt x="1998868" y="277729"/>
                  </a:lnTo>
                  <a:lnTo>
                    <a:pt x="1925108" y="268612"/>
                  </a:lnTo>
                  <a:lnTo>
                    <a:pt x="1851348" y="259414"/>
                  </a:lnTo>
                  <a:lnTo>
                    <a:pt x="1777588" y="250135"/>
                  </a:lnTo>
                  <a:lnTo>
                    <a:pt x="1703828" y="240775"/>
                  </a:lnTo>
                  <a:lnTo>
                    <a:pt x="1630068" y="231332"/>
                  </a:lnTo>
                  <a:lnTo>
                    <a:pt x="1556308" y="221805"/>
                  </a:lnTo>
                  <a:lnTo>
                    <a:pt x="1482548" y="212194"/>
                  </a:lnTo>
                  <a:lnTo>
                    <a:pt x="1408788" y="202499"/>
                  </a:lnTo>
                  <a:lnTo>
                    <a:pt x="1335028" y="192718"/>
                  </a:lnTo>
                  <a:lnTo>
                    <a:pt x="1261268" y="182851"/>
                  </a:lnTo>
                  <a:lnTo>
                    <a:pt x="1187508" y="172897"/>
                  </a:lnTo>
                  <a:lnTo>
                    <a:pt x="1113747" y="162855"/>
                  </a:lnTo>
                  <a:lnTo>
                    <a:pt x="1039987" y="152725"/>
                  </a:lnTo>
                  <a:lnTo>
                    <a:pt x="966227" y="142505"/>
                  </a:lnTo>
                  <a:lnTo>
                    <a:pt x="892467" y="132195"/>
                  </a:lnTo>
                  <a:lnTo>
                    <a:pt x="818707" y="121795"/>
                  </a:lnTo>
                  <a:lnTo>
                    <a:pt x="744947" y="111302"/>
                  </a:lnTo>
                  <a:lnTo>
                    <a:pt x="671187" y="100717"/>
                  </a:lnTo>
                  <a:lnTo>
                    <a:pt x="597427" y="90039"/>
                  </a:lnTo>
                  <a:lnTo>
                    <a:pt x="523667" y="79266"/>
                  </a:lnTo>
                  <a:lnTo>
                    <a:pt x="449907" y="68399"/>
                  </a:lnTo>
                  <a:lnTo>
                    <a:pt x="376147" y="57435"/>
                  </a:lnTo>
                  <a:lnTo>
                    <a:pt x="302387" y="46375"/>
                  </a:lnTo>
                  <a:lnTo>
                    <a:pt x="228627" y="35217"/>
                  </a:lnTo>
                  <a:lnTo>
                    <a:pt x="154867" y="23961"/>
                  </a:lnTo>
                  <a:lnTo>
                    <a:pt x="81107" y="12606"/>
                  </a:lnTo>
                  <a:lnTo>
                    <a:pt x="7347" y="115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689519"/>
              <a:ext cx="7235830" cy="1481698"/>
            </a:xfrm>
            <a:custGeom>
              <a:avLst/>
              <a:pathLst>
                <a:path w="7235830" h="1481698">
                  <a:moveTo>
                    <a:pt x="0" y="0"/>
                  </a:moveTo>
                  <a:lnTo>
                    <a:pt x="7347" y="3028"/>
                  </a:lnTo>
                  <a:lnTo>
                    <a:pt x="81107" y="32939"/>
                  </a:lnTo>
                  <a:lnTo>
                    <a:pt x="154867" y="62369"/>
                  </a:lnTo>
                  <a:lnTo>
                    <a:pt x="228627" y="91324"/>
                  </a:lnTo>
                  <a:lnTo>
                    <a:pt x="302387" y="119813"/>
                  </a:lnTo>
                  <a:lnTo>
                    <a:pt x="376147" y="147843"/>
                  </a:lnTo>
                  <a:lnTo>
                    <a:pt x="449907" y="175421"/>
                  </a:lnTo>
                  <a:lnTo>
                    <a:pt x="523667" y="202555"/>
                  </a:lnTo>
                  <a:lnTo>
                    <a:pt x="597427" y="229252"/>
                  </a:lnTo>
                  <a:lnTo>
                    <a:pt x="671187" y="255519"/>
                  </a:lnTo>
                  <a:lnTo>
                    <a:pt x="744947" y="281363"/>
                  </a:lnTo>
                  <a:lnTo>
                    <a:pt x="818707" y="306790"/>
                  </a:lnTo>
                  <a:lnTo>
                    <a:pt x="892467" y="331808"/>
                  </a:lnTo>
                  <a:lnTo>
                    <a:pt x="966227" y="356423"/>
                  </a:lnTo>
                  <a:lnTo>
                    <a:pt x="1039987" y="380641"/>
                  </a:lnTo>
                  <a:lnTo>
                    <a:pt x="1113747" y="404469"/>
                  </a:lnTo>
                  <a:lnTo>
                    <a:pt x="1187508" y="427913"/>
                  </a:lnTo>
                  <a:lnTo>
                    <a:pt x="1261268" y="450979"/>
                  </a:lnTo>
                  <a:lnTo>
                    <a:pt x="1335028" y="473674"/>
                  </a:lnTo>
                  <a:lnTo>
                    <a:pt x="1408788" y="496003"/>
                  </a:lnTo>
                  <a:lnTo>
                    <a:pt x="1482548" y="517972"/>
                  </a:lnTo>
                  <a:lnTo>
                    <a:pt x="1556308" y="539588"/>
                  </a:lnTo>
                  <a:lnTo>
                    <a:pt x="1630068" y="560855"/>
                  </a:lnTo>
                  <a:lnTo>
                    <a:pt x="1703828" y="581780"/>
                  </a:lnTo>
                  <a:lnTo>
                    <a:pt x="1777588" y="602367"/>
                  </a:lnTo>
                  <a:lnTo>
                    <a:pt x="1851348" y="622623"/>
                  </a:lnTo>
                  <a:lnTo>
                    <a:pt x="1925108" y="642552"/>
                  </a:lnTo>
                  <a:lnTo>
                    <a:pt x="1998868" y="662161"/>
                  </a:lnTo>
                  <a:lnTo>
                    <a:pt x="2072628" y="681453"/>
                  </a:lnTo>
                  <a:lnTo>
                    <a:pt x="2146388" y="700435"/>
                  </a:lnTo>
                  <a:lnTo>
                    <a:pt x="2220148" y="719111"/>
                  </a:lnTo>
                  <a:lnTo>
                    <a:pt x="2293908" y="737486"/>
                  </a:lnTo>
                  <a:lnTo>
                    <a:pt x="2367668" y="755565"/>
                  </a:lnTo>
                  <a:lnTo>
                    <a:pt x="2441428" y="773353"/>
                  </a:lnTo>
                  <a:lnTo>
                    <a:pt x="2515188" y="790854"/>
                  </a:lnTo>
                  <a:lnTo>
                    <a:pt x="2588948" y="808073"/>
                  </a:lnTo>
                  <a:lnTo>
                    <a:pt x="2662708" y="825015"/>
                  </a:lnTo>
                  <a:lnTo>
                    <a:pt x="2736468" y="841684"/>
                  </a:lnTo>
                  <a:lnTo>
                    <a:pt x="2810228" y="858084"/>
                  </a:lnTo>
                  <a:lnTo>
                    <a:pt x="2883988" y="874221"/>
                  </a:lnTo>
                  <a:lnTo>
                    <a:pt x="2957748" y="890097"/>
                  </a:lnTo>
                  <a:lnTo>
                    <a:pt x="3031508" y="905717"/>
                  </a:lnTo>
                  <a:lnTo>
                    <a:pt x="3105268" y="921086"/>
                  </a:lnTo>
                  <a:lnTo>
                    <a:pt x="3179028" y="936207"/>
                  </a:lnTo>
                  <a:lnTo>
                    <a:pt x="3252788" y="951085"/>
                  </a:lnTo>
                  <a:lnTo>
                    <a:pt x="3326548" y="965723"/>
                  </a:lnTo>
                  <a:lnTo>
                    <a:pt x="3400308" y="980125"/>
                  </a:lnTo>
                  <a:lnTo>
                    <a:pt x="3474068" y="994295"/>
                  </a:lnTo>
                  <a:lnTo>
                    <a:pt x="3547828" y="1008236"/>
                  </a:lnTo>
                  <a:lnTo>
                    <a:pt x="3621588" y="1021954"/>
                  </a:lnTo>
                  <a:lnTo>
                    <a:pt x="3695348" y="1035450"/>
                  </a:lnTo>
                  <a:lnTo>
                    <a:pt x="3769108" y="1048729"/>
                  </a:lnTo>
                  <a:lnTo>
                    <a:pt x="3842868" y="1061793"/>
                  </a:lnTo>
                  <a:lnTo>
                    <a:pt x="3916628" y="1074648"/>
                  </a:lnTo>
                  <a:lnTo>
                    <a:pt x="3990388" y="1087295"/>
                  </a:lnTo>
                  <a:lnTo>
                    <a:pt x="4064149" y="1099738"/>
                  </a:lnTo>
                  <a:lnTo>
                    <a:pt x="4137909" y="1111981"/>
                  </a:lnTo>
                  <a:lnTo>
                    <a:pt x="4211669" y="1124027"/>
                  </a:lnTo>
                  <a:lnTo>
                    <a:pt x="4285429" y="1135879"/>
                  </a:lnTo>
                  <a:lnTo>
                    <a:pt x="4359189" y="1147540"/>
                  </a:lnTo>
                  <a:lnTo>
                    <a:pt x="4432949" y="1159013"/>
                  </a:lnTo>
                  <a:lnTo>
                    <a:pt x="4506709" y="1170301"/>
                  </a:lnTo>
                  <a:lnTo>
                    <a:pt x="4580469" y="1181407"/>
                  </a:lnTo>
                  <a:lnTo>
                    <a:pt x="4654229" y="1192334"/>
                  </a:lnTo>
                  <a:lnTo>
                    <a:pt x="4727989" y="1203086"/>
                  </a:lnTo>
                  <a:lnTo>
                    <a:pt x="4801749" y="1213664"/>
                  </a:lnTo>
                  <a:lnTo>
                    <a:pt x="4875509" y="1224071"/>
                  </a:lnTo>
                  <a:lnTo>
                    <a:pt x="4949269" y="1234311"/>
                  </a:lnTo>
                  <a:lnTo>
                    <a:pt x="5023029" y="1244386"/>
                  </a:lnTo>
                  <a:lnTo>
                    <a:pt x="5096789" y="1254299"/>
                  </a:lnTo>
                  <a:lnTo>
                    <a:pt x="5170549" y="1264052"/>
                  </a:lnTo>
                  <a:lnTo>
                    <a:pt x="5244309" y="1273648"/>
                  </a:lnTo>
                  <a:lnTo>
                    <a:pt x="5318069" y="1283089"/>
                  </a:lnTo>
                  <a:lnTo>
                    <a:pt x="5391829" y="1292378"/>
                  </a:lnTo>
                  <a:lnTo>
                    <a:pt x="5465589" y="1301518"/>
                  </a:lnTo>
                  <a:lnTo>
                    <a:pt x="5539349" y="1310510"/>
                  </a:lnTo>
                  <a:lnTo>
                    <a:pt x="5613109" y="1319358"/>
                  </a:lnTo>
                  <a:lnTo>
                    <a:pt x="5686869" y="1328062"/>
                  </a:lnTo>
                  <a:lnTo>
                    <a:pt x="5760629" y="1336627"/>
                  </a:lnTo>
                  <a:lnTo>
                    <a:pt x="5834389" y="1345054"/>
                  </a:lnTo>
                  <a:lnTo>
                    <a:pt x="5908149" y="1353345"/>
                  </a:lnTo>
                  <a:lnTo>
                    <a:pt x="5981909" y="1361502"/>
                  </a:lnTo>
                  <a:lnTo>
                    <a:pt x="6055669" y="1369528"/>
                  </a:lnTo>
                  <a:lnTo>
                    <a:pt x="6129429" y="1377425"/>
                  </a:lnTo>
                  <a:lnTo>
                    <a:pt x="6203189" y="1385194"/>
                  </a:lnTo>
                  <a:lnTo>
                    <a:pt x="6276949" y="1392838"/>
                  </a:lnTo>
                  <a:lnTo>
                    <a:pt x="6350709" y="1400359"/>
                  </a:lnTo>
                  <a:lnTo>
                    <a:pt x="6424469" y="1407759"/>
                  </a:lnTo>
                  <a:lnTo>
                    <a:pt x="6498229" y="1415040"/>
                  </a:lnTo>
                  <a:lnTo>
                    <a:pt x="6571989" y="1422203"/>
                  </a:lnTo>
                  <a:lnTo>
                    <a:pt x="6645749" y="1429251"/>
                  </a:lnTo>
                  <a:lnTo>
                    <a:pt x="6719509" y="1436186"/>
                  </a:lnTo>
                  <a:lnTo>
                    <a:pt x="6793269" y="1443009"/>
                  </a:lnTo>
                  <a:lnTo>
                    <a:pt x="6867029" y="1449721"/>
                  </a:lnTo>
                  <a:lnTo>
                    <a:pt x="6940789" y="1456326"/>
                  </a:lnTo>
                  <a:lnTo>
                    <a:pt x="7014550" y="1462824"/>
                  </a:lnTo>
                  <a:lnTo>
                    <a:pt x="7088310" y="1469218"/>
                  </a:lnTo>
                  <a:lnTo>
                    <a:pt x="7162070" y="1475509"/>
                  </a:lnTo>
                  <a:lnTo>
                    <a:pt x="7235830" y="148169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16666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2026-05-27T10:00:51Z</dcterms:modified>
  <cp:category/>
</cp:coreProperties>
</file>