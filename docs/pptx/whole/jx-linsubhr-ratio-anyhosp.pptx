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3042333"/>
              <a:ext cx="7235830" cy="2269066"/>
            </a:xfrm>
            <a:custGeom>
              <a:avLst/>
              <a:pathLst>
                <a:path w="7235830" h="2269066">
                  <a:moveTo>
                    <a:pt x="0" y="0"/>
                  </a:moveTo>
                  <a:lnTo>
                    <a:pt x="7347" y="5994"/>
                  </a:lnTo>
                  <a:lnTo>
                    <a:pt x="81107" y="64764"/>
                  </a:lnTo>
                  <a:lnTo>
                    <a:pt x="154867" y="122157"/>
                  </a:lnTo>
                  <a:lnTo>
                    <a:pt x="228627" y="178205"/>
                  </a:lnTo>
                  <a:lnTo>
                    <a:pt x="302387" y="232941"/>
                  </a:lnTo>
                  <a:lnTo>
                    <a:pt x="376147" y="286394"/>
                  </a:lnTo>
                  <a:lnTo>
                    <a:pt x="449907" y="338596"/>
                  </a:lnTo>
                  <a:lnTo>
                    <a:pt x="523667" y="389574"/>
                  </a:lnTo>
                  <a:lnTo>
                    <a:pt x="597427" y="439359"/>
                  </a:lnTo>
                  <a:lnTo>
                    <a:pt x="671187" y="487977"/>
                  </a:lnTo>
                  <a:lnTo>
                    <a:pt x="744947" y="535456"/>
                  </a:lnTo>
                  <a:lnTo>
                    <a:pt x="818707" y="581824"/>
                  </a:lnTo>
                  <a:lnTo>
                    <a:pt x="892467" y="627105"/>
                  </a:lnTo>
                  <a:lnTo>
                    <a:pt x="966227" y="671325"/>
                  </a:lnTo>
                  <a:lnTo>
                    <a:pt x="1039987" y="714510"/>
                  </a:lnTo>
                  <a:lnTo>
                    <a:pt x="1113747" y="756683"/>
                  </a:lnTo>
                  <a:lnTo>
                    <a:pt x="1187508" y="797868"/>
                  </a:lnTo>
                  <a:lnTo>
                    <a:pt x="1261268" y="838089"/>
                  </a:lnTo>
                  <a:lnTo>
                    <a:pt x="1335028" y="877367"/>
                  </a:lnTo>
                  <a:lnTo>
                    <a:pt x="1408788" y="915725"/>
                  </a:lnTo>
                  <a:lnTo>
                    <a:pt x="1482548" y="953185"/>
                  </a:lnTo>
                  <a:lnTo>
                    <a:pt x="1556308" y="989767"/>
                  </a:lnTo>
                  <a:lnTo>
                    <a:pt x="1630068" y="1025493"/>
                  </a:lnTo>
                  <a:lnTo>
                    <a:pt x="1703828" y="1060381"/>
                  </a:lnTo>
                  <a:lnTo>
                    <a:pt x="1777588" y="1094453"/>
                  </a:lnTo>
                  <a:lnTo>
                    <a:pt x="1851348" y="1127726"/>
                  </a:lnTo>
                  <a:lnTo>
                    <a:pt x="1925108" y="1160220"/>
                  </a:lnTo>
                  <a:lnTo>
                    <a:pt x="1998868" y="1191952"/>
                  </a:lnTo>
                  <a:lnTo>
                    <a:pt x="2072628" y="1222942"/>
                  </a:lnTo>
                  <a:lnTo>
                    <a:pt x="2146388" y="1253205"/>
                  </a:lnTo>
                  <a:lnTo>
                    <a:pt x="2220148" y="1282760"/>
                  </a:lnTo>
                  <a:lnTo>
                    <a:pt x="2293908" y="1311622"/>
                  </a:lnTo>
                  <a:lnTo>
                    <a:pt x="2367668" y="1339808"/>
                  </a:lnTo>
                  <a:lnTo>
                    <a:pt x="2441428" y="1367334"/>
                  </a:lnTo>
                  <a:lnTo>
                    <a:pt x="2515188" y="1394216"/>
                  </a:lnTo>
                  <a:lnTo>
                    <a:pt x="2588948" y="1420467"/>
                  </a:lnTo>
                  <a:lnTo>
                    <a:pt x="2662708" y="1446104"/>
                  </a:lnTo>
                  <a:lnTo>
                    <a:pt x="2736468" y="1471140"/>
                  </a:lnTo>
                  <a:lnTo>
                    <a:pt x="2810228" y="1495589"/>
                  </a:lnTo>
                  <a:lnTo>
                    <a:pt x="2883988" y="1519466"/>
                  </a:lnTo>
                  <a:lnTo>
                    <a:pt x="2957748" y="1542784"/>
                  </a:lnTo>
                  <a:lnTo>
                    <a:pt x="3031508" y="1565555"/>
                  </a:lnTo>
                  <a:lnTo>
                    <a:pt x="3105268" y="1587793"/>
                  </a:lnTo>
                  <a:lnTo>
                    <a:pt x="3179028" y="1609511"/>
                  </a:lnTo>
                  <a:lnTo>
                    <a:pt x="3252788" y="1630719"/>
                  </a:lnTo>
                  <a:lnTo>
                    <a:pt x="3326548" y="1651431"/>
                  </a:lnTo>
                  <a:lnTo>
                    <a:pt x="3400308" y="1671657"/>
                  </a:lnTo>
                  <a:lnTo>
                    <a:pt x="3474068" y="1687664"/>
                  </a:lnTo>
                  <a:lnTo>
                    <a:pt x="3547828" y="1694896"/>
                  </a:lnTo>
                  <a:lnTo>
                    <a:pt x="3621588" y="1702064"/>
                  </a:lnTo>
                  <a:lnTo>
                    <a:pt x="3695348" y="1709170"/>
                  </a:lnTo>
                  <a:lnTo>
                    <a:pt x="3769108" y="1716214"/>
                  </a:lnTo>
                  <a:lnTo>
                    <a:pt x="3842868" y="1723196"/>
                  </a:lnTo>
                  <a:lnTo>
                    <a:pt x="3916628" y="1730116"/>
                  </a:lnTo>
                  <a:lnTo>
                    <a:pt x="3990388" y="1736977"/>
                  </a:lnTo>
                  <a:lnTo>
                    <a:pt x="4064149" y="1743777"/>
                  </a:lnTo>
                  <a:lnTo>
                    <a:pt x="4137909" y="1750518"/>
                  </a:lnTo>
                  <a:lnTo>
                    <a:pt x="4211669" y="1757201"/>
                  </a:lnTo>
                  <a:lnTo>
                    <a:pt x="4285429" y="1763824"/>
                  </a:lnTo>
                  <a:lnTo>
                    <a:pt x="4359189" y="1770390"/>
                  </a:lnTo>
                  <a:lnTo>
                    <a:pt x="4432949" y="1776898"/>
                  </a:lnTo>
                  <a:lnTo>
                    <a:pt x="4506709" y="1783350"/>
                  </a:lnTo>
                  <a:lnTo>
                    <a:pt x="4580469" y="1789745"/>
                  </a:lnTo>
                  <a:lnTo>
                    <a:pt x="4654229" y="1796084"/>
                  </a:lnTo>
                  <a:lnTo>
                    <a:pt x="4727989" y="1802368"/>
                  </a:lnTo>
                  <a:lnTo>
                    <a:pt x="4801749" y="1808597"/>
                  </a:lnTo>
                  <a:lnTo>
                    <a:pt x="4875509" y="1814771"/>
                  </a:lnTo>
                  <a:lnTo>
                    <a:pt x="4949269" y="1820892"/>
                  </a:lnTo>
                  <a:lnTo>
                    <a:pt x="5023029" y="1826959"/>
                  </a:lnTo>
                  <a:lnTo>
                    <a:pt x="5096789" y="1832973"/>
                  </a:lnTo>
                  <a:lnTo>
                    <a:pt x="5170549" y="1838934"/>
                  </a:lnTo>
                  <a:lnTo>
                    <a:pt x="5244309" y="1844843"/>
                  </a:lnTo>
                  <a:lnTo>
                    <a:pt x="5318069" y="1850701"/>
                  </a:lnTo>
                  <a:lnTo>
                    <a:pt x="5391829" y="1856507"/>
                  </a:lnTo>
                  <a:lnTo>
                    <a:pt x="5465589" y="1862263"/>
                  </a:lnTo>
                  <a:lnTo>
                    <a:pt x="5539349" y="1867968"/>
                  </a:lnTo>
                  <a:lnTo>
                    <a:pt x="5613109" y="1873623"/>
                  </a:lnTo>
                  <a:lnTo>
                    <a:pt x="5686869" y="1879229"/>
                  </a:lnTo>
                  <a:lnTo>
                    <a:pt x="5760629" y="1884786"/>
                  </a:lnTo>
                  <a:lnTo>
                    <a:pt x="5834389" y="1890295"/>
                  </a:lnTo>
                  <a:lnTo>
                    <a:pt x="5908149" y="1895755"/>
                  </a:lnTo>
                  <a:lnTo>
                    <a:pt x="5981909" y="1901167"/>
                  </a:lnTo>
                  <a:lnTo>
                    <a:pt x="6055669" y="1906533"/>
                  </a:lnTo>
                  <a:lnTo>
                    <a:pt x="6129429" y="1911851"/>
                  </a:lnTo>
                  <a:lnTo>
                    <a:pt x="6203189" y="1917123"/>
                  </a:lnTo>
                  <a:lnTo>
                    <a:pt x="6276949" y="1922348"/>
                  </a:lnTo>
                  <a:lnTo>
                    <a:pt x="6350709" y="1927528"/>
                  </a:lnTo>
                  <a:lnTo>
                    <a:pt x="6424469" y="1932663"/>
                  </a:lnTo>
                  <a:lnTo>
                    <a:pt x="6498229" y="1937753"/>
                  </a:lnTo>
                  <a:lnTo>
                    <a:pt x="6571989" y="1942798"/>
                  </a:lnTo>
                  <a:lnTo>
                    <a:pt x="6645749" y="1947800"/>
                  </a:lnTo>
                  <a:lnTo>
                    <a:pt x="6719509" y="1952757"/>
                  </a:lnTo>
                  <a:lnTo>
                    <a:pt x="6793269" y="1957671"/>
                  </a:lnTo>
                  <a:lnTo>
                    <a:pt x="6867029" y="1962543"/>
                  </a:lnTo>
                  <a:lnTo>
                    <a:pt x="6940789" y="1967371"/>
                  </a:lnTo>
                  <a:lnTo>
                    <a:pt x="7014550" y="1972158"/>
                  </a:lnTo>
                  <a:lnTo>
                    <a:pt x="7088310" y="1976902"/>
                  </a:lnTo>
                  <a:lnTo>
                    <a:pt x="7162070" y="1981606"/>
                  </a:lnTo>
                  <a:lnTo>
                    <a:pt x="7235830" y="1986268"/>
                  </a:lnTo>
                  <a:lnTo>
                    <a:pt x="7235830" y="2269066"/>
                  </a:lnTo>
                  <a:lnTo>
                    <a:pt x="7162070" y="2263169"/>
                  </a:lnTo>
                  <a:lnTo>
                    <a:pt x="7088310" y="2257131"/>
                  </a:lnTo>
                  <a:lnTo>
                    <a:pt x="7014550" y="2250947"/>
                  </a:lnTo>
                  <a:lnTo>
                    <a:pt x="6940789" y="2244616"/>
                  </a:lnTo>
                  <a:lnTo>
                    <a:pt x="6867029" y="2238132"/>
                  </a:lnTo>
                  <a:lnTo>
                    <a:pt x="6793269" y="2231493"/>
                  </a:lnTo>
                  <a:lnTo>
                    <a:pt x="6719509" y="2224695"/>
                  </a:lnTo>
                  <a:lnTo>
                    <a:pt x="6645749" y="2217734"/>
                  </a:lnTo>
                  <a:lnTo>
                    <a:pt x="6571989" y="2210606"/>
                  </a:lnTo>
                  <a:lnTo>
                    <a:pt x="6498229" y="2203306"/>
                  </a:lnTo>
                  <a:lnTo>
                    <a:pt x="6424469" y="2195832"/>
                  </a:lnTo>
                  <a:lnTo>
                    <a:pt x="6350709" y="2188179"/>
                  </a:lnTo>
                  <a:lnTo>
                    <a:pt x="6276949" y="2180341"/>
                  </a:lnTo>
                  <a:lnTo>
                    <a:pt x="6203189" y="2172316"/>
                  </a:lnTo>
                  <a:lnTo>
                    <a:pt x="6129429" y="2164099"/>
                  </a:lnTo>
                  <a:lnTo>
                    <a:pt x="6055669" y="2155684"/>
                  </a:lnTo>
                  <a:lnTo>
                    <a:pt x="5981909" y="2147067"/>
                  </a:lnTo>
                  <a:lnTo>
                    <a:pt x="5908149" y="2138244"/>
                  </a:lnTo>
                  <a:lnTo>
                    <a:pt x="5834389" y="2129209"/>
                  </a:lnTo>
                  <a:lnTo>
                    <a:pt x="5760629" y="2119958"/>
                  </a:lnTo>
                  <a:lnTo>
                    <a:pt x="5686869" y="2110484"/>
                  </a:lnTo>
                  <a:lnTo>
                    <a:pt x="5613109" y="2100783"/>
                  </a:lnTo>
                  <a:lnTo>
                    <a:pt x="5539349" y="2090850"/>
                  </a:lnTo>
                  <a:lnTo>
                    <a:pt x="5465589" y="2080678"/>
                  </a:lnTo>
                  <a:lnTo>
                    <a:pt x="5391829" y="2070263"/>
                  </a:lnTo>
                  <a:lnTo>
                    <a:pt x="5318069" y="2059597"/>
                  </a:lnTo>
                  <a:lnTo>
                    <a:pt x="5244309" y="2048676"/>
                  </a:lnTo>
                  <a:lnTo>
                    <a:pt x="5170549" y="2037493"/>
                  </a:lnTo>
                  <a:lnTo>
                    <a:pt x="5096789" y="2026041"/>
                  </a:lnTo>
                  <a:lnTo>
                    <a:pt x="5023029" y="2014315"/>
                  </a:lnTo>
                  <a:lnTo>
                    <a:pt x="4949269" y="2002307"/>
                  </a:lnTo>
                  <a:lnTo>
                    <a:pt x="4875509" y="1990012"/>
                  </a:lnTo>
                  <a:lnTo>
                    <a:pt x="4801749" y="1977421"/>
                  </a:lnTo>
                  <a:lnTo>
                    <a:pt x="4727989" y="1964529"/>
                  </a:lnTo>
                  <a:lnTo>
                    <a:pt x="4654229" y="1951327"/>
                  </a:lnTo>
                  <a:lnTo>
                    <a:pt x="4580469" y="1937809"/>
                  </a:lnTo>
                  <a:lnTo>
                    <a:pt x="4506709" y="1923967"/>
                  </a:lnTo>
                  <a:lnTo>
                    <a:pt x="4432949" y="1909792"/>
                  </a:lnTo>
                  <a:lnTo>
                    <a:pt x="4359189" y="1895278"/>
                  </a:lnTo>
                  <a:lnTo>
                    <a:pt x="4285429" y="1880415"/>
                  </a:lnTo>
                  <a:lnTo>
                    <a:pt x="4211669" y="1865196"/>
                  </a:lnTo>
                  <a:lnTo>
                    <a:pt x="4137909" y="1849611"/>
                  </a:lnTo>
                  <a:lnTo>
                    <a:pt x="4064149" y="1833653"/>
                  </a:lnTo>
                  <a:lnTo>
                    <a:pt x="3990388" y="1817313"/>
                  </a:lnTo>
                  <a:lnTo>
                    <a:pt x="3916628" y="1800580"/>
                  </a:lnTo>
                  <a:lnTo>
                    <a:pt x="3842868" y="1783446"/>
                  </a:lnTo>
                  <a:lnTo>
                    <a:pt x="3769108" y="1765901"/>
                  </a:lnTo>
                  <a:lnTo>
                    <a:pt x="3695348" y="1747935"/>
                  </a:lnTo>
                  <a:lnTo>
                    <a:pt x="3621588" y="1729538"/>
                  </a:lnTo>
                  <a:lnTo>
                    <a:pt x="3547828" y="1710700"/>
                  </a:lnTo>
                  <a:lnTo>
                    <a:pt x="3474068" y="1691410"/>
                  </a:lnTo>
                  <a:lnTo>
                    <a:pt x="3400308" y="1680369"/>
                  </a:lnTo>
                  <a:lnTo>
                    <a:pt x="3326548" y="1673009"/>
                  </a:lnTo>
                  <a:lnTo>
                    <a:pt x="3252788" y="1665585"/>
                  </a:lnTo>
                  <a:lnTo>
                    <a:pt x="3179028" y="1658095"/>
                  </a:lnTo>
                  <a:lnTo>
                    <a:pt x="3105268" y="1650539"/>
                  </a:lnTo>
                  <a:lnTo>
                    <a:pt x="3031508" y="1642916"/>
                  </a:lnTo>
                  <a:lnTo>
                    <a:pt x="2957748" y="1635226"/>
                  </a:lnTo>
                  <a:lnTo>
                    <a:pt x="2883988" y="1627468"/>
                  </a:lnTo>
                  <a:lnTo>
                    <a:pt x="2810228" y="1619642"/>
                  </a:lnTo>
                  <a:lnTo>
                    <a:pt x="2736468" y="1611747"/>
                  </a:lnTo>
                  <a:lnTo>
                    <a:pt x="2662708" y="1603782"/>
                  </a:lnTo>
                  <a:lnTo>
                    <a:pt x="2588948" y="1595747"/>
                  </a:lnTo>
                  <a:lnTo>
                    <a:pt x="2515188" y="1587641"/>
                  </a:lnTo>
                  <a:lnTo>
                    <a:pt x="2441428" y="1579463"/>
                  </a:lnTo>
                  <a:lnTo>
                    <a:pt x="2367668" y="1571214"/>
                  </a:lnTo>
                  <a:lnTo>
                    <a:pt x="2293908" y="1562892"/>
                  </a:lnTo>
                  <a:lnTo>
                    <a:pt x="2220148" y="1554496"/>
                  </a:lnTo>
                  <a:lnTo>
                    <a:pt x="2146388" y="1546026"/>
                  </a:lnTo>
                  <a:lnTo>
                    <a:pt x="2072628" y="1537482"/>
                  </a:lnTo>
                  <a:lnTo>
                    <a:pt x="1998868" y="1528862"/>
                  </a:lnTo>
                  <a:lnTo>
                    <a:pt x="1925108" y="1520166"/>
                  </a:lnTo>
                  <a:lnTo>
                    <a:pt x="1851348" y="1511394"/>
                  </a:lnTo>
                  <a:lnTo>
                    <a:pt x="1777588" y="1502544"/>
                  </a:lnTo>
                  <a:lnTo>
                    <a:pt x="1703828" y="1493616"/>
                  </a:lnTo>
                  <a:lnTo>
                    <a:pt x="1630068" y="1484610"/>
                  </a:lnTo>
                  <a:lnTo>
                    <a:pt x="1556308" y="1475524"/>
                  </a:lnTo>
                  <a:lnTo>
                    <a:pt x="1482548" y="1466357"/>
                  </a:lnTo>
                  <a:lnTo>
                    <a:pt x="1408788" y="1457110"/>
                  </a:lnTo>
                  <a:lnTo>
                    <a:pt x="1335028" y="1447782"/>
                  </a:lnTo>
                  <a:lnTo>
                    <a:pt x="1261268" y="1438371"/>
                  </a:lnTo>
                  <a:lnTo>
                    <a:pt x="1187508" y="1428877"/>
                  </a:lnTo>
                  <a:lnTo>
                    <a:pt x="1113747" y="1419300"/>
                  </a:lnTo>
                  <a:lnTo>
                    <a:pt x="1039987" y="1409638"/>
                  </a:lnTo>
                  <a:lnTo>
                    <a:pt x="966227" y="1399891"/>
                  </a:lnTo>
                  <a:lnTo>
                    <a:pt x="892467" y="1390057"/>
                  </a:lnTo>
                  <a:lnTo>
                    <a:pt x="818707" y="1380138"/>
                  </a:lnTo>
                  <a:lnTo>
                    <a:pt x="744947" y="1370130"/>
                  </a:lnTo>
                  <a:lnTo>
                    <a:pt x="671187" y="1360035"/>
                  </a:lnTo>
                  <a:lnTo>
                    <a:pt x="597427" y="1349850"/>
                  </a:lnTo>
                  <a:lnTo>
                    <a:pt x="523667" y="1339576"/>
                  </a:lnTo>
                  <a:lnTo>
                    <a:pt x="449907" y="1329210"/>
                  </a:lnTo>
                  <a:lnTo>
                    <a:pt x="376147" y="1318754"/>
                  </a:lnTo>
                  <a:lnTo>
                    <a:pt x="302387" y="1308205"/>
                  </a:lnTo>
                  <a:lnTo>
                    <a:pt x="228627" y="1297564"/>
                  </a:lnTo>
                  <a:lnTo>
                    <a:pt x="154867" y="1286828"/>
                  </a:lnTo>
                  <a:lnTo>
                    <a:pt x="81107" y="1275998"/>
                  </a:lnTo>
                  <a:lnTo>
                    <a:pt x="7347" y="1265072"/>
                  </a:lnTo>
                  <a:lnTo>
                    <a:pt x="0" y="126397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3042333"/>
              <a:ext cx="7235830" cy="1986268"/>
            </a:xfrm>
            <a:custGeom>
              <a:avLst/>
              <a:pathLst>
                <a:path w="7235830" h="1986268">
                  <a:moveTo>
                    <a:pt x="0" y="0"/>
                  </a:moveTo>
                  <a:lnTo>
                    <a:pt x="7347" y="5994"/>
                  </a:lnTo>
                  <a:lnTo>
                    <a:pt x="81107" y="64764"/>
                  </a:lnTo>
                  <a:lnTo>
                    <a:pt x="154867" y="122157"/>
                  </a:lnTo>
                  <a:lnTo>
                    <a:pt x="228627" y="178205"/>
                  </a:lnTo>
                  <a:lnTo>
                    <a:pt x="302387" y="232941"/>
                  </a:lnTo>
                  <a:lnTo>
                    <a:pt x="376147" y="286394"/>
                  </a:lnTo>
                  <a:lnTo>
                    <a:pt x="449907" y="338596"/>
                  </a:lnTo>
                  <a:lnTo>
                    <a:pt x="523667" y="389574"/>
                  </a:lnTo>
                  <a:lnTo>
                    <a:pt x="597427" y="439359"/>
                  </a:lnTo>
                  <a:lnTo>
                    <a:pt x="671187" y="487977"/>
                  </a:lnTo>
                  <a:lnTo>
                    <a:pt x="744947" y="535456"/>
                  </a:lnTo>
                  <a:lnTo>
                    <a:pt x="818707" y="581824"/>
                  </a:lnTo>
                  <a:lnTo>
                    <a:pt x="892467" y="627105"/>
                  </a:lnTo>
                  <a:lnTo>
                    <a:pt x="966227" y="671325"/>
                  </a:lnTo>
                  <a:lnTo>
                    <a:pt x="1039987" y="714510"/>
                  </a:lnTo>
                  <a:lnTo>
                    <a:pt x="1113747" y="756683"/>
                  </a:lnTo>
                  <a:lnTo>
                    <a:pt x="1187508" y="797868"/>
                  </a:lnTo>
                  <a:lnTo>
                    <a:pt x="1261268" y="838089"/>
                  </a:lnTo>
                  <a:lnTo>
                    <a:pt x="1335028" y="877367"/>
                  </a:lnTo>
                  <a:lnTo>
                    <a:pt x="1408788" y="915725"/>
                  </a:lnTo>
                  <a:lnTo>
                    <a:pt x="1482548" y="953185"/>
                  </a:lnTo>
                  <a:lnTo>
                    <a:pt x="1556308" y="989767"/>
                  </a:lnTo>
                  <a:lnTo>
                    <a:pt x="1630068" y="1025493"/>
                  </a:lnTo>
                  <a:lnTo>
                    <a:pt x="1703828" y="1060381"/>
                  </a:lnTo>
                  <a:lnTo>
                    <a:pt x="1777588" y="1094453"/>
                  </a:lnTo>
                  <a:lnTo>
                    <a:pt x="1851348" y="1127726"/>
                  </a:lnTo>
                  <a:lnTo>
                    <a:pt x="1925108" y="1160220"/>
                  </a:lnTo>
                  <a:lnTo>
                    <a:pt x="1998868" y="1191952"/>
                  </a:lnTo>
                  <a:lnTo>
                    <a:pt x="2072628" y="1222942"/>
                  </a:lnTo>
                  <a:lnTo>
                    <a:pt x="2146388" y="1253205"/>
                  </a:lnTo>
                  <a:lnTo>
                    <a:pt x="2220148" y="1282760"/>
                  </a:lnTo>
                  <a:lnTo>
                    <a:pt x="2293908" y="1311622"/>
                  </a:lnTo>
                  <a:lnTo>
                    <a:pt x="2367668" y="1339808"/>
                  </a:lnTo>
                  <a:lnTo>
                    <a:pt x="2441428" y="1367334"/>
                  </a:lnTo>
                  <a:lnTo>
                    <a:pt x="2515188" y="1394216"/>
                  </a:lnTo>
                  <a:lnTo>
                    <a:pt x="2588948" y="1420467"/>
                  </a:lnTo>
                  <a:lnTo>
                    <a:pt x="2662708" y="1446104"/>
                  </a:lnTo>
                  <a:lnTo>
                    <a:pt x="2736468" y="1471140"/>
                  </a:lnTo>
                  <a:lnTo>
                    <a:pt x="2810228" y="1495589"/>
                  </a:lnTo>
                  <a:lnTo>
                    <a:pt x="2883988" y="1519466"/>
                  </a:lnTo>
                  <a:lnTo>
                    <a:pt x="2957748" y="1542784"/>
                  </a:lnTo>
                  <a:lnTo>
                    <a:pt x="3031508" y="1565555"/>
                  </a:lnTo>
                  <a:lnTo>
                    <a:pt x="3105268" y="1587793"/>
                  </a:lnTo>
                  <a:lnTo>
                    <a:pt x="3179028" y="1609511"/>
                  </a:lnTo>
                  <a:lnTo>
                    <a:pt x="3252788" y="1630719"/>
                  </a:lnTo>
                  <a:lnTo>
                    <a:pt x="3326548" y="1651431"/>
                  </a:lnTo>
                  <a:lnTo>
                    <a:pt x="3400308" y="1671657"/>
                  </a:lnTo>
                  <a:lnTo>
                    <a:pt x="3474068" y="1687664"/>
                  </a:lnTo>
                  <a:lnTo>
                    <a:pt x="3547828" y="1694896"/>
                  </a:lnTo>
                  <a:lnTo>
                    <a:pt x="3621588" y="1702064"/>
                  </a:lnTo>
                  <a:lnTo>
                    <a:pt x="3695348" y="1709170"/>
                  </a:lnTo>
                  <a:lnTo>
                    <a:pt x="3769108" y="1716214"/>
                  </a:lnTo>
                  <a:lnTo>
                    <a:pt x="3842868" y="1723196"/>
                  </a:lnTo>
                  <a:lnTo>
                    <a:pt x="3916628" y="1730116"/>
                  </a:lnTo>
                  <a:lnTo>
                    <a:pt x="3990388" y="1736977"/>
                  </a:lnTo>
                  <a:lnTo>
                    <a:pt x="4064149" y="1743777"/>
                  </a:lnTo>
                  <a:lnTo>
                    <a:pt x="4137909" y="1750518"/>
                  </a:lnTo>
                  <a:lnTo>
                    <a:pt x="4211669" y="1757201"/>
                  </a:lnTo>
                  <a:lnTo>
                    <a:pt x="4285429" y="1763824"/>
                  </a:lnTo>
                  <a:lnTo>
                    <a:pt x="4359189" y="1770390"/>
                  </a:lnTo>
                  <a:lnTo>
                    <a:pt x="4432949" y="1776898"/>
                  </a:lnTo>
                  <a:lnTo>
                    <a:pt x="4506709" y="1783350"/>
                  </a:lnTo>
                  <a:lnTo>
                    <a:pt x="4580469" y="1789745"/>
                  </a:lnTo>
                  <a:lnTo>
                    <a:pt x="4654229" y="1796084"/>
                  </a:lnTo>
                  <a:lnTo>
                    <a:pt x="4727989" y="1802368"/>
                  </a:lnTo>
                  <a:lnTo>
                    <a:pt x="4801749" y="1808597"/>
                  </a:lnTo>
                  <a:lnTo>
                    <a:pt x="4875509" y="1814771"/>
                  </a:lnTo>
                  <a:lnTo>
                    <a:pt x="4949269" y="1820892"/>
                  </a:lnTo>
                  <a:lnTo>
                    <a:pt x="5023029" y="1826959"/>
                  </a:lnTo>
                  <a:lnTo>
                    <a:pt x="5096789" y="1832973"/>
                  </a:lnTo>
                  <a:lnTo>
                    <a:pt x="5170549" y="1838934"/>
                  </a:lnTo>
                  <a:lnTo>
                    <a:pt x="5244309" y="1844843"/>
                  </a:lnTo>
                  <a:lnTo>
                    <a:pt x="5318069" y="1850701"/>
                  </a:lnTo>
                  <a:lnTo>
                    <a:pt x="5391829" y="1856507"/>
                  </a:lnTo>
                  <a:lnTo>
                    <a:pt x="5465589" y="1862263"/>
                  </a:lnTo>
                  <a:lnTo>
                    <a:pt x="5539349" y="1867968"/>
                  </a:lnTo>
                  <a:lnTo>
                    <a:pt x="5613109" y="1873623"/>
                  </a:lnTo>
                  <a:lnTo>
                    <a:pt x="5686869" y="1879229"/>
                  </a:lnTo>
                  <a:lnTo>
                    <a:pt x="5760629" y="1884786"/>
                  </a:lnTo>
                  <a:lnTo>
                    <a:pt x="5834389" y="1890295"/>
                  </a:lnTo>
                  <a:lnTo>
                    <a:pt x="5908149" y="1895755"/>
                  </a:lnTo>
                  <a:lnTo>
                    <a:pt x="5981909" y="1901167"/>
                  </a:lnTo>
                  <a:lnTo>
                    <a:pt x="6055669" y="1906533"/>
                  </a:lnTo>
                  <a:lnTo>
                    <a:pt x="6129429" y="1911851"/>
                  </a:lnTo>
                  <a:lnTo>
                    <a:pt x="6203189" y="1917123"/>
                  </a:lnTo>
                  <a:lnTo>
                    <a:pt x="6276949" y="1922348"/>
                  </a:lnTo>
                  <a:lnTo>
                    <a:pt x="6350709" y="1927528"/>
                  </a:lnTo>
                  <a:lnTo>
                    <a:pt x="6424469" y="1932663"/>
                  </a:lnTo>
                  <a:lnTo>
                    <a:pt x="6498229" y="1937753"/>
                  </a:lnTo>
                  <a:lnTo>
                    <a:pt x="6571989" y="1942798"/>
                  </a:lnTo>
                  <a:lnTo>
                    <a:pt x="6645749" y="1947800"/>
                  </a:lnTo>
                  <a:lnTo>
                    <a:pt x="6719509" y="1952757"/>
                  </a:lnTo>
                  <a:lnTo>
                    <a:pt x="6793269" y="1957671"/>
                  </a:lnTo>
                  <a:lnTo>
                    <a:pt x="6867029" y="1962543"/>
                  </a:lnTo>
                  <a:lnTo>
                    <a:pt x="6940789" y="1967371"/>
                  </a:lnTo>
                  <a:lnTo>
                    <a:pt x="7014550" y="1972158"/>
                  </a:lnTo>
                  <a:lnTo>
                    <a:pt x="7088310" y="1976902"/>
                  </a:lnTo>
                  <a:lnTo>
                    <a:pt x="7162070" y="1981606"/>
                  </a:lnTo>
                  <a:lnTo>
                    <a:pt x="7235830" y="19862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306307"/>
              <a:ext cx="7235830" cy="1005091"/>
            </a:xfrm>
            <a:custGeom>
              <a:avLst/>
              <a:pathLst>
                <a:path w="7235830" h="1005091">
                  <a:moveTo>
                    <a:pt x="7235830" y="1005091"/>
                  </a:moveTo>
                  <a:lnTo>
                    <a:pt x="7162070" y="999194"/>
                  </a:lnTo>
                  <a:lnTo>
                    <a:pt x="7088310" y="993156"/>
                  </a:lnTo>
                  <a:lnTo>
                    <a:pt x="7014550" y="986973"/>
                  </a:lnTo>
                  <a:lnTo>
                    <a:pt x="6940789" y="980641"/>
                  </a:lnTo>
                  <a:lnTo>
                    <a:pt x="6867029" y="974158"/>
                  </a:lnTo>
                  <a:lnTo>
                    <a:pt x="6793269" y="967519"/>
                  </a:lnTo>
                  <a:lnTo>
                    <a:pt x="6719509" y="960720"/>
                  </a:lnTo>
                  <a:lnTo>
                    <a:pt x="6645749" y="953759"/>
                  </a:lnTo>
                  <a:lnTo>
                    <a:pt x="6571989" y="946631"/>
                  </a:lnTo>
                  <a:lnTo>
                    <a:pt x="6498229" y="939332"/>
                  </a:lnTo>
                  <a:lnTo>
                    <a:pt x="6424469" y="931857"/>
                  </a:lnTo>
                  <a:lnTo>
                    <a:pt x="6350709" y="924204"/>
                  </a:lnTo>
                  <a:lnTo>
                    <a:pt x="6276949" y="916367"/>
                  </a:lnTo>
                  <a:lnTo>
                    <a:pt x="6203189" y="908341"/>
                  </a:lnTo>
                  <a:lnTo>
                    <a:pt x="6129429" y="900124"/>
                  </a:lnTo>
                  <a:lnTo>
                    <a:pt x="6055669" y="891709"/>
                  </a:lnTo>
                  <a:lnTo>
                    <a:pt x="5981909" y="883093"/>
                  </a:lnTo>
                  <a:lnTo>
                    <a:pt x="5908149" y="874269"/>
                  </a:lnTo>
                  <a:lnTo>
                    <a:pt x="5834389" y="865234"/>
                  </a:lnTo>
                  <a:lnTo>
                    <a:pt x="5760629" y="855983"/>
                  </a:lnTo>
                  <a:lnTo>
                    <a:pt x="5686869" y="846509"/>
                  </a:lnTo>
                  <a:lnTo>
                    <a:pt x="5613109" y="836809"/>
                  </a:lnTo>
                  <a:lnTo>
                    <a:pt x="5539349" y="826875"/>
                  </a:lnTo>
                  <a:lnTo>
                    <a:pt x="5465589" y="816704"/>
                  </a:lnTo>
                  <a:lnTo>
                    <a:pt x="5391829" y="806288"/>
                  </a:lnTo>
                  <a:lnTo>
                    <a:pt x="5318069" y="795622"/>
                  </a:lnTo>
                  <a:lnTo>
                    <a:pt x="5244309" y="784701"/>
                  </a:lnTo>
                  <a:lnTo>
                    <a:pt x="5170549" y="773518"/>
                  </a:lnTo>
                  <a:lnTo>
                    <a:pt x="5096789" y="762066"/>
                  </a:lnTo>
                  <a:lnTo>
                    <a:pt x="5023029" y="750340"/>
                  </a:lnTo>
                  <a:lnTo>
                    <a:pt x="4949269" y="738333"/>
                  </a:lnTo>
                  <a:lnTo>
                    <a:pt x="4875509" y="726037"/>
                  </a:lnTo>
                  <a:lnTo>
                    <a:pt x="4801749" y="713447"/>
                  </a:lnTo>
                  <a:lnTo>
                    <a:pt x="4727989" y="700554"/>
                  </a:lnTo>
                  <a:lnTo>
                    <a:pt x="4654229" y="687353"/>
                  </a:lnTo>
                  <a:lnTo>
                    <a:pt x="4580469" y="673834"/>
                  </a:lnTo>
                  <a:lnTo>
                    <a:pt x="4506709" y="659992"/>
                  </a:lnTo>
                  <a:lnTo>
                    <a:pt x="4432949" y="645817"/>
                  </a:lnTo>
                  <a:lnTo>
                    <a:pt x="4359189" y="631303"/>
                  </a:lnTo>
                  <a:lnTo>
                    <a:pt x="4285429" y="616440"/>
                  </a:lnTo>
                  <a:lnTo>
                    <a:pt x="4211669" y="601221"/>
                  </a:lnTo>
                  <a:lnTo>
                    <a:pt x="4137909" y="585637"/>
                  </a:lnTo>
                  <a:lnTo>
                    <a:pt x="4064149" y="569679"/>
                  </a:lnTo>
                  <a:lnTo>
                    <a:pt x="3990388" y="553338"/>
                  </a:lnTo>
                  <a:lnTo>
                    <a:pt x="3916628" y="536605"/>
                  </a:lnTo>
                  <a:lnTo>
                    <a:pt x="3842868" y="519471"/>
                  </a:lnTo>
                  <a:lnTo>
                    <a:pt x="3769108" y="501926"/>
                  </a:lnTo>
                  <a:lnTo>
                    <a:pt x="3695348" y="483960"/>
                  </a:lnTo>
                  <a:lnTo>
                    <a:pt x="3621588" y="465563"/>
                  </a:lnTo>
                  <a:lnTo>
                    <a:pt x="3547828" y="446725"/>
                  </a:lnTo>
                  <a:lnTo>
                    <a:pt x="3474068" y="427435"/>
                  </a:lnTo>
                  <a:lnTo>
                    <a:pt x="3400308" y="416394"/>
                  </a:lnTo>
                  <a:lnTo>
                    <a:pt x="3326548" y="409035"/>
                  </a:lnTo>
                  <a:lnTo>
                    <a:pt x="3252788" y="401610"/>
                  </a:lnTo>
                  <a:lnTo>
                    <a:pt x="3179028" y="394120"/>
                  </a:lnTo>
                  <a:lnTo>
                    <a:pt x="3105268" y="386564"/>
                  </a:lnTo>
                  <a:lnTo>
                    <a:pt x="3031508" y="378941"/>
                  </a:lnTo>
                  <a:lnTo>
                    <a:pt x="2957748" y="371251"/>
                  </a:lnTo>
                  <a:lnTo>
                    <a:pt x="2883988" y="363493"/>
                  </a:lnTo>
                  <a:lnTo>
                    <a:pt x="2810228" y="355667"/>
                  </a:lnTo>
                  <a:lnTo>
                    <a:pt x="2736468" y="347772"/>
                  </a:lnTo>
                  <a:lnTo>
                    <a:pt x="2662708" y="339807"/>
                  </a:lnTo>
                  <a:lnTo>
                    <a:pt x="2588948" y="331772"/>
                  </a:lnTo>
                  <a:lnTo>
                    <a:pt x="2515188" y="323666"/>
                  </a:lnTo>
                  <a:lnTo>
                    <a:pt x="2441428" y="315489"/>
                  </a:lnTo>
                  <a:lnTo>
                    <a:pt x="2367668" y="307239"/>
                  </a:lnTo>
                  <a:lnTo>
                    <a:pt x="2293908" y="298917"/>
                  </a:lnTo>
                  <a:lnTo>
                    <a:pt x="2220148" y="290521"/>
                  </a:lnTo>
                  <a:lnTo>
                    <a:pt x="2146388" y="282052"/>
                  </a:lnTo>
                  <a:lnTo>
                    <a:pt x="2072628" y="273507"/>
                  </a:lnTo>
                  <a:lnTo>
                    <a:pt x="1998868" y="264887"/>
                  </a:lnTo>
                  <a:lnTo>
                    <a:pt x="1925108" y="256192"/>
                  </a:lnTo>
                  <a:lnTo>
                    <a:pt x="1851348" y="247419"/>
                  </a:lnTo>
                  <a:lnTo>
                    <a:pt x="1777588" y="238569"/>
                  </a:lnTo>
                  <a:lnTo>
                    <a:pt x="1703828" y="229641"/>
                  </a:lnTo>
                  <a:lnTo>
                    <a:pt x="1630068" y="220635"/>
                  </a:lnTo>
                  <a:lnTo>
                    <a:pt x="1556308" y="211549"/>
                  </a:lnTo>
                  <a:lnTo>
                    <a:pt x="1482548" y="202383"/>
                  </a:lnTo>
                  <a:lnTo>
                    <a:pt x="1408788" y="193136"/>
                  </a:lnTo>
                  <a:lnTo>
                    <a:pt x="1335028" y="183807"/>
                  </a:lnTo>
                  <a:lnTo>
                    <a:pt x="1261268" y="174396"/>
                  </a:lnTo>
                  <a:lnTo>
                    <a:pt x="1187508" y="164903"/>
                  </a:lnTo>
                  <a:lnTo>
                    <a:pt x="1113747" y="155325"/>
                  </a:lnTo>
                  <a:lnTo>
                    <a:pt x="1039987" y="145663"/>
                  </a:lnTo>
                  <a:lnTo>
                    <a:pt x="966227" y="135916"/>
                  </a:lnTo>
                  <a:lnTo>
                    <a:pt x="892467" y="126083"/>
                  </a:lnTo>
                  <a:lnTo>
                    <a:pt x="818707" y="116163"/>
                  </a:lnTo>
                  <a:lnTo>
                    <a:pt x="744947" y="106155"/>
                  </a:lnTo>
                  <a:lnTo>
                    <a:pt x="671187" y="96060"/>
                  </a:lnTo>
                  <a:lnTo>
                    <a:pt x="597427" y="85875"/>
                  </a:lnTo>
                  <a:lnTo>
                    <a:pt x="523667" y="75601"/>
                  </a:lnTo>
                  <a:lnTo>
                    <a:pt x="449907" y="65236"/>
                  </a:lnTo>
                  <a:lnTo>
                    <a:pt x="376147" y="54779"/>
                  </a:lnTo>
                  <a:lnTo>
                    <a:pt x="302387" y="44231"/>
                  </a:lnTo>
                  <a:lnTo>
                    <a:pt x="228627" y="33589"/>
                  </a:lnTo>
                  <a:lnTo>
                    <a:pt x="154867" y="22853"/>
                  </a:lnTo>
                  <a:lnTo>
                    <a:pt x="81107" y="12023"/>
                  </a:lnTo>
                  <a:lnTo>
                    <a:pt x="7347" y="109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783553"/>
              <a:ext cx="7235830" cy="1413185"/>
            </a:xfrm>
            <a:custGeom>
              <a:avLst/>
              <a:pathLst>
                <a:path w="7235830" h="1413185">
                  <a:moveTo>
                    <a:pt x="0" y="0"/>
                  </a:moveTo>
                  <a:lnTo>
                    <a:pt x="7347" y="2888"/>
                  </a:lnTo>
                  <a:lnTo>
                    <a:pt x="81107" y="31416"/>
                  </a:lnTo>
                  <a:lnTo>
                    <a:pt x="154867" y="59485"/>
                  </a:lnTo>
                  <a:lnTo>
                    <a:pt x="228627" y="87101"/>
                  </a:lnTo>
                  <a:lnTo>
                    <a:pt x="302387" y="114273"/>
                  </a:lnTo>
                  <a:lnTo>
                    <a:pt x="376147" y="141007"/>
                  </a:lnTo>
                  <a:lnTo>
                    <a:pt x="449907" y="167310"/>
                  </a:lnTo>
                  <a:lnTo>
                    <a:pt x="523667" y="193189"/>
                  </a:lnTo>
                  <a:lnTo>
                    <a:pt x="597427" y="218652"/>
                  </a:lnTo>
                  <a:lnTo>
                    <a:pt x="671187" y="243704"/>
                  </a:lnTo>
                  <a:lnTo>
                    <a:pt x="744947" y="268353"/>
                  </a:lnTo>
                  <a:lnTo>
                    <a:pt x="818707" y="292604"/>
                  </a:lnTo>
                  <a:lnTo>
                    <a:pt x="892467" y="316465"/>
                  </a:lnTo>
                  <a:lnTo>
                    <a:pt x="966227" y="339942"/>
                  </a:lnTo>
                  <a:lnTo>
                    <a:pt x="1039987" y="363040"/>
                  </a:lnTo>
                  <a:lnTo>
                    <a:pt x="1113747" y="385766"/>
                  </a:lnTo>
                  <a:lnTo>
                    <a:pt x="1187508" y="408126"/>
                  </a:lnTo>
                  <a:lnTo>
                    <a:pt x="1261268" y="430126"/>
                  </a:lnTo>
                  <a:lnTo>
                    <a:pt x="1335028" y="451771"/>
                  </a:lnTo>
                  <a:lnTo>
                    <a:pt x="1408788" y="473068"/>
                  </a:lnTo>
                  <a:lnTo>
                    <a:pt x="1482548" y="494021"/>
                  </a:lnTo>
                  <a:lnTo>
                    <a:pt x="1556308" y="514637"/>
                  </a:lnTo>
                  <a:lnTo>
                    <a:pt x="1630068" y="534921"/>
                  </a:lnTo>
                  <a:lnTo>
                    <a:pt x="1703828" y="554878"/>
                  </a:lnTo>
                  <a:lnTo>
                    <a:pt x="1777588" y="574514"/>
                  </a:lnTo>
                  <a:lnTo>
                    <a:pt x="1851348" y="593833"/>
                  </a:lnTo>
                  <a:lnTo>
                    <a:pt x="1925108" y="612841"/>
                  </a:lnTo>
                  <a:lnTo>
                    <a:pt x="1998868" y="631543"/>
                  </a:lnTo>
                  <a:lnTo>
                    <a:pt x="2072628" y="649943"/>
                  </a:lnTo>
                  <a:lnTo>
                    <a:pt x="2146388" y="668047"/>
                  </a:lnTo>
                  <a:lnTo>
                    <a:pt x="2220148" y="685860"/>
                  </a:lnTo>
                  <a:lnTo>
                    <a:pt x="2293908" y="703385"/>
                  </a:lnTo>
                  <a:lnTo>
                    <a:pt x="2367668" y="720628"/>
                  </a:lnTo>
                  <a:lnTo>
                    <a:pt x="2441428" y="737593"/>
                  </a:lnTo>
                  <a:lnTo>
                    <a:pt x="2515188" y="754285"/>
                  </a:lnTo>
                  <a:lnTo>
                    <a:pt x="2588948" y="770708"/>
                  </a:lnTo>
                  <a:lnTo>
                    <a:pt x="2662708" y="786867"/>
                  </a:lnTo>
                  <a:lnTo>
                    <a:pt x="2736468" y="802765"/>
                  </a:lnTo>
                  <a:lnTo>
                    <a:pt x="2810228" y="818407"/>
                  </a:lnTo>
                  <a:lnTo>
                    <a:pt x="2883988" y="833797"/>
                  </a:lnTo>
                  <a:lnTo>
                    <a:pt x="2957748" y="848939"/>
                  </a:lnTo>
                  <a:lnTo>
                    <a:pt x="3031508" y="863837"/>
                  </a:lnTo>
                  <a:lnTo>
                    <a:pt x="3105268" y="878495"/>
                  </a:lnTo>
                  <a:lnTo>
                    <a:pt x="3179028" y="892917"/>
                  </a:lnTo>
                  <a:lnTo>
                    <a:pt x="3252788" y="907107"/>
                  </a:lnTo>
                  <a:lnTo>
                    <a:pt x="3326548" y="921068"/>
                  </a:lnTo>
                  <a:lnTo>
                    <a:pt x="3400308" y="934804"/>
                  </a:lnTo>
                  <a:lnTo>
                    <a:pt x="3474068" y="948319"/>
                  </a:lnTo>
                  <a:lnTo>
                    <a:pt x="3547828" y="961616"/>
                  </a:lnTo>
                  <a:lnTo>
                    <a:pt x="3621588" y="974699"/>
                  </a:lnTo>
                  <a:lnTo>
                    <a:pt x="3695348" y="987571"/>
                  </a:lnTo>
                  <a:lnTo>
                    <a:pt x="3769108" y="1000236"/>
                  </a:lnTo>
                  <a:lnTo>
                    <a:pt x="3842868" y="1012696"/>
                  </a:lnTo>
                  <a:lnTo>
                    <a:pt x="3916628" y="1024956"/>
                  </a:lnTo>
                  <a:lnTo>
                    <a:pt x="3990388" y="1037019"/>
                  </a:lnTo>
                  <a:lnTo>
                    <a:pt x="4064149" y="1048887"/>
                  </a:lnTo>
                  <a:lnTo>
                    <a:pt x="4137909" y="1060564"/>
                  </a:lnTo>
                  <a:lnTo>
                    <a:pt x="4211669" y="1072053"/>
                  </a:lnTo>
                  <a:lnTo>
                    <a:pt x="4285429" y="1083356"/>
                  </a:lnTo>
                  <a:lnTo>
                    <a:pt x="4359189" y="1094478"/>
                  </a:lnTo>
                  <a:lnTo>
                    <a:pt x="4432949" y="1105420"/>
                  </a:lnTo>
                  <a:lnTo>
                    <a:pt x="4506709" y="1116186"/>
                  </a:lnTo>
                  <a:lnTo>
                    <a:pt x="4580469" y="1126779"/>
                  </a:lnTo>
                  <a:lnTo>
                    <a:pt x="4654229" y="1137201"/>
                  </a:lnTo>
                  <a:lnTo>
                    <a:pt x="4727989" y="1147455"/>
                  </a:lnTo>
                  <a:lnTo>
                    <a:pt x="4801749" y="1157544"/>
                  </a:lnTo>
                  <a:lnTo>
                    <a:pt x="4875509" y="1167471"/>
                  </a:lnTo>
                  <a:lnTo>
                    <a:pt x="4949269" y="1177237"/>
                  </a:lnTo>
                  <a:lnTo>
                    <a:pt x="5023029" y="1186846"/>
                  </a:lnTo>
                  <a:lnTo>
                    <a:pt x="5096789" y="1196301"/>
                  </a:lnTo>
                  <a:lnTo>
                    <a:pt x="5170549" y="1205603"/>
                  </a:lnTo>
                  <a:lnTo>
                    <a:pt x="5244309" y="1214755"/>
                  </a:lnTo>
                  <a:lnTo>
                    <a:pt x="5318069" y="1223760"/>
                  </a:lnTo>
                  <a:lnTo>
                    <a:pt x="5391829" y="1232619"/>
                  </a:lnTo>
                  <a:lnTo>
                    <a:pt x="5465589" y="1241336"/>
                  </a:lnTo>
                  <a:lnTo>
                    <a:pt x="5539349" y="1249913"/>
                  </a:lnTo>
                  <a:lnTo>
                    <a:pt x="5613109" y="1258351"/>
                  </a:lnTo>
                  <a:lnTo>
                    <a:pt x="5686869" y="1266653"/>
                  </a:lnTo>
                  <a:lnTo>
                    <a:pt x="5760629" y="1274822"/>
                  </a:lnTo>
                  <a:lnTo>
                    <a:pt x="5834389" y="1282859"/>
                  </a:lnTo>
                  <a:lnTo>
                    <a:pt x="5908149" y="1290767"/>
                  </a:lnTo>
                  <a:lnTo>
                    <a:pt x="5981909" y="1298547"/>
                  </a:lnTo>
                  <a:lnTo>
                    <a:pt x="6055669" y="1306201"/>
                  </a:lnTo>
                  <a:lnTo>
                    <a:pt x="6129429" y="1313733"/>
                  </a:lnTo>
                  <a:lnTo>
                    <a:pt x="6203189" y="1321143"/>
                  </a:lnTo>
                  <a:lnTo>
                    <a:pt x="6276949" y="1328434"/>
                  </a:lnTo>
                  <a:lnTo>
                    <a:pt x="6350709" y="1335607"/>
                  </a:lnTo>
                  <a:lnTo>
                    <a:pt x="6424469" y="1342665"/>
                  </a:lnTo>
                  <a:lnTo>
                    <a:pt x="6498229" y="1349609"/>
                  </a:lnTo>
                  <a:lnTo>
                    <a:pt x="6571989" y="1356441"/>
                  </a:lnTo>
                  <a:lnTo>
                    <a:pt x="6645749" y="1363163"/>
                  </a:lnTo>
                  <a:lnTo>
                    <a:pt x="6719509" y="1369777"/>
                  </a:lnTo>
                  <a:lnTo>
                    <a:pt x="6793269" y="1376284"/>
                  </a:lnTo>
                  <a:lnTo>
                    <a:pt x="6867029" y="1382687"/>
                  </a:lnTo>
                  <a:lnTo>
                    <a:pt x="6940789" y="1388986"/>
                  </a:lnTo>
                  <a:lnTo>
                    <a:pt x="7014550" y="1395184"/>
                  </a:lnTo>
                  <a:lnTo>
                    <a:pt x="7088310" y="1401282"/>
                  </a:lnTo>
                  <a:lnTo>
                    <a:pt x="7162070" y="1407282"/>
                  </a:lnTo>
                  <a:lnTo>
                    <a:pt x="7235830" y="141318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1.22 (1.11-1.33), p_Bonf = &lt;0.001 (n = 6)  |  per IQR decline (Δ = 0.29): 1.77 (1.36-2.30)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2026-07-03T17:08:02Z</dcterms:modified>
  <cp:category/>
</cp:coreProperties>
</file>