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257285"/>
              <a:ext cx="6964104" cy="1072174"/>
            </a:xfrm>
            <a:custGeom>
              <a:avLst/>
              <a:pathLst>
                <a:path w="6964104" h="1072174">
                  <a:moveTo>
                    <a:pt x="0" y="0"/>
                  </a:moveTo>
                  <a:lnTo>
                    <a:pt x="70344" y="31662"/>
                  </a:lnTo>
                  <a:lnTo>
                    <a:pt x="140688" y="62447"/>
                  </a:lnTo>
                  <a:lnTo>
                    <a:pt x="211033" y="92379"/>
                  </a:lnTo>
                  <a:lnTo>
                    <a:pt x="281377" y="121483"/>
                  </a:lnTo>
                  <a:lnTo>
                    <a:pt x="351722" y="149780"/>
                  </a:lnTo>
                  <a:lnTo>
                    <a:pt x="422066" y="177293"/>
                  </a:lnTo>
                  <a:lnTo>
                    <a:pt x="492411" y="204044"/>
                  </a:lnTo>
                  <a:lnTo>
                    <a:pt x="562755" y="230054"/>
                  </a:lnTo>
                  <a:lnTo>
                    <a:pt x="633100" y="255344"/>
                  </a:lnTo>
                  <a:lnTo>
                    <a:pt x="703444" y="279933"/>
                  </a:lnTo>
                  <a:lnTo>
                    <a:pt x="773789" y="303841"/>
                  </a:lnTo>
                  <a:lnTo>
                    <a:pt x="844133" y="327086"/>
                  </a:lnTo>
                  <a:lnTo>
                    <a:pt x="914478" y="349688"/>
                  </a:lnTo>
                  <a:lnTo>
                    <a:pt x="984822" y="371663"/>
                  </a:lnTo>
                  <a:lnTo>
                    <a:pt x="1055167" y="393030"/>
                  </a:lnTo>
                  <a:lnTo>
                    <a:pt x="1125511" y="413805"/>
                  </a:lnTo>
                  <a:lnTo>
                    <a:pt x="1195856" y="434005"/>
                  </a:lnTo>
                  <a:lnTo>
                    <a:pt x="1266200" y="453645"/>
                  </a:lnTo>
                  <a:lnTo>
                    <a:pt x="1336545" y="472741"/>
                  </a:lnTo>
                  <a:lnTo>
                    <a:pt x="1406889" y="491308"/>
                  </a:lnTo>
                  <a:lnTo>
                    <a:pt x="1477234" y="509360"/>
                  </a:lnTo>
                  <a:lnTo>
                    <a:pt x="1547578" y="526913"/>
                  </a:lnTo>
                  <a:lnTo>
                    <a:pt x="1617923" y="543979"/>
                  </a:lnTo>
                  <a:lnTo>
                    <a:pt x="1688267" y="560573"/>
                  </a:lnTo>
                  <a:lnTo>
                    <a:pt x="1758612" y="576707"/>
                  </a:lnTo>
                  <a:lnTo>
                    <a:pt x="1828956" y="592394"/>
                  </a:lnTo>
                  <a:lnTo>
                    <a:pt x="1899301" y="607646"/>
                  </a:lnTo>
                  <a:lnTo>
                    <a:pt x="1969645" y="622476"/>
                  </a:lnTo>
                  <a:lnTo>
                    <a:pt x="2039990" y="636895"/>
                  </a:lnTo>
                  <a:lnTo>
                    <a:pt x="2110334" y="650915"/>
                  </a:lnTo>
                  <a:lnTo>
                    <a:pt x="2180679" y="664546"/>
                  </a:lnTo>
                  <a:lnTo>
                    <a:pt x="2251023" y="677800"/>
                  </a:lnTo>
                  <a:lnTo>
                    <a:pt x="2321368" y="690687"/>
                  </a:lnTo>
                  <a:lnTo>
                    <a:pt x="2391712" y="703216"/>
                  </a:lnTo>
                  <a:lnTo>
                    <a:pt x="2462057" y="715399"/>
                  </a:lnTo>
                  <a:lnTo>
                    <a:pt x="2532401" y="727244"/>
                  </a:lnTo>
                  <a:lnTo>
                    <a:pt x="2602746" y="738761"/>
                  </a:lnTo>
                  <a:lnTo>
                    <a:pt x="2673090" y="749959"/>
                  </a:lnTo>
                  <a:lnTo>
                    <a:pt x="2743435" y="760847"/>
                  </a:lnTo>
                  <a:lnTo>
                    <a:pt x="2813779" y="771433"/>
                  </a:lnTo>
                  <a:lnTo>
                    <a:pt x="2884124" y="781726"/>
                  </a:lnTo>
                  <a:lnTo>
                    <a:pt x="2954468" y="791734"/>
                  </a:lnTo>
                  <a:lnTo>
                    <a:pt x="3024813" y="801464"/>
                  </a:lnTo>
                  <a:lnTo>
                    <a:pt x="3095157" y="810925"/>
                  </a:lnTo>
                  <a:lnTo>
                    <a:pt x="3165502" y="820124"/>
                  </a:lnTo>
                  <a:lnTo>
                    <a:pt x="3235846" y="829069"/>
                  </a:lnTo>
                  <a:lnTo>
                    <a:pt x="3306191" y="837765"/>
                  </a:lnTo>
                  <a:lnTo>
                    <a:pt x="3376535" y="843747"/>
                  </a:lnTo>
                  <a:lnTo>
                    <a:pt x="3446880" y="843986"/>
                  </a:lnTo>
                  <a:lnTo>
                    <a:pt x="3517224" y="844225"/>
                  </a:lnTo>
                  <a:lnTo>
                    <a:pt x="3587569" y="844464"/>
                  </a:lnTo>
                  <a:lnTo>
                    <a:pt x="3657913" y="844702"/>
                  </a:lnTo>
                  <a:lnTo>
                    <a:pt x="3728257" y="844941"/>
                  </a:lnTo>
                  <a:lnTo>
                    <a:pt x="3798602" y="845179"/>
                  </a:lnTo>
                  <a:lnTo>
                    <a:pt x="3868946" y="845417"/>
                  </a:lnTo>
                  <a:lnTo>
                    <a:pt x="3939291" y="845654"/>
                  </a:lnTo>
                  <a:lnTo>
                    <a:pt x="4009635" y="845892"/>
                  </a:lnTo>
                  <a:lnTo>
                    <a:pt x="4079980" y="846129"/>
                  </a:lnTo>
                  <a:lnTo>
                    <a:pt x="4150324" y="846367"/>
                  </a:lnTo>
                  <a:lnTo>
                    <a:pt x="4220669" y="846603"/>
                  </a:lnTo>
                  <a:lnTo>
                    <a:pt x="4291013" y="846840"/>
                  </a:lnTo>
                  <a:lnTo>
                    <a:pt x="4361358" y="847077"/>
                  </a:lnTo>
                  <a:lnTo>
                    <a:pt x="4431702" y="847313"/>
                  </a:lnTo>
                  <a:lnTo>
                    <a:pt x="4502047" y="847550"/>
                  </a:lnTo>
                  <a:lnTo>
                    <a:pt x="4572391" y="847786"/>
                  </a:lnTo>
                  <a:lnTo>
                    <a:pt x="4642736" y="848021"/>
                  </a:lnTo>
                  <a:lnTo>
                    <a:pt x="4713080" y="848257"/>
                  </a:lnTo>
                  <a:lnTo>
                    <a:pt x="4783425" y="848493"/>
                  </a:lnTo>
                  <a:lnTo>
                    <a:pt x="4853769" y="848728"/>
                  </a:lnTo>
                  <a:lnTo>
                    <a:pt x="4924114" y="848963"/>
                  </a:lnTo>
                  <a:lnTo>
                    <a:pt x="4994458" y="849198"/>
                  </a:lnTo>
                  <a:lnTo>
                    <a:pt x="5064803" y="849433"/>
                  </a:lnTo>
                  <a:lnTo>
                    <a:pt x="5135147" y="849667"/>
                  </a:lnTo>
                  <a:lnTo>
                    <a:pt x="5205492" y="849901"/>
                  </a:lnTo>
                  <a:lnTo>
                    <a:pt x="5275836" y="850136"/>
                  </a:lnTo>
                  <a:lnTo>
                    <a:pt x="5346181" y="850370"/>
                  </a:lnTo>
                  <a:lnTo>
                    <a:pt x="5416525" y="850603"/>
                  </a:lnTo>
                  <a:lnTo>
                    <a:pt x="5486870" y="850837"/>
                  </a:lnTo>
                  <a:lnTo>
                    <a:pt x="5557214" y="851070"/>
                  </a:lnTo>
                  <a:lnTo>
                    <a:pt x="5627559" y="851304"/>
                  </a:lnTo>
                  <a:lnTo>
                    <a:pt x="5697903" y="851537"/>
                  </a:lnTo>
                  <a:lnTo>
                    <a:pt x="5768248" y="851770"/>
                  </a:lnTo>
                  <a:lnTo>
                    <a:pt x="5838592" y="852002"/>
                  </a:lnTo>
                  <a:lnTo>
                    <a:pt x="5908937" y="852235"/>
                  </a:lnTo>
                  <a:lnTo>
                    <a:pt x="5979281" y="852467"/>
                  </a:lnTo>
                  <a:lnTo>
                    <a:pt x="6049626" y="852699"/>
                  </a:lnTo>
                  <a:lnTo>
                    <a:pt x="6119970" y="852931"/>
                  </a:lnTo>
                  <a:lnTo>
                    <a:pt x="6190315" y="853163"/>
                  </a:lnTo>
                  <a:lnTo>
                    <a:pt x="6260659" y="853394"/>
                  </a:lnTo>
                  <a:lnTo>
                    <a:pt x="6331004" y="853626"/>
                  </a:lnTo>
                  <a:lnTo>
                    <a:pt x="6401348" y="853857"/>
                  </a:lnTo>
                  <a:lnTo>
                    <a:pt x="6471693" y="854088"/>
                  </a:lnTo>
                  <a:lnTo>
                    <a:pt x="6542037" y="854319"/>
                  </a:lnTo>
                  <a:lnTo>
                    <a:pt x="6612382" y="854549"/>
                  </a:lnTo>
                  <a:lnTo>
                    <a:pt x="6682726" y="854780"/>
                  </a:lnTo>
                  <a:lnTo>
                    <a:pt x="6753071" y="855010"/>
                  </a:lnTo>
                  <a:lnTo>
                    <a:pt x="6823415" y="855240"/>
                  </a:lnTo>
                  <a:lnTo>
                    <a:pt x="6893760" y="855470"/>
                  </a:lnTo>
                  <a:lnTo>
                    <a:pt x="6964104" y="855700"/>
                  </a:lnTo>
                  <a:lnTo>
                    <a:pt x="6964104" y="1072174"/>
                  </a:lnTo>
                  <a:lnTo>
                    <a:pt x="6893760" y="1070156"/>
                  </a:lnTo>
                  <a:lnTo>
                    <a:pt x="6823415" y="1068081"/>
                  </a:lnTo>
                  <a:lnTo>
                    <a:pt x="6753071" y="1065946"/>
                  </a:lnTo>
                  <a:lnTo>
                    <a:pt x="6682726" y="1063750"/>
                  </a:lnTo>
                  <a:lnTo>
                    <a:pt x="6612382" y="1061492"/>
                  </a:lnTo>
                  <a:lnTo>
                    <a:pt x="6542037" y="1059170"/>
                  </a:lnTo>
                  <a:lnTo>
                    <a:pt x="6471693" y="1056781"/>
                  </a:lnTo>
                  <a:lnTo>
                    <a:pt x="6401348" y="1054325"/>
                  </a:lnTo>
                  <a:lnTo>
                    <a:pt x="6331004" y="1051798"/>
                  </a:lnTo>
                  <a:lnTo>
                    <a:pt x="6260659" y="1049200"/>
                  </a:lnTo>
                  <a:lnTo>
                    <a:pt x="6190315" y="1046527"/>
                  </a:lnTo>
                  <a:lnTo>
                    <a:pt x="6119970" y="1043778"/>
                  </a:lnTo>
                  <a:lnTo>
                    <a:pt x="6049626" y="1040951"/>
                  </a:lnTo>
                  <a:lnTo>
                    <a:pt x="5979281" y="1038044"/>
                  </a:lnTo>
                  <a:lnTo>
                    <a:pt x="5908937" y="1035053"/>
                  </a:lnTo>
                  <a:lnTo>
                    <a:pt x="5838592" y="1031977"/>
                  </a:lnTo>
                  <a:lnTo>
                    <a:pt x="5768248" y="1028814"/>
                  </a:lnTo>
                  <a:lnTo>
                    <a:pt x="5697903" y="1025561"/>
                  </a:lnTo>
                  <a:lnTo>
                    <a:pt x="5627559" y="1022215"/>
                  </a:lnTo>
                  <a:lnTo>
                    <a:pt x="5557214" y="1018773"/>
                  </a:lnTo>
                  <a:lnTo>
                    <a:pt x="5486870" y="1015234"/>
                  </a:lnTo>
                  <a:lnTo>
                    <a:pt x="5416525" y="1011594"/>
                  </a:lnTo>
                  <a:lnTo>
                    <a:pt x="5346181" y="1007850"/>
                  </a:lnTo>
                  <a:lnTo>
                    <a:pt x="5275836" y="1003999"/>
                  </a:lnTo>
                  <a:lnTo>
                    <a:pt x="5205492" y="1000038"/>
                  </a:lnTo>
                  <a:lnTo>
                    <a:pt x="5135147" y="995965"/>
                  </a:lnTo>
                  <a:lnTo>
                    <a:pt x="5064803" y="991776"/>
                  </a:lnTo>
                  <a:lnTo>
                    <a:pt x="4994458" y="987467"/>
                  </a:lnTo>
                  <a:lnTo>
                    <a:pt x="4924114" y="983036"/>
                  </a:lnTo>
                  <a:lnTo>
                    <a:pt x="4853769" y="978478"/>
                  </a:lnTo>
                  <a:lnTo>
                    <a:pt x="4783425" y="973791"/>
                  </a:lnTo>
                  <a:lnTo>
                    <a:pt x="4713080" y="968970"/>
                  </a:lnTo>
                  <a:lnTo>
                    <a:pt x="4642736" y="964012"/>
                  </a:lnTo>
                  <a:lnTo>
                    <a:pt x="4572391" y="958912"/>
                  </a:lnTo>
                  <a:lnTo>
                    <a:pt x="4502047" y="953667"/>
                  </a:lnTo>
                  <a:lnTo>
                    <a:pt x="4431702" y="948273"/>
                  </a:lnTo>
                  <a:lnTo>
                    <a:pt x="4361358" y="942725"/>
                  </a:lnTo>
                  <a:lnTo>
                    <a:pt x="4291013" y="937019"/>
                  </a:lnTo>
                  <a:lnTo>
                    <a:pt x="4220669" y="931150"/>
                  </a:lnTo>
                  <a:lnTo>
                    <a:pt x="4150324" y="925114"/>
                  </a:lnTo>
                  <a:lnTo>
                    <a:pt x="4079980" y="918906"/>
                  </a:lnTo>
                  <a:lnTo>
                    <a:pt x="4009635" y="912522"/>
                  </a:lnTo>
                  <a:lnTo>
                    <a:pt x="3939291" y="905955"/>
                  </a:lnTo>
                  <a:lnTo>
                    <a:pt x="3868946" y="899202"/>
                  </a:lnTo>
                  <a:lnTo>
                    <a:pt x="3798602" y="892256"/>
                  </a:lnTo>
                  <a:lnTo>
                    <a:pt x="3728257" y="885112"/>
                  </a:lnTo>
                  <a:lnTo>
                    <a:pt x="3657913" y="877764"/>
                  </a:lnTo>
                  <a:lnTo>
                    <a:pt x="3587569" y="870207"/>
                  </a:lnTo>
                  <a:lnTo>
                    <a:pt x="3517224" y="862435"/>
                  </a:lnTo>
                  <a:lnTo>
                    <a:pt x="3446880" y="854442"/>
                  </a:lnTo>
                  <a:lnTo>
                    <a:pt x="3376535" y="846220"/>
                  </a:lnTo>
                  <a:lnTo>
                    <a:pt x="3306191" y="843508"/>
                  </a:lnTo>
                  <a:lnTo>
                    <a:pt x="3235846" y="843268"/>
                  </a:lnTo>
                  <a:lnTo>
                    <a:pt x="3165502" y="843029"/>
                  </a:lnTo>
                  <a:lnTo>
                    <a:pt x="3095157" y="842789"/>
                  </a:lnTo>
                  <a:lnTo>
                    <a:pt x="3024813" y="842549"/>
                  </a:lnTo>
                  <a:lnTo>
                    <a:pt x="2954468" y="842309"/>
                  </a:lnTo>
                  <a:lnTo>
                    <a:pt x="2884124" y="842068"/>
                  </a:lnTo>
                  <a:lnTo>
                    <a:pt x="2813779" y="841828"/>
                  </a:lnTo>
                  <a:lnTo>
                    <a:pt x="2743435" y="841587"/>
                  </a:lnTo>
                  <a:lnTo>
                    <a:pt x="2673090" y="841346"/>
                  </a:lnTo>
                  <a:lnTo>
                    <a:pt x="2602746" y="841105"/>
                  </a:lnTo>
                  <a:lnTo>
                    <a:pt x="2532401" y="840863"/>
                  </a:lnTo>
                  <a:lnTo>
                    <a:pt x="2462057" y="840622"/>
                  </a:lnTo>
                  <a:lnTo>
                    <a:pt x="2391712" y="840380"/>
                  </a:lnTo>
                  <a:lnTo>
                    <a:pt x="2321368" y="840138"/>
                  </a:lnTo>
                  <a:lnTo>
                    <a:pt x="2251023" y="839896"/>
                  </a:lnTo>
                  <a:lnTo>
                    <a:pt x="2180679" y="839653"/>
                  </a:lnTo>
                  <a:lnTo>
                    <a:pt x="2110334" y="839411"/>
                  </a:lnTo>
                  <a:lnTo>
                    <a:pt x="2039990" y="839168"/>
                  </a:lnTo>
                  <a:lnTo>
                    <a:pt x="1969645" y="838925"/>
                  </a:lnTo>
                  <a:lnTo>
                    <a:pt x="1899301" y="838682"/>
                  </a:lnTo>
                  <a:lnTo>
                    <a:pt x="1828956" y="838439"/>
                  </a:lnTo>
                  <a:lnTo>
                    <a:pt x="1758612" y="838195"/>
                  </a:lnTo>
                  <a:lnTo>
                    <a:pt x="1688267" y="837951"/>
                  </a:lnTo>
                  <a:lnTo>
                    <a:pt x="1617923" y="837708"/>
                  </a:lnTo>
                  <a:lnTo>
                    <a:pt x="1547578" y="837463"/>
                  </a:lnTo>
                  <a:lnTo>
                    <a:pt x="1477234" y="837219"/>
                  </a:lnTo>
                  <a:lnTo>
                    <a:pt x="1406889" y="836975"/>
                  </a:lnTo>
                  <a:lnTo>
                    <a:pt x="1336545" y="836730"/>
                  </a:lnTo>
                  <a:lnTo>
                    <a:pt x="1266200" y="836485"/>
                  </a:lnTo>
                  <a:lnTo>
                    <a:pt x="1195856" y="836240"/>
                  </a:lnTo>
                  <a:lnTo>
                    <a:pt x="1125511" y="835995"/>
                  </a:lnTo>
                  <a:lnTo>
                    <a:pt x="1055167" y="835749"/>
                  </a:lnTo>
                  <a:lnTo>
                    <a:pt x="984822" y="835504"/>
                  </a:lnTo>
                  <a:lnTo>
                    <a:pt x="914478" y="835258"/>
                  </a:lnTo>
                  <a:lnTo>
                    <a:pt x="844133" y="835012"/>
                  </a:lnTo>
                  <a:lnTo>
                    <a:pt x="773789" y="834765"/>
                  </a:lnTo>
                  <a:lnTo>
                    <a:pt x="703444" y="834519"/>
                  </a:lnTo>
                  <a:lnTo>
                    <a:pt x="633100" y="834272"/>
                  </a:lnTo>
                  <a:lnTo>
                    <a:pt x="562755" y="834026"/>
                  </a:lnTo>
                  <a:lnTo>
                    <a:pt x="492411" y="833778"/>
                  </a:lnTo>
                  <a:lnTo>
                    <a:pt x="422066" y="833531"/>
                  </a:lnTo>
                  <a:lnTo>
                    <a:pt x="351722" y="833284"/>
                  </a:lnTo>
                  <a:lnTo>
                    <a:pt x="281377" y="833036"/>
                  </a:lnTo>
                  <a:lnTo>
                    <a:pt x="211033" y="832788"/>
                  </a:lnTo>
                  <a:lnTo>
                    <a:pt x="140688" y="832540"/>
                  </a:lnTo>
                  <a:lnTo>
                    <a:pt x="70344" y="832292"/>
                  </a:lnTo>
                  <a:lnTo>
                    <a:pt x="0" y="832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257285"/>
              <a:ext cx="6964104" cy="855700"/>
            </a:xfrm>
            <a:custGeom>
              <a:avLst/>
              <a:pathLst>
                <a:path w="6964104" h="855700">
                  <a:moveTo>
                    <a:pt x="0" y="0"/>
                  </a:moveTo>
                  <a:lnTo>
                    <a:pt x="70344" y="31662"/>
                  </a:lnTo>
                  <a:lnTo>
                    <a:pt x="140688" y="62447"/>
                  </a:lnTo>
                  <a:lnTo>
                    <a:pt x="211033" y="92379"/>
                  </a:lnTo>
                  <a:lnTo>
                    <a:pt x="281377" y="121483"/>
                  </a:lnTo>
                  <a:lnTo>
                    <a:pt x="351722" y="149780"/>
                  </a:lnTo>
                  <a:lnTo>
                    <a:pt x="422066" y="177293"/>
                  </a:lnTo>
                  <a:lnTo>
                    <a:pt x="492411" y="204044"/>
                  </a:lnTo>
                  <a:lnTo>
                    <a:pt x="562755" y="230054"/>
                  </a:lnTo>
                  <a:lnTo>
                    <a:pt x="633100" y="255344"/>
                  </a:lnTo>
                  <a:lnTo>
                    <a:pt x="703444" y="279933"/>
                  </a:lnTo>
                  <a:lnTo>
                    <a:pt x="773789" y="303841"/>
                  </a:lnTo>
                  <a:lnTo>
                    <a:pt x="844133" y="327086"/>
                  </a:lnTo>
                  <a:lnTo>
                    <a:pt x="914478" y="349688"/>
                  </a:lnTo>
                  <a:lnTo>
                    <a:pt x="984822" y="371663"/>
                  </a:lnTo>
                  <a:lnTo>
                    <a:pt x="1055167" y="393030"/>
                  </a:lnTo>
                  <a:lnTo>
                    <a:pt x="1125511" y="413805"/>
                  </a:lnTo>
                  <a:lnTo>
                    <a:pt x="1195856" y="434005"/>
                  </a:lnTo>
                  <a:lnTo>
                    <a:pt x="1266200" y="453645"/>
                  </a:lnTo>
                  <a:lnTo>
                    <a:pt x="1336545" y="472741"/>
                  </a:lnTo>
                  <a:lnTo>
                    <a:pt x="1406889" y="491308"/>
                  </a:lnTo>
                  <a:lnTo>
                    <a:pt x="1477234" y="509360"/>
                  </a:lnTo>
                  <a:lnTo>
                    <a:pt x="1547578" y="526913"/>
                  </a:lnTo>
                  <a:lnTo>
                    <a:pt x="1617923" y="543979"/>
                  </a:lnTo>
                  <a:lnTo>
                    <a:pt x="1688267" y="560573"/>
                  </a:lnTo>
                  <a:lnTo>
                    <a:pt x="1758612" y="576707"/>
                  </a:lnTo>
                  <a:lnTo>
                    <a:pt x="1828956" y="592394"/>
                  </a:lnTo>
                  <a:lnTo>
                    <a:pt x="1899301" y="607646"/>
                  </a:lnTo>
                  <a:lnTo>
                    <a:pt x="1969645" y="622476"/>
                  </a:lnTo>
                  <a:lnTo>
                    <a:pt x="2039990" y="636895"/>
                  </a:lnTo>
                  <a:lnTo>
                    <a:pt x="2110334" y="650915"/>
                  </a:lnTo>
                  <a:lnTo>
                    <a:pt x="2180679" y="664546"/>
                  </a:lnTo>
                  <a:lnTo>
                    <a:pt x="2251023" y="677800"/>
                  </a:lnTo>
                  <a:lnTo>
                    <a:pt x="2321368" y="690687"/>
                  </a:lnTo>
                  <a:lnTo>
                    <a:pt x="2391712" y="703216"/>
                  </a:lnTo>
                  <a:lnTo>
                    <a:pt x="2462057" y="715399"/>
                  </a:lnTo>
                  <a:lnTo>
                    <a:pt x="2532401" y="727244"/>
                  </a:lnTo>
                  <a:lnTo>
                    <a:pt x="2602746" y="738761"/>
                  </a:lnTo>
                  <a:lnTo>
                    <a:pt x="2673090" y="749959"/>
                  </a:lnTo>
                  <a:lnTo>
                    <a:pt x="2743435" y="760847"/>
                  </a:lnTo>
                  <a:lnTo>
                    <a:pt x="2813779" y="771433"/>
                  </a:lnTo>
                  <a:lnTo>
                    <a:pt x="2884124" y="781726"/>
                  </a:lnTo>
                  <a:lnTo>
                    <a:pt x="2954468" y="791734"/>
                  </a:lnTo>
                  <a:lnTo>
                    <a:pt x="3024813" y="801464"/>
                  </a:lnTo>
                  <a:lnTo>
                    <a:pt x="3095157" y="810925"/>
                  </a:lnTo>
                  <a:lnTo>
                    <a:pt x="3165502" y="820124"/>
                  </a:lnTo>
                  <a:lnTo>
                    <a:pt x="3235846" y="829069"/>
                  </a:lnTo>
                  <a:lnTo>
                    <a:pt x="3306191" y="837765"/>
                  </a:lnTo>
                  <a:lnTo>
                    <a:pt x="3376535" y="843747"/>
                  </a:lnTo>
                  <a:lnTo>
                    <a:pt x="3446880" y="843986"/>
                  </a:lnTo>
                  <a:lnTo>
                    <a:pt x="3517224" y="844225"/>
                  </a:lnTo>
                  <a:lnTo>
                    <a:pt x="3587569" y="844464"/>
                  </a:lnTo>
                  <a:lnTo>
                    <a:pt x="3657913" y="844702"/>
                  </a:lnTo>
                  <a:lnTo>
                    <a:pt x="3728257" y="844941"/>
                  </a:lnTo>
                  <a:lnTo>
                    <a:pt x="3798602" y="845179"/>
                  </a:lnTo>
                  <a:lnTo>
                    <a:pt x="3868946" y="845417"/>
                  </a:lnTo>
                  <a:lnTo>
                    <a:pt x="3939291" y="845654"/>
                  </a:lnTo>
                  <a:lnTo>
                    <a:pt x="4009635" y="845892"/>
                  </a:lnTo>
                  <a:lnTo>
                    <a:pt x="4079980" y="846129"/>
                  </a:lnTo>
                  <a:lnTo>
                    <a:pt x="4150324" y="846367"/>
                  </a:lnTo>
                  <a:lnTo>
                    <a:pt x="4220669" y="846603"/>
                  </a:lnTo>
                  <a:lnTo>
                    <a:pt x="4291013" y="846840"/>
                  </a:lnTo>
                  <a:lnTo>
                    <a:pt x="4361358" y="847077"/>
                  </a:lnTo>
                  <a:lnTo>
                    <a:pt x="4431702" y="847313"/>
                  </a:lnTo>
                  <a:lnTo>
                    <a:pt x="4502047" y="847550"/>
                  </a:lnTo>
                  <a:lnTo>
                    <a:pt x="4572391" y="847786"/>
                  </a:lnTo>
                  <a:lnTo>
                    <a:pt x="4642736" y="848021"/>
                  </a:lnTo>
                  <a:lnTo>
                    <a:pt x="4713080" y="848257"/>
                  </a:lnTo>
                  <a:lnTo>
                    <a:pt x="4783425" y="848493"/>
                  </a:lnTo>
                  <a:lnTo>
                    <a:pt x="4853769" y="848728"/>
                  </a:lnTo>
                  <a:lnTo>
                    <a:pt x="4924114" y="848963"/>
                  </a:lnTo>
                  <a:lnTo>
                    <a:pt x="4994458" y="849198"/>
                  </a:lnTo>
                  <a:lnTo>
                    <a:pt x="5064803" y="849433"/>
                  </a:lnTo>
                  <a:lnTo>
                    <a:pt x="5135147" y="849667"/>
                  </a:lnTo>
                  <a:lnTo>
                    <a:pt x="5205492" y="849901"/>
                  </a:lnTo>
                  <a:lnTo>
                    <a:pt x="5275836" y="850136"/>
                  </a:lnTo>
                  <a:lnTo>
                    <a:pt x="5346181" y="850370"/>
                  </a:lnTo>
                  <a:lnTo>
                    <a:pt x="5416525" y="850603"/>
                  </a:lnTo>
                  <a:lnTo>
                    <a:pt x="5486870" y="850837"/>
                  </a:lnTo>
                  <a:lnTo>
                    <a:pt x="5557214" y="851070"/>
                  </a:lnTo>
                  <a:lnTo>
                    <a:pt x="5627559" y="851304"/>
                  </a:lnTo>
                  <a:lnTo>
                    <a:pt x="5697903" y="851537"/>
                  </a:lnTo>
                  <a:lnTo>
                    <a:pt x="5768248" y="851770"/>
                  </a:lnTo>
                  <a:lnTo>
                    <a:pt x="5838592" y="852002"/>
                  </a:lnTo>
                  <a:lnTo>
                    <a:pt x="5908937" y="852235"/>
                  </a:lnTo>
                  <a:lnTo>
                    <a:pt x="5979281" y="852467"/>
                  </a:lnTo>
                  <a:lnTo>
                    <a:pt x="6049626" y="852699"/>
                  </a:lnTo>
                  <a:lnTo>
                    <a:pt x="6119970" y="852931"/>
                  </a:lnTo>
                  <a:lnTo>
                    <a:pt x="6190315" y="853163"/>
                  </a:lnTo>
                  <a:lnTo>
                    <a:pt x="6260659" y="853394"/>
                  </a:lnTo>
                  <a:lnTo>
                    <a:pt x="6331004" y="853626"/>
                  </a:lnTo>
                  <a:lnTo>
                    <a:pt x="6401348" y="853857"/>
                  </a:lnTo>
                  <a:lnTo>
                    <a:pt x="6471693" y="854088"/>
                  </a:lnTo>
                  <a:lnTo>
                    <a:pt x="6542037" y="854319"/>
                  </a:lnTo>
                  <a:lnTo>
                    <a:pt x="6612382" y="854549"/>
                  </a:lnTo>
                  <a:lnTo>
                    <a:pt x="6682726" y="854780"/>
                  </a:lnTo>
                  <a:lnTo>
                    <a:pt x="6753071" y="855010"/>
                  </a:lnTo>
                  <a:lnTo>
                    <a:pt x="6823415" y="855240"/>
                  </a:lnTo>
                  <a:lnTo>
                    <a:pt x="6893760" y="855470"/>
                  </a:lnTo>
                  <a:lnTo>
                    <a:pt x="6964104" y="8557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89329"/>
              <a:ext cx="6964104" cy="240130"/>
            </a:xfrm>
            <a:custGeom>
              <a:avLst/>
              <a:pathLst>
                <a:path w="6964104" h="240130">
                  <a:moveTo>
                    <a:pt x="6964104" y="240130"/>
                  </a:moveTo>
                  <a:lnTo>
                    <a:pt x="6893760" y="238112"/>
                  </a:lnTo>
                  <a:lnTo>
                    <a:pt x="6823415" y="236036"/>
                  </a:lnTo>
                  <a:lnTo>
                    <a:pt x="6753071" y="233902"/>
                  </a:lnTo>
                  <a:lnTo>
                    <a:pt x="6682726" y="231706"/>
                  </a:lnTo>
                  <a:lnTo>
                    <a:pt x="6612382" y="229448"/>
                  </a:lnTo>
                  <a:lnTo>
                    <a:pt x="6542037" y="227126"/>
                  </a:lnTo>
                  <a:lnTo>
                    <a:pt x="6471693" y="224737"/>
                  </a:lnTo>
                  <a:lnTo>
                    <a:pt x="6401348" y="222281"/>
                  </a:lnTo>
                  <a:lnTo>
                    <a:pt x="6331004" y="219754"/>
                  </a:lnTo>
                  <a:lnTo>
                    <a:pt x="6260659" y="217155"/>
                  </a:lnTo>
                  <a:lnTo>
                    <a:pt x="6190315" y="214483"/>
                  </a:lnTo>
                  <a:lnTo>
                    <a:pt x="6119970" y="211734"/>
                  </a:lnTo>
                  <a:lnTo>
                    <a:pt x="6049626" y="208907"/>
                  </a:lnTo>
                  <a:lnTo>
                    <a:pt x="5979281" y="205999"/>
                  </a:lnTo>
                  <a:lnTo>
                    <a:pt x="5908937" y="203009"/>
                  </a:lnTo>
                  <a:lnTo>
                    <a:pt x="5838592" y="199933"/>
                  </a:lnTo>
                  <a:lnTo>
                    <a:pt x="5768248" y="196770"/>
                  </a:lnTo>
                  <a:lnTo>
                    <a:pt x="5697903" y="193517"/>
                  </a:lnTo>
                  <a:lnTo>
                    <a:pt x="5627559" y="190171"/>
                  </a:lnTo>
                  <a:lnTo>
                    <a:pt x="5557214" y="186729"/>
                  </a:lnTo>
                  <a:lnTo>
                    <a:pt x="5486870" y="183190"/>
                  </a:lnTo>
                  <a:lnTo>
                    <a:pt x="5416525" y="179549"/>
                  </a:lnTo>
                  <a:lnTo>
                    <a:pt x="5346181" y="175805"/>
                  </a:lnTo>
                  <a:lnTo>
                    <a:pt x="5275836" y="171955"/>
                  </a:lnTo>
                  <a:lnTo>
                    <a:pt x="5205492" y="167994"/>
                  </a:lnTo>
                  <a:lnTo>
                    <a:pt x="5135147" y="163921"/>
                  </a:lnTo>
                  <a:lnTo>
                    <a:pt x="5064803" y="159732"/>
                  </a:lnTo>
                  <a:lnTo>
                    <a:pt x="4994458" y="155423"/>
                  </a:lnTo>
                  <a:lnTo>
                    <a:pt x="4924114" y="150992"/>
                  </a:lnTo>
                  <a:lnTo>
                    <a:pt x="4853769" y="146434"/>
                  </a:lnTo>
                  <a:lnTo>
                    <a:pt x="4783425" y="141747"/>
                  </a:lnTo>
                  <a:lnTo>
                    <a:pt x="4713080" y="136926"/>
                  </a:lnTo>
                  <a:lnTo>
                    <a:pt x="4642736" y="131968"/>
                  </a:lnTo>
                  <a:lnTo>
                    <a:pt x="4572391" y="126868"/>
                  </a:lnTo>
                  <a:lnTo>
                    <a:pt x="4502047" y="121623"/>
                  </a:lnTo>
                  <a:lnTo>
                    <a:pt x="4431702" y="116229"/>
                  </a:lnTo>
                  <a:lnTo>
                    <a:pt x="4361358" y="110681"/>
                  </a:lnTo>
                  <a:lnTo>
                    <a:pt x="4291013" y="104975"/>
                  </a:lnTo>
                  <a:lnTo>
                    <a:pt x="4220669" y="99106"/>
                  </a:lnTo>
                  <a:lnTo>
                    <a:pt x="4150324" y="93070"/>
                  </a:lnTo>
                  <a:lnTo>
                    <a:pt x="4079980" y="86862"/>
                  </a:lnTo>
                  <a:lnTo>
                    <a:pt x="4009635" y="80478"/>
                  </a:lnTo>
                  <a:lnTo>
                    <a:pt x="3939291" y="73911"/>
                  </a:lnTo>
                  <a:lnTo>
                    <a:pt x="3868946" y="67157"/>
                  </a:lnTo>
                  <a:lnTo>
                    <a:pt x="3798602" y="60211"/>
                  </a:lnTo>
                  <a:lnTo>
                    <a:pt x="3728257" y="53067"/>
                  </a:lnTo>
                  <a:lnTo>
                    <a:pt x="3657913" y="45720"/>
                  </a:lnTo>
                  <a:lnTo>
                    <a:pt x="3587569" y="38163"/>
                  </a:lnTo>
                  <a:lnTo>
                    <a:pt x="3517224" y="30391"/>
                  </a:lnTo>
                  <a:lnTo>
                    <a:pt x="3446880" y="22398"/>
                  </a:lnTo>
                  <a:lnTo>
                    <a:pt x="3376535" y="14176"/>
                  </a:lnTo>
                  <a:lnTo>
                    <a:pt x="3306191" y="11464"/>
                  </a:lnTo>
                  <a:lnTo>
                    <a:pt x="3235846" y="11224"/>
                  </a:lnTo>
                  <a:lnTo>
                    <a:pt x="3165502" y="10985"/>
                  </a:lnTo>
                  <a:lnTo>
                    <a:pt x="3095157" y="10745"/>
                  </a:lnTo>
                  <a:lnTo>
                    <a:pt x="3024813" y="10505"/>
                  </a:lnTo>
                  <a:lnTo>
                    <a:pt x="2954468" y="10264"/>
                  </a:lnTo>
                  <a:lnTo>
                    <a:pt x="2884124" y="10024"/>
                  </a:lnTo>
                  <a:lnTo>
                    <a:pt x="2813779" y="9783"/>
                  </a:lnTo>
                  <a:lnTo>
                    <a:pt x="2743435" y="9543"/>
                  </a:lnTo>
                  <a:lnTo>
                    <a:pt x="2673090" y="9302"/>
                  </a:lnTo>
                  <a:lnTo>
                    <a:pt x="2602746" y="9060"/>
                  </a:lnTo>
                  <a:lnTo>
                    <a:pt x="2532401" y="8819"/>
                  </a:lnTo>
                  <a:lnTo>
                    <a:pt x="2462057" y="8577"/>
                  </a:lnTo>
                  <a:lnTo>
                    <a:pt x="2391712" y="8336"/>
                  </a:lnTo>
                  <a:lnTo>
                    <a:pt x="2321368" y="8094"/>
                  </a:lnTo>
                  <a:lnTo>
                    <a:pt x="2251023" y="7852"/>
                  </a:lnTo>
                  <a:lnTo>
                    <a:pt x="2180679" y="7609"/>
                  </a:lnTo>
                  <a:lnTo>
                    <a:pt x="2110334" y="7367"/>
                  </a:lnTo>
                  <a:lnTo>
                    <a:pt x="2039990" y="7124"/>
                  </a:lnTo>
                  <a:lnTo>
                    <a:pt x="1969645" y="6881"/>
                  </a:lnTo>
                  <a:lnTo>
                    <a:pt x="1899301" y="6638"/>
                  </a:lnTo>
                  <a:lnTo>
                    <a:pt x="1828956" y="6395"/>
                  </a:lnTo>
                  <a:lnTo>
                    <a:pt x="1758612" y="6151"/>
                  </a:lnTo>
                  <a:lnTo>
                    <a:pt x="1688267" y="5907"/>
                  </a:lnTo>
                  <a:lnTo>
                    <a:pt x="1617923" y="5663"/>
                  </a:lnTo>
                  <a:lnTo>
                    <a:pt x="1547578" y="5419"/>
                  </a:lnTo>
                  <a:lnTo>
                    <a:pt x="1477234" y="5175"/>
                  </a:lnTo>
                  <a:lnTo>
                    <a:pt x="1406889" y="4931"/>
                  </a:lnTo>
                  <a:lnTo>
                    <a:pt x="1336545" y="4686"/>
                  </a:lnTo>
                  <a:lnTo>
                    <a:pt x="1266200" y="4441"/>
                  </a:lnTo>
                  <a:lnTo>
                    <a:pt x="1195856" y="4196"/>
                  </a:lnTo>
                  <a:lnTo>
                    <a:pt x="1125511" y="3951"/>
                  </a:lnTo>
                  <a:lnTo>
                    <a:pt x="1055167" y="3705"/>
                  </a:lnTo>
                  <a:lnTo>
                    <a:pt x="984822" y="3460"/>
                  </a:lnTo>
                  <a:lnTo>
                    <a:pt x="914478" y="3214"/>
                  </a:lnTo>
                  <a:lnTo>
                    <a:pt x="844133" y="2968"/>
                  </a:lnTo>
                  <a:lnTo>
                    <a:pt x="773789" y="2721"/>
                  </a:lnTo>
                  <a:lnTo>
                    <a:pt x="703444" y="2475"/>
                  </a:lnTo>
                  <a:lnTo>
                    <a:pt x="633100" y="2228"/>
                  </a:lnTo>
                  <a:lnTo>
                    <a:pt x="562755" y="1981"/>
                  </a:lnTo>
                  <a:lnTo>
                    <a:pt x="492411" y="1734"/>
                  </a:lnTo>
                  <a:lnTo>
                    <a:pt x="422066" y="1487"/>
                  </a:lnTo>
                  <a:lnTo>
                    <a:pt x="351722" y="1240"/>
                  </a:lnTo>
                  <a:lnTo>
                    <a:pt x="281377" y="992"/>
                  </a:lnTo>
                  <a:lnTo>
                    <a:pt x="211033" y="744"/>
                  </a:lnTo>
                  <a:lnTo>
                    <a:pt x="140688" y="496"/>
                  </a:lnTo>
                  <a:lnTo>
                    <a:pt x="70344" y="2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04110"/>
              <a:ext cx="6964104" cy="453526"/>
            </a:xfrm>
            <a:custGeom>
              <a:avLst/>
              <a:pathLst>
                <a:path w="6964104" h="453526">
                  <a:moveTo>
                    <a:pt x="0" y="0"/>
                  </a:moveTo>
                  <a:lnTo>
                    <a:pt x="70344" y="8550"/>
                  </a:lnTo>
                  <a:lnTo>
                    <a:pt x="140688" y="16977"/>
                  </a:lnTo>
                  <a:lnTo>
                    <a:pt x="211033" y="25284"/>
                  </a:lnTo>
                  <a:lnTo>
                    <a:pt x="281377" y="33472"/>
                  </a:lnTo>
                  <a:lnTo>
                    <a:pt x="351722" y="41542"/>
                  </a:lnTo>
                  <a:lnTo>
                    <a:pt x="422066" y="49496"/>
                  </a:lnTo>
                  <a:lnTo>
                    <a:pt x="492411" y="57337"/>
                  </a:lnTo>
                  <a:lnTo>
                    <a:pt x="562755" y="65065"/>
                  </a:lnTo>
                  <a:lnTo>
                    <a:pt x="633100" y="72682"/>
                  </a:lnTo>
                  <a:lnTo>
                    <a:pt x="703444" y="80190"/>
                  </a:lnTo>
                  <a:lnTo>
                    <a:pt x="773789" y="87590"/>
                  </a:lnTo>
                  <a:lnTo>
                    <a:pt x="844133" y="94884"/>
                  </a:lnTo>
                  <a:lnTo>
                    <a:pt x="914478" y="102073"/>
                  </a:lnTo>
                  <a:lnTo>
                    <a:pt x="984822" y="109160"/>
                  </a:lnTo>
                  <a:lnTo>
                    <a:pt x="1055167" y="116144"/>
                  </a:lnTo>
                  <a:lnTo>
                    <a:pt x="1125511" y="123029"/>
                  </a:lnTo>
                  <a:lnTo>
                    <a:pt x="1195856" y="129815"/>
                  </a:lnTo>
                  <a:lnTo>
                    <a:pt x="1266200" y="136503"/>
                  </a:lnTo>
                  <a:lnTo>
                    <a:pt x="1336545" y="143096"/>
                  </a:lnTo>
                  <a:lnTo>
                    <a:pt x="1406889" y="149594"/>
                  </a:lnTo>
                  <a:lnTo>
                    <a:pt x="1477234" y="155999"/>
                  </a:lnTo>
                  <a:lnTo>
                    <a:pt x="1547578" y="162312"/>
                  </a:lnTo>
                  <a:lnTo>
                    <a:pt x="1617923" y="168534"/>
                  </a:lnTo>
                  <a:lnTo>
                    <a:pt x="1688267" y="174667"/>
                  </a:lnTo>
                  <a:lnTo>
                    <a:pt x="1758612" y="180712"/>
                  </a:lnTo>
                  <a:lnTo>
                    <a:pt x="1828956" y="186671"/>
                  </a:lnTo>
                  <a:lnTo>
                    <a:pt x="1899301" y="192544"/>
                  </a:lnTo>
                  <a:lnTo>
                    <a:pt x="1969645" y="198333"/>
                  </a:lnTo>
                  <a:lnTo>
                    <a:pt x="2039990" y="204039"/>
                  </a:lnTo>
                  <a:lnTo>
                    <a:pt x="2110334" y="209663"/>
                  </a:lnTo>
                  <a:lnTo>
                    <a:pt x="2180679" y="215206"/>
                  </a:lnTo>
                  <a:lnTo>
                    <a:pt x="2251023" y="220670"/>
                  </a:lnTo>
                  <a:lnTo>
                    <a:pt x="2321368" y="226055"/>
                  </a:lnTo>
                  <a:lnTo>
                    <a:pt x="2391712" y="231364"/>
                  </a:lnTo>
                  <a:lnTo>
                    <a:pt x="2462057" y="236596"/>
                  </a:lnTo>
                  <a:lnTo>
                    <a:pt x="2532401" y="241753"/>
                  </a:lnTo>
                  <a:lnTo>
                    <a:pt x="2602746" y="246836"/>
                  </a:lnTo>
                  <a:lnTo>
                    <a:pt x="2673090" y="251846"/>
                  </a:lnTo>
                  <a:lnTo>
                    <a:pt x="2743435" y="256784"/>
                  </a:lnTo>
                  <a:lnTo>
                    <a:pt x="2813779" y="261652"/>
                  </a:lnTo>
                  <a:lnTo>
                    <a:pt x="2884124" y="266450"/>
                  </a:lnTo>
                  <a:lnTo>
                    <a:pt x="2954468" y="271179"/>
                  </a:lnTo>
                  <a:lnTo>
                    <a:pt x="3024813" y="275840"/>
                  </a:lnTo>
                  <a:lnTo>
                    <a:pt x="3095157" y="280434"/>
                  </a:lnTo>
                  <a:lnTo>
                    <a:pt x="3165502" y="284962"/>
                  </a:lnTo>
                  <a:lnTo>
                    <a:pt x="3235846" y="289426"/>
                  </a:lnTo>
                  <a:lnTo>
                    <a:pt x="3306191" y="293825"/>
                  </a:lnTo>
                  <a:lnTo>
                    <a:pt x="3376535" y="298161"/>
                  </a:lnTo>
                  <a:lnTo>
                    <a:pt x="3446880" y="302436"/>
                  </a:lnTo>
                  <a:lnTo>
                    <a:pt x="3517224" y="306648"/>
                  </a:lnTo>
                  <a:lnTo>
                    <a:pt x="3587569" y="310801"/>
                  </a:lnTo>
                  <a:lnTo>
                    <a:pt x="3657913" y="314894"/>
                  </a:lnTo>
                  <a:lnTo>
                    <a:pt x="3728257" y="318928"/>
                  </a:lnTo>
                  <a:lnTo>
                    <a:pt x="3798602" y="322904"/>
                  </a:lnTo>
                  <a:lnTo>
                    <a:pt x="3868946" y="326823"/>
                  </a:lnTo>
                  <a:lnTo>
                    <a:pt x="3939291" y="330686"/>
                  </a:lnTo>
                  <a:lnTo>
                    <a:pt x="4009635" y="334494"/>
                  </a:lnTo>
                  <a:lnTo>
                    <a:pt x="4079980" y="338247"/>
                  </a:lnTo>
                  <a:lnTo>
                    <a:pt x="4150324" y="341946"/>
                  </a:lnTo>
                  <a:lnTo>
                    <a:pt x="4220669" y="345593"/>
                  </a:lnTo>
                  <a:lnTo>
                    <a:pt x="4291013" y="349186"/>
                  </a:lnTo>
                  <a:lnTo>
                    <a:pt x="4361358" y="352729"/>
                  </a:lnTo>
                  <a:lnTo>
                    <a:pt x="4431702" y="356220"/>
                  </a:lnTo>
                  <a:lnTo>
                    <a:pt x="4502047" y="359662"/>
                  </a:lnTo>
                  <a:lnTo>
                    <a:pt x="4572391" y="363054"/>
                  </a:lnTo>
                  <a:lnTo>
                    <a:pt x="4642736" y="366397"/>
                  </a:lnTo>
                  <a:lnTo>
                    <a:pt x="4713080" y="369693"/>
                  </a:lnTo>
                  <a:lnTo>
                    <a:pt x="4783425" y="372941"/>
                  </a:lnTo>
                  <a:lnTo>
                    <a:pt x="4853769" y="376143"/>
                  </a:lnTo>
                  <a:lnTo>
                    <a:pt x="4924114" y="379299"/>
                  </a:lnTo>
                  <a:lnTo>
                    <a:pt x="4994458" y="382409"/>
                  </a:lnTo>
                  <a:lnTo>
                    <a:pt x="5064803" y="385475"/>
                  </a:lnTo>
                  <a:lnTo>
                    <a:pt x="5135147" y="388497"/>
                  </a:lnTo>
                  <a:lnTo>
                    <a:pt x="5205492" y="391475"/>
                  </a:lnTo>
                  <a:lnTo>
                    <a:pt x="5275836" y="394411"/>
                  </a:lnTo>
                  <a:lnTo>
                    <a:pt x="5346181" y="397305"/>
                  </a:lnTo>
                  <a:lnTo>
                    <a:pt x="5416525" y="400157"/>
                  </a:lnTo>
                  <a:lnTo>
                    <a:pt x="5486870" y="402968"/>
                  </a:lnTo>
                  <a:lnTo>
                    <a:pt x="5557214" y="405740"/>
                  </a:lnTo>
                  <a:lnTo>
                    <a:pt x="5627559" y="408471"/>
                  </a:lnTo>
                  <a:lnTo>
                    <a:pt x="5697903" y="411163"/>
                  </a:lnTo>
                  <a:lnTo>
                    <a:pt x="5768248" y="413816"/>
                  </a:lnTo>
                  <a:lnTo>
                    <a:pt x="5838592" y="416432"/>
                  </a:lnTo>
                  <a:lnTo>
                    <a:pt x="5908937" y="419010"/>
                  </a:lnTo>
                  <a:lnTo>
                    <a:pt x="5979281" y="421551"/>
                  </a:lnTo>
                  <a:lnTo>
                    <a:pt x="6049626" y="424055"/>
                  </a:lnTo>
                  <a:lnTo>
                    <a:pt x="6119970" y="426524"/>
                  </a:lnTo>
                  <a:lnTo>
                    <a:pt x="6190315" y="428957"/>
                  </a:lnTo>
                  <a:lnTo>
                    <a:pt x="6260659" y="431355"/>
                  </a:lnTo>
                  <a:lnTo>
                    <a:pt x="6331004" y="433719"/>
                  </a:lnTo>
                  <a:lnTo>
                    <a:pt x="6401348" y="436049"/>
                  </a:lnTo>
                  <a:lnTo>
                    <a:pt x="6471693" y="438346"/>
                  </a:lnTo>
                  <a:lnTo>
                    <a:pt x="6542037" y="440609"/>
                  </a:lnTo>
                  <a:lnTo>
                    <a:pt x="6612382" y="442841"/>
                  </a:lnTo>
                  <a:lnTo>
                    <a:pt x="6682726" y="445040"/>
                  </a:lnTo>
                  <a:lnTo>
                    <a:pt x="6753071" y="447207"/>
                  </a:lnTo>
                  <a:lnTo>
                    <a:pt x="6823415" y="449344"/>
                  </a:lnTo>
                  <a:lnTo>
                    <a:pt x="6893760" y="451450"/>
                  </a:lnTo>
                  <a:lnTo>
                    <a:pt x="6964104" y="4535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450678"/>
              <a:ext cx="6964104" cy="1072174"/>
            </a:xfrm>
            <a:custGeom>
              <a:avLst/>
              <a:pathLst>
                <a:path w="6964104" h="1072174">
                  <a:moveTo>
                    <a:pt x="0" y="0"/>
                  </a:moveTo>
                  <a:lnTo>
                    <a:pt x="70344" y="31662"/>
                  </a:lnTo>
                  <a:lnTo>
                    <a:pt x="140688" y="62447"/>
                  </a:lnTo>
                  <a:lnTo>
                    <a:pt x="211033" y="92379"/>
                  </a:lnTo>
                  <a:lnTo>
                    <a:pt x="281377" y="121483"/>
                  </a:lnTo>
                  <a:lnTo>
                    <a:pt x="351722" y="149780"/>
                  </a:lnTo>
                  <a:lnTo>
                    <a:pt x="422066" y="177293"/>
                  </a:lnTo>
                  <a:lnTo>
                    <a:pt x="492411" y="204044"/>
                  </a:lnTo>
                  <a:lnTo>
                    <a:pt x="562755" y="230054"/>
                  </a:lnTo>
                  <a:lnTo>
                    <a:pt x="633100" y="255344"/>
                  </a:lnTo>
                  <a:lnTo>
                    <a:pt x="703444" y="279933"/>
                  </a:lnTo>
                  <a:lnTo>
                    <a:pt x="773789" y="303841"/>
                  </a:lnTo>
                  <a:lnTo>
                    <a:pt x="844133" y="327086"/>
                  </a:lnTo>
                  <a:lnTo>
                    <a:pt x="914478" y="349688"/>
                  </a:lnTo>
                  <a:lnTo>
                    <a:pt x="984822" y="371663"/>
                  </a:lnTo>
                  <a:lnTo>
                    <a:pt x="1055167" y="393030"/>
                  </a:lnTo>
                  <a:lnTo>
                    <a:pt x="1125511" y="413805"/>
                  </a:lnTo>
                  <a:lnTo>
                    <a:pt x="1195856" y="434005"/>
                  </a:lnTo>
                  <a:lnTo>
                    <a:pt x="1266200" y="453645"/>
                  </a:lnTo>
                  <a:lnTo>
                    <a:pt x="1336545" y="472741"/>
                  </a:lnTo>
                  <a:lnTo>
                    <a:pt x="1406889" y="491308"/>
                  </a:lnTo>
                  <a:lnTo>
                    <a:pt x="1477234" y="509360"/>
                  </a:lnTo>
                  <a:lnTo>
                    <a:pt x="1547578" y="526913"/>
                  </a:lnTo>
                  <a:lnTo>
                    <a:pt x="1617923" y="543979"/>
                  </a:lnTo>
                  <a:lnTo>
                    <a:pt x="1688267" y="560573"/>
                  </a:lnTo>
                  <a:lnTo>
                    <a:pt x="1758612" y="576707"/>
                  </a:lnTo>
                  <a:lnTo>
                    <a:pt x="1828956" y="592394"/>
                  </a:lnTo>
                  <a:lnTo>
                    <a:pt x="1899301" y="607646"/>
                  </a:lnTo>
                  <a:lnTo>
                    <a:pt x="1969645" y="622476"/>
                  </a:lnTo>
                  <a:lnTo>
                    <a:pt x="2039990" y="636895"/>
                  </a:lnTo>
                  <a:lnTo>
                    <a:pt x="2110334" y="650915"/>
                  </a:lnTo>
                  <a:lnTo>
                    <a:pt x="2180679" y="664546"/>
                  </a:lnTo>
                  <a:lnTo>
                    <a:pt x="2251023" y="677800"/>
                  </a:lnTo>
                  <a:lnTo>
                    <a:pt x="2321368" y="690687"/>
                  </a:lnTo>
                  <a:lnTo>
                    <a:pt x="2391712" y="703216"/>
                  </a:lnTo>
                  <a:lnTo>
                    <a:pt x="2462057" y="715399"/>
                  </a:lnTo>
                  <a:lnTo>
                    <a:pt x="2532401" y="727244"/>
                  </a:lnTo>
                  <a:lnTo>
                    <a:pt x="2602746" y="738761"/>
                  </a:lnTo>
                  <a:lnTo>
                    <a:pt x="2673090" y="749959"/>
                  </a:lnTo>
                  <a:lnTo>
                    <a:pt x="2743435" y="760847"/>
                  </a:lnTo>
                  <a:lnTo>
                    <a:pt x="2813779" y="771433"/>
                  </a:lnTo>
                  <a:lnTo>
                    <a:pt x="2884124" y="781726"/>
                  </a:lnTo>
                  <a:lnTo>
                    <a:pt x="2954468" y="791734"/>
                  </a:lnTo>
                  <a:lnTo>
                    <a:pt x="3024813" y="801464"/>
                  </a:lnTo>
                  <a:lnTo>
                    <a:pt x="3095157" y="810925"/>
                  </a:lnTo>
                  <a:lnTo>
                    <a:pt x="3165502" y="820124"/>
                  </a:lnTo>
                  <a:lnTo>
                    <a:pt x="3235846" y="829069"/>
                  </a:lnTo>
                  <a:lnTo>
                    <a:pt x="3306191" y="837765"/>
                  </a:lnTo>
                  <a:lnTo>
                    <a:pt x="3376535" y="843747"/>
                  </a:lnTo>
                  <a:lnTo>
                    <a:pt x="3446880" y="843986"/>
                  </a:lnTo>
                  <a:lnTo>
                    <a:pt x="3517224" y="844225"/>
                  </a:lnTo>
                  <a:lnTo>
                    <a:pt x="3587569" y="844464"/>
                  </a:lnTo>
                  <a:lnTo>
                    <a:pt x="3657913" y="844702"/>
                  </a:lnTo>
                  <a:lnTo>
                    <a:pt x="3728257" y="844941"/>
                  </a:lnTo>
                  <a:lnTo>
                    <a:pt x="3798602" y="845179"/>
                  </a:lnTo>
                  <a:lnTo>
                    <a:pt x="3868946" y="845417"/>
                  </a:lnTo>
                  <a:lnTo>
                    <a:pt x="3939291" y="845654"/>
                  </a:lnTo>
                  <a:lnTo>
                    <a:pt x="4009635" y="845892"/>
                  </a:lnTo>
                  <a:lnTo>
                    <a:pt x="4079980" y="846129"/>
                  </a:lnTo>
                  <a:lnTo>
                    <a:pt x="4150324" y="846367"/>
                  </a:lnTo>
                  <a:lnTo>
                    <a:pt x="4220669" y="846603"/>
                  </a:lnTo>
                  <a:lnTo>
                    <a:pt x="4291013" y="846840"/>
                  </a:lnTo>
                  <a:lnTo>
                    <a:pt x="4361358" y="847077"/>
                  </a:lnTo>
                  <a:lnTo>
                    <a:pt x="4431702" y="847313"/>
                  </a:lnTo>
                  <a:lnTo>
                    <a:pt x="4502047" y="847550"/>
                  </a:lnTo>
                  <a:lnTo>
                    <a:pt x="4572391" y="847786"/>
                  </a:lnTo>
                  <a:lnTo>
                    <a:pt x="4642736" y="848021"/>
                  </a:lnTo>
                  <a:lnTo>
                    <a:pt x="4713080" y="848257"/>
                  </a:lnTo>
                  <a:lnTo>
                    <a:pt x="4783425" y="848493"/>
                  </a:lnTo>
                  <a:lnTo>
                    <a:pt x="4853769" y="848728"/>
                  </a:lnTo>
                  <a:lnTo>
                    <a:pt x="4924114" y="848963"/>
                  </a:lnTo>
                  <a:lnTo>
                    <a:pt x="4994458" y="849198"/>
                  </a:lnTo>
                  <a:lnTo>
                    <a:pt x="5064803" y="849433"/>
                  </a:lnTo>
                  <a:lnTo>
                    <a:pt x="5135147" y="849667"/>
                  </a:lnTo>
                  <a:lnTo>
                    <a:pt x="5205492" y="849901"/>
                  </a:lnTo>
                  <a:lnTo>
                    <a:pt x="5275836" y="850136"/>
                  </a:lnTo>
                  <a:lnTo>
                    <a:pt x="5346181" y="850370"/>
                  </a:lnTo>
                  <a:lnTo>
                    <a:pt x="5416525" y="850603"/>
                  </a:lnTo>
                  <a:lnTo>
                    <a:pt x="5486870" y="850837"/>
                  </a:lnTo>
                  <a:lnTo>
                    <a:pt x="5557214" y="851070"/>
                  </a:lnTo>
                  <a:lnTo>
                    <a:pt x="5627559" y="851304"/>
                  </a:lnTo>
                  <a:lnTo>
                    <a:pt x="5697903" y="851537"/>
                  </a:lnTo>
                  <a:lnTo>
                    <a:pt x="5768248" y="851770"/>
                  </a:lnTo>
                  <a:lnTo>
                    <a:pt x="5838592" y="852002"/>
                  </a:lnTo>
                  <a:lnTo>
                    <a:pt x="5908937" y="852235"/>
                  </a:lnTo>
                  <a:lnTo>
                    <a:pt x="5979281" y="852467"/>
                  </a:lnTo>
                  <a:lnTo>
                    <a:pt x="6049626" y="852699"/>
                  </a:lnTo>
                  <a:lnTo>
                    <a:pt x="6119970" y="852931"/>
                  </a:lnTo>
                  <a:lnTo>
                    <a:pt x="6190315" y="853163"/>
                  </a:lnTo>
                  <a:lnTo>
                    <a:pt x="6260659" y="853394"/>
                  </a:lnTo>
                  <a:lnTo>
                    <a:pt x="6331004" y="853626"/>
                  </a:lnTo>
                  <a:lnTo>
                    <a:pt x="6401348" y="853857"/>
                  </a:lnTo>
                  <a:lnTo>
                    <a:pt x="6471693" y="854088"/>
                  </a:lnTo>
                  <a:lnTo>
                    <a:pt x="6542037" y="854319"/>
                  </a:lnTo>
                  <a:lnTo>
                    <a:pt x="6612382" y="854549"/>
                  </a:lnTo>
                  <a:lnTo>
                    <a:pt x="6682726" y="854780"/>
                  </a:lnTo>
                  <a:lnTo>
                    <a:pt x="6753071" y="855010"/>
                  </a:lnTo>
                  <a:lnTo>
                    <a:pt x="6823415" y="855240"/>
                  </a:lnTo>
                  <a:lnTo>
                    <a:pt x="6893760" y="855470"/>
                  </a:lnTo>
                  <a:lnTo>
                    <a:pt x="6964104" y="855700"/>
                  </a:lnTo>
                  <a:lnTo>
                    <a:pt x="6964104" y="1072174"/>
                  </a:lnTo>
                  <a:lnTo>
                    <a:pt x="6893760" y="1070156"/>
                  </a:lnTo>
                  <a:lnTo>
                    <a:pt x="6823415" y="1068081"/>
                  </a:lnTo>
                  <a:lnTo>
                    <a:pt x="6753071" y="1065946"/>
                  </a:lnTo>
                  <a:lnTo>
                    <a:pt x="6682726" y="1063750"/>
                  </a:lnTo>
                  <a:lnTo>
                    <a:pt x="6612382" y="1061492"/>
                  </a:lnTo>
                  <a:lnTo>
                    <a:pt x="6542037" y="1059170"/>
                  </a:lnTo>
                  <a:lnTo>
                    <a:pt x="6471693" y="1056781"/>
                  </a:lnTo>
                  <a:lnTo>
                    <a:pt x="6401348" y="1054325"/>
                  </a:lnTo>
                  <a:lnTo>
                    <a:pt x="6331004" y="1051798"/>
                  </a:lnTo>
                  <a:lnTo>
                    <a:pt x="6260659" y="1049200"/>
                  </a:lnTo>
                  <a:lnTo>
                    <a:pt x="6190315" y="1046527"/>
                  </a:lnTo>
                  <a:lnTo>
                    <a:pt x="6119970" y="1043778"/>
                  </a:lnTo>
                  <a:lnTo>
                    <a:pt x="6049626" y="1040951"/>
                  </a:lnTo>
                  <a:lnTo>
                    <a:pt x="5979281" y="1038044"/>
                  </a:lnTo>
                  <a:lnTo>
                    <a:pt x="5908937" y="1035053"/>
                  </a:lnTo>
                  <a:lnTo>
                    <a:pt x="5838592" y="1031977"/>
                  </a:lnTo>
                  <a:lnTo>
                    <a:pt x="5768248" y="1028814"/>
                  </a:lnTo>
                  <a:lnTo>
                    <a:pt x="5697903" y="1025561"/>
                  </a:lnTo>
                  <a:lnTo>
                    <a:pt x="5627559" y="1022215"/>
                  </a:lnTo>
                  <a:lnTo>
                    <a:pt x="5557214" y="1018773"/>
                  </a:lnTo>
                  <a:lnTo>
                    <a:pt x="5486870" y="1015234"/>
                  </a:lnTo>
                  <a:lnTo>
                    <a:pt x="5416525" y="1011594"/>
                  </a:lnTo>
                  <a:lnTo>
                    <a:pt x="5346181" y="1007850"/>
                  </a:lnTo>
                  <a:lnTo>
                    <a:pt x="5275836" y="1003999"/>
                  </a:lnTo>
                  <a:lnTo>
                    <a:pt x="5205492" y="1000038"/>
                  </a:lnTo>
                  <a:lnTo>
                    <a:pt x="5135147" y="995965"/>
                  </a:lnTo>
                  <a:lnTo>
                    <a:pt x="5064803" y="991776"/>
                  </a:lnTo>
                  <a:lnTo>
                    <a:pt x="4994458" y="987467"/>
                  </a:lnTo>
                  <a:lnTo>
                    <a:pt x="4924114" y="983036"/>
                  </a:lnTo>
                  <a:lnTo>
                    <a:pt x="4853769" y="978478"/>
                  </a:lnTo>
                  <a:lnTo>
                    <a:pt x="4783425" y="973791"/>
                  </a:lnTo>
                  <a:lnTo>
                    <a:pt x="4713080" y="968970"/>
                  </a:lnTo>
                  <a:lnTo>
                    <a:pt x="4642736" y="964012"/>
                  </a:lnTo>
                  <a:lnTo>
                    <a:pt x="4572391" y="958912"/>
                  </a:lnTo>
                  <a:lnTo>
                    <a:pt x="4502047" y="953667"/>
                  </a:lnTo>
                  <a:lnTo>
                    <a:pt x="4431702" y="948273"/>
                  </a:lnTo>
                  <a:lnTo>
                    <a:pt x="4361358" y="942725"/>
                  </a:lnTo>
                  <a:lnTo>
                    <a:pt x="4291013" y="937019"/>
                  </a:lnTo>
                  <a:lnTo>
                    <a:pt x="4220669" y="931150"/>
                  </a:lnTo>
                  <a:lnTo>
                    <a:pt x="4150324" y="925114"/>
                  </a:lnTo>
                  <a:lnTo>
                    <a:pt x="4079980" y="918906"/>
                  </a:lnTo>
                  <a:lnTo>
                    <a:pt x="4009635" y="912522"/>
                  </a:lnTo>
                  <a:lnTo>
                    <a:pt x="3939291" y="905955"/>
                  </a:lnTo>
                  <a:lnTo>
                    <a:pt x="3868946" y="899202"/>
                  </a:lnTo>
                  <a:lnTo>
                    <a:pt x="3798602" y="892256"/>
                  </a:lnTo>
                  <a:lnTo>
                    <a:pt x="3728257" y="885112"/>
                  </a:lnTo>
                  <a:lnTo>
                    <a:pt x="3657913" y="877764"/>
                  </a:lnTo>
                  <a:lnTo>
                    <a:pt x="3587569" y="870207"/>
                  </a:lnTo>
                  <a:lnTo>
                    <a:pt x="3517224" y="862435"/>
                  </a:lnTo>
                  <a:lnTo>
                    <a:pt x="3446880" y="854442"/>
                  </a:lnTo>
                  <a:lnTo>
                    <a:pt x="3376535" y="846220"/>
                  </a:lnTo>
                  <a:lnTo>
                    <a:pt x="3306191" y="843508"/>
                  </a:lnTo>
                  <a:lnTo>
                    <a:pt x="3235846" y="843268"/>
                  </a:lnTo>
                  <a:lnTo>
                    <a:pt x="3165502" y="843029"/>
                  </a:lnTo>
                  <a:lnTo>
                    <a:pt x="3095157" y="842789"/>
                  </a:lnTo>
                  <a:lnTo>
                    <a:pt x="3024813" y="842549"/>
                  </a:lnTo>
                  <a:lnTo>
                    <a:pt x="2954468" y="842309"/>
                  </a:lnTo>
                  <a:lnTo>
                    <a:pt x="2884124" y="842068"/>
                  </a:lnTo>
                  <a:lnTo>
                    <a:pt x="2813779" y="841828"/>
                  </a:lnTo>
                  <a:lnTo>
                    <a:pt x="2743435" y="841587"/>
                  </a:lnTo>
                  <a:lnTo>
                    <a:pt x="2673090" y="841346"/>
                  </a:lnTo>
                  <a:lnTo>
                    <a:pt x="2602746" y="841105"/>
                  </a:lnTo>
                  <a:lnTo>
                    <a:pt x="2532401" y="840863"/>
                  </a:lnTo>
                  <a:lnTo>
                    <a:pt x="2462057" y="840622"/>
                  </a:lnTo>
                  <a:lnTo>
                    <a:pt x="2391712" y="840380"/>
                  </a:lnTo>
                  <a:lnTo>
                    <a:pt x="2321368" y="840138"/>
                  </a:lnTo>
                  <a:lnTo>
                    <a:pt x="2251023" y="839896"/>
                  </a:lnTo>
                  <a:lnTo>
                    <a:pt x="2180679" y="839653"/>
                  </a:lnTo>
                  <a:lnTo>
                    <a:pt x="2110334" y="839411"/>
                  </a:lnTo>
                  <a:lnTo>
                    <a:pt x="2039990" y="839168"/>
                  </a:lnTo>
                  <a:lnTo>
                    <a:pt x="1969645" y="838925"/>
                  </a:lnTo>
                  <a:lnTo>
                    <a:pt x="1899301" y="838682"/>
                  </a:lnTo>
                  <a:lnTo>
                    <a:pt x="1828956" y="838439"/>
                  </a:lnTo>
                  <a:lnTo>
                    <a:pt x="1758612" y="838195"/>
                  </a:lnTo>
                  <a:lnTo>
                    <a:pt x="1688267" y="837951"/>
                  </a:lnTo>
                  <a:lnTo>
                    <a:pt x="1617923" y="837708"/>
                  </a:lnTo>
                  <a:lnTo>
                    <a:pt x="1547578" y="837463"/>
                  </a:lnTo>
                  <a:lnTo>
                    <a:pt x="1477234" y="837219"/>
                  </a:lnTo>
                  <a:lnTo>
                    <a:pt x="1406889" y="836975"/>
                  </a:lnTo>
                  <a:lnTo>
                    <a:pt x="1336545" y="836730"/>
                  </a:lnTo>
                  <a:lnTo>
                    <a:pt x="1266200" y="836485"/>
                  </a:lnTo>
                  <a:lnTo>
                    <a:pt x="1195856" y="836240"/>
                  </a:lnTo>
                  <a:lnTo>
                    <a:pt x="1125511" y="835995"/>
                  </a:lnTo>
                  <a:lnTo>
                    <a:pt x="1055167" y="835749"/>
                  </a:lnTo>
                  <a:lnTo>
                    <a:pt x="984822" y="835504"/>
                  </a:lnTo>
                  <a:lnTo>
                    <a:pt x="914478" y="835258"/>
                  </a:lnTo>
                  <a:lnTo>
                    <a:pt x="844133" y="835012"/>
                  </a:lnTo>
                  <a:lnTo>
                    <a:pt x="773789" y="834765"/>
                  </a:lnTo>
                  <a:lnTo>
                    <a:pt x="703444" y="834519"/>
                  </a:lnTo>
                  <a:lnTo>
                    <a:pt x="633100" y="834272"/>
                  </a:lnTo>
                  <a:lnTo>
                    <a:pt x="562755" y="834026"/>
                  </a:lnTo>
                  <a:lnTo>
                    <a:pt x="492411" y="833778"/>
                  </a:lnTo>
                  <a:lnTo>
                    <a:pt x="422066" y="833531"/>
                  </a:lnTo>
                  <a:lnTo>
                    <a:pt x="351722" y="833284"/>
                  </a:lnTo>
                  <a:lnTo>
                    <a:pt x="281377" y="833036"/>
                  </a:lnTo>
                  <a:lnTo>
                    <a:pt x="211033" y="832788"/>
                  </a:lnTo>
                  <a:lnTo>
                    <a:pt x="140688" y="832540"/>
                  </a:lnTo>
                  <a:lnTo>
                    <a:pt x="70344" y="832292"/>
                  </a:lnTo>
                  <a:lnTo>
                    <a:pt x="0" y="832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235312" y="4450678"/>
              <a:ext cx="6964104" cy="855700"/>
            </a:xfrm>
            <a:custGeom>
              <a:avLst/>
              <a:pathLst>
                <a:path w="6964104" h="855700">
                  <a:moveTo>
                    <a:pt x="0" y="0"/>
                  </a:moveTo>
                  <a:lnTo>
                    <a:pt x="70344" y="31662"/>
                  </a:lnTo>
                  <a:lnTo>
                    <a:pt x="140688" y="62447"/>
                  </a:lnTo>
                  <a:lnTo>
                    <a:pt x="211033" y="92379"/>
                  </a:lnTo>
                  <a:lnTo>
                    <a:pt x="281377" y="121483"/>
                  </a:lnTo>
                  <a:lnTo>
                    <a:pt x="351722" y="149780"/>
                  </a:lnTo>
                  <a:lnTo>
                    <a:pt x="422066" y="177293"/>
                  </a:lnTo>
                  <a:lnTo>
                    <a:pt x="492411" y="204044"/>
                  </a:lnTo>
                  <a:lnTo>
                    <a:pt x="562755" y="230054"/>
                  </a:lnTo>
                  <a:lnTo>
                    <a:pt x="633100" y="255344"/>
                  </a:lnTo>
                  <a:lnTo>
                    <a:pt x="703444" y="279933"/>
                  </a:lnTo>
                  <a:lnTo>
                    <a:pt x="773789" y="303841"/>
                  </a:lnTo>
                  <a:lnTo>
                    <a:pt x="844133" y="327086"/>
                  </a:lnTo>
                  <a:lnTo>
                    <a:pt x="914478" y="349688"/>
                  </a:lnTo>
                  <a:lnTo>
                    <a:pt x="984822" y="371663"/>
                  </a:lnTo>
                  <a:lnTo>
                    <a:pt x="1055167" y="393030"/>
                  </a:lnTo>
                  <a:lnTo>
                    <a:pt x="1125511" y="413805"/>
                  </a:lnTo>
                  <a:lnTo>
                    <a:pt x="1195856" y="434005"/>
                  </a:lnTo>
                  <a:lnTo>
                    <a:pt x="1266200" y="453645"/>
                  </a:lnTo>
                  <a:lnTo>
                    <a:pt x="1336545" y="472741"/>
                  </a:lnTo>
                  <a:lnTo>
                    <a:pt x="1406889" y="491308"/>
                  </a:lnTo>
                  <a:lnTo>
                    <a:pt x="1477234" y="509360"/>
                  </a:lnTo>
                  <a:lnTo>
                    <a:pt x="1547578" y="526913"/>
                  </a:lnTo>
                  <a:lnTo>
                    <a:pt x="1617923" y="543979"/>
                  </a:lnTo>
                  <a:lnTo>
                    <a:pt x="1688267" y="560573"/>
                  </a:lnTo>
                  <a:lnTo>
                    <a:pt x="1758612" y="576707"/>
                  </a:lnTo>
                  <a:lnTo>
                    <a:pt x="1828956" y="592394"/>
                  </a:lnTo>
                  <a:lnTo>
                    <a:pt x="1899301" y="607646"/>
                  </a:lnTo>
                  <a:lnTo>
                    <a:pt x="1969645" y="622476"/>
                  </a:lnTo>
                  <a:lnTo>
                    <a:pt x="2039990" y="636895"/>
                  </a:lnTo>
                  <a:lnTo>
                    <a:pt x="2110334" y="650915"/>
                  </a:lnTo>
                  <a:lnTo>
                    <a:pt x="2180679" y="664546"/>
                  </a:lnTo>
                  <a:lnTo>
                    <a:pt x="2251023" y="677800"/>
                  </a:lnTo>
                  <a:lnTo>
                    <a:pt x="2321368" y="690687"/>
                  </a:lnTo>
                  <a:lnTo>
                    <a:pt x="2391712" y="703216"/>
                  </a:lnTo>
                  <a:lnTo>
                    <a:pt x="2462057" y="715399"/>
                  </a:lnTo>
                  <a:lnTo>
                    <a:pt x="2532401" y="727244"/>
                  </a:lnTo>
                  <a:lnTo>
                    <a:pt x="2602746" y="738761"/>
                  </a:lnTo>
                  <a:lnTo>
                    <a:pt x="2673090" y="749959"/>
                  </a:lnTo>
                  <a:lnTo>
                    <a:pt x="2743435" y="760847"/>
                  </a:lnTo>
                  <a:lnTo>
                    <a:pt x="2813779" y="771433"/>
                  </a:lnTo>
                  <a:lnTo>
                    <a:pt x="2884124" y="781726"/>
                  </a:lnTo>
                  <a:lnTo>
                    <a:pt x="2954468" y="791734"/>
                  </a:lnTo>
                  <a:lnTo>
                    <a:pt x="3024813" y="801464"/>
                  </a:lnTo>
                  <a:lnTo>
                    <a:pt x="3095157" y="810925"/>
                  </a:lnTo>
                  <a:lnTo>
                    <a:pt x="3165502" y="820124"/>
                  </a:lnTo>
                  <a:lnTo>
                    <a:pt x="3235846" y="829069"/>
                  </a:lnTo>
                  <a:lnTo>
                    <a:pt x="3306191" y="837765"/>
                  </a:lnTo>
                  <a:lnTo>
                    <a:pt x="3376535" y="843747"/>
                  </a:lnTo>
                  <a:lnTo>
                    <a:pt x="3446880" y="843986"/>
                  </a:lnTo>
                  <a:lnTo>
                    <a:pt x="3517224" y="844225"/>
                  </a:lnTo>
                  <a:lnTo>
                    <a:pt x="3587569" y="844464"/>
                  </a:lnTo>
                  <a:lnTo>
                    <a:pt x="3657913" y="844702"/>
                  </a:lnTo>
                  <a:lnTo>
                    <a:pt x="3728257" y="844941"/>
                  </a:lnTo>
                  <a:lnTo>
                    <a:pt x="3798602" y="845179"/>
                  </a:lnTo>
                  <a:lnTo>
                    <a:pt x="3868946" y="845417"/>
                  </a:lnTo>
                  <a:lnTo>
                    <a:pt x="3939291" y="845654"/>
                  </a:lnTo>
                  <a:lnTo>
                    <a:pt x="4009635" y="845892"/>
                  </a:lnTo>
                  <a:lnTo>
                    <a:pt x="4079980" y="846129"/>
                  </a:lnTo>
                  <a:lnTo>
                    <a:pt x="4150324" y="846367"/>
                  </a:lnTo>
                  <a:lnTo>
                    <a:pt x="4220669" y="846603"/>
                  </a:lnTo>
                  <a:lnTo>
                    <a:pt x="4291013" y="846840"/>
                  </a:lnTo>
                  <a:lnTo>
                    <a:pt x="4361358" y="847077"/>
                  </a:lnTo>
                  <a:lnTo>
                    <a:pt x="4431702" y="847313"/>
                  </a:lnTo>
                  <a:lnTo>
                    <a:pt x="4502047" y="847550"/>
                  </a:lnTo>
                  <a:lnTo>
                    <a:pt x="4572391" y="847786"/>
                  </a:lnTo>
                  <a:lnTo>
                    <a:pt x="4642736" y="848021"/>
                  </a:lnTo>
                  <a:lnTo>
                    <a:pt x="4713080" y="848257"/>
                  </a:lnTo>
                  <a:lnTo>
                    <a:pt x="4783425" y="848493"/>
                  </a:lnTo>
                  <a:lnTo>
                    <a:pt x="4853769" y="848728"/>
                  </a:lnTo>
                  <a:lnTo>
                    <a:pt x="4924114" y="848963"/>
                  </a:lnTo>
                  <a:lnTo>
                    <a:pt x="4994458" y="849198"/>
                  </a:lnTo>
                  <a:lnTo>
                    <a:pt x="5064803" y="849433"/>
                  </a:lnTo>
                  <a:lnTo>
                    <a:pt x="5135147" y="849667"/>
                  </a:lnTo>
                  <a:lnTo>
                    <a:pt x="5205492" y="849901"/>
                  </a:lnTo>
                  <a:lnTo>
                    <a:pt x="5275836" y="850136"/>
                  </a:lnTo>
                  <a:lnTo>
                    <a:pt x="5346181" y="850370"/>
                  </a:lnTo>
                  <a:lnTo>
                    <a:pt x="5416525" y="850603"/>
                  </a:lnTo>
                  <a:lnTo>
                    <a:pt x="5486870" y="850837"/>
                  </a:lnTo>
                  <a:lnTo>
                    <a:pt x="5557214" y="851070"/>
                  </a:lnTo>
                  <a:lnTo>
                    <a:pt x="5627559" y="851304"/>
                  </a:lnTo>
                  <a:lnTo>
                    <a:pt x="5697903" y="851537"/>
                  </a:lnTo>
                  <a:lnTo>
                    <a:pt x="5768248" y="851770"/>
                  </a:lnTo>
                  <a:lnTo>
                    <a:pt x="5838592" y="852002"/>
                  </a:lnTo>
                  <a:lnTo>
                    <a:pt x="5908937" y="852235"/>
                  </a:lnTo>
                  <a:lnTo>
                    <a:pt x="5979281" y="852467"/>
                  </a:lnTo>
                  <a:lnTo>
                    <a:pt x="6049626" y="852699"/>
                  </a:lnTo>
                  <a:lnTo>
                    <a:pt x="6119970" y="852931"/>
                  </a:lnTo>
                  <a:lnTo>
                    <a:pt x="6190315" y="853163"/>
                  </a:lnTo>
                  <a:lnTo>
                    <a:pt x="6260659" y="853394"/>
                  </a:lnTo>
                  <a:lnTo>
                    <a:pt x="6331004" y="853626"/>
                  </a:lnTo>
                  <a:lnTo>
                    <a:pt x="6401348" y="853857"/>
                  </a:lnTo>
                  <a:lnTo>
                    <a:pt x="6471693" y="854088"/>
                  </a:lnTo>
                  <a:lnTo>
                    <a:pt x="6542037" y="854319"/>
                  </a:lnTo>
                  <a:lnTo>
                    <a:pt x="6612382" y="854549"/>
                  </a:lnTo>
                  <a:lnTo>
                    <a:pt x="6682726" y="854780"/>
                  </a:lnTo>
                  <a:lnTo>
                    <a:pt x="6753071" y="855010"/>
                  </a:lnTo>
                  <a:lnTo>
                    <a:pt x="6823415" y="855240"/>
                  </a:lnTo>
                  <a:lnTo>
                    <a:pt x="6893760" y="855470"/>
                  </a:lnTo>
                  <a:lnTo>
                    <a:pt x="6964104" y="8557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282722"/>
              <a:ext cx="6964104" cy="240130"/>
            </a:xfrm>
            <a:custGeom>
              <a:avLst/>
              <a:pathLst>
                <a:path w="6964104" h="240130">
                  <a:moveTo>
                    <a:pt x="6964104" y="240130"/>
                  </a:moveTo>
                  <a:lnTo>
                    <a:pt x="6893760" y="238112"/>
                  </a:lnTo>
                  <a:lnTo>
                    <a:pt x="6823415" y="236036"/>
                  </a:lnTo>
                  <a:lnTo>
                    <a:pt x="6753071" y="233902"/>
                  </a:lnTo>
                  <a:lnTo>
                    <a:pt x="6682726" y="231706"/>
                  </a:lnTo>
                  <a:lnTo>
                    <a:pt x="6612382" y="229448"/>
                  </a:lnTo>
                  <a:lnTo>
                    <a:pt x="6542037" y="227126"/>
                  </a:lnTo>
                  <a:lnTo>
                    <a:pt x="6471693" y="224737"/>
                  </a:lnTo>
                  <a:lnTo>
                    <a:pt x="6401348" y="222281"/>
                  </a:lnTo>
                  <a:lnTo>
                    <a:pt x="6331004" y="219754"/>
                  </a:lnTo>
                  <a:lnTo>
                    <a:pt x="6260659" y="217155"/>
                  </a:lnTo>
                  <a:lnTo>
                    <a:pt x="6190315" y="214483"/>
                  </a:lnTo>
                  <a:lnTo>
                    <a:pt x="6119970" y="211734"/>
                  </a:lnTo>
                  <a:lnTo>
                    <a:pt x="6049626" y="208907"/>
                  </a:lnTo>
                  <a:lnTo>
                    <a:pt x="5979281" y="205999"/>
                  </a:lnTo>
                  <a:lnTo>
                    <a:pt x="5908937" y="203009"/>
                  </a:lnTo>
                  <a:lnTo>
                    <a:pt x="5838592" y="199933"/>
                  </a:lnTo>
                  <a:lnTo>
                    <a:pt x="5768248" y="196770"/>
                  </a:lnTo>
                  <a:lnTo>
                    <a:pt x="5697903" y="193517"/>
                  </a:lnTo>
                  <a:lnTo>
                    <a:pt x="5627559" y="190171"/>
                  </a:lnTo>
                  <a:lnTo>
                    <a:pt x="5557214" y="186729"/>
                  </a:lnTo>
                  <a:lnTo>
                    <a:pt x="5486870" y="183190"/>
                  </a:lnTo>
                  <a:lnTo>
                    <a:pt x="5416525" y="179549"/>
                  </a:lnTo>
                  <a:lnTo>
                    <a:pt x="5346181" y="175805"/>
                  </a:lnTo>
                  <a:lnTo>
                    <a:pt x="5275836" y="171955"/>
                  </a:lnTo>
                  <a:lnTo>
                    <a:pt x="5205492" y="167994"/>
                  </a:lnTo>
                  <a:lnTo>
                    <a:pt x="5135147" y="163921"/>
                  </a:lnTo>
                  <a:lnTo>
                    <a:pt x="5064803" y="159732"/>
                  </a:lnTo>
                  <a:lnTo>
                    <a:pt x="4994458" y="155423"/>
                  </a:lnTo>
                  <a:lnTo>
                    <a:pt x="4924114" y="150992"/>
                  </a:lnTo>
                  <a:lnTo>
                    <a:pt x="4853769" y="146434"/>
                  </a:lnTo>
                  <a:lnTo>
                    <a:pt x="4783425" y="141747"/>
                  </a:lnTo>
                  <a:lnTo>
                    <a:pt x="4713080" y="136926"/>
                  </a:lnTo>
                  <a:lnTo>
                    <a:pt x="4642736" y="131968"/>
                  </a:lnTo>
                  <a:lnTo>
                    <a:pt x="4572391" y="126868"/>
                  </a:lnTo>
                  <a:lnTo>
                    <a:pt x="4502047" y="121623"/>
                  </a:lnTo>
                  <a:lnTo>
                    <a:pt x="4431702" y="116229"/>
                  </a:lnTo>
                  <a:lnTo>
                    <a:pt x="4361358" y="110681"/>
                  </a:lnTo>
                  <a:lnTo>
                    <a:pt x="4291013" y="104975"/>
                  </a:lnTo>
                  <a:lnTo>
                    <a:pt x="4220669" y="99106"/>
                  </a:lnTo>
                  <a:lnTo>
                    <a:pt x="4150324" y="93070"/>
                  </a:lnTo>
                  <a:lnTo>
                    <a:pt x="4079980" y="86862"/>
                  </a:lnTo>
                  <a:lnTo>
                    <a:pt x="4009635" y="80478"/>
                  </a:lnTo>
                  <a:lnTo>
                    <a:pt x="3939291" y="73911"/>
                  </a:lnTo>
                  <a:lnTo>
                    <a:pt x="3868946" y="67157"/>
                  </a:lnTo>
                  <a:lnTo>
                    <a:pt x="3798602" y="60211"/>
                  </a:lnTo>
                  <a:lnTo>
                    <a:pt x="3728257" y="53067"/>
                  </a:lnTo>
                  <a:lnTo>
                    <a:pt x="3657913" y="45720"/>
                  </a:lnTo>
                  <a:lnTo>
                    <a:pt x="3587569" y="38163"/>
                  </a:lnTo>
                  <a:lnTo>
                    <a:pt x="3517224" y="30391"/>
                  </a:lnTo>
                  <a:lnTo>
                    <a:pt x="3446880" y="22398"/>
                  </a:lnTo>
                  <a:lnTo>
                    <a:pt x="3376535" y="14176"/>
                  </a:lnTo>
                  <a:lnTo>
                    <a:pt x="3306191" y="11464"/>
                  </a:lnTo>
                  <a:lnTo>
                    <a:pt x="3235846" y="11224"/>
                  </a:lnTo>
                  <a:lnTo>
                    <a:pt x="3165502" y="10985"/>
                  </a:lnTo>
                  <a:lnTo>
                    <a:pt x="3095157" y="10745"/>
                  </a:lnTo>
                  <a:lnTo>
                    <a:pt x="3024813" y="10505"/>
                  </a:lnTo>
                  <a:lnTo>
                    <a:pt x="2954468" y="10264"/>
                  </a:lnTo>
                  <a:lnTo>
                    <a:pt x="2884124" y="10024"/>
                  </a:lnTo>
                  <a:lnTo>
                    <a:pt x="2813779" y="9783"/>
                  </a:lnTo>
                  <a:lnTo>
                    <a:pt x="2743435" y="9543"/>
                  </a:lnTo>
                  <a:lnTo>
                    <a:pt x="2673090" y="9302"/>
                  </a:lnTo>
                  <a:lnTo>
                    <a:pt x="2602746" y="9060"/>
                  </a:lnTo>
                  <a:lnTo>
                    <a:pt x="2532401" y="8819"/>
                  </a:lnTo>
                  <a:lnTo>
                    <a:pt x="2462057" y="8577"/>
                  </a:lnTo>
                  <a:lnTo>
                    <a:pt x="2391712" y="8336"/>
                  </a:lnTo>
                  <a:lnTo>
                    <a:pt x="2321368" y="8094"/>
                  </a:lnTo>
                  <a:lnTo>
                    <a:pt x="2251023" y="7852"/>
                  </a:lnTo>
                  <a:lnTo>
                    <a:pt x="2180679" y="7609"/>
                  </a:lnTo>
                  <a:lnTo>
                    <a:pt x="2110334" y="7367"/>
                  </a:lnTo>
                  <a:lnTo>
                    <a:pt x="2039990" y="7124"/>
                  </a:lnTo>
                  <a:lnTo>
                    <a:pt x="1969645" y="6881"/>
                  </a:lnTo>
                  <a:lnTo>
                    <a:pt x="1899301" y="6638"/>
                  </a:lnTo>
                  <a:lnTo>
                    <a:pt x="1828956" y="6395"/>
                  </a:lnTo>
                  <a:lnTo>
                    <a:pt x="1758612" y="6151"/>
                  </a:lnTo>
                  <a:lnTo>
                    <a:pt x="1688267" y="5907"/>
                  </a:lnTo>
                  <a:lnTo>
                    <a:pt x="1617923" y="5663"/>
                  </a:lnTo>
                  <a:lnTo>
                    <a:pt x="1547578" y="5419"/>
                  </a:lnTo>
                  <a:lnTo>
                    <a:pt x="1477234" y="5175"/>
                  </a:lnTo>
                  <a:lnTo>
                    <a:pt x="1406889" y="4931"/>
                  </a:lnTo>
                  <a:lnTo>
                    <a:pt x="1336545" y="4686"/>
                  </a:lnTo>
                  <a:lnTo>
                    <a:pt x="1266200" y="4441"/>
                  </a:lnTo>
                  <a:lnTo>
                    <a:pt x="1195856" y="4196"/>
                  </a:lnTo>
                  <a:lnTo>
                    <a:pt x="1125511" y="3951"/>
                  </a:lnTo>
                  <a:lnTo>
                    <a:pt x="1055167" y="3705"/>
                  </a:lnTo>
                  <a:lnTo>
                    <a:pt x="984822" y="3460"/>
                  </a:lnTo>
                  <a:lnTo>
                    <a:pt x="914478" y="3214"/>
                  </a:lnTo>
                  <a:lnTo>
                    <a:pt x="844133" y="2968"/>
                  </a:lnTo>
                  <a:lnTo>
                    <a:pt x="773789" y="2721"/>
                  </a:lnTo>
                  <a:lnTo>
                    <a:pt x="703444" y="2475"/>
                  </a:lnTo>
                  <a:lnTo>
                    <a:pt x="633100" y="2228"/>
                  </a:lnTo>
                  <a:lnTo>
                    <a:pt x="562755" y="1981"/>
                  </a:lnTo>
                  <a:lnTo>
                    <a:pt x="492411" y="1734"/>
                  </a:lnTo>
                  <a:lnTo>
                    <a:pt x="422066" y="1487"/>
                  </a:lnTo>
                  <a:lnTo>
                    <a:pt x="351722" y="1240"/>
                  </a:lnTo>
                  <a:lnTo>
                    <a:pt x="281377" y="992"/>
                  </a:lnTo>
                  <a:lnTo>
                    <a:pt x="211033" y="744"/>
                  </a:lnTo>
                  <a:lnTo>
                    <a:pt x="140688" y="496"/>
                  </a:lnTo>
                  <a:lnTo>
                    <a:pt x="70344" y="2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97502"/>
              <a:ext cx="6964104" cy="453526"/>
            </a:xfrm>
            <a:custGeom>
              <a:avLst/>
              <a:pathLst>
                <a:path w="6964104" h="453526">
                  <a:moveTo>
                    <a:pt x="0" y="0"/>
                  </a:moveTo>
                  <a:lnTo>
                    <a:pt x="70344" y="8550"/>
                  </a:lnTo>
                  <a:lnTo>
                    <a:pt x="140688" y="16977"/>
                  </a:lnTo>
                  <a:lnTo>
                    <a:pt x="211033" y="25284"/>
                  </a:lnTo>
                  <a:lnTo>
                    <a:pt x="281377" y="33472"/>
                  </a:lnTo>
                  <a:lnTo>
                    <a:pt x="351722" y="41542"/>
                  </a:lnTo>
                  <a:lnTo>
                    <a:pt x="422066" y="49496"/>
                  </a:lnTo>
                  <a:lnTo>
                    <a:pt x="492411" y="57337"/>
                  </a:lnTo>
                  <a:lnTo>
                    <a:pt x="562755" y="65065"/>
                  </a:lnTo>
                  <a:lnTo>
                    <a:pt x="633100" y="72682"/>
                  </a:lnTo>
                  <a:lnTo>
                    <a:pt x="703444" y="80190"/>
                  </a:lnTo>
                  <a:lnTo>
                    <a:pt x="773789" y="87590"/>
                  </a:lnTo>
                  <a:lnTo>
                    <a:pt x="844133" y="94884"/>
                  </a:lnTo>
                  <a:lnTo>
                    <a:pt x="914478" y="102073"/>
                  </a:lnTo>
                  <a:lnTo>
                    <a:pt x="984822" y="109160"/>
                  </a:lnTo>
                  <a:lnTo>
                    <a:pt x="1055167" y="116144"/>
                  </a:lnTo>
                  <a:lnTo>
                    <a:pt x="1125511" y="123029"/>
                  </a:lnTo>
                  <a:lnTo>
                    <a:pt x="1195856" y="129815"/>
                  </a:lnTo>
                  <a:lnTo>
                    <a:pt x="1266200" y="136503"/>
                  </a:lnTo>
                  <a:lnTo>
                    <a:pt x="1336545" y="143096"/>
                  </a:lnTo>
                  <a:lnTo>
                    <a:pt x="1406889" y="149594"/>
                  </a:lnTo>
                  <a:lnTo>
                    <a:pt x="1477234" y="155999"/>
                  </a:lnTo>
                  <a:lnTo>
                    <a:pt x="1547578" y="162312"/>
                  </a:lnTo>
                  <a:lnTo>
                    <a:pt x="1617923" y="168534"/>
                  </a:lnTo>
                  <a:lnTo>
                    <a:pt x="1688267" y="174667"/>
                  </a:lnTo>
                  <a:lnTo>
                    <a:pt x="1758612" y="180712"/>
                  </a:lnTo>
                  <a:lnTo>
                    <a:pt x="1828956" y="186671"/>
                  </a:lnTo>
                  <a:lnTo>
                    <a:pt x="1899301" y="192544"/>
                  </a:lnTo>
                  <a:lnTo>
                    <a:pt x="1969645" y="198333"/>
                  </a:lnTo>
                  <a:lnTo>
                    <a:pt x="2039990" y="204039"/>
                  </a:lnTo>
                  <a:lnTo>
                    <a:pt x="2110334" y="209663"/>
                  </a:lnTo>
                  <a:lnTo>
                    <a:pt x="2180679" y="215206"/>
                  </a:lnTo>
                  <a:lnTo>
                    <a:pt x="2251023" y="220670"/>
                  </a:lnTo>
                  <a:lnTo>
                    <a:pt x="2321368" y="226055"/>
                  </a:lnTo>
                  <a:lnTo>
                    <a:pt x="2391712" y="231364"/>
                  </a:lnTo>
                  <a:lnTo>
                    <a:pt x="2462057" y="236596"/>
                  </a:lnTo>
                  <a:lnTo>
                    <a:pt x="2532401" y="241753"/>
                  </a:lnTo>
                  <a:lnTo>
                    <a:pt x="2602746" y="246836"/>
                  </a:lnTo>
                  <a:lnTo>
                    <a:pt x="2673090" y="251846"/>
                  </a:lnTo>
                  <a:lnTo>
                    <a:pt x="2743435" y="256784"/>
                  </a:lnTo>
                  <a:lnTo>
                    <a:pt x="2813779" y="261652"/>
                  </a:lnTo>
                  <a:lnTo>
                    <a:pt x="2884124" y="266450"/>
                  </a:lnTo>
                  <a:lnTo>
                    <a:pt x="2954468" y="271179"/>
                  </a:lnTo>
                  <a:lnTo>
                    <a:pt x="3024813" y="275840"/>
                  </a:lnTo>
                  <a:lnTo>
                    <a:pt x="3095157" y="280434"/>
                  </a:lnTo>
                  <a:lnTo>
                    <a:pt x="3165502" y="284962"/>
                  </a:lnTo>
                  <a:lnTo>
                    <a:pt x="3235846" y="289426"/>
                  </a:lnTo>
                  <a:lnTo>
                    <a:pt x="3306191" y="293825"/>
                  </a:lnTo>
                  <a:lnTo>
                    <a:pt x="3376535" y="298161"/>
                  </a:lnTo>
                  <a:lnTo>
                    <a:pt x="3446880" y="302436"/>
                  </a:lnTo>
                  <a:lnTo>
                    <a:pt x="3517224" y="306648"/>
                  </a:lnTo>
                  <a:lnTo>
                    <a:pt x="3587569" y="310801"/>
                  </a:lnTo>
                  <a:lnTo>
                    <a:pt x="3657913" y="314894"/>
                  </a:lnTo>
                  <a:lnTo>
                    <a:pt x="3728257" y="318928"/>
                  </a:lnTo>
                  <a:lnTo>
                    <a:pt x="3798602" y="322904"/>
                  </a:lnTo>
                  <a:lnTo>
                    <a:pt x="3868946" y="326823"/>
                  </a:lnTo>
                  <a:lnTo>
                    <a:pt x="3939291" y="330686"/>
                  </a:lnTo>
                  <a:lnTo>
                    <a:pt x="4009635" y="334494"/>
                  </a:lnTo>
                  <a:lnTo>
                    <a:pt x="4079980" y="338247"/>
                  </a:lnTo>
                  <a:lnTo>
                    <a:pt x="4150324" y="341946"/>
                  </a:lnTo>
                  <a:lnTo>
                    <a:pt x="4220669" y="345593"/>
                  </a:lnTo>
                  <a:lnTo>
                    <a:pt x="4291013" y="349186"/>
                  </a:lnTo>
                  <a:lnTo>
                    <a:pt x="4361358" y="352729"/>
                  </a:lnTo>
                  <a:lnTo>
                    <a:pt x="4431702" y="356220"/>
                  </a:lnTo>
                  <a:lnTo>
                    <a:pt x="4502047" y="359662"/>
                  </a:lnTo>
                  <a:lnTo>
                    <a:pt x="4572391" y="363054"/>
                  </a:lnTo>
                  <a:lnTo>
                    <a:pt x="4642736" y="366397"/>
                  </a:lnTo>
                  <a:lnTo>
                    <a:pt x="4713080" y="369693"/>
                  </a:lnTo>
                  <a:lnTo>
                    <a:pt x="4783425" y="372941"/>
                  </a:lnTo>
                  <a:lnTo>
                    <a:pt x="4853769" y="376143"/>
                  </a:lnTo>
                  <a:lnTo>
                    <a:pt x="4924114" y="379299"/>
                  </a:lnTo>
                  <a:lnTo>
                    <a:pt x="4994458" y="382409"/>
                  </a:lnTo>
                  <a:lnTo>
                    <a:pt x="5064803" y="385475"/>
                  </a:lnTo>
                  <a:lnTo>
                    <a:pt x="5135147" y="388497"/>
                  </a:lnTo>
                  <a:lnTo>
                    <a:pt x="5205492" y="391475"/>
                  </a:lnTo>
                  <a:lnTo>
                    <a:pt x="5275836" y="394411"/>
                  </a:lnTo>
                  <a:lnTo>
                    <a:pt x="5346181" y="397305"/>
                  </a:lnTo>
                  <a:lnTo>
                    <a:pt x="5416525" y="400157"/>
                  </a:lnTo>
                  <a:lnTo>
                    <a:pt x="5486870" y="402968"/>
                  </a:lnTo>
                  <a:lnTo>
                    <a:pt x="5557214" y="405740"/>
                  </a:lnTo>
                  <a:lnTo>
                    <a:pt x="5627559" y="408471"/>
                  </a:lnTo>
                  <a:lnTo>
                    <a:pt x="5697903" y="411163"/>
                  </a:lnTo>
                  <a:lnTo>
                    <a:pt x="5768248" y="413816"/>
                  </a:lnTo>
                  <a:lnTo>
                    <a:pt x="5838592" y="416432"/>
                  </a:lnTo>
                  <a:lnTo>
                    <a:pt x="5908937" y="419010"/>
                  </a:lnTo>
                  <a:lnTo>
                    <a:pt x="5979281" y="421551"/>
                  </a:lnTo>
                  <a:lnTo>
                    <a:pt x="6049626" y="424055"/>
                  </a:lnTo>
                  <a:lnTo>
                    <a:pt x="6119970" y="426524"/>
                  </a:lnTo>
                  <a:lnTo>
                    <a:pt x="6190315" y="428957"/>
                  </a:lnTo>
                  <a:lnTo>
                    <a:pt x="6260659" y="431355"/>
                  </a:lnTo>
                  <a:lnTo>
                    <a:pt x="6331004" y="433719"/>
                  </a:lnTo>
                  <a:lnTo>
                    <a:pt x="6401348" y="436049"/>
                  </a:lnTo>
                  <a:lnTo>
                    <a:pt x="6471693" y="438346"/>
                  </a:lnTo>
                  <a:lnTo>
                    <a:pt x="6542037" y="440609"/>
                  </a:lnTo>
                  <a:lnTo>
                    <a:pt x="6612382" y="442841"/>
                  </a:lnTo>
                  <a:lnTo>
                    <a:pt x="6682726" y="445040"/>
                  </a:lnTo>
                  <a:lnTo>
                    <a:pt x="6753071" y="447207"/>
                  </a:lnTo>
                  <a:lnTo>
                    <a:pt x="6823415" y="449344"/>
                  </a:lnTo>
                  <a:lnTo>
                    <a:pt x="6893760" y="451450"/>
                  </a:lnTo>
                  <a:lnTo>
                    <a:pt x="6964104" y="4535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2026-07-22T07:54:35Z</dcterms:modified>
  <cp:category/>
</cp:coreProperties>
</file>