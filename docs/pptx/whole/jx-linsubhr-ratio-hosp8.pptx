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468934"/>
              <a:ext cx="7235830" cy="2892032"/>
            </a:xfrm>
            <a:custGeom>
              <a:avLst/>
              <a:pathLst>
                <a:path w="7235830" h="2892032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  <a:lnTo>
                    <a:pt x="7235830" y="2892032"/>
                  </a:lnTo>
                  <a:lnTo>
                    <a:pt x="7162070" y="2886440"/>
                  </a:lnTo>
                  <a:lnTo>
                    <a:pt x="7088310" y="2880688"/>
                  </a:lnTo>
                  <a:lnTo>
                    <a:pt x="7014550" y="2874773"/>
                  </a:lnTo>
                  <a:lnTo>
                    <a:pt x="6940789" y="2868689"/>
                  </a:lnTo>
                  <a:lnTo>
                    <a:pt x="6867029" y="2862432"/>
                  </a:lnTo>
                  <a:lnTo>
                    <a:pt x="6793269" y="2855997"/>
                  </a:lnTo>
                  <a:lnTo>
                    <a:pt x="6719509" y="2849378"/>
                  </a:lnTo>
                  <a:lnTo>
                    <a:pt x="6645749" y="2842571"/>
                  </a:lnTo>
                  <a:lnTo>
                    <a:pt x="6571989" y="2835569"/>
                  </a:lnTo>
                  <a:lnTo>
                    <a:pt x="6498229" y="2828369"/>
                  </a:lnTo>
                  <a:lnTo>
                    <a:pt x="6424469" y="2820963"/>
                  </a:lnTo>
                  <a:lnTo>
                    <a:pt x="6350709" y="2813346"/>
                  </a:lnTo>
                  <a:lnTo>
                    <a:pt x="6276949" y="2805512"/>
                  </a:lnTo>
                  <a:lnTo>
                    <a:pt x="6203189" y="2797455"/>
                  </a:lnTo>
                  <a:lnTo>
                    <a:pt x="6129429" y="2789168"/>
                  </a:lnTo>
                  <a:lnTo>
                    <a:pt x="6055669" y="2780645"/>
                  </a:lnTo>
                  <a:lnTo>
                    <a:pt x="5981909" y="2771880"/>
                  </a:lnTo>
                  <a:lnTo>
                    <a:pt x="5908149" y="2762865"/>
                  </a:lnTo>
                  <a:lnTo>
                    <a:pt x="5834389" y="2753593"/>
                  </a:lnTo>
                  <a:lnTo>
                    <a:pt x="5760629" y="2744056"/>
                  </a:lnTo>
                  <a:lnTo>
                    <a:pt x="5686869" y="2734248"/>
                  </a:lnTo>
                  <a:lnTo>
                    <a:pt x="5613109" y="2724161"/>
                  </a:lnTo>
                  <a:lnTo>
                    <a:pt x="5539349" y="2713786"/>
                  </a:lnTo>
                  <a:lnTo>
                    <a:pt x="5465589" y="2703116"/>
                  </a:lnTo>
                  <a:lnTo>
                    <a:pt x="5391829" y="2692142"/>
                  </a:lnTo>
                  <a:lnTo>
                    <a:pt x="5318069" y="2680855"/>
                  </a:lnTo>
                  <a:lnTo>
                    <a:pt x="5244309" y="2669246"/>
                  </a:lnTo>
                  <a:lnTo>
                    <a:pt x="5170549" y="2657307"/>
                  </a:lnTo>
                  <a:lnTo>
                    <a:pt x="5096789" y="2645027"/>
                  </a:lnTo>
                  <a:lnTo>
                    <a:pt x="5023029" y="2632398"/>
                  </a:lnTo>
                  <a:lnTo>
                    <a:pt x="4949269" y="2619409"/>
                  </a:lnTo>
                  <a:lnTo>
                    <a:pt x="4875509" y="2606050"/>
                  </a:lnTo>
                  <a:lnTo>
                    <a:pt x="4801749" y="2592310"/>
                  </a:lnTo>
                  <a:lnTo>
                    <a:pt x="4727989" y="2578179"/>
                  </a:lnTo>
                  <a:lnTo>
                    <a:pt x="4654229" y="2563645"/>
                  </a:lnTo>
                  <a:lnTo>
                    <a:pt x="4580469" y="2548697"/>
                  </a:lnTo>
                  <a:lnTo>
                    <a:pt x="4506709" y="2533324"/>
                  </a:lnTo>
                  <a:lnTo>
                    <a:pt x="4432949" y="2517512"/>
                  </a:lnTo>
                  <a:lnTo>
                    <a:pt x="4359189" y="2501250"/>
                  </a:lnTo>
                  <a:lnTo>
                    <a:pt x="4285429" y="2484524"/>
                  </a:lnTo>
                  <a:lnTo>
                    <a:pt x="4211669" y="2467322"/>
                  </a:lnTo>
                  <a:lnTo>
                    <a:pt x="4137909" y="2449630"/>
                  </a:lnTo>
                  <a:lnTo>
                    <a:pt x="4064149" y="2431434"/>
                  </a:lnTo>
                  <a:lnTo>
                    <a:pt x="3990388" y="2412719"/>
                  </a:lnTo>
                  <a:lnTo>
                    <a:pt x="3916628" y="2393472"/>
                  </a:lnTo>
                  <a:lnTo>
                    <a:pt x="3842868" y="2373676"/>
                  </a:lnTo>
                  <a:lnTo>
                    <a:pt x="3769108" y="2353316"/>
                  </a:lnTo>
                  <a:lnTo>
                    <a:pt x="3695348" y="2332375"/>
                  </a:lnTo>
                  <a:lnTo>
                    <a:pt x="3621588" y="2310839"/>
                  </a:lnTo>
                  <a:lnTo>
                    <a:pt x="3547828" y="2288688"/>
                  </a:lnTo>
                  <a:lnTo>
                    <a:pt x="3474068" y="2265907"/>
                  </a:lnTo>
                  <a:lnTo>
                    <a:pt x="3400308" y="2258390"/>
                  </a:lnTo>
                  <a:lnTo>
                    <a:pt x="3326548" y="2257727"/>
                  </a:lnTo>
                  <a:lnTo>
                    <a:pt x="3252788" y="2257063"/>
                  </a:lnTo>
                  <a:lnTo>
                    <a:pt x="3179028" y="2256398"/>
                  </a:lnTo>
                  <a:lnTo>
                    <a:pt x="3105268" y="2255733"/>
                  </a:lnTo>
                  <a:lnTo>
                    <a:pt x="3031508" y="2255067"/>
                  </a:lnTo>
                  <a:lnTo>
                    <a:pt x="2957748" y="2254401"/>
                  </a:lnTo>
                  <a:lnTo>
                    <a:pt x="2883988" y="2253734"/>
                  </a:lnTo>
                  <a:lnTo>
                    <a:pt x="2810228" y="2253067"/>
                  </a:lnTo>
                  <a:lnTo>
                    <a:pt x="2736468" y="2252399"/>
                  </a:lnTo>
                  <a:lnTo>
                    <a:pt x="2662708" y="2251731"/>
                  </a:lnTo>
                  <a:lnTo>
                    <a:pt x="2588948" y="2251062"/>
                  </a:lnTo>
                  <a:lnTo>
                    <a:pt x="2515188" y="2250393"/>
                  </a:lnTo>
                  <a:lnTo>
                    <a:pt x="2441428" y="2249723"/>
                  </a:lnTo>
                  <a:lnTo>
                    <a:pt x="2367668" y="2249052"/>
                  </a:lnTo>
                  <a:lnTo>
                    <a:pt x="2293908" y="2248381"/>
                  </a:lnTo>
                  <a:lnTo>
                    <a:pt x="2220148" y="2247710"/>
                  </a:lnTo>
                  <a:lnTo>
                    <a:pt x="2146388" y="2247037"/>
                  </a:lnTo>
                  <a:lnTo>
                    <a:pt x="2072628" y="2246365"/>
                  </a:lnTo>
                  <a:lnTo>
                    <a:pt x="1998868" y="2245692"/>
                  </a:lnTo>
                  <a:lnTo>
                    <a:pt x="1925108" y="2245018"/>
                  </a:lnTo>
                  <a:lnTo>
                    <a:pt x="1851348" y="2244344"/>
                  </a:lnTo>
                  <a:lnTo>
                    <a:pt x="1777588" y="2243669"/>
                  </a:lnTo>
                  <a:lnTo>
                    <a:pt x="1703828" y="2242994"/>
                  </a:lnTo>
                  <a:lnTo>
                    <a:pt x="1630068" y="2242318"/>
                  </a:lnTo>
                  <a:lnTo>
                    <a:pt x="1556308" y="2241641"/>
                  </a:lnTo>
                  <a:lnTo>
                    <a:pt x="1482548" y="2240964"/>
                  </a:lnTo>
                  <a:lnTo>
                    <a:pt x="1408788" y="2240287"/>
                  </a:lnTo>
                  <a:lnTo>
                    <a:pt x="1335028" y="2239609"/>
                  </a:lnTo>
                  <a:lnTo>
                    <a:pt x="1261268" y="2238930"/>
                  </a:lnTo>
                  <a:lnTo>
                    <a:pt x="1187508" y="2238251"/>
                  </a:lnTo>
                  <a:lnTo>
                    <a:pt x="1113747" y="2237571"/>
                  </a:lnTo>
                  <a:lnTo>
                    <a:pt x="1039987" y="2236891"/>
                  </a:lnTo>
                  <a:lnTo>
                    <a:pt x="966227" y="2236210"/>
                  </a:lnTo>
                  <a:lnTo>
                    <a:pt x="892467" y="2235529"/>
                  </a:lnTo>
                  <a:lnTo>
                    <a:pt x="818707" y="2234847"/>
                  </a:lnTo>
                  <a:lnTo>
                    <a:pt x="744947" y="2234165"/>
                  </a:lnTo>
                  <a:lnTo>
                    <a:pt x="671187" y="2233482"/>
                  </a:lnTo>
                  <a:lnTo>
                    <a:pt x="597427" y="2232799"/>
                  </a:lnTo>
                  <a:lnTo>
                    <a:pt x="523667" y="2232115"/>
                  </a:lnTo>
                  <a:lnTo>
                    <a:pt x="449907" y="2231430"/>
                  </a:lnTo>
                  <a:lnTo>
                    <a:pt x="376147" y="2230745"/>
                  </a:lnTo>
                  <a:lnTo>
                    <a:pt x="302387" y="2230059"/>
                  </a:lnTo>
                  <a:lnTo>
                    <a:pt x="228627" y="2229373"/>
                  </a:lnTo>
                  <a:lnTo>
                    <a:pt x="154867" y="2228686"/>
                  </a:lnTo>
                  <a:lnTo>
                    <a:pt x="81107" y="2227999"/>
                  </a:lnTo>
                  <a:lnTo>
                    <a:pt x="7347" y="2227311"/>
                  </a:lnTo>
                  <a:lnTo>
                    <a:pt x="0" y="22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468934"/>
              <a:ext cx="7235830" cy="2292175"/>
            </a:xfrm>
            <a:custGeom>
              <a:avLst/>
              <a:pathLst>
                <a:path w="7235830" h="2292175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177"/>
              <a:ext cx="7235830" cy="664789"/>
            </a:xfrm>
            <a:custGeom>
              <a:avLst/>
              <a:pathLst>
                <a:path w="7235830" h="664789">
                  <a:moveTo>
                    <a:pt x="7235830" y="664789"/>
                  </a:moveTo>
                  <a:lnTo>
                    <a:pt x="7162070" y="659197"/>
                  </a:lnTo>
                  <a:lnTo>
                    <a:pt x="7088310" y="653445"/>
                  </a:lnTo>
                  <a:lnTo>
                    <a:pt x="7014550" y="647530"/>
                  </a:lnTo>
                  <a:lnTo>
                    <a:pt x="6940789" y="641446"/>
                  </a:lnTo>
                  <a:lnTo>
                    <a:pt x="6867029" y="635189"/>
                  </a:lnTo>
                  <a:lnTo>
                    <a:pt x="6793269" y="628754"/>
                  </a:lnTo>
                  <a:lnTo>
                    <a:pt x="6719509" y="622135"/>
                  </a:lnTo>
                  <a:lnTo>
                    <a:pt x="6645749" y="615327"/>
                  </a:lnTo>
                  <a:lnTo>
                    <a:pt x="6571989" y="608326"/>
                  </a:lnTo>
                  <a:lnTo>
                    <a:pt x="6498229" y="601125"/>
                  </a:lnTo>
                  <a:lnTo>
                    <a:pt x="6424469" y="593720"/>
                  </a:lnTo>
                  <a:lnTo>
                    <a:pt x="6350709" y="586103"/>
                  </a:lnTo>
                  <a:lnTo>
                    <a:pt x="6276949" y="578269"/>
                  </a:lnTo>
                  <a:lnTo>
                    <a:pt x="6203189" y="570212"/>
                  </a:lnTo>
                  <a:lnTo>
                    <a:pt x="6129429" y="561925"/>
                  </a:lnTo>
                  <a:lnTo>
                    <a:pt x="6055669" y="553402"/>
                  </a:lnTo>
                  <a:lnTo>
                    <a:pt x="5981909" y="544637"/>
                  </a:lnTo>
                  <a:lnTo>
                    <a:pt x="5908149" y="535622"/>
                  </a:lnTo>
                  <a:lnTo>
                    <a:pt x="5834389" y="526350"/>
                  </a:lnTo>
                  <a:lnTo>
                    <a:pt x="5760629" y="516813"/>
                  </a:lnTo>
                  <a:lnTo>
                    <a:pt x="5686869" y="507005"/>
                  </a:lnTo>
                  <a:lnTo>
                    <a:pt x="5613109" y="496918"/>
                  </a:lnTo>
                  <a:lnTo>
                    <a:pt x="5539349" y="486543"/>
                  </a:lnTo>
                  <a:lnTo>
                    <a:pt x="5465589" y="475873"/>
                  </a:lnTo>
                  <a:lnTo>
                    <a:pt x="5391829" y="464899"/>
                  </a:lnTo>
                  <a:lnTo>
                    <a:pt x="5318069" y="453612"/>
                  </a:lnTo>
                  <a:lnTo>
                    <a:pt x="5244309" y="442003"/>
                  </a:lnTo>
                  <a:lnTo>
                    <a:pt x="5170549" y="430064"/>
                  </a:lnTo>
                  <a:lnTo>
                    <a:pt x="5096789" y="417784"/>
                  </a:lnTo>
                  <a:lnTo>
                    <a:pt x="5023029" y="405155"/>
                  </a:lnTo>
                  <a:lnTo>
                    <a:pt x="4949269" y="392166"/>
                  </a:lnTo>
                  <a:lnTo>
                    <a:pt x="4875509" y="378807"/>
                  </a:lnTo>
                  <a:lnTo>
                    <a:pt x="4801749" y="365067"/>
                  </a:lnTo>
                  <a:lnTo>
                    <a:pt x="4727989" y="350936"/>
                  </a:lnTo>
                  <a:lnTo>
                    <a:pt x="4654229" y="336402"/>
                  </a:lnTo>
                  <a:lnTo>
                    <a:pt x="4580469" y="321454"/>
                  </a:lnTo>
                  <a:lnTo>
                    <a:pt x="4506709" y="306081"/>
                  </a:lnTo>
                  <a:lnTo>
                    <a:pt x="4432949" y="290269"/>
                  </a:lnTo>
                  <a:lnTo>
                    <a:pt x="4359189" y="274007"/>
                  </a:lnTo>
                  <a:lnTo>
                    <a:pt x="4285429" y="257281"/>
                  </a:lnTo>
                  <a:lnTo>
                    <a:pt x="4211669" y="240079"/>
                  </a:lnTo>
                  <a:lnTo>
                    <a:pt x="4137909" y="222387"/>
                  </a:lnTo>
                  <a:lnTo>
                    <a:pt x="4064149" y="204191"/>
                  </a:lnTo>
                  <a:lnTo>
                    <a:pt x="3990388" y="185476"/>
                  </a:lnTo>
                  <a:lnTo>
                    <a:pt x="3916628" y="166229"/>
                  </a:lnTo>
                  <a:lnTo>
                    <a:pt x="3842868" y="146433"/>
                  </a:lnTo>
                  <a:lnTo>
                    <a:pt x="3769108" y="126073"/>
                  </a:lnTo>
                  <a:lnTo>
                    <a:pt x="3695348" y="105132"/>
                  </a:lnTo>
                  <a:lnTo>
                    <a:pt x="3621588" y="83596"/>
                  </a:lnTo>
                  <a:lnTo>
                    <a:pt x="3547828" y="61445"/>
                  </a:lnTo>
                  <a:lnTo>
                    <a:pt x="3474068" y="38664"/>
                  </a:lnTo>
                  <a:lnTo>
                    <a:pt x="3400308" y="31147"/>
                  </a:lnTo>
                  <a:lnTo>
                    <a:pt x="3326548" y="30484"/>
                  </a:lnTo>
                  <a:lnTo>
                    <a:pt x="3252788" y="29820"/>
                  </a:lnTo>
                  <a:lnTo>
                    <a:pt x="3179028" y="29155"/>
                  </a:lnTo>
                  <a:lnTo>
                    <a:pt x="3105268" y="28490"/>
                  </a:lnTo>
                  <a:lnTo>
                    <a:pt x="3031508" y="27824"/>
                  </a:lnTo>
                  <a:lnTo>
                    <a:pt x="2957748" y="27158"/>
                  </a:lnTo>
                  <a:lnTo>
                    <a:pt x="2883988" y="26491"/>
                  </a:lnTo>
                  <a:lnTo>
                    <a:pt x="2810228" y="25824"/>
                  </a:lnTo>
                  <a:lnTo>
                    <a:pt x="2736468" y="25156"/>
                  </a:lnTo>
                  <a:lnTo>
                    <a:pt x="2662708" y="24488"/>
                  </a:lnTo>
                  <a:lnTo>
                    <a:pt x="2588948" y="23819"/>
                  </a:lnTo>
                  <a:lnTo>
                    <a:pt x="2515188" y="23150"/>
                  </a:lnTo>
                  <a:lnTo>
                    <a:pt x="2441428" y="22480"/>
                  </a:lnTo>
                  <a:lnTo>
                    <a:pt x="2367668" y="21809"/>
                  </a:lnTo>
                  <a:lnTo>
                    <a:pt x="2293908" y="21138"/>
                  </a:lnTo>
                  <a:lnTo>
                    <a:pt x="2220148" y="20466"/>
                  </a:lnTo>
                  <a:lnTo>
                    <a:pt x="2146388" y="19794"/>
                  </a:lnTo>
                  <a:lnTo>
                    <a:pt x="2072628" y="19122"/>
                  </a:lnTo>
                  <a:lnTo>
                    <a:pt x="1998868" y="18449"/>
                  </a:lnTo>
                  <a:lnTo>
                    <a:pt x="1925108" y="17775"/>
                  </a:lnTo>
                  <a:lnTo>
                    <a:pt x="1851348" y="17101"/>
                  </a:lnTo>
                  <a:lnTo>
                    <a:pt x="1777588" y="16426"/>
                  </a:lnTo>
                  <a:lnTo>
                    <a:pt x="1703828" y="15751"/>
                  </a:lnTo>
                  <a:lnTo>
                    <a:pt x="1630068" y="15075"/>
                  </a:lnTo>
                  <a:lnTo>
                    <a:pt x="1556308" y="14398"/>
                  </a:lnTo>
                  <a:lnTo>
                    <a:pt x="1482548" y="13721"/>
                  </a:lnTo>
                  <a:lnTo>
                    <a:pt x="1408788" y="13044"/>
                  </a:lnTo>
                  <a:lnTo>
                    <a:pt x="1335028" y="12366"/>
                  </a:lnTo>
                  <a:lnTo>
                    <a:pt x="1261268" y="11687"/>
                  </a:lnTo>
                  <a:lnTo>
                    <a:pt x="1187508" y="11008"/>
                  </a:lnTo>
                  <a:lnTo>
                    <a:pt x="1113747" y="10328"/>
                  </a:lnTo>
                  <a:lnTo>
                    <a:pt x="1039987" y="9648"/>
                  </a:lnTo>
                  <a:lnTo>
                    <a:pt x="966227" y="8967"/>
                  </a:lnTo>
                  <a:lnTo>
                    <a:pt x="892467" y="8286"/>
                  </a:lnTo>
                  <a:lnTo>
                    <a:pt x="818707" y="7604"/>
                  </a:lnTo>
                  <a:lnTo>
                    <a:pt x="744947" y="6922"/>
                  </a:lnTo>
                  <a:lnTo>
                    <a:pt x="671187" y="6239"/>
                  </a:lnTo>
                  <a:lnTo>
                    <a:pt x="597427" y="5556"/>
                  </a:lnTo>
                  <a:lnTo>
                    <a:pt x="523667" y="4872"/>
                  </a:lnTo>
                  <a:lnTo>
                    <a:pt x="449907" y="4187"/>
                  </a:lnTo>
                  <a:lnTo>
                    <a:pt x="376147" y="3502"/>
                  </a:lnTo>
                  <a:lnTo>
                    <a:pt x="302387" y="2816"/>
                  </a:lnTo>
                  <a:lnTo>
                    <a:pt x="228627" y="2130"/>
                  </a:lnTo>
                  <a:lnTo>
                    <a:pt x="154867" y="1443"/>
                  </a:lnTo>
                  <a:lnTo>
                    <a:pt x="81107" y="756"/>
                  </a:lnTo>
                  <a:lnTo>
                    <a:pt x="7347" y="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6538"/>
              <a:ext cx="7235830" cy="1235402"/>
            </a:xfrm>
            <a:custGeom>
              <a:avLst/>
              <a:pathLst>
                <a:path w="7235830" h="1235402">
                  <a:moveTo>
                    <a:pt x="0" y="0"/>
                  </a:moveTo>
                  <a:lnTo>
                    <a:pt x="7347" y="2360"/>
                  </a:lnTo>
                  <a:lnTo>
                    <a:pt x="81107" y="25713"/>
                  </a:lnTo>
                  <a:lnTo>
                    <a:pt x="154867" y="48731"/>
                  </a:lnTo>
                  <a:lnTo>
                    <a:pt x="228627" y="71419"/>
                  </a:lnTo>
                  <a:lnTo>
                    <a:pt x="302387" y="93782"/>
                  </a:lnTo>
                  <a:lnTo>
                    <a:pt x="376147" y="115824"/>
                  </a:lnTo>
                  <a:lnTo>
                    <a:pt x="449907" y="137550"/>
                  </a:lnTo>
                  <a:lnTo>
                    <a:pt x="523667" y="158964"/>
                  </a:lnTo>
                  <a:lnTo>
                    <a:pt x="597427" y="180072"/>
                  </a:lnTo>
                  <a:lnTo>
                    <a:pt x="671187" y="200876"/>
                  </a:lnTo>
                  <a:lnTo>
                    <a:pt x="744947" y="221382"/>
                  </a:lnTo>
                  <a:lnTo>
                    <a:pt x="818707" y="241594"/>
                  </a:lnTo>
                  <a:lnTo>
                    <a:pt x="892467" y="261517"/>
                  </a:lnTo>
                  <a:lnTo>
                    <a:pt x="966227" y="281153"/>
                  </a:lnTo>
                  <a:lnTo>
                    <a:pt x="1039987" y="300508"/>
                  </a:lnTo>
                  <a:lnTo>
                    <a:pt x="1113747" y="319585"/>
                  </a:lnTo>
                  <a:lnTo>
                    <a:pt x="1187508" y="338389"/>
                  </a:lnTo>
                  <a:lnTo>
                    <a:pt x="1261268" y="356923"/>
                  </a:lnTo>
                  <a:lnTo>
                    <a:pt x="1335028" y="375191"/>
                  </a:lnTo>
                  <a:lnTo>
                    <a:pt x="1408788" y="393197"/>
                  </a:lnTo>
                  <a:lnTo>
                    <a:pt x="1482548" y="410945"/>
                  </a:lnTo>
                  <a:lnTo>
                    <a:pt x="1556308" y="428439"/>
                  </a:lnTo>
                  <a:lnTo>
                    <a:pt x="1630068" y="445681"/>
                  </a:lnTo>
                  <a:lnTo>
                    <a:pt x="1703828" y="462676"/>
                  </a:lnTo>
                  <a:lnTo>
                    <a:pt x="1777588" y="479428"/>
                  </a:lnTo>
                  <a:lnTo>
                    <a:pt x="1851348" y="495939"/>
                  </a:lnTo>
                  <a:lnTo>
                    <a:pt x="1925108" y="512214"/>
                  </a:lnTo>
                  <a:lnTo>
                    <a:pt x="1998868" y="528255"/>
                  </a:lnTo>
                  <a:lnTo>
                    <a:pt x="2072628" y="544066"/>
                  </a:lnTo>
                  <a:lnTo>
                    <a:pt x="2146388" y="559650"/>
                  </a:lnTo>
                  <a:lnTo>
                    <a:pt x="2220148" y="575011"/>
                  </a:lnTo>
                  <a:lnTo>
                    <a:pt x="2293908" y="590151"/>
                  </a:lnTo>
                  <a:lnTo>
                    <a:pt x="2367668" y="605075"/>
                  </a:lnTo>
                  <a:lnTo>
                    <a:pt x="2441428" y="619784"/>
                  </a:lnTo>
                  <a:lnTo>
                    <a:pt x="2515188" y="634282"/>
                  </a:lnTo>
                  <a:lnTo>
                    <a:pt x="2588948" y="648573"/>
                  </a:lnTo>
                  <a:lnTo>
                    <a:pt x="2662708" y="662658"/>
                  </a:lnTo>
                  <a:lnTo>
                    <a:pt x="2736468" y="676542"/>
                  </a:lnTo>
                  <a:lnTo>
                    <a:pt x="2810228" y="690226"/>
                  </a:lnTo>
                  <a:lnTo>
                    <a:pt x="2883988" y="703714"/>
                  </a:lnTo>
                  <a:lnTo>
                    <a:pt x="2957748" y="717009"/>
                  </a:lnTo>
                  <a:lnTo>
                    <a:pt x="3031508" y="730113"/>
                  </a:lnTo>
                  <a:lnTo>
                    <a:pt x="3105268" y="743029"/>
                  </a:lnTo>
                  <a:lnTo>
                    <a:pt x="3179028" y="755759"/>
                  </a:lnTo>
                  <a:lnTo>
                    <a:pt x="3252788" y="768308"/>
                  </a:lnTo>
                  <a:lnTo>
                    <a:pt x="3326548" y="780676"/>
                  </a:lnTo>
                  <a:lnTo>
                    <a:pt x="3400308" y="792867"/>
                  </a:lnTo>
                  <a:lnTo>
                    <a:pt x="3474068" y="804883"/>
                  </a:lnTo>
                  <a:lnTo>
                    <a:pt x="3547828" y="816727"/>
                  </a:lnTo>
                  <a:lnTo>
                    <a:pt x="3621588" y="828400"/>
                  </a:lnTo>
                  <a:lnTo>
                    <a:pt x="3695348" y="839907"/>
                  </a:lnTo>
                  <a:lnTo>
                    <a:pt x="3769108" y="851248"/>
                  </a:lnTo>
                  <a:lnTo>
                    <a:pt x="3842868" y="862427"/>
                  </a:lnTo>
                  <a:lnTo>
                    <a:pt x="3916628" y="873446"/>
                  </a:lnTo>
                  <a:lnTo>
                    <a:pt x="3990388" y="884306"/>
                  </a:lnTo>
                  <a:lnTo>
                    <a:pt x="4064149" y="895011"/>
                  </a:lnTo>
                  <a:lnTo>
                    <a:pt x="4137909" y="905562"/>
                  </a:lnTo>
                  <a:lnTo>
                    <a:pt x="4211669" y="915962"/>
                  </a:lnTo>
                  <a:lnTo>
                    <a:pt x="4285429" y="926212"/>
                  </a:lnTo>
                  <a:lnTo>
                    <a:pt x="4359189" y="936316"/>
                  </a:lnTo>
                  <a:lnTo>
                    <a:pt x="4432949" y="946275"/>
                  </a:lnTo>
                  <a:lnTo>
                    <a:pt x="4506709" y="956091"/>
                  </a:lnTo>
                  <a:lnTo>
                    <a:pt x="4580469" y="965766"/>
                  </a:lnTo>
                  <a:lnTo>
                    <a:pt x="4654229" y="975302"/>
                  </a:lnTo>
                  <a:lnTo>
                    <a:pt x="4727989" y="984702"/>
                  </a:lnTo>
                  <a:lnTo>
                    <a:pt x="4801749" y="993967"/>
                  </a:lnTo>
                  <a:lnTo>
                    <a:pt x="4875509" y="1003099"/>
                  </a:lnTo>
                  <a:lnTo>
                    <a:pt x="4949269" y="1012100"/>
                  </a:lnTo>
                  <a:lnTo>
                    <a:pt x="5023029" y="1020971"/>
                  </a:lnTo>
                  <a:lnTo>
                    <a:pt x="5096789" y="1029716"/>
                  </a:lnTo>
                  <a:lnTo>
                    <a:pt x="5170549" y="1038335"/>
                  </a:lnTo>
                  <a:lnTo>
                    <a:pt x="5244309" y="1046831"/>
                  </a:lnTo>
                  <a:lnTo>
                    <a:pt x="5318069" y="1055205"/>
                  </a:lnTo>
                  <a:lnTo>
                    <a:pt x="5391829" y="1063458"/>
                  </a:lnTo>
                  <a:lnTo>
                    <a:pt x="5465589" y="1071594"/>
                  </a:lnTo>
                  <a:lnTo>
                    <a:pt x="5539349" y="1079612"/>
                  </a:lnTo>
                  <a:lnTo>
                    <a:pt x="5613109" y="1087516"/>
                  </a:lnTo>
                  <a:lnTo>
                    <a:pt x="5686869" y="1095306"/>
                  </a:lnTo>
                  <a:lnTo>
                    <a:pt x="5760629" y="1102985"/>
                  </a:lnTo>
                  <a:lnTo>
                    <a:pt x="5834389" y="1110553"/>
                  </a:lnTo>
                  <a:lnTo>
                    <a:pt x="5908149" y="1118013"/>
                  </a:lnTo>
                  <a:lnTo>
                    <a:pt x="5981909" y="1125366"/>
                  </a:lnTo>
                  <a:lnTo>
                    <a:pt x="6055669" y="1132614"/>
                  </a:lnTo>
                  <a:lnTo>
                    <a:pt x="6129429" y="1139757"/>
                  </a:lnTo>
                  <a:lnTo>
                    <a:pt x="6203189" y="1146798"/>
                  </a:lnTo>
                  <a:lnTo>
                    <a:pt x="6276949" y="1153738"/>
                  </a:lnTo>
                  <a:lnTo>
                    <a:pt x="6350709" y="1160579"/>
                  </a:lnTo>
                  <a:lnTo>
                    <a:pt x="6424469" y="1167321"/>
                  </a:lnTo>
                  <a:lnTo>
                    <a:pt x="6498229" y="1173967"/>
                  </a:lnTo>
                  <a:lnTo>
                    <a:pt x="6571989" y="1180518"/>
                  </a:lnTo>
                  <a:lnTo>
                    <a:pt x="6645749" y="1186974"/>
                  </a:lnTo>
                  <a:lnTo>
                    <a:pt x="6719509" y="1193338"/>
                  </a:lnTo>
                  <a:lnTo>
                    <a:pt x="6793269" y="1199611"/>
                  </a:lnTo>
                  <a:lnTo>
                    <a:pt x="6867029" y="1205793"/>
                  </a:lnTo>
                  <a:lnTo>
                    <a:pt x="6940789" y="1211887"/>
                  </a:lnTo>
                  <a:lnTo>
                    <a:pt x="7014550" y="1217894"/>
                  </a:lnTo>
                  <a:lnTo>
                    <a:pt x="7088310" y="1223814"/>
                  </a:lnTo>
                  <a:lnTo>
                    <a:pt x="7162070" y="1229650"/>
                  </a:lnTo>
                  <a:lnTo>
                    <a:pt x="7235830" y="12354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(1.01-1.40), p = 0.038  |  per IQR decline (Δ = 0.29): 1.66 (1.03-2.69)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2026-07-01T09:30:57Z</dcterms:modified>
  <cp:category/>
</cp:coreProperties>
</file>