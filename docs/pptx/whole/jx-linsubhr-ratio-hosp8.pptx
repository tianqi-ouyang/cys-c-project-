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11165"/>
              <a:ext cx="7235830" cy="3032242"/>
            </a:xfrm>
            <a:custGeom>
              <a:avLst/>
              <a:pathLst>
                <a:path w="7235830" h="3032242">
                  <a:moveTo>
                    <a:pt x="0" y="0"/>
                  </a:moveTo>
                  <a:lnTo>
                    <a:pt x="7347" y="9163"/>
                  </a:lnTo>
                  <a:lnTo>
                    <a:pt x="81107" y="98606"/>
                  </a:lnTo>
                  <a:lnTo>
                    <a:pt x="154867" y="185571"/>
                  </a:lnTo>
                  <a:lnTo>
                    <a:pt x="228627" y="270126"/>
                  </a:lnTo>
                  <a:lnTo>
                    <a:pt x="302387" y="352340"/>
                  </a:lnTo>
                  <a:lnTo>
                    <a:pt x="376147" y="432276"/>
                  </a:lnTo>
                  <a:lnTo>
                    <a:pt x="449907" y="509998"/>
                  </a:lnTo>
                  <a:lnTo>
                    <a:pt x="523667" y="585567"/>
                  </a:lnTo>
                  <a:lnTo>
                    <a:pt x="597427" y="659043"/>
                  </a:lnTo>
                  <a:lnTo>
                    <a:pt x="671187" y="730483"/>
                  </a:lnTo>
                  <a:lnTo>
                    <a:pt x="744947" y="799945"/>
                  </a:lnTo>
                  <a:lnTo>
                    <a:pt x="818707" y="867482"/>
                  </a:lnTo>
                  <a:lnTo>
                    <a:pt x="892467" y="933148"/>
                  </a:lnTo>
                  <a:lnTo>
                    <a:pt x="966227" y="996996"/>
                  </a:lnTo>
                  <a:lnTo>
                    <a:pt x="1039987" y="1059074"/>
                  </a:lnTo>
                  <a:lnTo>
                    <a:pt x="1113747" y="1119433"/>
                  </a:lnTo>
                  <a:lnTo>
                    <a:pt x="1187508" y="1178121"/>
                  </a:lnTo>
                  <a:lnTo>
                    <a:pt x="1261268" y="1235182"/>
                  </a:lnTo>
                  <a:lnTo>
                    <a:pt x="1335028" y="1290663"/>
                  </a:lnTo>
                  <a:lnTo>
                    <a:pt x="1408788" y="1344607"/>
                  </a:lnTo>
                  <a:lnTo>
                    <a:pt x="1482548" y="1397056"/>
                  </a:lnTo>
                  <a:lnTo>
                    <a:pt x="1556308" y="1448053"/>
                  </a:lnTo>
                  <a:lnTo>
                    <a:pt x="1630068" y="1497637"/>
                  </a:lnTo>
                  <a:lnTo>
                    <a:pt x="1703828" y="1545848"/>
                  </a:lnTo>
                  <a:lnTo>
                    <a:pt x="1777588" y="1592723"/>
                  </a:lnTo>
                  <a:lnTo>
                    <a:pt x="1851348" y="1638300"/>
                  </a:lnTo>
                  <a:lnTo>
                    <a:pt x="1925108" y="1682614"/>
                  </a:lnTo>
                  <a:lnTo>
                    <a:pt x="1998868" y="1725700"/>
                  </a:lnTo>
                  <a:lnTo>
                    <a:pt x="2072628" y="1767593"/>
                  </a:lnTo>
                  <a:lnTo>
                    <a:pt x="2146388" y="1808326"/>
                  </a:lnTo>
                  <a:lnTo>
                    <a:pt x="2220148" y="1847930"/>
                  </a:lnTo>
                  <a:lnTo>
                    <a:pt x="2293908" y="1886437"/>
                  </a:lnTo>
                  <a:lnTo>
                    <a:pt x="2367668" y="1923878"/>
                  </a:lnTo>
                  <a:lnTo>
                    <a:pt x="2441428" y="1960281"/>
                  </a:lnTo>
                  <a:lnTo>
                    <a:pt x="2515188" y="1995676"/>
                  </a:lnTo>
                  <a:lnTo>
                    <a:pt x="2588948" y="2030091"/>
                  </a:lnTo>
                  <a:lnTo>
                    <a:pt x="2662708" y="2063552"/>
                  </a:lnTo>
                  <a:lnTo>
                    <a:pt x="2736468" y="2096086"/>
                  </a:lnTo>
                  <a:lnTo>
                    <a:pt x="2810228" y="2127719"/>
                  </a:lnTo>
                  <a:lnTo>
                    <a:pt x="2883988" y="2158476"/>
                  </a:lnTo>
                  <a:lnTo>
                    <a:pt x="2957748" y="2188381"/>
                  </a:lnTo>
                  <a:lnTo>
                    <a:pt x="3031508" y="2217457"/>
                  </a:lnTo>
                  <a:lnTo>
                    <a:pt x="3105268" y="2245728"/>
                  </a:lnTo>
                  <a:lnTo>
                    <a:pt x="3179028" y="2273216"/>
                  </a:lnTo>
                  <a:lnTo>
                    <a:pt x="3252788" y="2299943"/>
                  </a:lnTo>
                  <a:lnTo>
                    <a:pt x="3326548" y="2325929"/>
                  </a:lnTo>
                  <a:lnTo>
                    <a:pt x="3400308" y="2351195"/>
                  </a:lnTo>
                  <a:lnTo>
                    <a:pt x="3474068" y="2368575"/>
                  </a:lnTo>
                  <a:lnTo>
                    <a:pt x="3547828" y="2369270"/>
                  </a:lnTo>
                  <a:lnTo>
                    <a:pt x="3621588" y="2369964"/>
                  </a:lnTo>
                  <a:lnTo>
                    <a:pt x="3695348" y="2370658"/>
                  </a:lnTo>
                  <a:lnTo>
                    <a:pt x="3769108" y="2371351"/>
                  </a:lnTo>
                  <a:lnTo>
                    <a:pt x="3842868" y="2372043"/>
                  </a:lnTo>
                  <a:lnTo>
                    <a:pt x="3916628" y="2372735"/>
                  </a:lnTo>
                  <a:lnTo>
                    <a:pt x="3990388" y="2373426"/>
                  </a:lnTo>
                  <a:lnTo>
                    <a:pt x="4064149" y="2374117"/>
                  </a:lnTo>
                  <a:lnTo>
                    <a:pt x="4137909" y="2374807"/>
                  </a:lnTo>
                  <a:lnTo>
                    <a:pt x="4211669" y="2375497"/>
                  </a:lnTo>
                  <a:lnTo>
                    <a:pt x="4285429" y="2376186"/>
                  </a:lnTo>
                  <a:lnTo>
                    <a:pt x="4359189" y="2376874"/>
                  </a:lnTo>
                  <a:lnTo>
                    <a:pt x="4432949" y="2377562"/>
                  </a:lnTo>
                  <a:lnTo>
                    <a:pt x="4506709" y="2378250"/>
                  </a:lnTo>
                  <a:lnTo>
                    <a:pt x="4580469" y="2378937"/>
                  </a:lnTo>
                  <a:lnTo>
                    <a:pt x="4654229" y="2379623"/>
                  </a:lnTo>
                  <a:lnTo>
                    <a:pt x="4727989" y="2380309"/>
                  </a:lnTo>
                  <a:lnTo>
                    <a:pt x="4801749" y="2380994"/>
                  </a:lnTo>
                  <a:lnTo>
                    <a:pt x="4875509" y="2381679"/>
                  </a:lnTo>
                  <a:lnTo>
                    <a:pt x="4949269" y="2382363"/>
                  </a:lnTo>
                  <a:lnTo>
                    <a:pt x="5023029" y="2383046"/>
                  </a:lnTo>
                  <a:lnTo>
                    <a:pt x="5096789" y="2383729"/>
                  </a:lnTo>
                  <a:lnTo>
                    <a:pt x="5170549" y="2384412"/>
                  </a:lnTo>
                  <a:lnTo>
                    <a:pt x="5244309" y="2385094"/>
                  </a:lnTo>
                  <a:lnTo>
                    <a:pt x="5318069" y="2385775"/>
                  </a:lnTo>
                  <a:lnTo>
                    <a:pt x="5391829" y="2386456"/>
                  </a:lnTo>
                  <a:lnTo>
                    <a:pt x="5465589" y="2387137"/>
                  </a:lnTo>
                  <a:lnTo>
                    <a:pt x="5539349" y="2387816"/>
                  </a:lnTo>
                  <a:lnTo>
                    <a:pt x="5613109" y="2388496"/>
                  </a:lnTo>
                  <a:lnTo>
                    <a:pt x="5686869" y="2389174"/>
                  </a:lnTo>
                  <a:lnTo>
                    <a:pt x="5760629" y="2389852"/>
                  </a:lnTo>
                  <a:lnTo>
                    <a:pt x="5834389" y="2390530"/>
                  </a:lnTo>
                  <a:lnTo>
                    <a:pt x="5908149" y="2391207"/>
                  </a:lnTo>
                  <a:lnTo>
                    <a:pt x="5981909" y="2391884"/>
                  </a:lnTo>
                  <a:lnTo>
                    <a:pt x="6055669" y="2392560"/>
                  </a:lnTo>
                  <a:lnTo>
                    <a:pt x="6129429" y="2393235"/>
                  </a:lnTo>
                  <a:lnTo>
                    <a:pt x="6203189" y="2393910"/>
                  </a:lnTo>
                  <a:lnTo>
                    <a:pt x="6276949" y="2394584"/>
                  </a:lnTo>
                  <a:lnTo>
                    <a:pt x="6350709" y="2395258"/>
                  </a:lnTo>
                  <a:lnTo>
                    <a:pt x="6424469" y="2395932"/>
                  </a:lnTo>
                  <a:lnTo>
                    <a:pt x="6498229" y="2396604"/>
                  </a:lnTo>
                  <a:lnTo>
                    <a:pt x="6571989" y="2397277"/>
                  </a:lnTo>
                  <a:lnTo>
                    <a:pt x="6645749" y="2397948"/>
                  </a:lnTo>
                  <a:lnTo>
                    <a:pt x="6719509" y="2398619"/>
                  </a:lnTo>
                  <a:lnTo>
                    <a:pt x="6793269" y="2399290"/>
                  </a:lnTo>
                  <a:lnTo>
                    <a:pt x="6867029" y="2399960"/>
                  </a:lnTo>
                  <a:lnTo>
                    <a:pt x="6940789" y="2400630"/>
                  </a:lnTo>
                  <a:lnTo>
                    <a:pt x="7014550" y="2401299"/>
                  </a:lnTo>
                  <a:lnTo>
                    <a:pt x="7088310" y="2401967"/>
                  </a:lnTo>
                  <a:lnTo>
                    <a:pt x="7162070" y="2402635"/>
                  </a:lnTo>
                  <a:lnTo>
                    <a:pt x="7235830" y="2403302"/>
                  </a:lnTo>
                  <a:lnTo>
                    <a:pt x="7235830" y="3032242"/>
                  </a:lnTo>
                  <a:lnTo>
                    <a:pt x="7162070" y="3026378"/>
                  </a:lnTo>
                  <a:lnTo>
                    <a:pt x="7088310" y="3020348"/>
                  </a:lnTo>
                  <a:lnTo>
                    <a:pt x="7014550" y="3014146"/>
                  </a:lnTo>
                  <a:lnTo>
                    <a:pt x="6940789" y="3007767"/>
                  </a:lnTo>
                  <a:lnTo>
                    <a:pt x="6867029" y="3001207"/>
                  </a:lnTo>
                  <a:lnTo>
                    <a:pt x="6793269" y="2994459"/>
                  </a:lnTo>
                  <a:lnTo>
                    <a:pt x="6719509" y="2987520"/>
                  </a:lnTo>
                  <a:lnTo>
                    <a:pt x="6645749" y="2980382"/>
                  </a:lnTo>
                  <a:lnTo>
                    <a:pt x="6571989" y="2973042"/>
                  </a:lnTo>
                  <a:lnTo>
                    <a:pt x="6498229" y="2965492"/>
                  </a:lnTo>
                  <a:lnTo>
                    <a:pt x="6424469" y="2957727"/>
                  </a:lnTo>
                  <a:lnTo>
                    <a:pt x="6350709" y="2949741"/>
                  </a:lnTo>
                  <a:lnTo>
                    <a:pt x="6276949" y="2941527"/>
                  </a:lnTo>
                  <a:lnTo>
                    <a:pt x="6203189" y="2933079"/>
                  </a:lnTo>
                  <a:lnTo>
                    <a:pt x="6129429" y="2924391"/>
                  </a:lnTo>
                  <a:lnTo>
                    <a:pt x="6055669" y="2915455"/>
                  </a:lnTo>
                  <a:lnTo>
                    <a:pt x="5981909" y="2906265"/>
                  </a:lnTo>
                  <a:lnTo>
                    <a:pt x="5908149" y="2896812"/>
                  </a:lnTo>
                  <a:lnTo>
                    <a:pt x="5834389" y="2887091"/>
                  </a:lnTo>
                  <a:lnTo>
                    <a:pt x="5760629" y="2877092"/>
                  </a:lnTo>
                  <a:lnTo>
                    <a:pt x="5686869" y="2866809"/>
                  </a:lnTo>
                  <a:lnTo>
                    <a:pt x="5613109" y="2856232"/>
                  </a:lnTo>
                  <a:lnTo>
                    <a:pt x="5539349" y="2845354"/>
                  </a:lnTo>
                  <a:lnTo>
                    <a:pt x="5465589" y="2834167"/>
                  </a:lnTo>
                  <a:lnTo>
                    <a:pt x="5391829" y="2822660"/>
                  </a:lnTo>
                  <a:lnTo>
                    <a:pt x="5318069" y="2810826"/>
                  </a:lnTo>
                  <a:lnTo>
                    <a:pt x="5244309" y="2798655"/>
                  </a:lnTo>
                  <a:lnTo>
                    <a:pt x="5170549" y="2786137"/>
                  </a:lnTo>
                  <a:lnTo>
                    <a:pt x="5096789" y="2773262"/>
                  </a:lnTo>
                  <a:lnTo>
                    <a:pt x="5023029" y="2760020"/>
                  </a:lnTo>
                  <a:lnTo>
                    <a:pt x="4949269" y="2746402"/>
                  </a:lnTo>
                  <a:lnTo>
                    <a:pt x="4875509" y="2732395"/>
                  </a:lnTo>
                  <a:lnTo>
                    <a:pt x="4801749" y="2717989"/>
                  </a:lnTo>
                  <a:lnTo>
                    <a:pt x="4727989" y="2703173"/>
                  </a:lnTo>
                  <a:lnTo>
                    <a:pt x="4654229" y="2687934"/>
                  </a:lnTo>
                  <a:lnTo>
                    <a:pt x="4580469" y="2672262"/>
                  </a:lnTo>
                  <a:lnTo>
                    <a:pt x="4506709" y="2656143"/>
                  </a:lnTo>
                  <a:lnTo>
                    <a:pt x="4432949" y="2639564"/>
                  </a:lnTo>
                  <a:lnTo>
                    <a:pt x="4359189" y="2622514"/>
                  </a:lnTo>
                  <a:lnTo>
                    <a:pt x="4285429" y="2604977"/>
                  </a:lnTo>
                  <a:lnTo>
                    <a:pt x="4211669" y="2586941"/>
                  </a:lnTo>
                  <a:lnTo>
                    <a:pt x="4137909" y="2568392"/>
                  </a:lnTo>
                  <a:lnTo>
                    <a:pt x="4064149" y="2549313"/>
                  </a:lnTo>
                  <a:lnTo>
                    <a:pt x="3990388" y="2529691"/>
                  </a:lnTo>
                  <a:lnTo>
                    <a:pt x="3916628" y="2509511"/>
                  </a:lnTo>
                  <a:lnTo>
                    <a:pt x="3842868" y="2488755"/>
                  </a:lnTo>
                  <a:lnTo>
                    <a:pt x="3769108" y="2467408"/>
                  </a:lnTo>
                  <a:lnTo>
                    <a:pt x="3695348" y="2445452"/>
                  </a:lnTo>
                  <a:lnTo>
                    <a:pt x="3621588" y="2422871"/>
                  </a:lnTo>
                  <a:lnTo>
                    <a:pt x="3547828" y="2399647"/>
                  </a:lnTo>
                  <a:lnTo>
                    <a:pt x="3474068" y="2375761"/>
                  </a:lnTo>
                  <a:lnTo>
                    <a:pt x="3400308" y="2367880"/>
                  </a:lnTo>
                  <a:lnTo>
                    <a:pt x="3326548" y="2367185"/>
                  </a:lnTo>
                  <a:lnTo>
                    <a:pt x="3252788" y="2366488"/>
                  </a:lnTo>
                  <a:lnTo>
                    <a:pt x="3179028" y="2365791"/>
                  </a:lnTo>
                  <a:lnTo>
                    <a:pt x="3105268" y="2365094"/>
                  </a:lnTo>
                  <a:lnTo>
                    <a:pt x="3031508" y="2364396"/>
                  </a:lnTo>
                  <a:lnTo>
                    <a:pt x="2957748" y="2363698"/>
                  </a:lnTo>
                  <a:lnTo>
                    <a:pt x="2883988" y="2362998"/>
                  </a:lnTo>
                  <a:lnTo>
                    <a:pt x="2810228" y="2362299"/>
                  </a:lnTo>
                  <a:lnTo>
                    <a:pt x="2736468" y="2361599"/>
                  </a:lnTo>
                  <a:lnTo>
                    <a:pt x="2662708" y="2360898"/>
                  </a:lnTo>
                  <a:lnTo>
                    <a:pt x="2588948" y="2360197"/>
                  </a:lnTo>
                  <a:lnTo>
                    <a:pt x="2515188" y="2359495"/>
                  </a:lnTo>
                  <a:lnTo>
                    <a:pt x="2441428" y="2358792"/>
                  </a:lnTo>
                  <a:lnTo>
                    <a:pt x="2367668" y="2358089"/>
                  </a:lnTo>
                  <a:lnTo>
                    <a:pt x="2293908" y="2357386"/>
                  </a:lnTo>
                  <a:lnTo>
                    <a:pt x="2220148" y="2356682"/>
                  </a:lnTo>
                  <a:lnTo>
                    <a:pt x="2146388" y="2355977"/>
                  </a:lnTo>
                  <a:lnTo>
                    <a:pt x="2072628" y="2355272"/>
                  </a:lnTo>
                  <a:lnTo>
                    <a:pt x="1998868" y="2354566"/>
                  </a:lnTo>
                  <a:lnTo>
                    <a:pt x="1925108" y="2353860"/>
                  </a:lnTo>
                  <a:lnTo>
                    <a:pt x="1851348" y="2353153"/>
                  </a:lnTo>
                  <a:lnTo>
                    <a:pt x="1777588" y="2352445"/>
                  </a:lnTo>
                  <a:lnTo>
                    <a:pt x="1703828" y="2351737"/>
                  </a:lnTo>
                  <a:lnTo>
                    <a:pt x="1630068" y="2351028"/>
                  </a:lnTo>
                  <a:lnTo>
                    <a:pt x="1556308" y="2350319"/>
                  </a:lnTo>
                  <a:lnTo>
                    <a:pt x="1482548" y="2349609"/>
                  </a:lnTo>
                  <a:lnTo>
                    <a:pt x="1408788" y="2348899"/>
                  </a:lnTo>
                  <a:lnTo>
                    <a:pt x="1335028" y="2348188"/>
                  </a:lnTo>
                  <a:lnTo>
                    <a:pt x="1261268" y="2347477"/>
                  </a:lnTo>
                  <a:lnTo>
                    <a:pt x="1187508" y="2346765"/>
                  </a:lnTo>
                  <a:lnTo>
                    <a:pt x="1113747" y="2346052"/>
                  </a:lnTo>
                  <a:lnTo>
                    <a:pt x="1039987" y="2345339"/>
                  </a:lnTo>
                  <a:lnTo>
                    <a:pt x="966227" y="2344625"/>
                  </a:lnTo>
                  <a:lnTo>
                    <a:pt x="892467" y="2343911"/>
                  </a:lnTo>
                  <a:lnTo>
                    <a:pt x="818707" y="2343196"/>
                  </a:lnTo>
                  <a:lnTo>
                    <a:pt x="744947" y="2342480"/>
                  </a:lnTo>
                  <a:lnTo>
                    <a:pt x="671187" y="2341764"/>
                  </a:lnTo>
                  <a:lnTo>
                    <a:pt x="597427" y="2341048"/>
                  </a:lnTo>
                  <a:lnTo>
                    <a:pt x="523667" y="2340331"/>
                  </a:lnTo>
                  <a:lnTo>
                    <a:pt x="449907" y="2339613"/>
                  </a:lnTo>
                  <a:lnTo>
                    <a:pt x="376147" y="2338895"/>
                  </a:lnTo>
                  <a:lnTo>
                    <a:pt x="302387" y="2338176"/>
                  </a:lnTo>
                  <a:lnTo>
                    <a:pt x="228627" y="2337456"/>
                  </a:lnTo>
                  <a:lnTo>
                    <a:pt x="154867" y="2336736"/>
                  </a:lnTo>
                  <a:lnTo>
                    <a:pt x="81107" y="2336015"/>
                  </a:lnTo>
                  <a:lnTo>
                    <a:pt x="7347" y="2335294"/>
                  </a:lnTo>
                  <a:lnTo>
                    <a:pt x="0" y="2335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11165"/>
              <a:ext cx="7235830" cy="2403302"/>
            </a:xfrm>
            <a:custGeom>
              <a:avLst/>
              <a:pathLst>
                <a:path w="7235830" h="2403302">
                  <a:moveTo>
                    <a:pt x="0" y="0"/>
                  </a:moveTo>
                  <a:lnTo>
                    <a:pt x="7347" y="9163"/>
                  </a:lnTo>
                  <a:lnTo>
                    <a:pt x="81107" y="98606"/>
                  </a:lnTo>
                  <a:lnTo>
                    <a:pt x="154867" y="185571"/>
                  </a:lnTo>
                  <a:lnTo>
                    <a:pt x="228627" y="270126"/>
                  </a:lnTo>
                  <a:lnTo>
                    <a:pt x="302387" y="352340"/>
                  </a:lnTo>
                  <a:lnTo>
                    <a:pt x="376147" y="432276"/>
                  </a:lnTo>
                  <a:lnTo>
                    <a:pt x="449907" y="509998"/>
                  </a:lnTo>
                  <a:lnTo>
                    <a:pt x="523667" y="585567"/>
                  </a:lnTo>
                  <a:lnTo>
                    <a:pt x="597427" y="659043"/>
                  </a:lnTo>
                  <a:lnTo>
                    <a:pt x="671187" y="730483"/>
                  </a:lnTo>
                  <a:lnTo>
                    <a:pt x="744947" y="799945"/>
                  </a:lnTo>
                  <a:lnTo>
                    <a:pt x="818707" y="867482"/>
                  </a:lnTo>
                  <a:lnTo>
                    <a:pt x="892467" y="933148"/>
                  </a:lnTo>
                  <a:lnTo>
                    <a:pt x="966227" y="996996"/>
                  </a:lnTo>
                  <a:lnTo>
                    <a:pt x="1039987" y="1059074"/>
                  </a:lnTo>
                  <a:lnTo>
                    <a:pt x="1113747" y="1119433"/>
                  </a:lnTo>
                  <a:lnTo>
                    <a:pt x="1187508" y="1178121"/>
                  </a:lnTo>
                  <a:lnTo>
                    <a:pt x="1261268" y="1235182"/>
                  </a:lnTo>
                  <a:lnTo>
                    <a:pt x="1335028" y="1290663"/>
                  </a:lnTo>
                  <a:lnTo>
                    <a:pt x="1408788" y="1344607"/>
                  </a:lnTo>
                  <a:lnTo>
                    <a:pt x="1482548" y="1397056"/>
                  </a:lnTo>
                  <a:lnTo>
                    <a:pt x="1556308" y="1448053"/>
                  </a:lnTo>
                  <a:lnTo>
                    <a:pt x="1630068" y="1497637"/>
                  </a:lnTo>
                  <a:lnTo>
                    <a:pt x="1703828" y="1545848"/>
                  </a:lnTo>
                  <a:lnTo>
                    <a:pt x="1777588" y="1592723"/>
                  </a:lnTo>
                  <a:lnTo>
                    <a:pt x="1851348" y="1638300"/>
                  </a:lnTo>
                  <a:lnTo>
                    <a:pt x="1925108" y="1682614"/>
                  </a:lnTo>
                  <a:lnTo>
                    <a:pt x="1998868" y="1725700"/>
                  </a:lnTo>
                  <a:lnTo>
                    <a:pt x="2072628" y="1767593"/>
                  </a:lnTo>
                  <a:lnTo>
                    <a:pt x="2146388" y="1808326"/>
                  </a:lnTo>
                  <a:lnTo>
                    <a:pt x="2220148" y="1847930"/>
                  </a:lnTo>
                  <a:lnTo>
                    <a:pt x="2293908" y="1886437"/>
                  </a:lnTo>
                  <a:lnTo>
                    <a:pt x="2367668" y="1923878"/>
                  </a:lnTo>
                  <a:lnTo>
                    <a:pt x="2441428" y="1960281"/>
                  </a:lnTo>
                  <a:lnTo>
                    <a:pt x="2515188" y="1995676"/>
                  </a:lnTo>
                  <a:lnTo>
                    <a:pt x="2588948" y="2030091"/>
                  </a:lnTo>
                  <a:lnTo>
                    <a:pt x="2662708" y="2063552"/>
                  </a:lnTo>
                  <a:lnTo>
                    <a:pt x="2736468" y="2096086"/>
                  </a:lnTo>
                  <a:lnTo>
                    <a:pt x="2810228" y="2127719"/>
                  </a:lnTo>
                  <a:lnTo>
                    <a:pt x="2883988" y="2158476"/>
                  </a:lnTo>
                  <a:lnTo>
                    <a:pt x="2957748" y="2188381"/>
                  </a:lnTo>
                  <a:lnTo>
                    <a:pt x="3031508" y="2217457"/>
                  </a:lnTo>
                  <a:lnTo>
                    <a:pt x="3105268" y="2245728"/>
                  </a:lnTo>
                  <a:lnTo>
                    <a:pt x="3179028" y="2273216"/>
                  </a:lnTo>
                  <a:lnTo>
                    <a:pt x="3252788" y="2299943"/>
                  </a:lnTo>
                  <a:lnTo>
                    <a:pt x="3326548" y="2325929"/>
                  </a:lnTo>
                  <a:lnTo>
                    <a:pt x="3400308" y="2351195"/>
                  </a:lnTo>
                  <a:lnTo>
                    <a:pt x="3474068" y="2368575"/>
                  </a:lnTo>
                  <a:lnTo>
                    <a:pt x="3547828" y="2369270"/>
                  </a:lnTo>
                  <a:lnTo>
                    <a:pt x="3621588" y="2369964"/>
                  </a:lnTo>
                  <a:lnTo>
                    <a:pt x="3695348" y="2370658"/>
                  </a:lnTo>
                  <a:lnTo>
                    <a:pt x="3769108" y="2371351"/>
                  </a:lnTo>
                  <a:lnTo>
                    <a:pt x="3842868" y="2372043"/>
                  </a:lnTo>
                  <a:lnTo>
                    <a:pt x="3916628" y="2372735"/>
                  </a:lnTo>
                  <a:lnTo>
                    <a:pt x="3990388" y="2373426"/>
                  </a:lnTo>
                  <a:lnTo>
                    <a:pt x="4064149" y="2374117"/>
                  </a:lnTo>
                  <a:lnTo>
                    <a:pt x="4137909" y="2374807"/>
                  </a:lnTo>
                  <a:lnTo>
                    <a:pt x="4211669" y="2375497"/>
                  </a:lnTo>
                  <a:lnTo>
                    <a:pt x="4285429" y="2376186"/>
                  </a:lnTo>
                  <a:lnTo>
                    <a:pt x="4359189" y="2376874"/>
                  </a:lnTo>
                  <a:lnTo>
                    <a:pt x="4432949" y="2377562"/>
                  </a:lnTo>
                  <a:lnTo>
                    <a:pt x="4506709" y="2378250"/>
                  </a:lnTo>
                  <a:lnTo>
                    <a:pt x="4580469" y="2378937"/>
                  </a:lnTo>
                  <a:lnTo>
                    <a:pt x="4654229" y="2379623"/>
                  </a:lnTo>
                  <a:lnTo>
                    <a:pt x="4727989" y="2380309"/>
                  </a:lnTo>
                  <a:lnTo>
                    <a:pt x="4801749" y="2380994"/>
                  </a:lnTo>
                  <a:lnTo>
                    <a:pt x="4875509" y="2381679"/>
                  </a:lnTo>
                  <a:lnTo>
                    <a:pt x="4949269" y="2382363"/>
                  </a:lnTo>
                  <a:lnTo>
                    <a:pt x="5023029" y="2383046"/>
                  </a:lnTo>
                  <a:lnTo>
                    <a:pt x="5096789" y="2383729"/>
                  </a:lnTo>
                  <a:lnTo>
                    <a:pt x="5170549" y="2384412"/>
                  </a:lnTo>
                  <a:lnTo>
                    <a:pt x="5244309" y="2385094"/>
                  </a:lnTo>
                  <a:lnTo>
                    <a:pt x="5318069" y="2385775"/>
                  </a:lnTo>
                  <a:lnTo>
                    <a:pt x="5391829" y="2386456"/>
                  </a:lnTo>
                  <a:lnTo>
                    <a:pt x="5465589" y="2387137"/>
                  </a:lnTo>
                  <a:lnTo>
                    <a:pt x="5539349" y="2387816"/>
                  </a:lnTo>
                  <a:lnTo>
                    <a:pt x="5613109" y="2388496"/>
                  </a:lnTo>
                  <a:lnTo>
                    <a:pt x="5686869" y="2389174"/>
                  </a:lnTo>
                  <a:lnTo>
                    <a:pt x="5760629" y="2389852"/>
                  </a:lnTo>
                  <a:lnTo>
                    <a:pt x="5834389" y="2390530"/>
                  </a:lnTo>
                  <a:lnTo>
                    <a:pt x="5908149" y="2391207"/>
                  </a:lnTo>
                  <a:lnTo>
                    <a:pt x="5981909" y="2391884"/>
                  </a:lnTo>
                  <a:lnTo>
                    <a:pt x="6055669" y="2392560"/>
                  </a:lnTo>
                  <a:lnTo>
                    <a:pt x="6129429" y="2393235"/>
                  </a:lnTo>
                  <a:lnTo>
                    <a:pt x="6203189" y="2393910"/>
                  </a:lnTo>
                  <a:lnTo>
                    <a:pt x="6276949" y="2394584"/>
                  </a:lnTo>
                  <a:lnTo>
                    <a:pt x="6350709" y="2395258"/>
                  </a:lnTo>
                  <a:lnTo>
                    <a:pt x="6424469" y="2395932"/>
                  </a:lnTo>
                  <a:lnTo>
                    <a:pt x="6498229" y="2396604"/>
                  </a:lnTo>
                  <a:lnTo>
                    <a:pt x="6571989" y="2397277"/>
                  </a:lnTo>
                  <a:lnTo>
                    <a:pt x="6645749" y="2397948"/>
                  </a:lnTo>
                  <a:lnTo>
                    <a:pt x="6719509" y="2398619"/>
                  </a:lnTo>
                  <a:lnTo>
                    <a:pt x="6793269" y="2399290"/>
                  </a:lnTo>
                  <a:lnTo>
                    <a:pt x="6867029" y="2399960"/>
                  </a:lnTo>
                  <a:lnTo>
                    <a:pt x="6940789" y="2400630"/>
                  </a:lnTo>
                  <a:lnTo>
                    <a:pt x="7014550" y="2401299"/>
                  </a:lnTo>
                  <a:lnTo>
                    <a:pt x="7088310" y="2401967"/>
                  </a:lnTo>
                  <a:lnTo>
                    <a:pt x="7162070" y="2402635"/>
                  </a:lnTo>
                  <a:lnTo>
                    <a:pt x="7235830" y="2403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46388"/>
              <a:ext cx="7235830" cy="697019"/>
            </a:xfrm>
            <a:custGeom>
              <a:avLst/>
              <a:pathLst>
                <a:path w="7235830" h="697019">
                  <a:moveTo>
                    <a:pt x="7235830" y="697019"/>
                  </a:moveTo>
                  <a:lnTo>
                    <a:pt x="7162070" y="691155"/>
                  </a:lnTo>
                  <a:lnTo>
                    <a:pt x="7088310" y="685125"/>
                  </a:lnTo>
                  <a:lnTo>
                    <a:pt x="7014550" y="678923"/>
                  </a:lnTo>
                  <a:lnTo>
                    <a:pt x="6940789" y="672544"/>
                  </a:lnTo>
                  <a:lnTo>
                    <a:pt x="6867029" y="665984"/>
                  </a:lnTo>
                  <a:lnTo>
                    <a:pt x="6793269" y="659236"/>
                  </a:lnTo>
                  <a:lnTo>
                    <a:pt x="6719509" y="652297"/>
                  </a:lnTo>
                  <a:lnTo>
                    <a:pt x="6645749" y="645159"/>
                  </a:lnTo>
                  <a:lnTo>
                    <a:pt x="6571989" y="637819"/>
                  </a:lnTo>
                  <a:lnTo>
                    <a:pt x="6498229" y="630269"/>
                  </a:lnTo>
                  <a:lnTo>
                    <a:pt x="6424469" y="622504"/>
                  </a:lnTo>
                  <a:lnTo>
                    <a:pt x="6350709" y="614518"/>
                  </a:lnTo>
                  <a:lnTo>
                    <a:pt x="6276949" y="606304"/>
                  </a:lnTo>
                  <a:lnTo>
                    <a:pt x="6203189" y="597856"/>
                  </a:lnTo>
                  <a:lnTo>
                    <a:pt x="6129429" y="589168"/>
                  </a:lnTo>
                  <a:lnTo>
                    <a:pt x="6055669" y="580232"/>
                  </a:lnTo>
                  <a:lnTo>
                    <a:pt x="5981909" y="571042"/>
                  </a:lnTo>
                  <a:lnTo>
                    <a:pt x="5908149" y="561589"/>
                  </a:lnTo>
                  <a:lnTo>
                    <a:pt x="5834389" y="551868"/>
                  </a:lnTo>
                  <a:lnTo>
                    <a:pt x="5760629" y="541869"/>
                  </a:lnTo>
                  <a:lnTo>
                    <a:pt x="5686869" y="531586"/>
                  </a:lnTo>
                  <a:lnTo>
                    <a:pt x="5613109" y="521009"/>
                  </a:lnTo>
                  <a:lnTo>
                    <a:pt x="5539349" y="510132"/>
                  </a:lnTo>
                  <a:lnTo>
                    <a:pt x="5465589" y="498944"/>
                  </a:lnTo>
                  <a:lnTo>
                    <a:pt x="5391829" y="487438"/>
                  </a:lnTo>
                  <a:lnTo>
                    <a:pt x="5318069" y="475603"/>
                  </a:lnTo>
                  <a:lnTo>
                    <a:pt x="5244309" y="463432"/>
                  </a:lnTo>
                  <a:lnTo>
                    <a:pt x="5170549" y="450914"/>
                  </a:lnTo>
                  <a:lnTo>
                    <a:pt x="5096789" y="438039"/>
                  </a:lnTo>
                  <a:lnTo>
                    <a:pt x="5023029" y="424798"/>
                  </a:lnTo>
                  <a:lnTo>
                    <a:pt x="4949269" y="411179"/>
                  </a:lnTo>
                  <a:lnTo>
                    <a:pt x="4875509" y="397172"/>
                  </a:lnTo>
                  <a:lnTo>
                    <a:pt x="4801749" y="382766"/>
                  </a:lnTo>
                  <a:lnTo>
                    <a:pt x="4727989" y="367950"/>
                  </a:lnTo>
                  <a:lnTo>
                    <a:pt x="4654229" y="352711"/>
                  </a:lnTo>
                  <a:lnTo>
                    <a:pt x="4580469" y="337039"/>
                  </a:lnTo>
                  <a:lnTo>
                    <a:pt x="4506709" y="320920"/>
                  </a:lnTo>
                  <a:lnTo>
                    <a:pt x="4432949" y="304342"/>
                  </a:lnTo>
                  <a:lnTo>
                    <a:pt x="4359189" y="287291"/>
                  </a:lnTo>
                  <a:lnTo>
                    <a:pt x="4285429" y="269755"/>
                  </a:lnTo>
                  <a:lnTo>
                    <a:pt x="4211669" y="251719"/>
                  </a:lnTo>
                  <a:lnTo>
                    <a:pt x="4137909" y="233169"/>
                  </a:lnTo>
                  <a:lnTo>
                    <a:pt x="4064149" y="214090"/>
                  </a:lnTo>
                  <a:lnTo>
                    <a:pt x="3990388" y="194469"/>
                  </a:lnTo>
                  <a:lnTo>
                    <a:pt x="3916628" y="174288"/>
                  </a:lnTo>
                  <a:lnTo>
                    <a:pt x="3842868" y="153532"/>
                  </a:lnTo>
                  <a:lnTo>
                    <a:pt x="3769108" y="132185"/>
                  </a:lnTo>
                  <a:lnTo>
                    <a:pt x="3695348" y="110229"/>
                  </a:lnTo>
                  <a:lnTo>
                    <a:pt x="3621588" y="87649"/>
                  </a:lnTo>
                  <a:lnTo>
                    <a:pt x="3547828" y="64424"/>
                  </a:lnTo>
                  <a:lnTo>
                    <a:pt x="3474068" y="40538"/>
                  </a:lnTo>
                  <a:lnTo>
                    <a:pt x="3400308" y="32657"/>
                  </a:lnTo>
                  <a:lnTo>
                    <a:pt x="3326548" y="31962"/>
                  </a:lnTo>
                  <a:lnTo>
                    <a:pt x="3252788" y="31265"/>
                  </a:lnTo>
                  <a:lnTo>
                    <a:pt x="3179028" y="30569"/>
                  </a:lnTo>
                  <a:lnTo>
                    <a:pt x="3105268" y="29871"/>
                  </a:lnTo>
                  <a:lnTo>
                    <a:pt x="3031508" y="29173"/>
                  </a:lnTo>
                  <a:lnTo>
                    <a:pt x="2957748" y="28475"/>
                  </a:lnTo>
                  <a:lnTo>
                    <a:pt x="2883988" y="27776"/>
                  </a:lnTo>
                  <a:lnTo>
                    <a:pt x="2810228" y="27076"/>
                  </a:lnTo>
                  <a:lnTo>
                    <a:pt x="2736468" y="26376"/>
                  </a:lnTo>
                  <a:lnTo>
                    <a:pt x="2662708" y="25675"/>
                  </a:lnTo>
                  <a:lnTo>
                    <a:pt x="2588948" y="24974"/>
                  </a:lnTo>
                  <a:lnTo>
                    <a:pt x="2515188" y="24272"/>
                  </a:lnTo>
                  <a:lnTo>
                    <a:pt x="2441428" y="23569"/>
                  </a:lnTo>
                  <a:lnTo>
                    <a:pt x="2367668" y="22866"/>
                  </a:lnTo>
                  <a:lnTo>
                    <a:pt x="2293908" y="22163"/>
                  </a:lnTo>
                  <a:lnTo>
                    <a:pt x="2220148" y="21459"/>
                  </a:lnTo>
                  <a:lnTo>
                    <a:pt x="2146388" y="20754"/>
                  </a:lnTo>
                  <a:lnTo>
                    <a:pt x="2072628" y="20049"/>
                  </a:lnTo>
                  <a:lnTo>
                    <a:pt x="1998868" y="19343"/>
                  </a:lnTo>
                  <a:lnTo>
                    <a:pt x="1925108" y="18637"/>
                  </a:lnTo>
                  <a:lnTo>
                    <a:pt x="1851348" y="17930"/>
                  </a:lnTo>
                  <a:lnTo>
                    <a:pt x="1777588" y="17222"/>
                  </a:lnTo>
                  <a:lnTo>
                    <a:pt x="1703828" y="16514"/>
                  </a:lnTo>
                  <a:lnTo>
                    <a:pt x="1630068" y="15806"/>
                  </a:lnTo>
                  <a:lnTo>
                    <a:pt x="1556308" y="15096"/>
                  </a:lnTo>
                  <a:lnTo>
                    <a:pt x="1482548" y="14387"/>
                  </a:lnTo>
                  <a:lnTo>
                    <a:pt x="1408788" y="13676"/>
                  </a:lnTo>
                  <a:lnTo>
                    <a:pt x="1335028" y="12965"/>
                  </a:lnTo>
                  <a:lnTo>
                    <a:pt x="1261268" y="12254"/>
                  </a:lnTo>
                  <a:lnTo>
                    <a:pt x="1187508" y="11542"/>
                  </a:lnTo>
                  <a:lnTo>
                    <a:pt x="1113747" y="10829"/>
                  </a:lnTo>
                  <a:lnTo>
                    <a:pt x="1039987" y="10116"/>
                  </a:lnTo>
                  <a:lnTo>
                    <a:pt x="966227" y="9402"/>
                  </a:lnTo>
                  <a:lnTo>
                    <a:pt x="892467" y="8688"/>
                  </a:lnTo>
                  <a:lnTo>
                    <a:pt x="818707" y="7973"/>
                  </a:lnTo>
                  <a:lnTo>
                    <a:pt x="744947" y="7258"/>
                  </a:lnTo>
                  <a:lnTo>
                    <a:pt x="671187" y="6542"/>
                  </a:lnTo>
                  <a:lnTo>
                    <a:pt x="597427" y="5825"/>
                  </a:lnTo>
                  <a:lnTo>
                    <a:pt x="523667" y="5108"/>
                  </a:lnTo>
                  <a:lnTo>
                    <a:pt x="449907" y="4390"/>
                  </a:lnTo>
                  <a:lnTo>
                    <a:pt x="376147" y="3672"/>
                  </a:lnTo>
                  <a:lnTo>
                    <a:pt x="302387" y="2953"/>
                  </a:lnTo>
                  <a:lnTo>
                    <a:pt x="228627" y="2233"/>
                  </a:lnTo>
                  <a:lnTo>
                    <a:pt x="154867" y="1513"/>
                  </a:lnTo>
                  <a:lnTo>
                    <a:pt x="81107" y="793"/>
                  </a:lnTo>
                  <a:lnTo>
                    <a:pt x="7347" y="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39436"/>
              <a:ext cx="7235830" cy="1295296"/>
            </a:xfrm>
            <a:custGeom>
              <a:avLst/>
              <a:pathLst>
                <a:path w="7235830" h="1295296">
                  <a:moveTo>
                    <a:pt x="0" y="0"/>
                  </a:moveTo>
                  <a:lnTo>
                    <a:pt x="7347" y="2474"/>
                  </a:lnTo>
                  <a:lnTo>
                    <a:pt x="81107" y="26960"/>
                  </a:lnTo>
                  <a:lnTo>
                    <a:pt x="154867" y="51094"/>
                  </a:lnTo>
                  <a:lnTo>
                    <a:pt x="228627" y="74882"/>
                  </a:lnTo>
                  <a:lnTo>
                    <a:pt x="302387" y="98329"/>
                  </a:lnTo>
                  <a:lnTo>
                    <a:pt x="376147" y="121440"/>
                  </a:lnTo>
                  <a:lnTo>
                    <a:pt x="449907" y="144219"/>
                  </a:lnTo>
                  <a:lnTo>
                    <a:pt x="523667" y="166671"/>
                  </a:lnTo>
                  <a:lnTo>
                    <a:pt x="597427" y="188802"/>
                  </a:lnTo>
                  <a:lnTo>
                    <a:pt x="671187" y="210615"/>
                  </a:lnTo>
                  <a:lnTo>
                    <a:pt x="744947" y="232115"/>
                  </a:lnTo>
                  <a:lnTo>
                    <a:pt x="818707" y="253307"/>
                  </a:lnTo>
                  <a:lnTo>
                    <a:pt x="892467" y="274195"/>
                  </a:lnTo>
                  <a:lnTo>
                    <a:pt x="966227" y="294784"/>
                  </a:lnTo>
                  <a:lnTo>
                    <a:pt x="1039987" y="315077"/>
                  </a:lnTo>
                  <a:lnTo>
                    <a:pt x="1113747" y="335079"/>
                  </a:lnTo>
                  <a:lnTo>
                    <a:pt x="1187508" y="354795"/>
                  </a:lnTo>
                  <a:lnTo>
                    <a:pt x="1261268" y="374227"/>
                  </a:lnTo>
                  <a:lnTo>
                    <a:pt x="1335028" y="393381"/>
                  </a:lnTo>
                  <a:lnTo>
                    <a:pt x="1408788" y="412260"/>
                  </a:lnTo>
                  <a:lnTo>
                    <a:pt x="1482548" y="430868"/>
                  </a:lnTo>
                  <a:lnTo>
                    <a:pt x="1556308" y="449210"/>
                  </a:lnTo>
                  <a:lnTo>
                    <a:pt x="1630068" y="467289"/>
                  </a:lnTo>
                  <a:lnTo>
                    <a:pt x="1703828" y="485108"/>
                  </a:lnTo>
                  <a:lnTo>
                    <a:pt x="1777588" y="502671"/>
                  </a:lnTo>
                  <a:lnTo>
                    <a:pt x="1851348" y="519983"/>
                  </a:lnTo>
                  <a:lnTo>
                    <a:pt x="1925108" y="537047"/>
                  </a:lnTo>
                  <a:lnTo>
                    <a:pt x="1998868" y="553865"/>
                  </a:lnTo>
                  <a:lnTo>
                    <a:pt x="2072628" y="570443"/>
                  </a:lnTo>
                  <a:lnTo>
                    <a:pt x="2146388" y="586783"/>
                  </a:lnTo>
                  <a:lnTo>
                    <a:pt x="2220148" y="602888"/>
                  </a:lnTo>
                  <a:lnTo>
                    <a:pt x="2293908" y="618763"/>
                  </a:lnTo>
                  <a:lnTo>
                    <a:pt x="2367668" y="634410"/>
                  </a:lnTo>
                  <a:lnTo>
                    <a:pt x="2441428" y="649832"/>
                  </a:lnTo>
                  <a:lnTo>
                    <a:pt x="2515188" y="665033"/>
                  </a:lnTo>
                  <a:lnTo>
                    <a:pt x="2588948" y="680016"/>
                  </a:lnTo>
                  <a:lnTo>
                    <a:pt x="2662708" y="694785"/>
                  </a:lnTo>
                  <a:lnTo>
                    <a:pt x="2736468" y="709341"/>
                  </a:lnTo>
                  <a:lnTo>
                    <a:pt x="2810228" y="723689"/>
                  </a:lnTo>
                  <a:lnTo>
                    <a:pt x="2883988" y="737831"/>
                  </a:lnTo>
                  <a:lnTo>
                    <a:pt x="2957748" y="751770"/>
                  </a:lnTo>
                  <a:lnTo>
                    <a:pt x="3031508" y="765510"/>
                  </a:lnTo>
                  <a:lnTo>
                    <a:pt x="3105268" y="779052"/>
                  </a:lnTo>
                  <a:lnTo>
                    <a:pt x="3179028" y="792400"/>
                  </a:lnTo>
                  <a:lnTo>
                    <a:pt x="3252788" y="805556"/>
                  </a:lnTo>
                  <a:lnTo>
                    <a:pt x="3326548" y="818524"/>
                  </a:lnTo>
                  <a:lnTo>
                    <a:pt x="3400308" y="831306"/>
                  </a:lnTo>
                  <a:lnTo>
                    <a:pt x="3474068" y="843905"/>
                  </a:lnTo>
                  <a:lnTo>
                    <a:pt x="3547828" y="856323"/>
                  </a:lnTo>
                  <a:lnTo>
                    <a:pt x="3621588" y="868563"/>
                  </a:lnTo>
                  <a:lnTo>
                    <a:pt x="3695348" y="880627"/>
                  </a:lnTo>
                  <a:lnTo>
                    <a:pt x="3769108" y="892518"/>
                  </a:lnTo>
                  <a:lnTo>
                    <a:pt x="3842868" y="904239"/>
                  </a:lnTo>
                  <a:lnTo>
                    <a:pt x="3916628" y="915791"/>
                  </a:lnTo>
                  <a:lnTo>
                    <a:pt x="3990388" y="927178"/>
                  </a:lnTo>
                  <a:lnTo>
                    <a:pt x="4064149" y="938402"/>
                  </a:lnTo>
                  <a:lnTo>
                    <a:pt x="4137909" y="949465"/>
                  </a:lnTo>
                  <a:lnTo>
                    <a:pt x="4211669" y="960369"/>
                  </a:lnTo>
                  <a:lnTo>
                    <a:pt x="4285429" y="971116"/>
                  </a:lnTo>
                  <a:lnTo>
                    <a:pt x="4359189" y="981710"/>
                  </a:lnTo>
                  <a:lnTo>
                    <a:pt x="4432949" y="992151"/>
                  </a:lnTo>
                  <a:lnTo>
                    <a:pt x="4506709" y="1002443"/>
                  </a:lnTo>
                  <a:lnTo>
                    <a:pt x="4580469" y="1012587"/>
                  </a:lnTo>
                  <a:lnTo>
                    <a:pt x="4654229" y="1022586"/>
                  </a:lnTo>
                  <a:lnTo>
                    <a:pt x="4727989" y="1032442"/>
                  </a:lnTo>
                  <a:lnTo>
                    <a:pt x="4801749" y="1042155"/>
                  </a:lnTo>
                  <a:lnTo>
                    <a:pt x="4875509" y="1051730"/>
                  </a:lnTo>
                  <a:lnTo>
                    <a:pt x="4949269" y="1061168"/>
                  </a:lnTo>
                  <a:lnTo>
                    <a:pt x="5023029" y="1070470"/>
                  </a:lnTo>
                  <a:lnTo>
                    <a:pt x="5096789" y="1079638"/>
                  </a:lnTo>
                  <a:lnTo>
                    <a:pt x="5170549" y="1088675"/>
                  </a:lnTo>
                  <a:lnTo>
                    <a:pt x="5244309" y="1097583"/>
                  </a:lnTo>
                  <a:lnTo>
                    <a:pt x="5318069" y="1106363"/>
                  </a:lnTo>
                  <a:lnTo>
                    <a:pt x="5391829" y="1115016"/>
                  </a:lnTo>
                  <a:lnTo>
                    <a:pt x="5465589" y="1123546"/>
                  </a:lnTo>
                  <a:lnTo>
                    <a:pt x="5539349" y="1131954"/>
                  </a:lnTo>
                  <a:lnTo>
                    <a:pt x="5613109" y="1140240"/>
                  </a:lnTo>
                  <a:lnTo>
                    <a:pt x="5686869" y="1148408"/>
                  </a:lnTo>
                  <a:lnTo>
                    <a:pt x="5760629" y="1156459"/>
                  </a:lnTo>
                  <a:lnTo>
                    <a:pt x="5834389" y="1164395"/>
                  </a:lnTo>
                  <a:lnTo>
                    <a:pt x="5908149" y="1172216"/>
                  </a:lnTo>
                  <a:lnTo>
                    <a:pt x="5981909" y="1179926"/>
                  </a:lnTo>
                  <a:lnTo>
                    <a:pt x="6055669" y="1187524"/>
                  </a:lnTo>
                  <a:lnTo>
                    <a:pt x="6129429" y="1195014"/>
                  </a:lnTo>
                  <a:lnTo>
                    <a:pt x="6203189" y="1202397"/>
                  </a:lnTo>
                  <a:lnTo>
                    <a:pt x="6276949" y="1209673"/>
                  </a:lnTo>
                  <a:lnTo>
                    <a:pt x="6350709" y="1216845"/>
                  </a:lnTo>
                  <a:lnTo>
                    <a:pt x="6424469" y="1223915"/>
                  </a:lnTo>
                  <a:lnTo>
                    <a:pt x="6498229" y="1230883"/>
                  </a:lnTo>
                  <a:lnTo>
                    <a:pt x="6571989" y="1237751"/>
                  </a:lnTo>
                  <a:lnTo>
                    <a:pt x="6645749" y="1244520"/>
                  </a:lnTo>
                  <a:lnTo>
                    <a:pt x="6719509" y="1251193"/>
                  </a:lnTo>
                  <a:lnTo>
                    <a:pt x="6793269" y="1257769"/>
                  </a:lnTo>
                  <a:lnTo>
                    <a:pt x="6867029" y="1264252"/>
                  </a:lnTo>
                  <a:lnTo>
                    <a:pt x="6940789" y="1270641"/>
                  </a:lnTo>
                  <a:lnTo>
                    <a:pt x="7014550" y="1276939"/>
                  </a:lnTo>
                  <a:lnTo>
                    <a:pt x="7088310" y="1283147"/>
                  </a:lnTo>
                  <a:lnTo>
                    <a:pt x="7162070" y="1289265"/>
                  </a:lnTo>
                  <a:lnTo>
                    <a:pt x="7235830" y="1295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2026-05-21T09:01:17Z</dcterms:modified>
  <cp:category/>
</cp:coreProperties>
</file>