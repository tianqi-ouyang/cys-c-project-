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3745"/>
            </a:xfrm>
            <a:custGeom>
              <a:avLst/>
              <a:pathLst>
                <a:path w="7090630" h="3363745">
                  <a:moveTo>
                    <a:pt x="688796" y="0"/>
                  </a:moveTo>
                  <a:lnTo>
                    <a:pt x="716225" y="50491"/>
                  </a:lnTo>
                  <a:lnTo>
                    <a:pt x="787847" y="177458"/>
                  </a:lnTo>
                  <a:lnTo>
                    <a:pt x="859470" y="299730"/>
                  </a:lnTo>
                  <a:lnTo>
                    <a:pt x="931092" y="417480"/>
                  </a:lnTo>
                  <a:lnTo>
                    <a:pt x="1002715" y="530875"/>
                  </a:lnTo>
                  <a:lnTo>
                    <a:pt x="1074337" y="640077"/>
                  </a:lnTo>
                  <a:lnTo>
                    <a:pt x="1145960" y="745240"/>
                  </a:lnTo>
                  <a:lnTo>
                    <a:pt x="1217582" y="846514"/>
                  </a:lnTo>
                  <a:lnTo>
                    <a:pt x="1289205" y="944043"/>
                  </a:lnTo>
                  <a:lnTo>
                    <a:pt x="1360827" y="1037966"/>
                  </a:lnTo>
                  <a:lnTo>
                    <a:pt x="1432450" y="1128414"/>
                  </a:lnTo>
                  <a:lnTo>
                    <a:pt x="1504073" y="1215518"/>
                  </a:lnTo>
                  <a:lnTo>
                    <a:pt x="1575695" y="1299401"/>
                  </a:lnTo>
                  <a:lnTo>
                    <a:pt x="1647318" y="1380181"/>
                  </a:lnTo>
                  <a:lnTo>
                    <a:pt x="1718940" y="1457975"/>
                  </a:lnTo>
                  <a:lnTo>
                    <a:pt x="1790563" y="1532891"/>
                  </a:lnTo>
                  <a:lnTo>
                    <a:pt x="1862185" y="1605037"/>
                  </a:lnTo>
                  <a:lnTo>
                    <a:pt x="1933808" y="1674514"/>
                  </a:lnTo>
                  <a:lnTo>
                    <a:pt x="2005430" y="1741422"/>
                  </a:lnTo>
                  <a:lnTo>
                    <a:pt x="2077053" y="1805856"/>
                  </a:lnTo>
                  <a:lnTo>
                    <a:pt x="2148675" y="1867907"/>
                  </a:lnTo>
                  <a:lnTo>
                    <a:pt x="2220298" y="1927664"/>
                  </a:lnTo>
                  <a:lnTo>
                    <a:pt x="2291920" y="1985210"/>
                  </a:lnTo>
                  <a:lnTo>
                    <a:pt x="2363543" y="2040628"/>
                  </a:lnTo>
                  <a:lnTo>
                    <a:pt x="2435165" y="2093997"/>
                  </a:lnTo>
                  <a:lnTo>
                    <a:pt x="2506788" y="2145392"/>
                  </a:lnTo>
                  <a:lnTo>
                    <a:pt x="2578410" y="2194886"/>
                  </a:lnTo>
                  <a:lnTo>
                    <a:pt x="2650033" y="2242551"/>
                  </a:lnTo>
                  <a:lnTo>
                    <a:pt x="2721655" y="2288452"/>
                  </a:lnTo>
                  <a:lnTo>
                    <a:pt x="2793278" y="2332656"/>
                  </a:lnTo>
                  <a:lnTo>
                    <a:pt x="2864901" y="2375225"/>
                  </a:lnTo>
                  <a:lnTo>
                    <a:pt x="2936523" y="2416220"/>
                  </a:lnTo>
                  <a:lnTo>
                    <a:pt x="3008146" y="2455699"/>
                  </a:lnTo>
                  <a:lnTo>
                    <a:pt x="3079768" y="2493717"/>
                  </a:lnTo>
                  <a:lnTo>
                    <a:pt x="3151391" y="2530330"/>
                  </a:lnTo>
                  <a:lnTo>
                    <a:pt x="3223013" y="2565589"/>
                  </a:lnTo>
                  <a:lnTo>
                    <a:pt x="3294636" y="2599544"/>
                  </a:lnTo>
                  <a:lnTo>
                    <a:pt x="3366258" y="2632243"/>
                  </a:lnTo>
                  <a:lnTo>
                    <a:pt x="3437881" y="2657745"/>
                  </a:lnTo>
                  <a:lnTo>
                    <a:pt x="3509503" y="2669028"/>
                  </a:lnTo>
                  <a:lnTo>
                    <a:pt x="3581126" y="2680158"/>
                  </a:lnTo>
                  <a:lnTo>
                    <a:pt x="3652748" y="2691135"/>
                  </a:lnTo>
                  <a:lnTo>
                    <a:pt x="3724371" y="2701962"/>
                  </a:lnTo>
                  <a:lnTo>
                    <a:pt x="3795993" y="2712642"/>
                  </a:lnTo>
                  <a:lnTo>
                    <a:pt x="3867616" y="2723175"/>
                  </a:lnTo>
                  <a:lnTo>
                    <a:pt x="3939238" y="2733565"/>
                  </a:lnTo>
                  <a:lnTo>
                    <a:pt x="4010861" y="2743813"/>
                  </a:lnTo>
                  <a:lnTo>
                    <a:pt x="4082483" y="2753920"/>
                  </a:lnTo>
                  <a:lnTo>
                    <a:pt x="4154106" y="2763890"/>
                  </a:lnTo>
                  <a:lnTo>
                    <a:pt x="4225729" y="2773724"/>
                  </a:lnTo>
                  <a:lnTo>
                    <a:pt x="4297351" y="2783423"/>
                  </a:lnTo>
                  <a:lnTo>
                    <a:pt x="4368974" y="2792989"/>
                  </a:lnTo>
                  <a:lnTo>
                    <a:pt x="4440596" y="2802425"/>
                  </a:lnTo>
                  <a:lnTo>
                    <a:pt x="4512219" y="2811733"/>
                  </a:lnTo>
                  <a:lnTo>
                    <a:pt x="4583841" y="2820912"/>
                  </a:lnTo>
                  <a:lnTo>
                    <a:pt x="4655464" y="2829967"/>
                  </a:lnTo>
                  <a:lnTo>
                    <a:pt x="4727086" y="2838898"/>
                  </a:lnTo>
                  <a:lnTo>
                    <a:pt x="4798709" y="2847707"/>
                  </a:lnTo>
                  <a:lnTo>
                    <a:pt x="4870331" y="2856395"/>
                  </a:lnTo>
                  <a:lnTo>
                    <a:pt x="4941954" y="2864965"/>
                  </a:lnTo>
                  <a:lnTo>
                    <a:pt x="5013576" y="2873418"/>
                  </a:lnTo>
                  <a:lnTo>
                    <a:pt x="5085199" y="2881755"/>
                  </a:lnTo>
                  <a:lnTo>
                    <a:pt x="5156821" y="2889979"/>
                  </a:lnTo>
                  <a:lnTo>
                    <a:pt x="5228444" y="2898090"/>
                  </a:lnTo>
                  <a:lnTo>
                    <a:pt x="5300066" y="2906090"/>
                  </a:lnTo>
                  <a:lnTo>
                    <a:pt x="5371689" y="2913981"/>
                  </a:lnTo>
                  <a:lnTo>
                    <a:pt x="5443311" y="2921764"/>
                  </a:lnTo>
                  <a:lnTo>
                    <a:pt x="5514934" y="2929441"/>
                  </a:lnTo>
                  <a:lnTo>
                    <a:pt x="5586557" y="2937013"/>
                  </a:lnTo>
                  <a:lnTo>
                    <a:pt x="5658179" y="2944482"/>
                  </a:lnTo>
                  <a:lnTo>
                    <a:pt x="5729802" y="2951848"/>
                  </a:lnTo>
                  <a:lnTo>
                    <a:pt x="5801424" y="2959114"/>
                  </a:lnTo>
                  <a:lnTo>
                    <a:pt x="5873047" y="2966281"/>
                  </a:lnTo>
                  <a:lnTo>
                    <a:pt x="5944669" y="2973349"/>
                  </a:lnTo>
                  <a:lnTo>
                    <a:pt x="6016292" y="2980322"/>
                  </a:lnTo>
                  <a:lnTo>
                    <a:pt x="6087914" y="2987199"/>
                  </a:lnTo>
                  <a:lnTo>
                    <a:pt x="6159537" y="2993982"/>
                  </a:lnTo>
                  <a:lnTo>
                    <a:pt x="6231159" y="3000672"/>
                  </a:lnTo>
                  <a:lnTo>
                    <a:pt x="6302782" y="3007271"/>
                  </a:lnTo>
                  <a:lnTo>
                    <a:pt x="6374404" y="3013780"/>
                  </a:lnTo>
                  <a:lnTo>
                    <a:pt x="6446027" y="3020200"/>
                  </a:lnTo>
                  <a:lnTo>
                    <a:pt x="6517649" y="3026532"/>
                  </a:lnTo>
                  <a:lnTo>
                    <a:pt x="6589272" y="3032778"/>
                  </a:lnTo>
                  <a:lnTo>
                    <a:pt x="6660894" y="3038938"/>
                  </a:lnTo>
                  <a:lnTo>
                    <a:pt x="6732517" y="3045014"/>
                  </a:lnTo>
                  <a:lnTo>
                    <a:pt x="6804139" y="3051008"/>
                  </a:lnTo>
                  <a:lnTo>
                    <a:pt x="6875762" y="3056919"/>
                  </a:lnTo>
                  <a:lnTo>
                    <a:pt x="6947385" y="3062749"/>
                  </a:lnTo>
                  <a:lnTo>
                    <a:pt x="7019007" y="3068500"/>
                  </a:lnTo>
                  <a:lnTo>
                    <a:pt x="7090630" y="3074173"/>
                  </a:lnTo>
                  <a:lnTo>
                    <a:pt x="7090630" y="3363745"/>
                  </a:lnTo>
                  <a:lnTo>
                    <a:pt x="7019007" y="3359137"/>
                  </a:lnTo>
                  <a:lnTo>
                    <a:pt x="6947385" y="3354352"/>
                  </a:lnTo>
                  <a:lnTo>
                    <a:pt x="6875762" y="3349383"/>
                  </a:lnTo>
                  <a:lnTo>
                    <a:pt x="6804139" y="3344223"/>
                  </a:lnTo>
                  <a:lnTo>
                    <a:pt x="6732517" y="3338865"/>
                  </a:lnTo>
                  <a:lnTo>
                    <a:pt x="6660894" y="3333301"/>
                  </a:lnTo>
                  <a:lnTo>
                    <a:pt x="6589272" y="3327524"/>
                  </a:lnTo>
                  <a:lnTo>
                    <a:pt x="6517649" y="3321525"/>
                  </a:lnTo>
                  <a:lnTo>
                    <a:pt x="6446027" y="3315295"/>
                  </a:lnTo>
                  <a:lnTo>
                    <a:pt x="6374404" y="3308826"/>
                  </a:lnTo>
                  <a:lnTo>
                    <a:pt x="6302782" y="3302109"/>
                  </a:lnTo>
                  <a:lnTo>
                    <a:pt x="6231159" y="3295134"/>
                  </a:lnTo>
                  <a:lnTo>
                    <a:pt x="6159537" y="3287891"/>
                  </a:lnTo>
                  <a:lnTo>
                    <a:pt x="6087914" y="3280370"/>
                  </a:lnTo>
                  <a:lnTo>
                    <a:pt x="6016292" y="3272560"/>
                  </a:lnTo>
                  <a:lnTo>
                    <a:pt x="5944669" y="3264450"/>
                  </a:lnTo>
                  <a:lnTo>
                    <a:pt x="5873047" y="3256028"/>
                  </a:lnTo>
                  <a:lnTo>
                    <a:pt x="5801424" y="3247284"/>
                  </a:lnTo>
                  <a:lnTo>
                    <a:pt x="5729802" y="3238203"/>
                  </a:lnTo>
                  <a:lnTo>
                    <a:pt x="5658179" y="3228774"/>
                  </a:lnTo>
                  <a:lnTo>
                    <a:pt x="5586557" y="3218982"/>
                  </a:lnTo>
                  <a:lnTo>
                    <a:pt x="5514934" y="3208815"/>
                  </a:lnTo>
                  <a:lnTo>
                    <a:pt x="5443311" y="3198257"/>
                  </a:lnTo>
                  <a:lnTo>
                    <a:pt x="5371689" y="3187294"/>
                  </a:lnTo>
                  <a:lnTo>
                    <a:pt x="5300066" y="3175910"/>
                  </a:lnTo>
                  <a:lnTo>
                    <a:pt x="5228444" y="3164088"/>
                  </a:lnTo>
                  <a:lnTo>
                    <a:pt x="5156821" y="3151813"/>
                  </a:lnTo>
                  <a:lnTo>
                    <a:pt x="5085199" y="3139066"/>
                  </a:lnTo>
                  <a:lnTo>
                    <a:pt x="5013576" y="3125830"/>
                  </a:lnTo>
                  <a:lnTo>
                    <a:pt x="4941954" y="3112085"/>
                  </a:lnTo>
                  <a:lnTo>
                    <a:pt x="4870331" y="3097813"/>
                  </a:lnTo>
                  <a:lnTo>
                    <a:pt x="4798709" y="3082992"/>
                  </a:lnTo>
                  <a:lnTo>
                    <a:pt x="4727086" y="3067602"/>
                  </a:lnTo>
                  <a:lnTo>
                    <a:pt x="4655464" y="3051622"/>
                  </a:lnTo>
                  <a:lnTo>
                    <a:pt x="4583841" y="3035027"/>
                  </a:lnTo>
                  <a:lnTo>
                    <a:pt x="4512219" y="3017796"/>
                  </a:lnTo>
                  <a:lnTo>
                    <a:pt x="4440596" y="2999902"/>
                  </a:lnTo>
                  <a:lnTo>
                    <a:pt x="4368974" y="2981322"/>
                  </a:lnTo>
                  <a:lnTo>
                    <a:pt x="4297351" y="2962028"/>
                  </a:lnTo>
                  <a:lnTo>
                    <a:pt x="4225729" y="2941993"/>
                  </a:lnTo>
                  <a:lnTo>
                    <a:pt x="4154106" y="2921189"/>
                  </a:lnTo>
                  <a:lnTo>
                    <a:pt x="4082483" y="2899586"/>
                  </a:lnTo>
                  <a:lnTo>
                    <a:pt x="4010861" y="2877153"/>
                  </a:lnTo>
                  <a:lnTo>
                    <a:pt x="3939238" y="2853859"/>
                  </a:lnTo>
                  <a:lnTo>
                    <a:pt x="3867616" y="2829670"/>
                  </a:lnTo>
                  <a:lnTo>
                    <a:pt x="3795993" y="2804552"/>
                  </a:lnTo>
                  <a:lnTo>
                    <a:pt x="3724371" y="2778470"/>
                  </a:lnTo>
                  <a:lnTo>
                    <a:pt x="3652748" y="2751386"/>
                  </a:lnTo>
                  <a:lnTo>
                    <a:pt x="3581126" y="2723262"/>
                  </a:lnTo>
                  <a:lnTo>
                    <a:pt x="3509503" y="2694058"/>
                  </a:lnTo>
                  <a:lnTo>
                    <a:pt x="3437881" y="2663733"/>
                  </a:lnTo>
                  <a:lnTo>
                    <a:pt x="3366258" y="2646305"/>
                  </a:lnTo>
                  <a:lnTo>
                    <a:pt x="3294636" y="2634707"/>
                  </a:lnTo>
                  <a:lnTo>
                    <a:pt x="3223013" y="2622948"/>
                  </a:lnTo>
                  <a:lnTo>
                    <a:pt x="3151391" y="2611026"/>
                  </a:lnTo>
                  <a:lnTo>
                    <a:pt x="3079768" y="2598940"/>
                  </a:lnTo>
                  <a:lnTo>
                    <a:pt x="3008146" y="2586685"/>
                  </a:lnTo>
                  <a:lnTo>
                    <a:pt x="2936523" y="2574262"/>
                  </a:lnTo>
                  <a:lnTo>
                    <a:pt x="2864901" y="2561666"/>
                  </a:lnTo>
                  <a:lnTo>
                    <a:pt x="2793278" y="2548895"/>
                  </a:lnTo>
                  <a:lnTo>
                    <a:pt x="2721655" y="2535948"/>
                  </a:lnTo>
                  <a:lnTo>
                    <a:pt x="2650033" y="2522821"/>
                  </a:lnTo>
                  <a:lnTo>
                    <a:pt x="2578410" y="2509513"/>
                  </a:lnTo>
                  <a:lnTo>
                    <a:pt x="2506788" y="2496020"/>
                  </a:lnTo>
                  <a:lnTo>
                    <a:pt x="2435165" y="2482341"/>
                  </a:lnTo>
                  <a:lnTo>
                    <a:pt x="2363543" y="2468472"/>
                  </a:lnTo>
                  <a:lnTo>
                    <a:pt x="2291920" y="2454411"/>
                  </a:lnTo>
                  <a:lnTo>
                    <a:pt x="2220298" y="2440155"/>
                  </a:lnTo>
                  <a:lnTo>
                    <a:pt x="2148675" y="2425702"/>
                  </a:lnTo>
                  <a:lnTo>
                    <a:pt x="2077053" y="2411048"/>
                  </a:lnTo>
                  <a:lnTo>
                    <a:pt x="2005430" y="2396192"/>
                  </a:lnTo>
                  <a:lnTo>
                    <a:pt x="1933808" y="2381130"/>
                  </a:lnTo>
                  <a:lnTo>
                    <a:pt x="1862185" y="2365859"/>
                  </a:lnTo>
                  <a:lnTo>
                    <a:pt x="1790563" y="2350377"/>
                  </a:lnTo>
                  <a:lnTo>
                    <a:pt x="1718940" y="2334680"/>
                  </a:lnTo>
                  <a:lnTo>
                    <a:pt x="1647318" y="2318766"/>
                  </a:lnTo>
                  <a:lnTo>
                    <a:pt x="1575695" y="2302632"/>
                  </a:lnTo>
                  <a:lnTo>
                    <a:pt x="1504073" y="2286274"/>
                  </a:lnTo>
                  <a:lnTo>
                    <a:pt x="1432450" y="2269689"/>
                  </a:lnTo>
                  <a:lnTo>
                    <a:pt x="1360827" y="2252875"/>
                  </a:lnTo>
                  <a:lnTo>
                    <a:pt x="1289205" y="2235828"/>
                  </a:lnTo>
                  <a:lnTo>
                    <a:pt x="1217582" y="2218545"/>
                  </a:lnTo>
                  <a:lnTo>
                    <a:pt x="1145960" y="2201023"/>
                  </a:lnTo>
                  <a:lnTo>
                    <a:pt x="1074337" y="2183257"/>
                  </a:lnTo>
                  <a:lnTo>
                    <a:pt x="1002715" y="2165246"/>
                  </a:lnTo>
                  <a:lnTo>
                    <a:pt x="931092" y="2146986"/>
                  </a:lnTo>
                  <a:lnTo>
                    <a:pt x="859470" y="2128472"/>
                  </a:lnTo>
                  <a:lnTo>
                    <a:pt x="787847" y="2109702"/>
                  </a:lnTo>
                  <a:lnTo>
                    <a:pt x="716225" y="2090672"/>
                  </a:lnTo>
                  <a:lnTo>
                    <a:pt x="644602" y="2071379"/>
                  </a:lnTo>
                  <a:lnTo>
                    <a:pt x="572980" y="2051818"/>
                  </a:lnTo>
                  <a:lnTo>
                    <a:pt x="501357" y="2031987"/>
                  </a:lnTo>
                  <a:lnTo>
                    <a:pt x="429735" y="2011880"/>
                  </a:lnTo>
                  <a:lnTo>
                    <a:pt x="358112" y="1991496"/>
                  </a:lnTo>
                  <a:lnTo>
                    <a:pt x="286490" y="1970829"/>
                  </a:lnTo>
                  <a:lnTo>
                    <a:pt x="214867" y="1949875"/>
                  </a:lnTo>
                  <a:lnTo>
                    <a:pt x="143245" y="1928632"/>
                  </a:lnTo>
                  <a:lnTo>
                    <a:pt x="71622" y="1907094"/>
                  </a:lnTo>
                  <a:lnTo>
                    <a:pt x="0" y="18852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60845" y="2073503"/>
              <a:ext cx="6401833" cy="3074173"/>
            </a:xfrm>
            <a:custGeom>
              <a:avLst/>
              <a:pathLst>
                <a:path w="6401833" h="3074173">
                  <a:moveTo>
                    <a:pt x="0" y="0"/>
                  </a:moveTo>
                  <a:lnTo>
                    <a:pt x="27429" y="50491"/>
                  </a:lnTo>
                  <a:lnTo>
                    <a:pt x="99051" y="177458"/>
                  </a:lnTo>
                  <a:lnTo>
                    <a:pt x="170674" y="299730"/>
                  </a:lnTo>
                  <a:lnTo>
                    <a:pt x="242296" y="417480"/>
                  </a:lnTo>
                  <a:lnTo>
                    <a:pt x="313919" y="530875"/>
                  </a:lnTo>
                  <a:lnTo>
                    <a:pt x="385541" y="640077"/>
                  </a:lnTo>
                  <a:lnTo>
                    <a:pt x="457164" y="745240"/>
                  </a:lnTo>
                  <a:lnTo>
                    <a:pt x="528786" y="846514"/>
                  </a:lnTo>
                  <a:lnTo>
                    <a:pt x="600409" y="944043"/>
                  </a:lnTo>
                  <a:lnTo>
                    <a:pt x="672031" y="1037966"/>
                  </a:lnTo>
                  <a:lnTo>
                    <a:pt x="743654" y="1128414"/>
                  </a:lnTo>
                  <a:lnTo>
                    <a:pt x="815276" y="1215518"/>
                  </a:lnTo>
                  <a:lnTo>
                    <a:pt x="886899" y="1299401"/>
                  </a:lnTo>
                  <a:lnTo>
                    <a:pt x="958521" y="1380181"/>
                  </a:lnTo>
                  <a:lnTo>
                    <a:pt x="1030144" y="1457975"/>
                  </a:lnTo>
                  <a:lnTo>
                    <a:pt x="1101766" y="1532891"/>
                  </a:lnTo>
                  <a:lnTo>
                    <a:pt x="1173389" y="1605037"/>
                  </a:lnTo>
                  <a:lnTo>
                    <a:pt x="1245011" y="1674514"/>
                  </a:lnTo>
                  <a:lnTo>
                    <a:pt x="1316634" y="1741422"/>
                  </a:lnTo>
                  <a:lnTo>
                    <a:pt x="1388257" y="1805856"/>
                  </a:lnTo>
                  <a:lnTo>
                    <a:pt x="1459879" y="1867907"/>
                  </a:lnTo>
                  <a:lnTo>
                    <a:pt x="1531502" y="1927664"/>
                  </a:lnTo>
                  <a:lnTo>
                    <a:pt x="1603124" y="1985210"/>
                  </a:lnTo>
                  <a:lnTo>
                    <a:pt x="1674747" y="2040628"/>
                  </a:lnTo>
                  <a:lnTo>
                    <a:pt x="1746369" y="2093997"/>
                  </a:lnTo>
                  <a:lnTo>
                    <a:pt x="1817992" y="2145392"/>
                  </a:lnTo>
                  <a:lnTo>
                    <a:pt x="1889614" y="2194886"/>
                  </a:lnTo>
                  <a:lnTo>
                    <a:pt x="1961237" y="2242551"/>
                  </a:lnTo>
                  <a:lnTo>
                    <a:pt x="2032859" y="2288452"/>
                  </a:lnTo>
                  <a:lnTo>
                    <a:pt x="2104482" y="2332656"/>
                  </a:lnTo>
                  <a:lnTo>
                    <a:pt x="2176104" y="2375225"/>
                  </a:lnTo>
                  <a:lnTo>
                    <a:pt x="2247727" y="2416220"/>
                  </a:lnTo>
                  <a:lnTo>
                    <a:pt x="2319349" y="2455699"/>
                  </a:lnTo>
                  <a:lnTo>
                    <a:pt x="2390972" y="2493717"/>
                  </a:lnTo>
                  <a:lnTo>
                    <a:pt x="2462594" y="2530330"/>
                  </a:lnTo>
                  <a:lnTo>
                    <a:pt x="2534217" y="2565589"/>
                  </a:lnTo>
                  <a:lnTo>
                    <a:pt x="2605839" y="2599544"/>
                  </a:lnTo>
                  <a:lnTo>
                    <a:pt x="2677462" y="2632243"/>
                  </a:lnTo>
                  <a:lnTo>
                    <a:pt x="2749085" y="2657745"/>
                  </a:lnTo>
                  <a:lnTo>
                    <a:pt x="2820707" y="2669028"/>
                  </a:lnTo>
                  <a:lnTo>
                    <a:pt x="2892330" y="2680158"/>
                  </a:lnTo>
                  <a:lnTo>
                    <a:pt x="2963952" y="2691135"/>
                  </a:lnTo>
                  <a:lnTo>
                    <a:pt x="3035575" y="2701962"/>
                  </a:lnTo>
                  <a:lnTo>
                    <a:pt x="3107197" y="2712642"/>
                  </a:lnTo>
                  <a:lnTo>
                    <a:pt x="3178820" y="2723175"/>
                  </a:lnTo>
                  <a:lnTo>
                    <a:pt x="3250442" y="2733565"/>
                  </a:lnTo>
                  <a:lnTo>
                    <a:pt x="3322065" y="2743813"/>
                  </a:lnTo>
                  <a:lnTo>
                    <a:pt x="3393687" y="2753920"/>
                  </a:lnTo>
                  <a:lnTo>
                    <a:pt x="3465310" y="2763890"/>
                  </a:lnTo>
                  <a:lnTo>
                    <a:pt x="3536932" y="2773724"/>
                  </a:lnTo>
                  <a:lnTo>
                    <a:pt x="3608555" y="2783423"/>
                  </a:lnTo>
                  <a:lnTo>
                    <a:pt x="3680177" y="2792989"/>
                  </a:lnTo>
                  <a:lnTo>
                    <a:pt x="3751800" y="2802425"/>
                  </a:lnTo>
                  <a:lnTo>
                    <a:pt x="3823422" y="2811733"/>
                  </a:lnTo>
                  <a:lnTo>
                    <a:pt x="3895045" y="2820912"/>
                  </a:lnTo>
                  <a:lnTo>
                    <a:pt x="3966667" y="2829967"/>
                  </a:lnTo>
                  <a:lnTo>
                    <a:pt x="4038290" y="2838898"/>
                  </a:lnTo>
                  <a:lnTo>
                    <a:pt x="4109913" y="2847707"/>
                  </a:lnTo>
                  <a:lnTo>
                    <a:pt x="4181535" y="2856395"/>
                  </a:lnTo>
                  <a:lnTo>
                    <a:pt x="4253158" y="2864965"/>
                  </a:lnTo>
                  <a:lnTo>
                    <a:pt x="4324780" y="2873418"/>
                  </a:lnTo>
                  <a:lnTo>
                    <a:pt x="4396403" y="2881755"/>
                  </a:lnTo>
                  <a:lnTo>
                    <a:pt x="4468025" y="2889979"/>
                  </a:lnTo>
                  <a:lnTo>
                    <a:pt x="4539648" y="2898090"/>
                  </a:lnTo>
                  <a:lnTo>
                    <a:pt x="4611270" y="2906090"/>
                  </a:lnTo>
                  <a:lnTo>
                    <a:pt x="4682893" y="2913981"/>
                  </a:lnTo>
                  <a:lnTo>
                    <a:pt x="4754515" y="2921764"/>
                  </a:lnTo>
                  <a:lnTo>
                    <a:pt x="4826138" y="2929441"/>
                  </a:lnTo>
                  <a:lnTo>
                    <a:pt x="4897760" y="2937013"/>
                  </a:lnTo>
                  <a:lnTo>
                    <a:pt x="4969383" y="2944482"/>
                  </a:lnTo>
                  <a:lnTo>
                    <a:pt x="5041005" y="2951848"/>
                  </a:lnTo>
                  <a:lnTo>
                    <a:pt x="5112628" y="2959114"/>
                  </a:lnTo>
                  <a:lnTo>
                    <a:pt x="5184250" y="2966281"/>
                  </a:lnTo>
                  <a:lnTo>
                    <a:pt x="5255873" y="2973349"/>
                  </a:lnTo>
                  <a:lnTo>
                    <a:pt x="5327495" y="2980322"/>
                  </a:lnTo>
                  <a:lnTo>
                    <a:pt x="5399118" y="2987199"/>
                  </a:lnTo>
                  <a:lnTo>
                    <a:pt x="5470741" y="2993982"/>
                  </a:lnTo>
                  <a:lnTo>
                    <a:pt x="5542363" y="3000672"/>
                  </a:lnTo>
                  <a:lnTo>
                    <a:pt x="5613986" y="3007271"/>
                  </a:lnTo>
                  <a:lnTo>
                    <a:pt x="5685608" y="3013780"/>
                  </a:lnTo>
                  <a:lnTo>
                    <a:pt x="5757231" y="3020200"/>
                  </a:lnTo>
                  <a:lnTo>
                    <a:pt x="5828853" y="3026532"/>
                  </a:lnTo>
                  <a:lnTo>
                    <a:pt x="5900476" y="3032778"/>
                  </a:lnTo>
                  <a:lnTo>
                    <a:pt x="5972098" y="3038938"/>
                  </a:lnTo>
                  <a:lnTo>
                    <a:pt x="6043721" y="3045014"/>
                  </a:lnTo>
                  <a:lnTo>
                    <a:pt x="6115343" y="3051008"/>
                  </a:lnTo>
                  <a:lnTo>
                    <a:pt x="6186966" y="3056919"/>
                  </a:lnTo>
                  <a:lnTo>
                    <a:pt x="6258588" y="3062749"/>
                  </a:lnTo>
                  <a:lnTo>
                    <a:pt x="6330211" y="3068500"/>
                  </a:lnTo>
                  <a:lnTo>
                    <a:pt x="6401833" y="30741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58762"/>
              <a:ext cx="7090630" cy="1478486"/>
            </a:xfrm>
            <a:custGeom>
              <a:avLst/>
              <a:pathLst>
                <a:path w="7090630" h="1478486">
                  <a:moveTo>
                    <a:pt x="7090630" y="1478486"/>
                  </a:moveTo>
                  <a:lnTo>
                    <a:pt x="7019007" y="1473878"/>
                  </a:lnTo>
                  <a:lnTo>
                    <a:pt x="6947385" y="1469093"/>
                  </a:lnTo>
                  <a:lnTo>
                    <a:pt x="6875762" y="1464124"/>
                  </a:lnTo>
                  <a:lnTo>
                    <a:pt x="6804139" y="1458964"/>
                  </a:lnTo>
                  <a:lnTo>
                    <a:pt x="6732517" y="1453606"/>
                  </a:lnTo>
                  <a:lnTo>
                    <a:pt x="6660894" y="1448042"/>
                  </a:lnTo>
                  <a:lnTo>
                    <a:pt x="6589272" y="1442265"/>
                  </a:lnTo>
                  <a:lnTo>
                    <a:pt x="6517649" y="1436266"/>
                  </a:lnTo>
                  <a:lnTo>
                    <a:pt x="6446027" y="1430036"/>
                  </a:lnTo>
                  <a:lnTo>
                    <a:pt x="6374404" y="1423567"/>
                  </a:lnTo>
                  <a:lnTo>
                    <a:pt x="6302782" y="1416850"/>
                  </a:lnTo>
                  <a:lnTo>
                    <a:pt x="6231159" y="1409875"/>
                  </a:lnTo>
                  <a:lnTo>
                    <a:pt x="6159537" y="1402632"/>
                  </a:lnTo>
                  <a:lnTo>
                    <a:pt x="6087914" y="1395111"/>
                  </a:lnTo>
                  <a:lnTo>
                    <a:pt x="6016292" y="1387301"/>
                  </a:lnTo>
                  <a:lnTo>
                    <a:pt x="5944669" y="1379191"/>
                  </a:lnTo>
                  <a:lnTo>
                    <a:pt x="5873047" y="1370769"/>
                  </a:lnTo>
                  <a:lnTo>
                    <a:pt x="5801424" y="1362025"/>
                  </a:lnTo>
                  <a:lnTo>
                    <a:pt x="5729802" y="1352944"/>
                  </a:lnTo>
                  <a:lnTo>
                    <a:pt x="5658179" y="1343515"/>
                  </a:lnTo>
                  <a:lnTo>
                    <a:pt x="5586557" y="1333723"/>
                  </a:lnTo>
                  <a:lnTo>
                    <a:pt x="5514934" y="1323556"/>
                  </a:lnTo>
                  <a:lnTo>
                    <a:pt x="5443311" y="1312998"/>
                  </a:lnTo>
                  <a:lnTo>
                    <a:pt x="5371689" y="1302035"/>
                  </a:lnTo>
                  <a:lnTo>
                    <a:pt x="5300066" y="1290651"/>
                  </a:lnTo>
                  <a:lnTo>
                    <a:pt x="5228444" y="1278829"/>
                  </a:lnTo>
                  <a:lnTo>
                    <a:pt x="5156821" y="1266554"/>
                  </a:lnTo>
                  <a:lnTo>
                    <a:pt x="5085199" y="1253807"/>
                  </a:lnTo>
                  <a:lnTo>
                    <a:pt x="5013576" y="1240571"/>
                  </a:lnTo>
                  <a:lnTo>
                    <a:pt x="4941954" y="1226826"/>
                  </a:lnTo>
                  <a:lnTo>
                    <a:pt x="4870331" y="1212553"/>
                  </a:lnTo>
                  <a:lnTo>
                    <a:pt x="4798709" y="1197733"/>
                  </a:lnTo>
                  <a:lnTo>
                    <a:pt x="4727086" y="1182343"/>
                  </a:lnTo>
                  <a:lnTo>
                    <a:pt x="4655464" y="1166363"/>
                  </a:lnTo>
                  <a:lnTo>
                    <a:pt x="4583841" y="1149768"/>
                  </a:lnTo>
                  <a:lnTo>
                    <a:pt x="4512219" y="1132537"/>
                  </a:lnTo>
                  <a:lnTo>
                    <a:pt x="4440596" y="1114643"/>
                  </a:lnTo>
                  <a:lnTo>
                    <a:pt x="4368974" y="1096063"/>
                  </a:lnTo>
                  <a:lnTo>
                    <a:pt x="4297351" y="1076769"/>
                  </a:lnTo>
                  <a:lnTo>
                    <a:pt x="4225729" y="1056734"/>
                  </a:lnTo>
                  <a:lnTo>
                    <a:pt x="4154106" y="1035930"/>
                  </a:lnTo>
                  <a:lnTo>
                    <a:pt x="4082483" y="1014327"/>
                  </a:lnTo>
                  <a:lnTo>
                    <a:pt x="4010861" y="991894"/>
                  </a:lnTo>
                  <a:lnTo>
                    <a:pt x="3939238" y="968600"/>
                  </a:lnTo>
                  <a:lnTo>
                    <a:pt x="3867616" y="944411"/>
                  </a:lnTo>
                  <a:lnTo>
                    <a:pt x="3795993" y="919293"/>
                  </a:lnTo>
                  <a:lnTo>
                    <a:pt x="3724371" y="893211"/>
                  </a:lnTo>
                  <a:lnTo>
                    <a:pt x="3652748" y="866127"/>
                  </a:lnTo>
                  <a:lnTo>
                    <a:pt x="3581126" y="838003"/>
                  </a:lnTo>
                  <a:lnTo>
                    <a:pt x="3509503" y="808799"/>
                  </a:lnTo>
                  <a:lnTo>
                    <a:pt x="3437881" y="778474"/>
                  </a:lnTo>
                  <a:lnTo>
                    <a:pt x="3366258" y="761046"/>
                  </a:lnTo>
                  <a:lnTo>
                    <a:pt x="3294636" y="749448"/>
                  </a:lnTo>
                  <a:lnTo>
                    <a:pt x="3223013" y="737689"/>
                  </a:lnTo>
                  <a:lnTo>
                    <a:pt x="3151391" y="725767"/>
                  </a:lnTo>
                  <a:lnTo>
                    <a:pt x="3079768" y="713681"/>
                  </a:lnTo>
                  <a:lnTo>
                    <a:pt x="3008146" y="701426"/>
                  </a:lnTo>
                  <a:lnTo>
                    <a:pt x="2936523" y="689003"/>
                  </a:lnTo>
                  <a:lnTo>
                    <a:pt x="2864901" y="676407"/>
                  </a:lnTo>
                  <a:lnTo>
                    <a:pt x="2793278" y="663636"/>
                  </a:lnTo>
                  <a:lnTo>
                    <a:pt x="2721655" y="650689"/>
                  </a:lnTo>
                  <a:lnTo>
                    <a:pt x="2650033" y="637562"/>
                  </a:lnTo>
                  <a:lnTo>
                    <a:pt x="2578410" y="624254"/>
                  </a:lnTo>
                  <a:lnTo>
                    <a:pt x="2506788" y="610761"/>
                  </a:lnTo>
                  <a:lnTo>
                    <a:pt x="2435165" y="597082"/>
                  </a:lnTo>
                  <a:lnTo>
                    <a:pt x="2363543" y="583213"/>
                  </a:lnTo>
                  <a:lnTo>
                    <a:pt x="2291920" y="569152"/>
                  </a:lnTo>
                  <a:lnTo>
                    <a:pt x="2220298" y="554896"/>
                  </a:lnTo>
                  <a:lnTo>
                    <a:pt x="2148675" y="540443"/>
                  </a:lnTo>
                  <a:lnTo>
                    <a:pt x="2077053" y="525789"/>
                  </a:lnTo>
                  <a:lnTo>
                    <a:pt x="2005430" y="510933"/>
                  </a:lnTo>
                  <a:lnTo>
                    <a:pt x="1933808" y="495871"/>
                  </a:lnTo>
                  <a:lnTo>
                    <a:pt x="1862185" y="480600"/>
                  </a:lnTo>
                  <a:lnTo>
                    <a:pt x="1790563" y="465118"/>
                  </a:lnTo>
                  <a:lnTo>
                    <a:pt x="1718940" y="449421"/>
                  </a:lnTo>
                  <a:lnTo>
                    <a:pt x="1647318" y="433507"/>
                  </a:lnTo>
                  <a:lnTo>
                    <a:pt x="1575695" y="417373"/>
                  </a:lnTo>
                  <a:lnTo>
                    <a:pt x="1504073" y="401015"/>
                  </a:lnTo>
                  <a:lnTo>
                    <a:pt x="1432450" y="384430"/>
                  </a:lnTo>
                  <a:lnTo>
                    <a:pt x="1360827" y="367616"/>
                  </a:lnTo>
                  <a:lnTo>
                    <a:pt x="1289205" y="350569"/>
                  </a:lnTo>
                  <a:lnTo>
                    <a:pt x="1217582" y="333286"/>
                  </a:lnTo>
                  <a:lnTo>
                    <a:pt x="1145960" y="315763"/>
                  </a:lnTo>
                  <a:lnTo>
                    <a:pt x="1074337" y="297998"/>
                  </a:lnTo>
                  <a:lnTo>
                    <a:pt x="1002715" y="279987"/>
                  </a:lnTo>
                  <a:lnTo>
                    <a:pt x="931092" y="261727"/>
                  </a:lnTo>
                  <a:lnTo>
                    <a:pt x="859470" y="243213"/>
                  </a:lnTo>
                  <a:lnTo>
                    <a:pt x="787847" y="224443"/>
                  </a:lnTo>
                  <a:lnTo>
                    <a:pt x="716225" y="205413"/>
                  </a:lnTo>
                  <a:lnTo>
                    <a:pt x="644602" y="186120"/>
                  </a:lnTo>
                  <a:lnTo>
                    <a:pt x="572980" y="166559"/>
                  </a:lnTo>
                  <a:lnTo>
                    <a:pt x="501357" y="146728"/>
                  </a:lnTo>
                  <a:lnTo>
                    <a:pt x="429735" y="126621"/>
                  </a:lnTo>
                  <a:lnTo>
                    <a:pt x="358112" y="106237"/>
                  </a:lnTo>
                  <a:lnTo>
                    <a:pt x="286490" y="85570"/>
                  </a:lnTo>
                  <a:lnTo>
                    <a:pt x="214867" y="64616"/>
                  </a:lnTo>
                  <a:lnTo>
                    <a:pt x="143245" y="43373"/>
                  </a:lnTo>
                  <a:lnTo>
                    <a:pt x="71622" y="218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728889"/>
              <a:ext cx="7090630" cy="2606663"/>
            </a:xfrm>
            <a:custGeom>
              <a:avLst/>
              <a:pathLst>
                <a:path w="7090630" h="2606663">
                  <a:moveTo>
                    <a:pt x="0" y="0"/>
                  </a:moveTo>
                  <a:lnTo>
                    <a:pt x="71622" y="71814"/>
                  </a:lnTo>
                  <a:lnTo>
                    <a:pt x="143245" y="141804"/>
                  </a:lnTo>
                  <a:lnTo>
                    <a:pt x="214867" y="210018"/>
                  </a:lnTo>
                  <a:lnTo>
                    <a:pt x="286490" y="276499"/>
                  </a:lnTo>
                  <a:lnTo>
                    <a:pt x="358112" y="341293"/>
                  </a:lnTo>
                  <a:lnTo>
                    <a:pt x="429735" y="404441"/>
                  </a:lnTo>
                  <a:lnTo>
                    <a:pt x="501357" y="465986"/>
                  </a:lnTo>
                  <a:lnTo>
                    <a:pt x="572980" y="525969"/>
                  </a:lnTo>
                  <a:lnTo>
                    <a:pt x="644602" y="584428"/>
                  </a:lnTo>
                  <a:lnTo>
                    <a:pt x="716225" y="641403"/>
                  </a:lnTo>
                  <a:lnTo>
                    <a:pt x="787847" y="696932"/>
                  </a:lnTo>
                  <a:lnTo>
                    <a:pt x="859470" y="751050"/>
                  </a:lnTo>
                  <a:lnTo>
                    <a:pt x="931092" y="803794"/>
                  </a:lnTo>
                  <a:lnTo>
                    <a:pt x="1002715" y="855200"/>
                  </a:lnTo>
                  <a:lnTo>
                    <a:pt x="1074337" y="905299"/>
                  </a:lnTo>
                  <a:lnTo>
                    <a:pt x="1145960" y="954127"/>
                  </a:lnTo>
                  <a:lnTo>
                    <a:pt x="1217582" y="1001715"/>
                  </a:lnTo>
                  <a:lnTo>
                    <a:pt x="1289205" y="1048095"/>
                  </a:lnTo>
                  <a:lnTo>
                    <a:pt x="1360827" y="1093297"/>
                  </a:lnTo>
                  <a:lnTo>
                    <a:pt x="1432450" y="1137352"/>
                  </a:lnTo>
                  <a:lnTo>
                    <a:pt x="1504073" y="1180288"/>
                  </a:lnTo>
                  <a:lnTo>
                    <a:pt x="1575695" y="1222134"/>
                  </a:lnTo>
                  <a:lnTo>
                    <a:pt x="1647318" y="1262917"/>
                  </a:lnTo>
                  <a:lnTo>
                    <a:pt x="1718940" y="1302664"/>
                  </a:lnTo>
                  <a:lnTo>
                    <a:pt x="1790563" y="1341403"/>
                  </a:lnTo>
                  <a:lnTo>
                    <a:pt x="1862185" y="1379158"/>
                  </a:lnTo>
                  <a:lnTo>
                    <a:pt x="1933808" y="1415954"/>
                  </a:lnTo>
                  <a:lnTo>
                    <a:pt x="2005430" y="1451816"/>
                  </a:lnTo>
                  <a:lnTo>
                    <a:pt x="2077053" y="1486768"/>
                  </a:lnTo>
                  <a:lnTo>
                    <a:pt x="2148675" y="1520832"/>
                  </a:lnTo>
                  <a:lnTo>
                    <a:pt x="2220298" y="1554031"/>
                  </a:lnTo>
                  <a:lnTo>
                    <a:pt x="2291920" y="1586387"/>
                  </a:lnTo>
                  <a:lnTo>
                    <a:pt x="2363543" y="1617921"/>
                  </a:lnTo>
                  <a:lnTo>
                    <a:pt x="2435165" y="1648655"/>
                  </a:lnTo>
                  <a:lnTo>
                    <a:pt x="2506788" y="1678609"/>
                  </a:lnTo>
                  <a:lnTo>
                    <a:pt x="2578410" y="1707802"/>
                  </a:lnTo>
                  <a:lnTo>
                    <a:pt x="2650033" y="1736254"/>
                  </a:lnTo>
                  <a:lnTo>
                    <a:pt x="2721655" y="1763983"/>
                  </a:lnTo>
                  <a:lnTo>
                    <a:pt x="2793278" y="1791008"/>
                  </a:lnTo>
                  <a:lnTo>
                    <a:pt x="2864901" y="1817347"/>
                  </a:lnTo>
                  <a:lnTo>
                    <a:pt x="2936523" y="1843018"/>
                  </a:lnTo>
                  <a:lnTo>
                    <a:pt x="3008146" y="1868036"/>
                  </a:lnTo>
                  <a:lnTo>
                    <a:pt x="3079768" y="1892419"/>
                  </a:lnTo>
                  <a:lnTo>
                    <a:pt x="3151391" y="1916184"/>
                  </a:lnTo>
                  <a:lnTo>
                    <a:pt x="3223013" y="1939344"/>
                  </a:lnTo>
                  <a:lnTo>
                    <a:pt x="3294636" y="1961917"/>
                  </a:lnTo>
                  <a:lnTo>
                    <a:pt x="3366258" y="1983917"/>
                  </a:lnTo>
                  <a:lnTo>
                    <a:pt x="3437881" y="2005358"/>
                  </a:lnTo>
                  <a:lnTo>
                    <a:pt x="3509503" y="2026254"/>
                  </a:lnTo>
                  <a:lnTo>
                    <a:pt x="3581126" y="2046620"/>
                  </a:lnTo>
                  <a:lnTo>
                    <a:pt x="3652748" y="2066469"/>
                  </a:lnTo>
                  <a:lnTo>
                    <a:pt x="3724371" y="2085814"/>
                  </a:lnTo>
                  <a:lnTo>
                    <a:pt x="3795993" y="2104668"/>
                  </a:lnTo>
                  <a:lnTo>
                    <a:pt x="3867616" y="2123043"/>
                  </a:lnTo>
                  <a:lnTo>
                    <a:pt x="3939238" y="2140952"/>
                  </a:lnTo>
                  <a:lnTo>
                    <a:pt x="4010861" y="2158405"/>
                  </a:lnTo>
                  <a:lnTo>
                    <a:pt x="4082483" y="2175416"/>
                  </a:lnTo>
                  <a:lnTo>
                    <a:pt x="4154106" y="2191995"/>
                  </a:lnTo>
                  <a:lnTo>
                    <a:pt x="4225729" y="2208152"/>
                  </a:lnTo>
                  <a:lnTo>
                    <a:pt x="4297351" y="2223900"/>
                  </a:lnTo>
                  <a:lnTo>
                    <a:pt x="4368974" y="2239248"/>
                  </a:lnTo>
                  <a:lnTo>
                    <a:pt x="4440596" y="2254206"/>
                  </a:lnTo>
                  <a:lnTo>
                    <a:pt x="4512219" y="2268784"/>
                  </a:lnTo>
                  <a:lnTo>
                    <a:pt x="4583841" y="2282992"/>
                  </a:lnTo>
                  <a:lnTo>
                    <a:pt x="4655464" y="2296839"/>
                  </a:lnTo>
                  <a:lnTo>
                    <a:pt x="4727086" y="2310335"/>
                  </a:lnTo>
                  <a:lnTo>
                    <a:pt x="4798709" y="2323488"/>
                  </a:lnTo>
                  <a:lnTo>
                    <a:pt x="4870331" y="2336307"/>
                  </a:lnTo>
                  <a:lnTo>
                    <a:pt x="4941954" y="2348800"/>
                  </a:lnTo>
                  <a:lnTo>
                    <a:pt x="5013576" y="2360977"/>
                  </a:lnTo>
                  <a:lnTo>
                    <a:pt x="5085199" y="2372844"/>
                  </a:lnTo>
                  <a:lnTo>
                    <a:pt x="5156821" y="2384410"/>
                  </a:lnTo>
                  <a:lnTo>
                    <a:pt x="5228444" y="2395682"/>
                  </a:lnTo>
                  <a:lnTo>
                    <a:pt x="5300066" y="2406668"/>
                  </a:lnTo>
                  <a:lnTo>
                    <a:pt x="5371689" y="2417375"/>
                  </a:lnTo>
                  <a:lnTo>
                    <a:pt x="5443311" y="2427810"/>
                  </a:lnTo>
                  <a:lnTo>
                    <a:pt x="5514934" y="2437981"/>
                  </a:lnTo>
                  <a:lnTo>
                    <a:pt x="5586557" y="2447893"/>
                  </a:lnTo>
                  <a:lnTo>
                    <a:pt x="5658179" y="2457553"/>
                  </a:lnTo>
                  <a:lnTo>
                    <a:pt x="5729802" y="2466968"/>
                  </a:lnTo>
                  <a:lnTo>
                    <a:pt x="5801424" y="2476144"/>
                  </a:lnTo>
                  <a:lnTo>
                    <a:pt x="5873047" y="2485087"/>
                  </a:lnTo>
                  <a:lnTo>
                    <a:pt x="5944669" y="2493803"/>
                  </a:lnTo>
                  <a:lnTo>
                    <a:pt x="6016292" y="2502298"/>
                  </a:lnTo>
                  <a:lnTo>
                    <a:pt x="6087914" y="2510577"/>
                  </a:lnTo>
                  <a:lnTo>
                    <a:pt x="6159537" y="2518645"/>
                  </a:lnTo>
                  <a:lnTo>
                    <a:pt x="6231159" y="2526509"/>
                  </a:lnTo>
                  <a:lnTo>
                    <a:pt x="6302782" y="2534173"/>
                  </a:lnTo>
                  <a:lnTo>
                    <a:pt x="6374404" y="2541643"/>
                  </a:lnTo>
                  <a:lnTo>
                    <a:pt x="6446027" y="2548923"/>
                  </a:lnTo>
                  <a:lnTo>
                    <a:pt x="6517649" y="2556018"/>
                  </a:lnTo>
                  <a:lnTo>
                    <a:pt x="6589272" y="2562933"/>
                  </a:lnTo>
                  <a:lnTo>
                    <a:pt x="6660894" y="2569672"/>
                  </a:lnTo>
                  <a:lnTo>
                    <a:pt x="6732517" y="2576241"/>
                  </a:lnTo>
                  <a:lnTo>
                    <a:pt x="6804139" y="2582642"/>
                  </a:lnTo>
                  <a:lnTo>
                    <a:pt x="6875762" y="2588881"/>
                  </a:lnTo>
                  <a:lnTo>
                    <a:pt x="6947385" y="2594962"/>
                  </a:lnTo>
                  <a:lnTo>
                    <a:pt x="7019007" y="2600888"/>
                  </a:lnTo>
                  <a:lnTo>
                    <a:pt x="7090630" y="260666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1.36 (1.18-1.57), p_Bonf = &lt;0.001 (n = 6)  |  per IQR decline (Δ = 29.3 %): 2.47 (1.62-3.76)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2026-09-28T16:57:31Z</dcterms:modified>
  <cp:category/>
</cp:coreProperties>
</file>