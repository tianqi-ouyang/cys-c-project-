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78762"/>
              <a:ext cx="7235830" cy="2134865"/>
            </a:xfrm>
            <a:custGeom>
              <a:avLst/>
              <a:pathLst>
                <a:path w="7235830" h="2134865">
                  <a:moveTo>
                    <a:pt x="0" y="1293395"/>
                  </a:moveTo>
                  <a:lnTo>
                    <a:pt x="7347" y="1294155"/>
                  </a:lnTo>
                  <a:lnTo>
                    <a:pt x="81107" y="1301738"/>
                  </a:lnTo>
                  <a:lnTo>
                    <a:pt x="154867" y="1309272"/>
                  </a:lnTo>
                  <a:lnTo>
                    <a:pt x="228627" y="1316757"/>
                  </a:lnTo>
                  <a:lnTo>
                    <a:pt x="302387" y="1324195"/>
                  </a:lnTo>
                  <a:lnTo>
                    <a:pt x="376147" y="1331584"/>
                  </a:lnTo>
                  <a:lnTo>
                    <a:pt x="449907" y="1338925"/>
                  </a:lnTo>
                  <a:lnTo>
                    <a:pt x="523667" y="1346220"/>
                  </a:lnTo>
                  <a:lnTo>
                    <a:pt x="597427" y="1353467"/>
                  </a:lnTo>
                  <a:lnTo>
                    <a:pt x="671187" y="1360668"/>
                  </a:lnTo>
                  <a:lnTo>
                    <a:pt x="744947" y="1367822"/>
                  </a:lnTo>
                  <a:lnTo>
                    <a:pt x="818707" y="1374930"/>
                  </a:lnTo>
                  <a:lnTo>
                    <a:pt x="892467" y="1381992"/>
                  </a:lnTo>
                  <a:lnTo>
                    <a:pt x="966227" y="1389009"/>
                  </a:lnTo>
                  <a:lnTo>
                    <a:pt x="1039987" y="1395980"/>
                  </a:lnTo>
                  <a:lnTo>
                    <a:pt x="1113747" y="1402907"/>
                  </a:lnTo>
                  <a:lnTo>
                    <a:pt x="1187508" y="1409788"/>
                  </a:lnTo>
                  <a:lnTo>
                    <a:pt x="1261268" y="1416626"/>
                  </a:lnTo>
                  <a:lnTo>
                    <a:pt x="1335028" y="1423419"/>
                  </a:lnTo>
                  <a:lnTo>
                    <a:pt x="1408788" y="1430169"/>
                  </a:lnTo>
                  <a:lnTo>
                    <a:pt x="1482548" y="1436875"/>
                  </a:lnTo>
                  <a:lnTo>
                    <a:pt x="1556308" y="1443538"/>
                  </a:lnTo>
                  <a:lnTo>
                    <a:pt x="1630068" y="1450158"/>
                  </a:lnTo>
                  <a:lnTo>
                    <a:pt x="1703828" y="1456735"/>
                  </a:lnTo>
                  <a:lnTo>
                    <a:pt x="1777588" y="1463270"/>
                  </a:lnTo>
                  <a:lnTo>
                    <a:pt x="1851348" y="1469762"/>
                  </a:lnTo>
                  <a:lnTo>
                    <a:pt x="1925108" y="1476213"/>
                  </a:lnTo>
                  <a:lnTo>
                    <a:pt x="1998868" y="1482623"/>
                  </a:lnTo>
                  <a:lnTo>
                    <a:pt x="2072628" y="1488991"/>
                  </a:lnTo>
                  <a:lnTo>
                    <a:pt x="2146388" y="1495317"/>
                  </a:lnTo>
                  <a:lnTo>
                    <a:pt x="2220148" y="1501604"/>
                  </a:lnTo>
                  <a:lnTo>
                    <a:pt x="2293908" y="1507849"/>
                  </a:lnTo>
                  <a:lnTo>
                    <a:pt x="2367668" y="1514055"/>
                  </a:lnTo>
                  <a:lnTo>
                    <a:pt x="2441428" y="1520220"/>
                  </a:lnTo>
                  <a:lnTo>
                    <a:pt x="2515188" y="1526345"/>
                  </a:lnTo>
                  <a:lnTo>
                    <a:pt x="2588948" y="1532432"/>
                  </a:lnTo>
                  <a:lnTo>
                    <a:pt x="2662708" y="1538478"/>
                  </a:lnTo>
                  <a:lnTo>
                    <a:pt x="2736468" y="1544486"/>
                  </a:lnTo>
                  <a:lnTo>
                    <a:pt x="2810228" y="1550455"/>
                  </a:lnTo>
                  <a:lnTo>
                    <a:pt x="2883988" y="1556386"/>
                  </a:lnTo>
                  <a:lnTo>
                    <a:pt x="2957748" y="1562279"/>
                  </a:lnTo>
                  <a:lnTo>
                    <a:pt x="3031508" y="1568133"/>
                  </a:lnTo>
                  <a:lnTo>
                    <a:pt x="3105268" y="1573950"/>
                  </a:lnTo>
                  <a:lnTo>
                    <a:pt x="3179028" y="1579729"/>
                  </a:lnTo>
                  <a:lnTo>
                    <a:pt x="3252788" y="1585471"/>
                  </a:lnTo>
                  <a:lnTo>
                    <a:pt x="3326548" y="1591176"/>
                  </a:lnTo>
                  <a:lnTo>
                    <a:pt x="3400308" y="1596844"/>
                  </a:lnTo>
                  <a:lnTo>
                    <a:pt x="3474068" y="1595369"/>
                  </a:lnTo>
                  <a:lnTo>
                    <a:pt x="3547828" y="1577379"/>
                  </a:lnTo>
                  <a:lnTo>
                    <a:pt x="3621588" y="1559019"/>
                  </a:lnTo>
                  <a:lnTo>
                    <a:pt x="3695348" y="1540281"/>
                  </a:lnTo>
                  <a:lnTo>
                    <a:pt x="3769108" y="1521159"/>
                  </a:lnTo>
                  <a:lnTo>
                    <a:pt x="3842868" y="1501643"/>
                  </a:lnTo>
                  <a:lnTo>
                    <a:pt x="3916628" y="1481726"/>
                  </a:lnTo>
                  <a:lnTo>
                    <a:pt x="3990388" y="1461400"/>
                  </a:lnTo>
                  <a:lnTo>
                    <a:pt x="4064149" y="1440655"/>
                  </a:lnTo>
                  <a:lnTo>
                    <a:pt x="4137909" y="1419485"/>
                  </a:lnTo>
                  <a:lnTo>
                    <a:pt x="4211669" y="1397879"/>
                  </a:lnTo>
                  <a:lnTo>
                    <a:pt x="4285429" y="1375828"/>
                  </a:lnTo>
                  <a:lnTo>
                    <a:pt x="4359189" y="1353325"/>
                  </a:lnTo>
                  <a:lnTo>
                    <a:pt x="4432949" y="1330359"/>
                  </a:lnTo>
                  <a:lnTo>
                    <a:pt x="4506709" y="1306921"/>
                  </a:lnTo>
                  <a:lnTo>
                    <a:pt x="4580469" y="1283000"/>
                  </a:lnTo>
                  <a:lnTo>
                    <a:pt x="4654229" y="1258589"/>
                  </a:lnTo>
                  <a:lnTo>
                    <a:pt x="4727989" y="1233675"/>
                  </a:lnTo>
                  <a:lnTo>
                    <a:pt x="4801749" y="1208249"/>
                  </a:lnTo>
                  <a:lnTo>
                    <a:pt x="4875509" y="1182300"/>
                  </a:lnTo>
                  <a:lnTo>
                    <a:pt x="4949269" y="1155818"/>
                  </a:lnTo>
                  <a:lnTo>
                    <a:pt x="5023029" y="1128792"/>
                  </a:lnTo>
                  <a:lnTo>
                    <a:pt x="5096789" y="1101210"/>
                  </a:lnTo>
                  <a:lnTo>
                    <a:pt x="5170549" y="1073060"/>
                  </a:lnTo>
                  <a:lnTo>
                    <a:pt x="5244309" y="1044332"/>
                  </a:lnTo>
                  <a:lnTo>
                    <a:pt x="5318069" y="1015014"/>
                  </a:lnTo>
                  <a:lnTo>
                    <a:pt x="5391829" y="985093"/>
                  </a:lnTo>
                  <a:lnTo>
                    <a:pt x="5465589" y="954556"/>
                  </a:lnTo>
                  <a:lnTo>
                    <a:pt x="5539349" y="923392"/>
                  </a:lnTo>
                  <a:lnTo>
                    <a:pt x="5613109" y="891587"/>
                  </a:lnTo>
                  <a:lnTo>
                    <a:pt x="5686869" y="859129"/>
                  </a:lnTo>
                  <a:lnTo>
                    <a:pt x="5760629" y="826003"/>
                  </a:lnTo>
                  <a:lnTo>
                    <a:pt x="5834389" y="792196"/>
                  </a:lnTo>
                  <a:lnTo>
                    <a:pt x="5908149" y="757694"/>
                  </a:lnTo>
                  <a:lnTo>
                    <a:pt x="5981909" y="722482"/>
                  </a:lnTo>
                  <a:lnTo>
                    <a:pt x="6055669" y="686547"/>
                  </a:lnTo>
                  <a:lnTo>
                    <a:pt x="6129429" y="649873"/>
                  </a:lnTo>
                  <a:lnTo>
                    <a:pt x="6203189" y="612445"/>
                  </a:lnTo>
                  <a:lnTo>
                    <a:pt x="6276949" y="574248"/>
                  </a:lnTo>
                  <a:lnTo>
                    <a:pt x="6350709" y="535265"/>
                  </a:lnTo>
                  <a:lnTo>
                    <a:pt x="6424469" y="495481"/>
                  </a:lnTo>
                  <a:lnTo>
                    <a:pt x="6498229" y="454879"/>
                  </a:lnTo>
                  <a:lnTo>
                    <a:pt x="6571989" y="413443"/>
                  </a:lnTo>
                  <a:lnTo>
                    <a:pt x="6645749" y="371154"/>
                  </a:lnTo>
                  <a:lnTo>
                    <a:pt x="6719509" y="327996"/>
                  </a:lnTo>
                  <a:lnTo>
                    <a:pt x="6793269" y="283951"/>
                  </a:lnTo>
                  <a:lnTo>
                    <a:pt x="6867029" y="239000"/>
                  </a:lnTo>
                  <a:lnTo>
                    <a:pt x="6940789" y="193126"/>
                  </a:lnTo>
                  <a:lnTo>
                    <a:pt x="7014550" y="146308"/>
                  </a:lnTo>
                  <a:lnTo>
                    <a:pt x="7088310" y="98527"/>
                  </a:lnTo>
                  <a:lnTo>
                    <a:pt x="7162070" y="49765"/>
                  </a:lnTo>
                  <a:lnTo>
                    <a:pt x="7235830" y="0"/>
                  </a:lnTo>
                  <a:lnTo>
                    <a:pt x="7235830" y="1846337"/>
                  </a:lnTo>
                  <a:lnTo>
                    <a:pt x="7162070" y="1842288"/>
                  </a:lnTo>
                  <a:lnTo>
                    <a:pt x="7088310" y="1838212"/>
                  </a:lnTo>
                  <a:lnTo>
                    <a:pt x="7014550" y="1834110"/>
                  </a:lnTo>
                  <a:lnTo>
                    <a:pt x="6940789" y="1829981"/>
                  </a:lnTo>
                  <a:lnTo>
                    <a:pt x="6867029" y="1825826"/>
                  </a:lnTo>
                  <a:lnTo>
                    <a:pt x="6793269" y="1821643"/>
                  </a:lnTo>
                  <a:lnTo>
                    <a:pt x="6719509" y="1817434"/>
                  </a:lnTo>
                  <a:lnTo>
                    <a:pt x="6645749" y="1813197"/>
                  </a:lnTo>
                  <a:lnTo>
                    <a:pt x="6571989" y="1808932"/>
                  </a:lnTo>
                  <a:lnTo>
                    <a:pt x="6498229" y="1804640"/>
                  </a:lnTo>
                  <a:lnTo>
                    <a:pt x="6424469" y="1800320"/>
                  </a:lnTo>
                  <a:lnTo>
                    <a:pt x="6350709" y="1795973"/>
                  </a:lnTo>
                  <a:lnTo>
                    <a:pt x="6276949" y="1791596"/>
                  </a:lnTo>
                  <a:lnTo>
                    <a:pt x="6203189" y="1787192"/>
                  </a:lnTo>
                  <a:lnTo>
                    <a:pt x="6129429" y="1782759"/>
                  </a:lnTo>
                  <a:lnTo>
                    <a:pt x="6055669" y="1778297"/>
                  </a:lnTo>
                  <a:lnTo>
                    <a:pt x="5981909" y="1773806"/>
                  </a:lnTo>
                  <a:lnTo>
                    <a:pt x="5908149" y="1769286"/>
                  </a:lnTo>
                  <a:lnTo>
                    <a:pt x="5834389" y="1764737"/>
                  </a:lnTo>
                  <a:lnTo>
                    <a:pt x="5760629" y="1760158"/>
                  </a:lnTo>
                  <a:lnTo>
                    <a:pt x="5686869" y="1755549"/>
                  </a:lnTo>
                  <a:lnTo>
                    <a:pt x="5613109" y="1750911"/>
                  </a:lnTo>
                  <a:lnTo>
                    <a:pt x="5539349" y="1746242"/>
                  </a:lnTo>
                  <a:lnTo>
                    <a:pt x="5465589" y="1741543"/>
                  </a:lnTo>
                  <a:lnTo>
                    <a:pt x="5391829" y="1736814"/>
                  </a:lnTo>
                  <a:lnTo>
                    <a:pt x="5318069" y="1732054"/>
                  </a:lnTo>
                  <a:lnTo>
                    <a:pt x="5244309" y="1727263"/>
                  </a:lnTo>
                  <a:lnTo>
                    <a:pt x="5170549" y="1722441"/>
                  </a:lnTo>
                  <a:lnTo>
                    <a:pt x="5096789" y="1717588"/>
                  </a:lnTo>
                  <a:lnTo>
                    <a:pt x="5023029" y="1712703"/>
                  </a:lnTo>
                  <a:lnTo>
                    <a:pt x="4949269" y="1707787"/>
                  </a:lnTo>
                  <a:lnTo>
                    <a:pt x="4875509" y="1702838"/>
                  </a:lnTo>
                  <a:lnTo>
                    <a:pt x="4801749" y="1697858"/>
                  </a:lnTo>
                  <a:lnTo>
                    <a:pt x="4727989" y="1692845"/>
                  </a:lnTo>
                  <a:lnTo>
                    <a:pt x="4654229" y="1687800"/>
                  </a:lnTo>
                  <a:lnTo>
                    <a:pt x="4580469" y="1682722"/>
                  </a:lnTo>
                  <a:lnTo>
                    <a:pt x="4506709" y="1677611"/>
                  </a:lnTo>
                  <a:lnTo>
                    <a:pt x="4432949" y="1672467"/>
                  </a:lnTo>
                  <a:lnTo>
                    <a:pt x="4359189" y="1667289"/>
                  </a:lnTo>
                  <a:lnTo>
                    <a:pt x="4285429" y="1662078"/>
                  </a:lnTo>
                  <a:lnTo>
                    <a:pt x="4211669" y="1656833"/>
                  </a:lnTo>
                  <a:lnTo>
                    <a:pt x="4137909" y="1651554"/>
                  </a:lnTo>
                  <a:lnTo>
                    <a:pt x="4064149" y="1646241"/>
                  </a:lnTo>
                  <a:lnTo>
                    <a:pt x="3990388" y="1640894"/>
                  </a:lnTo>
                  <a:lnTo>
                    <a:pt x="3916628" y="1635511"/>
                  </a:lnTo>
                  <a:lnTo>
                    <a:pt x="3842868" y="1630094"/>
                  </a:lnTo>
                  <a:lnTo>
                    <a:pt x="3769108" y="1624641"/>
                  </a:lnTo>
                  <a:lnTo>
                    <a:pt x="3695348" y="1619154"/>
                  </a:lnTo>
                  <a:lnTo>
                    <a:pt x="3621588" y="1613630"/>
                  </a:lnTo>
                  <a:lnTo>
                    <a:pt x="3547828" y="1608071"/>
                  </a:lnTo>
                  <a:lnTo>
                    <a:pt x="3474068" y="1602476"/>
                  </a:lnTo>
                  <a:lnTo>
                    <a:pt x="3400308" y="1612996"/>
                  </a:lnTo>
                  <a:lnTo>
                    <a:pt x="3326548" y="1630269"/>
                  </a:lnTo>
                  <a:lnTo>
                    <a:pt x="3252788" y="1647194"/>
                  </a:lnTo>
                  <a:lnTo>
                    <a:pt x="3179028" y="1663777"/>
                  </a:lnTo>
                  <a:lnTo>
                    <a:pt x="3105268" y="1680027"/>
                  </a:lnTo>
                  <a:lnTo>
                    <a:pt x="3031508" y="1695949"/>
                  </a:lnTo>
                  <a:lnTo>
                    <a:pt x="2957748" y="1711551"/>
                  </a:lnTo>
                  <a:lnTo>
                    <a:pt x="2883988" y="1726838"/>
                  </a:lnTo>
                  <a:lnTo>
                    <a:pt x="2810228" y="1741818"/>
                  </a:lnTo>
                  <a:lnTo>
                    <a:pt x="2736468" y="1756495"/>
                  </a:lnTo>
                  <a:lnTo>
                    <a:pt x="2662708" y="1770877"/>
                  </a:lnTo>
                  <a:lnTo>
                    <a:pt x="2588948" y="1784969"/>
                  </a:lnTo>
                  <a:lnTo>
                    <a:pt x="2515188" y="1798778"/>
                  </a:lnTo>
                  <a:lnTo>
                    <a:pt x="2441428" y="1812308"/>
                  </a:lnTo>
                  <a:lnTo>
                    <a:pt x="2367668" y="1825566"/>
                  </a:lnTo>
                  <a:lnTo>
                    <a:pt x="2293908" y="1838556"/>
                  </a:lnTo>
                  <a:lnTo>
                    <a:pt x="2220148" y="1851285"/>
                  </a:lnTo>
                  <a:lnTo>
                    <a:pt x="2146388" y="1863758"/>
                  </a:lnTo>
                  <a:lnTo>
                    <a:pt x="2072628" y="1875979"/>
                  </a:lnTo>
                  <a:lnTo>
                    <a:pt x="1998868" y="1887954"/>
                  </a:lnTo>
                  <a:lnTo>
                    <a:pt x="1925108" y="1899688"/>
                  </a:lnTo>
                  <a:lnTo>
                    <a:pt x="1851348" y="1911185"/>
                  </a:lnTo>
                  <a:lnTo>
                    <a:pt x="1777588" y="1922451"/>
                  </a:lnTo>
                  <a:lnTo>
                    <a:pt x="1703828" y="1933490"/>
                  </a:lnTo>
                  <a:lnTo>
                    <a:pt x="1630068" y="1944306"/>
                  </a:lnTo>
                  <a:lnTo>
                    <a:pt x="1556308" y="1954905"/>
                  </a:lnTo>
                  <a:lnTo>
                    <a:pt x="1482548" y="1965290"/>
                  </a:lnTo>
                  <a:lnTo>
                    <a:pt x="1408788" y="1975466"/>
                  </a:lnTo>
                  <a:lnTo>
                    <a:pt x="1335028" y="1985437"/>
                  </a:lnTo>
                  <a:lnTo>
                    <a:pt x="1261268" y="1995207"/>
                  </a:lnTo>
                  <a:lnTo>
                    <a:pt x="1187508" y="2004780"/>
                  </a:lnTo>
                  <a:lnTo>
                    <a:pt x="1113747" y="2014161"/>
                  </a:lnTo>
                  <a:lnTo>
                    <a:pt x="1039987" y="2023352"/>
                  </a:lnTo>
                  <a:lnTo>
                    <a:pt x="966227" y="2032358"/>
                  </a:lnTo>
                  <a:lnTo>
                    <a:pt x="892467" y="2041183"/>
                  </a:lnTo>
                  <a:lnTo>
                    <a:pt x="818707" y="2049830"/>
                  </a:lnTo>
                  <a:lnTo>
                    <a:pt x="744947" y="2058303"/>
                  </a:lnTo>
                  <a:lnTo>
                    <a:pt x="671187" y="2066606"/>
                  </a:lnTo>
                  <a:lnTo>
                    <a:pt x="597427" y="2074741"/>
                  </a:lnTo>
                  <a:lnTo>
                    <a:pt x="523667" y="2082712"/>
                  </a:lnTo>
                  <a:lnTo>
                    <a:pt x="449907" y="2090522"/>
                  </a:lnTo>
                  <a:lnTo>
                    <a:pt x="376147" y="2098176"/>
                  </a:lnTo>
                  <a:lnTo>
                    <a:pt x="302387" y="2105675"/>
                  </a:lnTo>
                  <a:lnTo>
                    <a:pt x="228627" y="2113023"/>
                  </a:lnTo>
                  <a:lnTo>
                    <a:pt x="154867" y="2120223"/>
                  </a:lnTo>
                  <a:lnTo>
                    <a:pt x="81107" y="2127278"/>
                  </a:lnTo>
                  <a:lnTo>
                    <a:pt x="7347" y="2134190"/>
                  </a:lnTo>
                  <a:lnTo>
                    <a:pt x="0" y="2134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78762"/>
              <a:ext cx="7235830" cy="1596844"/>
            </a:xfrm>
            <a:custGeom>
              <a:avLst/>
              <a:pathLst>
                <a:path w="7235830" h="1596844">
                  <a:moveTo>
                    <a:pt x="0" y="1293395"/>
                  </a:moveTo>
                  <a:lnTo>
                    <a:pt x="7347" y="1294155"/>
                  </a:lnTo>
                  <a:lnTo>
                    <a:pt x="81107" y="1301738"/>
                  </a:lnTo>
                  <a:lnTo>
                    <a:pt x="154867" y="1309272"/>
                  </a:lnTo>
                  <a:lnTo>
                    <a:pt x="228627" y="1316757"/>
                  </a:lnTo>
                  <a:lnTo>
                    <a:pt x="302387" y="1324195"/>
                  </a:lnTo>
                  <a:lnTo>
                    <a:pt x="376147" y="1331584"/>
                  </a:lnTo>
                  <a:lnTo>
                    <a:pt x="449907" y="1338925"/>
                  </a:lnTo>
                  <a:lnTo>
                    <a:pt x="523667" y="1346220"/>
                  </a:lnTo>
                  <a:lnTo>
                    <a:pt x="597427" y="1353467"/>
                  </a:lnTo>
                  <a:lnTo>
                    <a:pt x="671187" y="1360668"/>
                  </a:lnTo>
                  <a:lnTo>
                    <a:pt x="744947" y="1367822"/>
                  </a:lnTo>
                  <a:lnTo>
                    <a:pt x="818707" y="1374930"/>
                  </a:lnTo>
                  <a:lnTo>
                    <a:pt x="892467" y="1381992"/>
                  </a:lnTo>
                  <a:lnTo>
                    <a:pt x="966227" y="1389009"/>
                  </a:lnTo>
                  <a:lnTo>
                    <a:pt x="1039987" y="1395980"/>
                  </a:lnTo>
                  <a:lnTo>
                    <a:pt x="1113747" y="1402907"/>
                  </a:lnTo>
                  <a:lnTo>
                    <a:pt x="1187508" y="1409788"/>
                  </a:lnTo>
                  <a:lnTo>
                    <a:pt x="1261268" y="1416626"/>
                  </a:lnTo>
                  <a:lnTo>
                    <a:pt x="1335028" y="1423419"/>
                  </a:lnTo>
                  <a:lnTo>
                    <a:pt x="1408788" y="1430169"/>
                  </a:lnTo>
                  <a:lnTo>
                    <a:pt x="1482548" y="1436875"/>
                  </a:lnTo>
                  <a:lnTo>
                    <a:pt x="1556308" y="1443538"/>
                  </a:lnTo>
                  <a:lnTo>
                    <a:pt x="1630068" y="1450158"/>
                  </a:lnTo>
                  <a:lnTo>
                    <a:pt x="1703828" y="1456735"/>
                  </a:lnTo>
                  <a:lnTo>
                    <a:pt x="1777588" y="1463270"/>
                  </a:lnTo>
                  <a:lnTo>
                    <a:pt x="1851348" y="1469762"/>
                  </a:lnTo>
                  <a:lnTo>
                    <a:pt x="1925108" y="1476213"/>
                  </a:lnTo>
                  <a:lnTo>
                    <a:pt x="1998868" y="1482623"/>
                  </a:lnTo>
                  <a:lnTo>
                    <a:pt x="2072628" y="1488991"/>
                  </a:lnTo>
                  <a:lnTo>
                    <a:pt x="2146388" y="1495317"/>
                  </a:lnTo>
                  <a:lnTo>
                    <a:pt x="2220148" y="1501604"/>
                  </a:lnTo>
                  <a:lnTo>
                    <a:pt x="2293908" y="1507849"/>
                  </a:lnTo>
                  <a:lnTo>
                    <a:pt x="2367668" y="1514055"/>
                  </a:lnTo>
                  <a:lnTo>
                    <a:pt x="2441428" y="1520220"/>
                  </a:lnTo>
                  <a:lnTo>
                    <a:pt x="2515188" y="1526345"/>
                  </a:lnTo>
                  <a:lnTo>
                    <a:pt x="2588948" y="1532432"/>
                  </a:lnTo>
                  <a:lnTo>
                    <a:pt x="2662708" y="1538478"/>
                  </a:lnTo>
                  <a:lnTo>
                    <a:pt x="2736468" y="1544486"/>
                  </a:lnTo>
                  <a:lnTo>
                    <a:pt x="2810228" y="1550455"/>
                  </a:lnTo>
                  <a:lnTo>
                    <a:pt x="2883988" y="1556386"/>
                  </a:lnTo>
                  <a:lnTo>
                    <a:pt x="2957748" y="1562279"/>
                  </a:lnTo>
                  <a:lnTo>
                    <a:pt x="3031508" y="1568133"/>
                  </a:lnTo>
                  <a:lnTo>
                    <a:pt x="3105268" y="1573950"/>
                  </a:lnTo>
                  <a:lnTo>
                    <a:pt x="3179028" y="1579729"/>
                  </a:lnTo>
                  <a:lnTo>
                    <a:pt x="3252788" y="1585471"/>
                  </a:lnTo>
                  <a:lnTo>
                    <a:pt x="3326548" y="1591176"/>
                  </a:lnTo>
                  <a:lnTo>
                    <a:pt x="3400308" y="1596844"/>
                  </a:lnTo>
                  <a:lnTo>
                    <a:pt x="3474068" y="1595369"/>
                  </a:lnTo>
                  <a:lnTo>
                    <a:pt x="3547828" y="1577379"/>
                  </a:lnTo>
                  <a:lnTo>
                    <a:pt x="3621588" y="1559019"/>
                  </a:lnTo>
                  <a:lnTo>
                    <a:pt x="3695348" y="1540281"/>
                  </a:lnTo>
                  <a:lnTo>
                    <a:pt x="3769108" y="1521159"/>
                  </a:lnTo>
                  <a:lnTo>
                    <a:pt x="3842868" y="1501643"/>
                  </a:lnTo>
                  <a:lnTo>
                    <a:pt x="3916628" y="1481726"/>
                  </a:lnTo>
                  <a:lnTo>
                    <a:pt x="3990388" y="1461400"/>
                  </a:lnTo>
                  <a:lnTo>
                    <a:pt x="4064149" y="1440655"/>
                  </a:lnTo>
                  <a:lnTo>
                    <a:pt x="4137909" y="1419485"/>
                  </a:lnTo>
                  <a:lnTo>
                    <a:pt x="4211669" y="1397879"/>
                  </a:lnTo>
                  <a:lnTo>
                    <a:pt x="4285429" y="1375828"/>
                  </a:lnTo>
                  <a:lnTo>
                    <a:pt x="4359189" y="1353325"/>
                  </a:lnTo>
                  <a:lnTo>
                    <a:pt x="4432949" y="1330359"/>
                  </a:lnTo>
                  <a:lnTo>
                    <a:pt x="4506709" y="1306921"/>
                  </a:lnTo>
                  <a:lnTo>
                    <a:pt x="4580469" y="1283000"/>
                  </a:lnTo>
                  <a:lnTo>
                    <a:pt x="4654229" y="1258589"/>
                  </a:lnTo>
                  <a:lnTo>
                    <a:pt x="4727989" y="1233675"/>
                  </a:lnTo>
                  <a:lnTo>
                    <a:pt x="4801749" y="1208249"/>
                  </a:lnTo>
                  <a:lnTo>
                    <a:pt x="4875509" y="1182300"/>
                  </a:lnTo>
                  <a:lnTo>
                    <a:pt x="4949269" y="1155818"/>
                  </a:lnTo>
                  <a:lnTo>
                    <a:pt x="5023029" y="1128792"/>
                  </a:lnTo>
                  <a:lnTo>
                    <a:pt x="5096789" y="1101210"/>
                  </a:lnTo>
                  <a:lnTo>
                    <a:pt x="5170549" y="1073060"/>
                  </a:lnTo>
                  <a:lnTo>
                    <a:pt x="5244309" y="1044332"/>
                  </a:lnTo>
                  <a:lnTo>
                    <a:pt x="5318069" y="1015014"/>
                  </a:lnTo>
                  <a:lnTo>
                    <a:pt x="5391829" y="985093"/>
                  </a:lnTo>
                  <a:lnTo>
                    <a:pt x="5465589" y="954556"/>
                  </a:lnTo>
                  <a:lnTo>
                    <a:pt x="5539349" y="923392"/>
                  </a:lnTo>
                  <a:lnTo>
                    <a:pt x="5613109" y="891587"/>
                  </a:lnTo>
                  <a:lnTo>
                    <a:pt x="5686869" y="859129"/>
                  </a:lnTo>
                  <a:lnTo>
                    <a:pt x="5760629" y="826003"/>
                  </a:lnTo>
                  <a:lnTo>
                    <a:pt x="5834389" y="792196"/>
                  </a:lnTo>
                  <a:lnTo>
                    <a:pt x="5908149" y="757694"/>
                  </a:lnTo>
                  <a:lnTo>
                    <a:pt x="5981909" y="722482"/>
                  </a:lnTo>
                  <a:lnTo>
                    <a:pt x="6055669" y="686547"/>
                  </a:lnTo>
                  <a:lnTo>
                    <a:pt x="6129429" y="649873"/>
                  </a:lnTo>
                  <a:lnTo>
                    <a:pt x="6203189" y="612445"/>
                  </a:lnTo>
                  <a:lnTo>
                    <a:pt x="6276949" y="574248"/>
                  </a:lnTo>
                  <a:lnTo>
                    <a:pt x="6350709" y="535265"/>
                  </a:lnTo>
                  <a:lnTo>
                    <a:pt x="6424469" y="495481"/>
                  </a:lnTo>
                  <a:lnTo>
                    <a:pt x="6498229" y="454879"/>
                  </a:lnTo>
                  <a:lnTo>
                    <a:pt x="6571989" y="413443"/>
                  </a:lnTo>
                  <a:lnTo>
                    <a:pt x="6645749" y="371154"/>
                  </a:lnTo>
                  <a:lnTo>
                    <a:pt x="6719509" y="327996"/>
                  </a:lnTo>
                  <a:lnTo>
                    <a:pt x="6793269" y="283951"/>
                  </a:lnTo>
                  <a:lnTo>
                    <a:pt x="6867029" y="239000"/>
                  </a:lnTo>
                  <a:lnTo>
                    <a:pt x="6940789" y="193126"/>
                  </a:lnTo>
                  <a:lnTo>
                    <a:pt x="7014550" y="146308"/>
                  </a:lnTo>
                  <a:lnTo>
                    <a:pt x="7088310" y="98527"/>
                  </a:lnTo>
                  <a:lnTo>
                    <a:pt x="7162070" y="49765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238"/>
              <a:ext cx="7235830" cy="532389"/>
            </a:xfrm>
            <a:custGeom>
              <a:avLst/>
              <a:pathLst>
                <a:path w="7235830" h="532389">
                  <a:moveTo>
                    <a:pt x="7235830" y="243861"/>
                  </a:moveTo>
                  <a:lnTo>
                    <a:pt x="7162070" y="239812"/>
                  </a:lnTo>
                  <a:lnTo>
                    <a:pt x="7088310" y="235736"/>
                  </a:lnTo>
                  <a:lnTo>
                    <a:pt x="7014550" y="231634"/>
                  </a:lnTo>
                  <a:lnTo>
                    <a:pt x="6940789" y="227505"/>
                  </a:lnTo>
                  <a:lnTo>
                    <a:pt x="6867029" y="223350"/>
                  </a:lnTo>
                  <a:lnTo>
                    <a:pt x="6793269" y="219167"/>
                  </a:lnTo>
                  <a:lnTo>
                    <a:pt x="6719509" y="214958"/>
                  </a:lnTo>
                  <a:lnTo>
                    <a:pt x="6645749" y="210721"/>
                  </a:lnTo>
                  <a:lnTo>
                    <a:pt x="6571989" y="206456"/>
                  </a:lnTo>
                  <a:lnTo>
                    <a:pt x="6498229" y="202164"/>
                  </a:lnTo>
                  <a:lnTo>
                    <a:pt x="6424469" y="197844"/>
                  </a:lnTo>
                  <a:lnTo>
                    <a:pt x="6350709" y="193496"/>
                  </a:lnTo>
                  <a:lnTo>
                    <a:pt x="6276949" y="189120"/>
                  </a:lnTo>
                  <a:lnTo>
                    <a:pt x="6203189" y="184716"/>
                  </a:lnTo>
                  <a:lnTo>
                    <a:pt x="6129429" y="180283"/>
                  </a:lnTo>
                  <a:lnTo>
                    <a:pt x="6055669" y="175821"/>
                  </a:lnTo>
                  <a:lnTo>
                    <a:pt x="5981909" y="171330"/>
                  </a:lnTo>
                  <a:lnTo>
                    <a:pt x="5908149" y="166810"/>
                  </a:lnTo>
                  <a:lnTo>
                    <a:pt x="5834389" y="162260"/>
                  </a:lnTo>
                  <a:lnTo>
                    <a:pt x="5760629" y="157682"/>
                  </a:lnTo>
                  <a:lnTo>
                    <a:pt x="5686869" y="153073"/>
                  </a:lnTo>
                  <a:lnTo>
                    <a:pt x="5613109" y="148435"/>
                  </a:lnTo>
                  <a:lnTo>
                    <a:pt x="5539349" y="143766"/>
                  </a:lnTo>
                  <a:lnTo>
                    <a:pt x="5465589" y="139067"/>
                  </a:lnTo>
                  <a:lnTo>
                    <a:pt x="5391829" y="134338"/>
                  </a:lnTo>
                  <a:lnTo>
                    <a:pt x="5318069" y="129578"/>
                  </a:lnTo>
                  <a:lnTo>
                    <a:pt x="5244309" y="124787"/>
                  </a:lnTo>
                  <a:lnTo>
                    <a:pt x="5170549" y="119965"/>
                  </a:lnTo>
                  <a:lnTo>
                    <a:pt x="5096789" y="115112"/>
                  </a:lnTo>
                  <a:lnTo>
                    <a:pt x="5023029" y="110227"/>
                  </a:lnTo>
                  <a:lnTo>
                    <a:pt x="4949269" y="105311"/>
                  </a:lnTo>
                  <a:lnTo>
                    <a:pt x="4875509" y="100362"/>
                  </a:lnTo>
                  <a:lnTo>
                    <a:pt x="4801749" y="95382"/>
                  </a:lnTo>
                  <a:lnTo>
                    <a:pt x="4727989" y="90369"/>
                  </a:lnTo>
                  <a:lnTo>
                    <a:pt x="4654229" y="85324"/>
                  </a:lnTo>
                  <a:lnTo>
                    <a:pt x="4580469" y="80246"/>
                  </a:lnTo>
                  <a:lnTo>
                    <a:pt x="4506709" y="75135"/>
                  </a:lnTo>
                  <a:lnTo>
                    <a:pt x="4432949" y="69991"/>
                  </a:lnTo>
                  <a:lnTo>
                    <a:pt x="4359189" y="64813"/>
                  </a:lnTo>
                  <a:lnTo>
                    <a:pt x="4285429" y="59602"/>
                  </a:lnTo>
                  <a:lnTo>
                    <a:pt x="4211669" y="54357"/>
                  </a:lnTo>
                  <a:lnTo>
                    <a:pt x="4137909" y="49078"/>
                  </a:lnTo>
                  <a:lnTo>
                    <a:pt x="4064149" y="43765"/>
                  </a:lnTo>
                  <a:lnTo>
                    <a:pt x="3990388" y="38417"/>
                  </a:lnTo>
                  <a:lnTo>
                    <a:pt x="3916628" y="33035"/>
                  </a:lnTo>
                  <a:lnTo>
                    <a:pt x="3842868" y="27618"/>
                  </a:lnTo>
                  <a:lnTo>
                    <a:pt x="3769108" y="22165"/>
                  </a:lnTo>
                  <a:lnTo>
                    <a:pt x="3695348" y="16677"/>
                  </a:lnTo>
                  <a:lnTo>
                    <a:pt x="3621588" y="11154"/>
                  </a:lnTo>
                  <a:lnTo>
                    <a:pt x="3547828" y="5595"/>
                  </a:lnTo>
                  <a:lnTo>
                    <a:pt x="3474068" y="0"/>
                  </a:lnTo>
                  <a:lnTo>
                    <a:pt x="3400308" y="10520"/>
                  </a:lnTo>
                  <a:lnTo>
                    <a:pt x="3326548" y="27793"/>
                  </a:lnTo>
                  <a:lnTo>
                    <a:pt x="3252788" y="44718"/>
                  </a:lnTo>
                  <a:lnTo>
                    <a:pt x="3179028" y="61301"/>
                  </a:lnTo>
                  <a:lnTo>
                    <a:pt x="3105268" y="77551"/>
                  </a:lnTo>
                  <a:lnTo>
                    <a:pt x="3031508" y="93473"/>
                  </a:lnTo>
                  <a:lnTo>
                    <a:pt x="2957748" y="109075"/>
                  </a:lnTo>
                  <a:lnTo>
                    <a:pt x="2883988" y="124362"/>
                  </a:lnTo>
                  <a:lnTo>
                    <a:pt x="2810228" y="139342"/>
                  </a:lnTo>
                  <a:lnTo>
                    <a:pt x="2736468" y="154019"/>
                  </a:lnTo>
                  <a:lnTo>
                    <a:pt x="2662708" y="168401"/>
                  </a:lnTo>
                  <a:lnTo>
                    <a:pt x="2588948" y="182493"/>
                  </a:lnTo>
                  <a:lnTo>
                    <a:pt x="2515188" y="196302"/>
                  </a:lnTo>
                  <a:lnTo>
                    <a:pt x="2441428" y="209832"/>
                  </a:lnTo>
                  <a:lnTo>
                    <a:pt x="2367668" y="223089"/>
                  </a:lnTo>
                  <a:lnTo>
                    <a:pt x="2293908" y="236080"/>
                  </a:lnTo>
                  <a:lnTo>
                    <a:pt x="2220148" y="248809"/>
                  </a:lnTo>
                  <a:lnTo>
                    <a:pt x="2146388" y="261281"/>
                  </a:lnTo>
                  <a:lnTo>
                    <a:pt x="2072628" y="273503"/>
                  </a:lnTo>
                  <a:lnTo>
                    <a:pt x="1998868" y="285478"/>
                  </a:lnTo>
                  <a:lnTo>
                    <a:pt x="1925108" y="297211"/>
                  </a:lnTo>
                  <a:lnTo>
                    <a:pt x="1851348" y="308709"/>
                  </a:lnTo>
                  <a:lnTo>
                    <a:pt x="1777588" y="319975"/>
                  </a:lnTo>
                  <a:lnTo>
                    <a:pt x="1703828" y="331014"/>
                  </a:lnTo>
                  <a:lnTo>
                    <a:pt x="1630068" y="341830"/>
                  </a:lnTo>
                  <a:lnTo>
                    <a:pt x="1556308" y="352429"/>
                  </a:lnTo>
                  <a:lnTo>
                    <a:pt x="1482548" y="362814"/>
                  </a:lnTo>
                  <a:lnTo>
                    <a:pt x="1408788" y="372990"/>
                  </a:lnTo>
                  <a:lnTo>
                    <a:pt x="1335028" y="382961"/>
                  </a:lnTo>
                  <a:lnTo>
                    <a:pt x="1261268" y="392731"/>
                  </a:lnTo>
                  <a:lnTo>
                    <a:pt x="1187508" y="402304"/>
                  </a:lnTo>
                  <a:lnTo>
                    <a:pt x="1113747" y="411685"/>
                  </a:lnTo>
                  <a:lnTo>
                    <a:pt x="1039987" y="420876"/>
                  </a:lnTo>
                  <a:lnTo>
                    <a:pt x="966227" y="429882"/>
                  </a:lnTo>
                  <a:lnTo>
                    <a:pt x="892467" y="438707"/>
                  </a:lnTo>
                  <a:lnTo>
                    <a:pt x="818707" y="447354"/>
                  </a:lnTo>
                  <a:lnTo>
                    <a:pt x="744947" y="455827"/>
                  </a:lnTo>
                  <a:lnTo>
                    <a:pt x="671187" y="464130"/>
                  </a:lnTo>
                  <a:lnTo>
                    <a:pt x="597427" y="472265"/>
                  </a:lnTo>
                  <a:lnTo>
                    <a:pt x="523667" y="480236"/>
                  </a:lnTo>
                  <a:lnTo>
                    <a:pt x="449907" y="488046"/>
                  </a:lnTo>
                  <a:lnTo>
                    <a:pt x="376147" y="495699"/>
                  </a:lnTo>
                  <a:lnTo>
                    <a:pt x="302387" y="503199"/>
                  </a:lnTo>
                  <a:lnTo>
                    <a:pt x="228627" y="510547"/>
                  </a:lnTo>
                  <a:lnTo>
                    <a:pt x="154867" y="517746"/>
                  </a:lnTo>
                  <a:lnTo>
                    <a:pt x="81107" y="524801"/>
                  </a:lnTo>
                  <a:lnTo>
                    <a:pt x="7347" y="531714"/>
                  </a:lnTo>
                  <a:lnTo>
                    <a:pt x="0" y="532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07506"/>
              <a:ext cx="7235830" cy="613221"/>
            </a:xfrm>
            <a:custGeom>
              <a:avLst/>
              <a:pathLst>
                <a:path w="7235830" h="613221">
                  <a:moveTo>
                    <a:pt x="0" y="613221"/>
                  </a:moveTo>
                  <a:lnTo>
                    <a:pt x="7347" y="612787"/>
                  </a:lnTo>
                  <a:lnTo>
                    <a:pt x="81107" y="608407"/>
                  </a:lnTo>
                  <a:lnTo>
                    <a:pt x="154867" y="603996"/>
                  </a:lnTo>
                  <a:lnTo>
                    <a:pt x="228627" y="599554"/>
                  </a:lnTo>
                  <a:lnTo>
                    <a:pt x="302387" y="595081"/>
                  </a:lnTo>
                  <a:lnTo>
                    <a:pt x="376147" y="590577"/>
                  </a:lnTo>
                  <a:lnTo>
                    <a:pt x="449907" y="586042"/>
                  </a:lnTo>
                  <a:lnTo>
                    <a:pt x="523667" y="581475"/>
                  </a:lnTo>
                  <a:lnTo>
                    <a:pt x="597427" y="576876"/>
                  </a:lnTo>
                  <a:lnTo>
                    <a:pt x="671187" y="572245"/>
                  </a:lnTo>
                  <a:lnTo>
                    <a:pt x="744947" y="567582"/>
                  </a:lnTo>
                  <a:lnTo>
                    <a:pt x="818707" y="562887"/>
                  </a:lnTo>
                  <a:lnTo>
                    <a:pt x="892467" y="558158"/>
                  </a:lnTo>
                  <a:lnTo>
                    <a:pt x="966227" y="553397"/>
                  </a:lnTo>
                  <a:lnTo>
                    <a:pt x="1039987" y="548603"/>
                  </a:lnTo>
                  <a:lnTo>
                    <a:pt x="1113747" y="543775"/>
                  </a:lnTo>
                  <a:lnTo>
                    <a:pt x="1187508" y="538914"/>
                  </a:lnTo>
                  <a:lnTo>
                    <a:pt x="1261268" y="534019"/>
                  </a:lnTo>
                  <a:lnTo>
                    <a:pt x="1335028" y="529089"/>
                  </a:lnTo>
                  <a:lnTo>
                    <a:pt x="1408788" y="524126"/>
                  </a:lnTo>
                  <a:lnTo>
                    <a:pt x="1482548" y="519128"/>
                  </a:lnTo>
                  <a:lnTo>
                    <a:pt x="1556308" y="514095"/>
                  </a:lnTo>
                  <a:lnTo>
                    <a:pt x="1630068" y="509026"/>
                  </a:lnTo>
                  <a:lnTo>
                    <a:pt x="1703828" y="503923"/>
                  </a:lnTo>
                  <a:lnTo>
                    <a:pt x="1777588" y="498784"/>
                  </a:lnTo>
                  <a:lnTo>
                    <a:pt x="1851348" y="493609"/>
                  </a:lnTo>
                  <a:lnTo>
                    <a:pt x="1925108" y="488399"/>
                  </a:lnTo>
                  <a:lnTo>
                    <a:pt x="1998868" y="483152"/>
                  </a:lnTo>
                  <a:lnTo>
                    <a:pt x="2072628" y="477868"/>
                  </a:lnTo>
                  <a:lnTo>
                    <a:pt x="2146388" y="472548"/>
                  </a:lnTo>
                  <a:lnTo>
                    <a:pt x="2220148" y="467190"/>
                  </a:lnTo>
                  <a:lnTo>
                    <a:pt x="2293908" y="461795"/>
                  </a:lnTo>
                  <a:lnTo>
                    <a:pt x="2367668" y="456363"/>
                  </a:lnTo>
                  <a:lnTo>
                    <a:pt x="2441428" y="450893"/>
                  </a:lnTo>
                  <a:lnTo>
                    <a:pt x="2515188" y="445384"/>
                  </a:lnTo>
                  <a:lnTo>
                    <a:pt x="2588948" y="439838"/>
                  </a:lnTo>
                  <a:lnTo>
                    <a:pt x="2662708" y="434252"/>
                  </a:lnTo>
                  <a:lnTo>
                    <a:pt x="2736468" y="428628"/>
                  </a:lnTo>
                  <a:lnTo>
                    <a:pt x="2810228" y="422965"/>
                  </a:lnTo>
                  <a:lnTo>
                    <a:pt x="2883988" y="417262"/>
                  </a:lnTo>
                  <a:lnTo>
                    <a:pt x="2957748" y="411519"/>
                  </a:lnTo>
                  <a:lnTo>
                    <a:pt x="3031508" y="405737"/>
                  </a:lnTo>
                  <a:lnTo>
                    <a:pt x="3105268" y="399914"/>
                  </a:lnTo>
                  <a:lnTo>
                    <a:pt x="3179028" y="394051"/>
                  </a:lnTo>
                  <a:lnTo>
                    <a:pt x="3252788" y="388146"/>
                  </a:lnTo>
                  <a:lnTo>
                    <a:pt x="3326548" y="382201"/>
                  </a:lnTo>
                  <a:lnTo>
                    <a:pt x="3400308" y="376214"/>
                  </a:lnTo>
                  <a:lnTo>
                    <a:pt x="3474068" y="370186"/>
                  </a:lnTo>
                  <a:lnTo>
                    <a:pt x="3547828" y="364115"/>
                  </a:lnTo>
                  <a:lnTo>
                    <a:pt x="3621588" y="358003"/>
                  </a:lnTo>
                  <a:lnTo>
                    <a:pt x="3695348" y="351847"/>
                  </a:lnTo>
                  <a:lnTo>
                    <a:pt x="3769108" y="345649"/>
                  </a:lnTo>
                  <a:lnTo>
                    <a:pt x="3842868" y="339408"/>
                  </a:lnTo>
                  <a:lnTo>
                    <a:pt x="3916628" y="333123"/>
                  </a:lnTo>
                  <a:lnTo>
                    <a:pt x="3990388" y="326794"/>
                  </a:lnTo>
                  <a:lnTo>
                    <a:pt x="4064149" y="320422"/>
                  </a:lnTo>
                  <a:lnTo>
                    <a:pt x="4137909" y="314004"/>
                  </a:lnTo>
                  <a:lnTo>
                    <a:pt x="4211669" y="307543"/>
                  </a:lnTo>
                  <a:lnTo>
                    <a:pt x="4285429" y="301036"/>
                  </a:lnTo>
                  <a:lnTo>
                    <a:pt x="4359189" y="294484"/>
                  </a:lnTo>
                  <a:lnTo>
                    <a:pt x="4432949" y="287886"/>
                  </a:lnTo>
                  <a:lnTo>
                    <a:pt x="4506709" y="281242"/>
                  </a:lnTo>
                  <a:lnTo>
                    <a:pt x="4580469" y="274552"/>
                  </a:lnTo>
                  <a:lnTo>
                    <a:pt x="4654229" y="267816"/>
                  </a:lnTo>
                  <a:lnTo>
                    <a:pt x="4727989" y="261032"/>
                  </a:lnTo>
                  <a:lnTo>
                    <a:pt x="4801749" y="254201"/>
                  </a:lnTo>
                  <a:lnTo>
                    <a:pt x="4875509" y="247323"/>
                  </a:lnTo>
                  <a:lnTo>
                    <a:pt x="4949269" y="240397"/>
                  </a:lnTo>
                  <a:lnTo>
                    <a:pt x="5023029" y="233422"/>
                  </a:lnTo>
                  <a:lnTo>
                    <a:pt x="5096789" y="226399"/>
                  </a:lnTo>
                  <a:lnTo>
                    <a:pt x="5170549" y="219327"/>
                  </a:lnTo>
                  <a:lnTo>
                    <a:pt x="5244309" y="212206"/>
                  </a:lnTo>
                  <a:lnTo>
                    <a:pt x="5318069" y="205035"/>
                  </a:lnTo>
                  <a:lnTo>
                    <a:pt x="5391829" y="197814"/>
                  </a:lnTo>
                  <a:lnTo>
                    <a:pt x="5465589" y="190543"/>
                  </a:lnTo>
                  <a:lnTo>
                    <a:pt x="5539349" y="183221"/>
                  </a:lnTo>
                  <a:lnTo>
                    <a:pt x="5613109" y="175849"/>
                  </a:lnTo>
                  <a:lnTo>
                    <a:pt x="5686869" y="168425"/>
                  </a:lnTo>
                  <a:lnTo>
                    <a:pt x="5760629" y="160949"/>
                  </a:lnTo>
                  <a:lnTo>
                    <a:pt x="5834389" y="153421"/>
                  </a:lnTo>
                  <a:lnTo>
                    <a:pt x="5908149" y="145841"/>
                  </a:lnTo>
                  <a:lnTo>
                    <a:pt x="5981909" y="138207"/>
                  </a:lnTo>
                  <a:lnTo>
                    <a:pt x="6055669" y="130521"/>
                  </a:lnTo>
                  <a:lnTo>
                    <a:pt x="6129429" y="122781"/>
                  </a:lnTo>
                  <a:lnTo>
                    <a:pt x="6203189" y="114988"/>
                  </a:lnTo>
                  <a:lnTo>
                    <a:pt x="6276949" y="107140"/>
                  </a:lnTo>
                  <a:lnTo>
                    <a:pt x="6350709" y="99237"/>
                  </a:lnTo>
                  <a:lnTo>
                    <a:pt x="6424469" y="91279"/>
                  </a:lnTo>
                  <a:lnTo>
                    <a:pt x="6498229" y="83266"/>
                  </a:lnTo>
                  <a:lnTo>
                    <a:pt x="6571989" y="75197"/>
                  </a:lnTo>
                  <a:lnTo>
                    <a:pt x="6645749" y="67072"/>
                  </a:lnTo>
                  <a:lnTo>
                    <a:pt x="6719509" y="58890"/>
                  </a:lnTo>
                  <a:lnTo>
                    <a:pt x="6793269" y="50651"/>
                  </a:lnTo>
                  <a:lnTo>
                    <a:pt x="6867029" y="42355"/>
                  </a:lnTo>
                  <a:lnTo>
                    <a:pt x="6940789" y="34001"/>
                  </a:lnTo>
                  <a:lnTo>
                    <a:pt x="7014550" y="25589"/>
                  </a:lnTo>
                  <a:lnTo>
                    <a:pt x="7088310" y="17118"/>
                  </a:lnTo>
                  <a:lnTo>
                    <a:pt x="7162070" y="8589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2026-05-21T09:01:18Z</dcterms:modified>
  <cp:category/>
</cp:coreProperties>
</file>