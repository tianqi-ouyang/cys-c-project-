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201037"/>
              <a:ext cx="7235830" cy="2036150"/>
            </a:xfrm>
            <a:custGeom>
              <a:avLst/>
              <a:pathLst>
                <a:path w="7235830" h="2036150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  <a:lnTo>
                    <a:pt x="7235830" y="1760963"/>
                  </a:lnTo>
                  <a:lnTo>
                    <a:pt x="7162070" y="1757101"/>
                  </a:lnTo>
                  <a:lnTo>
                    <a:pt x="7088310" y="1753214"/>
                  </a:lnTo>
                  <a:lnTo>
                    <a:pt x="7014550" y="1749302"/>
                  </a:lnTo>
                  <a:lnTo>
                    <a:pt x="6940789" y="1745364"/>
                  </a:lnTo>
                  <a:lnTo>
                    <a:pt x="6867029" y="1741400"/>
                  </a:lnTo>
                  <a:lnTo>
                    <a:pt x="6793269" y="1737411"/>
                  </a:lnTo>
                  <a:lnTo>
                    <a:pt x="6719509" y="1733396"/>
                  </a:lnTo>
                  <a:lnTo>
                    <a:pt x="6645749" y="1729355"/>
                  </a:lnTo>
                  <a:lnTo>
                    <a:pt x="6571989" y="1725288"/>
                  </a:lnTo>
                  <a:lnTo>
                    <a:pt x="6498229" y="1721194"/>
                  </a:lnTo>
                  <a:lnTo>
                    <a:pt x="6424469" y="1717074"/>
                  </a:lnTo>
                  <a:lnTo>
                    <a:pt x="6350709" y="1712927"/>
                  </a:lnTo>
                  <a:lnTo>
                    <a:pt x="6276949" y="1708754"/>
                  </a:lnTo>
                  <a:lnTo>
                    <a:pt x="6203189" y="1704553"/>
                  </a:lnTo>
                  <a:lnTo>
                    <a:pt x="6129429" y="1700325"/>
                  </a:lnTo>
                  <a:lnTo>
                    <a:pt x="6055669" y="1696069"/>
                  </a:lnTo>
                  <a:lnTo>
                    <a:pt x="5981909" y="1691786"/>
                  </a:lnTo>
                  <a:lnTo>
                    <a:pt x="5908149" y="1687475"/>
                  </a:lnTo>
                  <a:lnTo>
                    <a:pt x="5834389" y="1683136"/>
                  </a:lnTo>
                  <a:lnTo>
                    <a:pt x="5760629" y="1678769"/>
                  </a:lnTo>
                  <a:lnTo>
                    <a:pt x="5686869" y="1674373"/>
                  </a:lnTo>
                  <a:lnTo>
                    <a:pt x="5613109" y="1669949"/>
                  </a:lnTo>
                  <a:lnTo>
                    <a:pt x="5539349" y="1665497"/>
                  </a:lnTo>
                  <a:lnTo>
                    <a:pt x="5465589" y="1661015"/>
                  </a:lnTo>
                  <a:lnTo>
                    <a:pt x="5391829" y="1656504"/>
                  </a:lnTo>
                  <a:lnTo>
                    <a:pt x="5318069" y="1651965"/>
                  </a:lnTo>
                  <a:lnTo>
                    <a:pt x="5244309" y="1647395"/>
                  </a:lnTo>
                  <a:lnTo>
                    <a:pt x="5170549" y="1642796"/>
                  </a:lnTo>
                  <a:lnTo>
                    <a:pt x="5096789" y="1638167"/>
                  </a:lnTo>
                  <a:lnTo>
                    <a:pt x="5023029" y="1633508"/>
                  </a:lnTo>
                  <a:lnTo>
                    <a:pt x="4949269" y="1628819"/>
                  </a:lnTo>
                  <a:lnTo>
                    <a:pt x="4875509" y="1624100"/>
                  </a:lnTo>
                  <a:lnTo>
                    <a:pt x="4801749" y="1619350"/>
                  </a:lnTo>
                  <a:lnTo>
                    <a:pt x="4727989" y="1614569"/>
                  </a:lnTo>
                  <a:lnTo>
                    <a:pt x="4654229" y="1609757"/>
                  </a:lnTo>
                  <a:lnTo>
                    <a:pt x="4580469" y="1604913"/>
                  </a:lnTo>
                  <a:lnTo>
                    <a:pt x="4506709" y="1600039"/>
                  </a:lnTo>
                  <a:lnTo>
                    <a:pt x="4432949" y="1595133"/>
                  </a:lnTo>
                  <a:lnTo>
                    <a:pt x="4359189" y="1590194"/>
                  </a:lnTo>
                  <a:lnTo>
                    <a:pt x="4285429" y="1585224"/>
                  </a:lnTo>
                  <a:lnTo>
                    <a:pt x="4211669" y="1580222"/>
                  </a:lnTo>
                  <a:lnTo>
                    <a:pt x="4137909" y="1575187"/>
                  </a:lnTo>
                  <a:lnTo>
                    <a:pt x="4064149" y="1570120"/>
                  </a:lnTo>
                  <a:lnTo>
                    <a:pt x="3990388" y="1565019"/>
                  </a:lnTo>
                  <a:lnTo>
                    <a:pt x="3916628" y="1559886"/>
                  </a:lnTo>
                  <a:lnTo>
                    <a:pt x="3842868" y="1554719"/>
                  </a:lnTo>
                  <a:lnTo>
                    <a:pt x="3769108" y="1549519"/>
                  </a:lnTo>
                  <a:lnTo>
                    <a:pt x="3695348" y="1544285"/>
                  </a:lnTo>
                  <a:lnTo>
                    <a:pt x="3621588" y="1539017"/>
                  </a:lnTo>
                  <a:lnTo>
                    <a:pt x="3547828" y="1533714"/>
                  </a:lnTo>
                  <a:lnTo>
                    <a:pt x="3474068" y="1528378"/>
                  </a:lnTo>
                  <a:lnTo>
                    <a:pt x="3400308" y="1538412"/>
                  </a:lnTo>
                  <a:lnTo>
                    <a:pt x="3326548" y="1554886"/>
                  </a:lnTo>
                  <a:lnTo>
                    <a:pt x="3252788" y="1571028"/>
                  </a:lnTo>
                  <a:lnTo>
                    <a:pt x="3179028" y="1586845"/>
                  </a:lnTo>
                  <a:lnTo>
                    <a:pt x="3105268" y="1602343"/>
                  </a:lnTo>
                  <a:lnTo>
                    <a:pt x="3031508" y="1617529"/>
                  </a:lnTo>
                  <a:lnTo>
                    <a:pt x="2957748" y="1632410"/>
                  </a:lnTo>
                  <a:lnTo>
                    <a:pt x="2883988" y="1646990"/>
                  </a:lnTo>
                  <a:lnTo>
                    <a:pt x="2810228" y="1661277"/>
                  </a:lnTo>
                  <a:lnTo>
                    <a:pt x="2736468" y="1675276"/>
                  </a:lnTo>
                  <a:lnTo>
                    <a:pt x="2662708" y="1688992"/>
                  </a:lnTo>
                  <a:lnTo>
                    <a:pt x="2588948" y="1702433"/>
                  </a:lnTo>
                  <a:lnTo>
                    <a:pt x="2515188" y="1715603"/>
                  </a:lnTo>
                  <a:lnTo>
                    <a:pt x="2441428" y="1728508"/>
                  </a:lnTo>
                  <a:lnTo>
                    <a:pt x="2367668" y="1741152"/>
                  </a:lnTo>
                  <a:lnTo>
                    <a:pt x="2293908" y="1753542"/>
                  </a:lnTo>
                  <a:lnTo>
                    <a:pt x="2220148" y="1765682"/>
                  </a:lnTo>
                  <a:lnTo>
                    <a:pt x="2146388" y="1777578"/>
                  </a:lnTo>
                  <a:lnTo>
                    <a:pt x="2072628" y="1789234"/>
                  </a:lnTo>
                  <a:lnTo>
                    <a:pt x="1998868" y="1800655"/>
                  </a:lnTo>
                  <a:lnTo>
                    <a:pt x="1925108" y="1811847"/>
                  </a:lnTo>
                  <a:lnTo>
                    <a:pt x="1851348" y="1822813"/>
                  </a:lnTo>
                  <a:lnTo>
                    <a:pt x="1777588" y="1833557"/>
                  </a:lnTo>
                  <a:lnTo>
                    <a:pt x="1703828" y="1844086"/>
                  </a:lnTo>
                  <a:lnTo>
                    <a:pt x="1630068" y="1854402"/>
                  </a:lnTo>
                  <a:lnTo>
                    <a:pt x="1556308" y="1864511"/>
                  </a:lnTo>
                  <a:lnTo>
                    <a:pt x="1482548" y="1874416"/>
                  </a:lnTo>
                  <a:lnTo>
                    <a:pt x="1408788" y="1884121"/>
                  </a:lnTo>
                  <a:lnTo>
                    <a:pt x="1335028" y="1893631"/>
                  </a:lnTo>
                  <a:lnTo>
                    <a:pt x="1261268" y="1902949"/>
                  </a:lnTo>
                  <a:lnTo>
                    <a:pt x="1187508" y="1912080"/>
                  </a:lnTo>
                  <a:lnTo>
                    <a:pt x="1113747" y="1921027"/>
                  </a:lnTo>
                  <a:lnTo>
                    <a:pt x="1039987" y="1929793"/>
                  </a:lnTo>
                  <a:lnTo>
                    <a:pt x="966227" y="1938383"/>
                  </a:lnTo>
                  <a:lnTo>
                    <a:pt x="892467" y="1946800"/>
                  </a:lnTo>
                  <a:lnTo>
                    <a:pt x="818707" y="1955047"/>
                  </a:lnTo>
                  <a:lnTo>
                    <a:pt x="744947" y="1963128"/>
                  </a:lnTo>
                  <a:lnTo>
                    <a:pt x="671187" y="1971047"/>
                  </a:lnTo>
                  <a:lnTo>
                    <a:pt x="597427" y="1978805"/>
                  </a:lnTo>
                  <a:lnTo>
                    <a:pt x="523667" y="1986408"/>
                  </a:lnTo>
                  <a:lnTo>
                    <a:pt x="449907" y="1993857"/>
                  </a:lnTo>
                  <a:lnTo>
                    <a:pt x="376147" y="2001157"/>
                  </a:lnTo>
                  <a:lnTo>
                    <a:pt x="302387" y="2008309"/>
                  </a:lnTo>
                  <a:lnTo>
                    <a:pt x="228627" y="2015317"/>
                  </a:lnTo>
                  <a:lnTo>
                    <a:pt x="154867" y="2022184"/>
                  </a:lnTo>
                  <a:lnTo>
                    <a:pt x="81107" y="2028913"/>
                  </a:lnTo>
                  <a:lnTo>
                    <a:pt x="7347" y="2035506"/>
                  </a:lnTo>
                  <a:lnTo>
                    <a:pt x="0" y="20361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201037"/>
              <a:ext cx="7235830" cy="1523006"/>
            </a:xfrm>
            <a:custGeom>
              <a:avLst/>
              <a:pathLst>
                <a:path w="7235830" h="1523006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416"/>
              <a:ext cx="7235830" cy="507772"/>
            </a:xfrm>
            <a:custGeom>
              <a:avLst/>
              <a:pathLst>
                <a:path w="7235830" h="507772">
                  <a:moveTo>
                    <a:pt x="7235830" y="232585"/>
                  </a:moveTo>
                  <a:lnTo>
                    <a:pt x="7162070" y="228723"/>
                  </a:lnTo>
                  <a:lnTo>
                    <a:pt x="7088310" y="224836"/>
                  </a:lnTo>
                  <a:lnTo>
                    <a:pt x="7014550" y="220923"/>
                  </a:lnTo>
                  <a:lnTo>
                    <a:pt x="6940789" y="216985"/>
                  </a:lnTo>
                  <a:lnTo>
                    <a:pt x="6867029" y="213022"/>
                  </a:lnTo>
                  <a:lnTo>
                    <a:pt x="6793269" y="209033"/>
                  </a:lnTo>
                  <a:lnTo>
                    <a:pt x="6719509" y="205018"/>
                  </a:lnTo>
                  <a:lnTo>
                    <a:pt x="6645749" y="200977"/>
                  </a:lnTo>
                  <a:lnTo>
                    <a:pt x="6571989" y="196910"/>
                  </a:lnTo>
                  <a:lnTo>
                    <a:pt x="6498229" y="192816"/>
                  </a:lnTo>
                  <a:lnTo>
                    <a:pt x="6424469" y="188696"/>
                  </a:lnTo>
                  <a:lnTo>
                    <a:pt x="6350709" y="184549"/>
                  </a:lnTo>
                  <a:lnTo>
                    <a:pt x="6276949" y="180375"/>
                  </a:lnTo>
                  <a:lnTo>
                    <a:pt x="6203189" y="176174"/>
                  </a:lnTo>
                  <a:lnTo>
                    <a:pt x="6129429" y="171946"/>
                  </a:lnTo>
                  <a:lnTo>
                    <a:pt x="6055669" y="167691"/>
                  </a:lnTo>
                  <a:lnTo>
                    <a:pt x="5981909" y="163408"/>
                  </a:lnTo>
                  <a:lnTo>
                    <a:pt x="5908149" y="159097"/>
                  </a:lnTo>
                  <a:lnTo>
                    <a:pt x="5834389" y="154758"/>
                  </a:lnTo>
                  <a:lnTo>
                    <a:pt x="5760629" y="150390"/>
                  </a:lnTo>
                  <a:lnTo>
                    <a:pt x="5686869" y="145995"/>
                  </a:lnTo>
                  <a:lnTo>
                    <a:pt x="5613109" y="141571"/>
                  </a:lnTo>
                  <a:lnTo>
                    <a:pt x="5539349" y="137118"/>
                  </a:lnTo>
                  <a:lnTo>
                    <a:pt x="5465589" y="132637"/>
                  </a:lnTo>
                  <a:lnTo>
                    <a:pt x="5391829" y="128126"/>
                  </a:lnTo>
                  <a:lnTo>
                    <a:pt x="5318069" y="123586"/>
                  </a:lnTo>
                  <a:lnTo>
                    <a:pt x="5244309" y="119017"/>
                  </a:lnTo>
                  <a:lnTo>
                    <a:pt x="5170549" y="114418"/>
                  </a:lnTo>
                  <a:lnTo>
                    <a:pt x="5096789" y="109789"/>
                  </a:lnTo>
                  <a:lnTo>
                    <a:pt x="5023029" y="105130"/>
                  </a:lnTo>
                  <a:lnTo>
                    <a:pt x="4949269" y="100441"/>
                  </a:lnTo>
                  <a:lnTo>
                    <a:pt x="4875509" y="95722"/>
                  </a:lnTo>
                  <a:lnTo>
                    <a:pt x="4801749" y="90971"/>
                  </a:lnTo>
                  <a:lnTo>
                    <a:pt x="4727989" y="86190"/>
                  </a:lnTo>
                  <a:lnTo>
                    <a:pt x="4654229" y="81378"/>
                  </a:lnTo>
                  <a:lnTo>
                    <a:pt x="4580469" y="76535"/>
                  </a:lnTo>
                  <a:lnTo>
                    <a:pt x="4506709" y="71661"/>
                  </a:lnTo>
                  <a:lnTo>
                    <a:pt x="4432949" y="66754"/>
                  </a:lnTo>
                  <a:lnTo>
                    <a:pt x="4359189" y="61816"/>
                  </a:lnTo>
                  <a:lnTo>
                    <a:pt x="4285429" y="56846"/>
                  </a:lnTo>
                  <a:lnTo>
                    <a:pt x="4211669" y="51844"/>
                  </a:lnTo>
                  <a:lnTo>
                    <a:pt x="4137909" y="46809"/>
                  </a:lnTo>
                  <a:lnTo>
                    <a:pt x="4064149" y="41741"/>
                  </a:lnTo>
                  <a:lnTo>
                    <a:pt x="3990388" y="36641"/>
                  </a:lnTo>
                  <a:lnTo>
                    <a:pt x="3916628" y="31507"/>
                  </a:lnTo>
                  <a:lnTo>
                    <a:pt x="3842868" y="26341"/>
                  </a:lnTo>
                  <a:lnTo>
                    <a:pt x="3769108" y="21140"/>
                  </a:lnTo>
                  <a:lnTo>
                    <a:pt x="3695348" y="15906"/>
                  </a:lnTo>
                  <a:lnTo>
                    <a:pt x="3621588" y="10638"/>
                  </a:lnTo>
                  <a:lnTo>
                    <a:pt x="3547828" y="5336"/>
                  </a:lnTo>
                  <a:lnTo>
                    <a:pt x="3474068" y="0"/>
                  </a:lnTo>
                  <a:lnTo>
                    <a:pt x="3400308" y="10034"/>
                  </a:lnTo>
                  <a:lnTo>
                    <a:pt x="3326548" y="26508"/>
                  </a:lnTo>
                  <a:lnTo>
                    <a:pt x="3252788" y="42650"/>
                  </a:lnTo>
                  <a:lnTo>
                    <a:pt x="3179028" y="58467"/>
                  </a:lnTo>
                  <a:lnTo>
                    <a:pt x="3105268" y="73965"/>
                  </a:lnTo>
                  <a:lnTo>
                    <a:pt x="3031508" y="89151"/>
                  </a:lnTo>
                  <a:lnTo>
                    <a:pt x="2957748" y="104031"/>
                  </a:lnTo>
                  <a:lnTo>
                    <a:pt x="2883988" y="118612"/>
                  </a:lnTo>
                  <a:lnTo>
                    <a:pt x="2810228" y="132898"/>
                  </a:lnTo>
                  <a:lnTo>
                    <a:pt x="2736468" y="146897"/>
                  </a:lnTo>
                  <a:lnTo>
                    <a:pt x="2662708" y="160614"/>
                  </a:lnTo>
                  <a:lnTo>
                    <a:pt x="2588948" y="174055"/>
                  </a:lnTo>
                  <a:lnTo>
                    <a:pt x="2515188" y="187225"/>
                  </a:lnTo>
                  <a:lnTo>
                    <a:pt x="2441428" y="200129"/>
                  </a:lnTo>
                  <a:lnTo>
                    <a:pt x="2367668" y="212774"/>
                  </a:lnTo>
                  <a:lnTo>
                    <a:pt x="2293908" y="225164"/>
                  </a:lnTo>
                  <a:lnTo>
                    <a:pt x="2220148" y="237304"/>
                  </a:lnTo>
                  <a:lnTo>
                    <a:pt x="2146388" y="249200"/>
                  </a:lnTo>
                  <a:lnTo>
                    <a:pt x="2072628" y="260856"/>
                  </a:lnTo>
                  <a:lnTo>
                    <a:pt x="1998868" y="272277"/>
                  </a:lnTo>
                  <a:lnTo>
                    <a:pt x="1925108" y="283469"/>
                  </a:lnTo>
                  <a:lnTo>
                    <a:pt x="1851348" y="294434"/>
                  </a:lnTo>
                  <a:lnTo>
                    <a:pt x="1777588" y="305179"/>
                  </a:lnTo>
                  <a:lnTo>
                    <a:pt x="1703828" y="315708"/>
                  </a:lnTo>
                  <a:lnTo>
                    <a:pt x="1630068" y="326024"/>
                  </a:lnTo>
                  <a:lnTo>
                    <a:pt x="1556308" y="336133"/>
                  </a:lnTo>
                  <a:lnTo>
                    <a:pt x="1482548" y="346038"/>
                  </a:lnTo>
                  <a:lnTo>
                    <a:pt x="1408788" y="355743"/>
                  </a:lnTo>
                  <a:lnTo>
                    <a:pt x="1335028" y="365253"/>
                  </a:lnTo>
                  <a:lnTo>
                    <a:pt x="1261268" y="374571"/>
                  </a:lnTo>
                  <a:lnTo>
                    <a:pt x="1187508" y="383702"/>
                  </a:lnTo>
                  <a:lnTo>
                    <a:pt x="1113747" y="392648"/>
                  </a:lnTo>
                  <a:lnTo>
                    <a:pt x="1039987" y="401415"/>
                  </a:lnTo>
                  <a:lnTo>
                    <a:pt x="966227" y="410005"/>
                  </a:lnTo>
                  <a:lnTo>
                    <a:pt x="892467" y="418422"/>
                  </a:lnTo>
                  <a:lnTo>
                    <a:pt x="818707" y="426669"/>
                  </a:lnTo>
                  <a:lnTo>
                    <a:pt x="744947" y="434750"/>
                  </a:lnTo>
                  <a:lnTo>
                    <a:pt x="671187" y="442668"/>
                  </a:lnTo>
                  <a:lnTo>
                    <a:pt x="597427" y="450427"/>
                  </a:lnTo>
                  <a:lnTo>
                    <a:pt x="523667" y="458030"/>
                  </a:lnTo>
                  <a:lnTo>
                    <a:pt x="449907" y="465479"/>
                  </a:lnTo>
                  <a:lnTo>
                    <a:pt x="376147" y="472778"/>
                  </a:lnTo>
                  <a:lnTo>
                    <a:pt x="302387" y="479931"/>
                  </a:lnTo>
                  <a:lnTo>
                    <a:pt x="228627" y="486939"/>
                  </a:lnTo>
                  <a:lnTo>
                    <a:pt x="154867" y="493806"/>
                  </a:lnTo>
                  <a:lnTo>
                    <a:pt x="81107" y="500535"/>
                  </a:lnTo>
                  <a:lnTo>
                    <a:pt x="7347" y="507128"/>
                  </a:lnTo>
                  <a:lnTo>
                    <a:pt x="0" y="507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372964"/>
              <a:ext cx="7235830" cy="584866"/>
            </a:xfrm>
            <a:custGeom>
              <a:avLst/>
              <a:pathLst>
                <a:path w="7235830" h="584866">
                  <a:moveTo>
                    <a:pt x="0" y="584866"/>
                  </a:moveTo>
                  <a:lnTo>
                    <a:pt x="7347" y="584452"/>
                  </a:lnTo>
                  <a:lnTo>
                    <a:pt x="81107" y="580274"/>
                  </a:lnTo>
                  <a:lnTo>
                    <a:pt x="154867" y="576067"/>
                  </a:lnTo>
                  <a:lnTo>
                    <a:pt x="228627" y="571831"/>
                  </a:lnTo>
                  <a:lnTo>
                    <a:pt x="302387" y="567565"/>
                  </a:lnTo>
                  <a:lnTo>
                    <a:pt x="376147" y="563269"/>
                  </a:lnTo>
                  <a:lnTo>
                    <a:pt x="449907" y="558943"/>
                  </a:lnTo>
                  <a:lnTo>
                    <a:pt x="523667" y="554588"/>
                  </a:lnTo>
                  <a:lnTo>
                    <a:pt x="597427" y="550201"/>
                  </a:lnTo>
                  <a:lnTo>
                    <a:pt x="671187" y="545785"/>
                  </a:lnTo>
                  <a:lnTo>
                    <a:pt x="744947" y="541337"/>
                  </a:lnTo>
                  <a:lnTo>
                    <a:pt x="818707" y="536859"/>
                  </a:lnTo>
                  <a:lnTo>
                    <a:pt x="892467" y="532349"/>
                  </a:lnTo>
                  <a:lnTo>
                    <a:pt x="966227" y="527808"/>
                  </a:lnTo>
                  <a:lnTo>
                    <a:pt x="1039987" y="523236"/>
                  </a:lnTo>
                  <a:lnTo>
                    <a:pt x="1113747" y="518631"/>
                  </a:lnTo>
                  <a:lnTo>
                    <a:pt x="1187508" y="513995"/>
                  </a:lnTo>
                  <a:lnTo>
                    <a:pt x="1261268" y="509326"/>
                  </a:lnTo>
                  <a:lnTo>
                    <a:pt x="1335028" y="504624"/>
                  </a:lnTo>
                  <a:lnTo>
                    <a:pt x="1408788" y="499890"/>
                  </a:lnTo>
                  <a:lnTo>
                    <a:pt x="1482548" y="495123"/>
                  </a:lnTo>
                  <a:lnTo>
                    <a:pt x="1556308" y="490323"/>
                  </a:lnTo>
                  <a:lnTo>
                    <a:pt x="1630068" y="485489"/>
                  </a:lnTo>
                  <a:lnTo>
                    <a:pt x="1703828" y="480622"/>
                  </a:lnTo>
                  <a:lnTo>
                    <a:pt x="1777588" y="475721"/>
                  </a:lnTo>
                  <a:lnTo>
                    <a:pt x="1851348" y="470785"/>
                  </a:lnTo>
                  <a:lnTo>
                    <a:pt x="1925108" y="465815"/>
                  </a:lnTo>
                  <a:lnTo>
                    <a:pt x="1998868" y="460811"/>
                  </a:lnTo>
                  <a:lnTo>
                    <a:pt x="2072628" y="455772"/>
                  </a:lnTo>
                  <a:lnTo>
                    <a:pt x="2146388" y="450697"/>
                  </a:lnTo>
                  <a:lnTo>
                    <a:pt x="2220148" y="445587"/>
                  </a:lnTo>
                  <a:lnTo>
                    <a:pt x="2293908" y="440442"/>
                  </a:lnTo>
                  <a:lnTo>
                    <a:pt x="2367668" y="435261"/>
                  </a:lnTo>
                  <a:lnTo>
                    <a:pt x="2441428" y="430044"/>
                  </a:lnTo>
                  <a:lnTo>
                    <a:pt x="2515188" y="424790"/>
                  </a:lnTo>
                  <a:lnTo>
                    <a:pt x="2588948" y="419500"/>
                  </a:lnTo>
                  <a:lnTo>
                    <a:pt x="2662708" y="414173"/>
                  </a:lnTo>
                  <a:lnTo>
                    <a:pt x="2736468" y="408809"/>
                  </a:lnTo>
                  <a:lnTo>
                    <a:pt x="2810228" y="403407"/>
                  </a:lnTo>
                  <a:lnTo>
                    <a:pt x="2883988" y="397968"/>
                  </a:lnTo>
                  <a:lnTo>
                    <a:pt x="2957748" y="392491"/>
                  </a:lnTo>
                  <a:lnTo>
                    <a:pt x="3031508" y="386976"/>
                  </a:lnTo>
                  <a:lnTo>
                    <a:pt x="3105268" y="381422"/>
                  </a:lnTo>
                  <a:lnTo>
                    <a:pt x="3179028" y="375830"/>
                  </a:lnTo>
                  <a:lnTo>
                    <a:pt x="3252788" y="370199"/>
                  </a:lnTo>
                  <a:lnTo>
                    <a:pt x="3326548" y="364528"/>
                  </a:lnTo>
                  <a:lnTo>
                    <a:pt x="3400308" y="358818"/>
                  </a:lnTo>
                  <a:lnTo>
                    <a:pt x="3474068" y="353069"/>
                  </a:lnTo>
                  <a:lnTo>
                    <a:pt x="3547828" y="347279"/>
                  </a:lnTo>
                  <a:lnTo>
                    <a:pt x="3621588" y="341449"/>
                  </a:lnTo>
                  <a:lnTo>
                    <a:pt x="3695348" y="335578"/>
                  </a:lnTo>
                  <a:lnTo>
                    <a:pt x="3769108" y="329666"/>
                  </a:lnTo>
                  <a:lnTo>
                    <a:pt x="3842868" y="323714"/>
                  </a:lnTo>
                  <a:lnTo>
                    <a:pt x="3916628" y="317719"/>
                  </a:lnTo>
                  <a:lnTo>
                    <a:pt x="3990388" y="311683"/>
                  </a:lnTo>
                  <a:lnTo>
                    <a:pt x="4064149" y="305605"/>
                  </a:lnTo>
                  <a:lnTo>
                    <a:pt x="4137909" y="299485"/>
                  </a:lnTo>
                  <a:lnTo>
                    <a:pt x="4211669" y="293322"/>
                  </a:lnTo>
                  <a:lnTo>
                    <a:pt x="4285429" y="287116"/>
                  </a:lnTo>
                  <a:lnTo>
                    <a:pt x="4359189" y="280867"/>
                  </a:lnTo>
                  <a:lnTo>
                    <a:pt x="4432949" y="274574"/>
                  </a:lnTo>
                  <a:lnTo>
                    <a:pt x="4506709" y="268238"/>
                  </a:lnTo>
                  <a:lnTo>
                    <a:pt x="4580469" y="261857"/>
                  </a:lnTo>
                  <a:lnTo>
                    <a:pt x="4654229" y="255432"/>
                  </a:lnTo>
                  <a:lnTo>
                    <a:pt x="4727989" y="248962"/>
                  </a:lnTo>
                  <a:lnTo>
                    <a:pt x="4801749" y="242447"/>
                  </a:lnTo>
                  <a:lnTo>
                    <a:pt x="4875509" y="235887"/>
                  </a:lnTo>
                  <a:lnTo>
                    <a:pt x="4949269" y="229281"/>
                  </a:lnTo>
                  <a:lnTo>
                    <a:pt x="5023029" y="222629"/>
                  </a:lnTo>
                  <a:lnTo>
                    <a:pt x="5096789" y="215931"/>
                  </a:lnTo>
                  <a:lnTo>
                    <a:pt x="5170549" y="209186"/>
                  </a:lnTo>
                  <a:lnTo>
                    <a:pt x="5244309" y="202394"/>
                  </a:lnTo>
                  <a:lnTo>
                    <a:pt x="5318069" y="195554"/>
                  </a:lnTo>
                  <a:lnTo>
                    <a:pt x="5391829" y="188667"/>
                  </a:lnTo>
                  <a:lnTo>
                    <a:pt x="5465589" y="181733"/>
                  </a:lnTo>
                  <a:lnTo>
                    <a:pt x="5539349" y="174749"/>
                  </a:lnTo>
                  <a:lnTo>
                    <a:pt x="5613109" y="167718"/>
                  </a:lnTo>
                  <a:lnTo>
                    <a:pt x="5686869" y="160637"/>
                  </a:lnTo>
                  <a:lnTo>
                    <a:pt x="5760629" y="153507"/>
                  </a:lnTo>
                  <a:lnTo>
                    <a:pt x="5834389" y="146327"/>
                  </a:lnTo>
                  <a:lnTo>
                    <a:pt x="5908149" y="139097"/>
                  </a:lnTo>
                  <a:lnTo>
                    <a:pt x="5981909" y="131817"/>
                  </a:lnTo>
                  <a:lnTo>
                    <a:pt x="6055669" y="124486"/>
                  </a:lnTo>
                  <a:lnTo>
                    <a:pt x="6129429" y="117104"/>
                  </a:lnTo>
                  <a:lnTo>
                    <a:pt x="6203189" y="109671"/>
                  </a:lnTo>
                  <a:lnTo>
                    <a:pt x="6276949" y="102185"/>
                  </a:lnTo>
                  <a:lnTo>
                    <a:pt x="6350709" y="94648"/>
                  </a:lnTo>
                  <a:lnTo>
                    <a:pt x="6424469" y="87058"/>
                  </a:lnTo>
                  <a:lnTo>
                    <a:pt x="6498229" y="79416"/>
                  </a:lnTo>
                  <a:lnTo>
                    <a:pt x="6571989" y="71720"/>
                  </a:lnTo>
                  <a:lnTo>
                    <a:pt x="6645749" y="63970"/>
                  </a:lnTo>
                  <a:lnTo>
                    <a:pt x="6719509" y="56167"/>
                  </a:lnTo>
                  <a:lnTo>
                    <a:pt x="6793269" y="48309"/>
                  </a:lnTo>
                  <a:lnTo>
                    <a:pt x="6867029" y="40397"/>
                  </a:lnTo>
                  <a:lnTo>
                    <a:pt x="6940789" y="32429"/>
                  </a:lnTo>
                  <a:lnTo>
                    <a:pt x="7014550" y="24406"/>
                  </a:lnTo>
                  <a:lnTo>
                    <a:pt x="7088310" y="16327"/>
                  </a:lnTo>
                  <a:lnTo>
                    <a:pt x="7162070" y="8191"/>
                  </a:lnTo>
                  <a:lnTo>
                    <a:pt x="72358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0.92 (0.78-1.08)  |  per IQR decline (Δ = 0.29): 0.78 (0.49-1.26)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2026-05-28T20:41:03Z</dcterms:modified>
  <cp:category/>
</cp:coreProperties>
</file>