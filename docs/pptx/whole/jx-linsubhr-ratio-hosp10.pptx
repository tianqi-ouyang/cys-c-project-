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549992"/>
              <a:ext cx="6964104" cy="736897"/>
            </a:xfrm>
            <a:custGeom>
              <a:avLst/>
              <a:pathLst>
                <a:path w="6964104" h="736897">
                  <a:moveTo>
                    <a:pt x="0" y="442808"/>
                  </a:moveTo>
                  <a:lnTo>
                    <a:pt x="70344" y="445434"/>
                  </a:lnTo>
                  <a:lnTo>
                    <a:pt x="140688" y="448044"/>
                  </a:lnTo>
                  <a:lnTo>
                    <a:pt x="211033" y="450638"/>
                  </a:lnTo>
                  <a:lnTo>
                    <a:pt x="281377" y="453214"/>
                  </a:lnTo>
                  <a:lnTo>
                    <a:pt x="351722" y="455774"/>
                  </a:lnTo>
                  <a:lnTo>
                    <a:pt x="422066" y="458317"/>
                  </a:lnTo>
                  <a:lnTo>
                    <a:pt x="492411" y="460844"/>
                  </a:lnTo>
                  <a:lnTo>
                    <a:pt x="562755" y="463355"/>
                  </a:lnTo>
                  <a:lnTo>
                    <a:pt x="633100" y="465849"/>
                  </a:lnTo>
                  <a:lnTo>
                    <a:pt x="703444" y="468327"/>
                  </a:lnTo>
                  <a:lnTo>
                    <a:pt x="773789" y="470790"/>
                  </a:lnTo>
                  <a:lnTo>
                    <a:pt x="844133" y="473236"/>
                  </a:lnTo>
                  <a:lnTo>
                    <a:pt x="914478" y="475667"/>
                  </a:lnTo>
                  <a:lnTo>
                    <a:pt x="984822" y="478082"/>
                  </a:lnTo>
                  <a:lnTo>
                    <a:pt x="1055167" y="480482"/>
                  </a:lnTo>
                  <a:lnTo>
                    <a:pt x="1125511" y="482866"/>
                  </a:lnTo>
                  <a:lnTo>
                    <a:pt x="1195856" y="485234"/>
                  </a:lnTo>
                  <a:lnTo>
                    <a:pt x="1266200" y="487588"/>
                  </a:lnTo>
                  <a:lnTo>
                    <a:pt x="1336545" y="489926"/>
                  </a:lnTo>
                  <a:lnTo>
                    <a:pt x="1406889" y="492249"/>
                  </a:lnTo>
                  <a:lnTo>
                    <a:pt x="1477234" y="494557"/>
                  </a:lnTo>
                  <a:lnTo>
                    <a:pt x="1547578" y="496850"/>
                  </a:lnTo>
                  <a:lnTo>
                    <a:pt x="1617923" y="499129"/>
                  </a:lnTo>
                  <a:lnTo>
                    <a:pt x="1688267" y="501393"/>
                  </a:lnTo>
                  <a:lnTo>
                    <a:pt x="1758612" y="503642"/>
                  </a:lnTo>
                  <a:lnTo>
                    <a:pt x="1828956" y="505877"/>
                  </a:lnTo>
                  <a:lnTo>
                    <a:pt x="1899301" y="508097"/>
                  </a:lnTo>
                  <a:lnTo>
                    <a:pt x="1969645" y="510303"/>
                  </a:lnTo>
                  <a:lnTo>
                    <a:pt x="2039990" y="512495"/>
                  </a:lnTo>
                  <a:lnTo>
                    <a:pt x="2110334" y="514673"/>
                  </a:lnTo>
                  <a:lnTo>
                    <a:pt x="2180679" y="516836"/>
                  </a:lnTo>
                  <a:lnTo>
                    <a:pt x="2251023" y="518986"/>
                  </a:lnTo>
                  <a:lnTo>
                    <a:pt x="2321368" y="521122"/>
                  </a:lnTo>
                  <a:lnTo>
                    <a:pt x="2391712" y="523244"/>
                  </a:lnTo>
                  <a:lnTo>
                    <a:pt x="2462057" y="525352"/>
                  </a:lnTo>
                  <a:lnTo>
                    <a:pt x="2532401" y="527447"/>
                  </a:lnTo>
                  <a:lnTo>
                    <a:pt x="2602746" y="529528"/>
                  </a:lnTo>
                  <a:lnTo>
                    <a:pt x="2673090" y="531596"/>
                  </a:lnTo>
                  <a:lnTo>
                    <a:pt x="2743435" y="533650"/>
                  </a:lnTo>
                  <a:lnTo>
                    <a:pt x="2813779" y="535692"/>
                  </a:lnTo>
                  <a:lnTo>
                    <a:pt x="2884124" y="537720"/>
                  </a:lnTo>
                  <a:lnTo>
                    <a:pt x="2954468" y="539735"/>
                  </a:lnTo>
                  <a:lnTo>
                    <a:pt x="3024813" y="541737"/>
                  </a:lnTo>
                  <a:lnTo>
                    <a:pt x="3095157" y="543726"/>
                  </a:lnTo>
                  <a:lnTo>
                    <a:pt x="3165502" y="545702"/>
                  </a:lnTo>
                  <a:lnTo>
                    <a:pt x="3235846" y="547666"/>
                  </a:lnTo>
                  <a:lnTo>
                    <a:pt x="3306191" y="549617"/>
                  </a:lnTo>
                  <a:lnTo>
                    <a:pt x="3376535" y="549109"/>
                  </a:lnTo>
                  <a:lnTo>
                    <a:pt x="3446880" y="542917"/>
                  </a:lnTo>
                  <a:lnTo>
                    <a:pt x="3517224" y="536598"/>
                  </a:lnTo>
                  <a:lnTo>
                    <a:pt x="3587569" y="530149"/>
                  </a:lnTo>
                  <a:lnTo>
                    <a:pt x="3657913" y="523567"/>
                  </a:lnTo>
                  <a:lnTo>
                    <a:pt x="3728257" y="516850"/>
                  </a:lnTo>
                  <a:lnTo>
                    <a:pt x="3798602" y="509994"/>
                  </a:lnTo>
                  <a:lnTo>
                    <a:pt x="3868946" y="502998"/>
                  </a:lnTo>
                  <a:lnTo>
                    <a:pt x="3939291" y="495858"/>
                  </a:lnTo>
                  <a:lnTo>
                    <a:pt x="4009635" y="488572"/>
                  </a:lnTo>
                  <a:lnTo>
                    <a:pt x="4079980" y="481135"/>
                  </a:lnTo>
                  <a:lnTo>
                    <a:pt x="4150324" y="473546"/>
                  </a:lnTo>
                  <a:lnTo>
                    <a:pt x="4220669" y="465800"/>
                  </a:lnTo>
                  <a:lnTo>
                    <a:pt x="4291013" y="457895"/>
                  </a:lnTo>
                  <a:lnTo>
                    <a:pt x="4361358" y="449828"/>
                  </a:lnTo>
                  <a:lnTo>
                    <a:pt x="4431702" y="441595"/>
                  </a:lnTo>
                  <a:lnTo>
                    <a:pt x="4502047" y="433193"/>
                  </a:lnTo>
                  <a:lnTo>
                    <a:pt x="4572391" y="424618"/>
                  </a:lnTo>
                  <a:lnTo>
                    <a:pt x="4642736" y="415866"/>
                  </a:lnTo>
                  <a:lnTo>
                    <a:pt x="4713080" y="406935"/>
                  </a:lnTo>
                  <a:lnTo>
                    <a:pt x="4783425" y="397820"/>
                  </a:lnTo>
                  <a:lnTo>
                    <a:pt x="4853769" y="388518"/>
                  </a:lnTo>
                  <a:lnTo>
                    <a:pt x="4924114" y="379025"/>
                  </a:lnTo>
                  <a:lnTo>
                    <a:pt x="4994458" y="369336"/>
                  </a:lnTo>
                  <a:lnTo>
                    <a:pt x="5064803" y="359448"/>
                  </a:lnTo>
                  <a:lnTo>
                    <a:pt x="5135147" y="349357"/>
                  </a:lnTo>
                  <a:lnTo>
                    <a:pt x="5205492" y="339058"/>
                  </a:lnTo>
                  <a:lnTo>
                    <a:pt x="5275836" y="328548"/>
                  </a:lnTo>
                  <a:lnTo>
                    <a:pt x="5346181" y="317822"/>
                  </a:lnTo>
                  <a:lnTo>
                    <a:pt x="5416525" y="306875"/>
                  </a:lnTo>
                  <a:lnTo>
                    <a:pt x="5486870" y="295703"/>
                  </a:lnTo>
                  <a:lnTo>
                    <a:pt x="5557214" y="284301"/>
                  </a:lnTo>
                  <a:lnTo>
                    <a:pt x="5627559" y="272665"/>
                  </a:lnTo>
                  <a:lnTo>
                    <a:pt x="5697903" y="260790"/>
                  </a:lnTo>
                  <a:lnTo>
                    <a:pt x="5768248" y="248671"/>
                  </a:lnTo>
                  <a:lnTo>
                    <a:pt x="5838592" y="236302"/>
                  </a:lnTo>
                  <a:lnTo>
                    <a:pt x="5908937" y="223679"/>
                  </a:lnTo>
                  <a:lnTo>
                    <a:pt x="5979281" y="210797"/>
                  </a:lnTo>
                  <a:lnTo>
                    <a:pt x="6049626" y="197650"/>
                  </a:lnTo>
                  <a:lnTo>
                    <a:pt x="6119970" y="184232"/>
                  </a:lnTo>
                  <a:lnTo>
                    <a:pt x="6190315" y="170539"/>
                  </a:lnTo>
                  <a:lnTo>
                    <a:pt x="6260659" y="156564"/>
                  </a:lnTo>
                  <a:lnTo>
                    <a:pt x="6331004" y="142302"/>
                  </a:lnTo>
                  <a:lnTo>
                    <a:pt x="6401348" y="127747"/>
                  </a:lnTo>
                  <a:lnTo>
                    <a:pt x="6471693" y="112893"/>
                  </a:lnTo>
                  <a:lnTo>
                    <a:pt x="6542037" y="97733"/>
                  </a:lnTo>
                  <a:lnTo>
                    <a:pt x="6612382" y="82261"/>
                  </a:lnTo>
                  <a:lnTo>
                    <a:pt x="6682726" y="66472"/>
                  </a:lnTo>
                  <a:lnTo>
                    <a:pt x="6753071" y="50357"/>
                  </a:lnTo>
                  <a:lnTo>
                    <a:pt x="6823415" y="33912"/>
                  </a:lnTo>
                  <a:lnTo>
                    <a:pt x="6893760" y="17128"/>
                  </a:lnTo>
                  <a:lnTo>
                    <a:pt x="6964104" y="0"/>
                  </a:lnTo>
                  <a:lnTo>
                    <a:pt x="6964104" y="635490"/>
                  </a:lnTo>
                  <a:lnTo>
                    <a:pt x="6893760" y="634096"/>
                  </a:lnTo>
                  <a:lnTo>
                    <a:pt x="6823415" y="632693"/>
                  </a:lnTo>
                  <a:lnTo>
                    <a:pt x="6753071" y="631281"/>
                  </a:lnTo>
                  <a:lnTo>
                    <a:pt x="6682726" y="629860"/>
                  </a:lnTo>
                  <a:lnTo>
                    <a:pt x="6612382" y="628430"/>
                  </a:lnTo>
                  <a:lnTo>
                    <a:pt x="6542037" y="626991"/>
                  </a:lnTo>
                  <a:lnTo>
                    <a:pt x="6471693" y="625542"/>
                  </a:lnTo>
                  <a:lnTo>
                    <a:pt x="6401348" y="624083"/>
                  </a:lnTo>
                  <a:lnTo>
                    <a:pt x="6331004" y="622616"/>
                  </a:lnTo>
                  <a:lnTo>
                    <a:pt x="6260659" y="621138"/>
                  </a:lnTo>
                  <a:lnTo>
                    <a:pt x="6190315" y="619651"/>
                  </a:lnTo>
                  <a:lnTo>
                    <a:pt x="6119970" y="618155"/>
                  </a:lnTo>
                  <a:lnTo>
                    <a:pt x="6049626" y="616649"/>
                  </a:lnTo>
                  <a:lnTo>
                    <a:pt x="5979281" y="615133"/>
                  </a:lnTo>
                  <a:lnTo>
                    <a:pt x="5908937" y="613607"/>
                  </a:lnTo>
                  <a:lnTo>
                    <a:pt x="5838592" y="612071"/>
                  </a:lnTo>
                  <a:lnTo>
                    <a:pt x="5768248" y="610525"/>
                  </a:lnTo>
                  <a:lnTo>
                    <a:pt x="5697903" y="608970"/>
                  </a:lnTo>
                  <a:lnTo>
                    <a:pt x="5627559" y="607404"/>
                  </a:lnTo>
                  <a:lnTo>
                    <a:pt x="5557214" y="605828"/>
                  </a:lnTo>
                  <a:lnTo>
                    <a:pt x="5486870" y="604242"/>
                  </a:lnTo>
                  <a:lnTo>
                    <a:pt x="5416525" y="602645"/>
                  </a:lnTo>
                  <a:lnTo>
                    <a:pt x="5346181" y="601038"/>
                  </a:lnTo>
                  <a:lnTo>
                    <a:pt x="5275836" y="599421"/>
                  </a:lnTo>
                  <a:lnTo>
                    <a:pt x="5205492" y="597793"/>
                  </a:lnTo>
                  <a:lnTo>
                    <a:pt x="5135147" y="596155"/>
                  </a:lnTo>
                  <a:lnTo>
                    <a:pt x="5064803" y="594506"/>
                  </a:lnTo>
                  <a:lnTo>
                    <a:pt x="4994458" y="592846"/>
                  </a:lnTo>
                  <a:lnTo>
                    <a:pt x="4924114" y="591176"/>
                  </a:lnTo>
                  <a:lnTo>
                    <a:pt x="4853769" y="589494"/>
                  </a:lnTo>
                  <a:lnTo>
                    <a:pt x="4783425" y="587802"/>
                  </a:lnTo>
                  <a:lnTo>
                    <a:pt x="4713080" y="586099"/>
                  </a:lnTo>
                  <a:lnTo>
                    <a:pt x="4642736" y="584385"/>
                  </a:lnTo>
                  <a:lnTo>
                    <a:pt x="4572391" y="582660"/>
                  </a:lnTo>
                  <a:lnTo>
                    <a:pt x="4502047" y="580923"/>
                  </a:lnTo>
                  <a:lnTo>
                    <a:pt x="4431702" y="579175"/>
                  </a:lnTo>
                  <a:lnTo>
                    <a:pt x="4361358" y="577416"/>
                  </a:lnTo>
                  <a:lnTo>
                    <a:pt x="4291013" y="575645"/>
                  </a:lnTo>
                  <a:lnTo>
                    <a:pt x="4220669" y="573863"/>
                  </a:lnTo>
                  <a:lnTo>
                    <a:pt x="4150324" y="572070"/>
                  </a:lnTo>
                  <a:lnTo>
                    <a:pt x="4079980" y="570265"/>
                  </a:lnTo>
                  <a:lnTo>
                    <a:pt x="4009635" y="568448"/>
                  </a:lnTo>
                  <a:lnTo>
                    <a:pt x="3939291" y="566619"/>
                  </a:lnTo>
                  <a:lnTo>
                    <a:pt x="3868946" y="564778"/>
                  </a:lnTo>
                  <a:lnTo>
                    <a:pt x="3798602" y="562926"/>
                  </a:lnTo>
                  <a:lnTo>
                    <a:pt x="3728257" y="561061"/>
                  </a:lnTo>
                  <a:lnTo>
                    <a:pt x="3657913" y="559184"/>
                  </a:lnTo>
                  <a:lnTo>
                    <a:pt x="3587569" y="557296"/>
                  </a:lnTo>
                  <a:lnTo>
                    <a:pt x="3517224" y="555395"/>
                  </a:lnTo>
                  <a:lnTo>
                    <a:pt x="3446880" y="553481"/>
                  </a:lnTo>
                  <a:lnTo>
                    <a:pt x="3376535" y="551555"/>
                  </a:lnTo>
                  <a:lnTo>
                    <a:pt x="3306191" y="555176"/>
                  </a:lnTo>
                  <a:lnTo>
                    <a:pt x="3235846" y="561121"/>
                  </a:lnTo>
                  <a:lnTo>
                    <a:pt x="3165502" y="566947"/>
                  </a:lnTo>
                  <a:lnTo>
                    <a:pt x="3095157" y="572655"/>
                  </a:lnTo>
                  <a:lnTo>
                    <a:pt x="3024813" y="578248"/>
                  </a:lnTo>
                  <a:lnTo>
                    <a:pt x="2954468" y="583728"/>
                  </a:lnTo>
                  <a:lnTo>
                    <a:pt x="2884124" y="589098"/>
                  </a:lnTo>
                  <a:lnTo>
                    <a:pt x="2813779" y="594360"/>
                  </a:lnTo>
                  <a:lnTo>
                    <a:pt x="2743435" y="599515"/>
                  </a:lnTo>
                  <a:lnTo>
                    <a:pt x="2673090" y="604567"/>
                  </a:lnTo>
                  <a:lnTo>
                    <a:pt x="2602746" y="609517"/>
                  </a:lnTo>
                  <a:lnTo>
                    <a:pt x="2532401" y="614368"/>
                  </a:lnTo>
                  <a:lnTo>
                    <a:pt x="2462057" y="619120"/>
                  </a:lnTo>
                  <a:lnTo>
                    <a:pt x="2391712" y="623777"/>
                  </a:lnTo>
                  <a:lnTo>
                    <a:pt x="2321368" y="628341"/>
                  </a:lnTo>
                  <a:lnTo>
                    <a:pt x="2251023" y="632812"/>
                  </a:lnTo>
                  <a:lnTo>
                    <a:pt x="2180679" y="637193"/>
                  </a:lnTo>
                  <a:lnTo>
                    <a:pt x="2110334" y="641486"/>
                  </a:lnTo>
                  <a:lnTo>
                    <a:pt x="2039990" y="645692"/>
                  </a:lnTo>
                  <a:lnTo>
                    <a:pt x="1969645" y="649814"/>
                  </a:lnTo>
                  <a:lnTo>
                    <a:pt x="1899301" y="653853"/>
                  </a:lnTo>
                  <a:lnTo>
                    <a:pt x="1828956" y="657810"/>
                  </a:lnTo>
                  <a:lnTo>
                    <a:pt x="1758612" y="661687"/>
                  </a:lnTo>
                  <a:lnTo>
                    <a:pt x="1688267" y="665487"/>
                  </a:lnTo>
                  <a:lnTo>
                    <a:pt x="1617923" y="669210"/>
                  </a:lnTo>
                  <a:lnTo>
                    <a:pt x="1547578" y="672858"/>
                  </a:lnTo>
                  <a:lnTo>
                    <a:pt x="1477234" y="676432"/>
                  </a:lnTo>
                  <a:lnTo>
                    <a:pt x="1406889" y="679935"/>
                  </a:lnTo>
                  <a:lnTo>
                    <a:pt x="1336545" y="683367"/>
                  </a:lnTo>
                  <a:lnTo>
                    <a:pt x="1266200" y="686729"/>
                  </a:lnTo>
                  <a:lnTo>
                    <a:pt x="1195856" y="690024"/>
                  </a:lnTo>
                  <a:lnTo>
                    <a:pt x="1125511" y="693253"/>
                  </a:lnTo>
                  <a:lnTo>
                    <a:pt x="1055167" y="696417"/>
                  </a:lnTo>
                  <a:lnTo>
                    <a:pt x="984822" y="699516"/>
                  </a:lnTo>
                  <a:lnTo>
                    <a:pt x="914478" y="702554"/>
                  </a:lnTo>
                  <a:lnTo>
                    <a:pt x="844133" y="705530"/>
                  </a:lnTo>
                  <a:lnTo>
                    <a:pt x="773789" y="708446"/>
                  </a:lnTo>
                  <a:lnTo>
                    <a:pt x="703444" y="711304"/>
                  </a:lnTo>
                  <a:lnTo>
                    <a:pt x="633100" y="714104"/>
                  </a:lnTo>
                  <a:lnTo>
                    <a:pt x="562755" y="716848"/>
                  </a:lnTo>
                  <a:lnTo>
                    <a:pt x="492411" y="719536"/>
                  </a:lnTo>
                  <a:lnTo>
                    <a:pt x="422066" y="722170"/>
                  </a:lnTo>
                  <a:lnTo>
                    <a:pt x="351722" y="724751"/>
                  </a:lnTo>
                  <a:lnTo>
                    <a:pt x="281377" y="727280"/>
                  </a:lnTo>
                  <a:lnTo>
                    <a:pt x="211033" y="729758"/>
                  </a:lnTo>
                  <a:lnTo>
                    <a:pt x="140688" y="732187"/>
                  </a:lnTo>
                  <a:lnTo>
                    <a:pt x="70344" y="734566"/>
                  </a:lnTo>
                  <a:lnTo>
                    <a:pt x="0" y="7368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549992"/>
              <a:ext cx="6964104" cy="549617"/>
            </a:xfrm>
            <a:custGeom>
              <a:avLst/>
              <a:pathLst>
                <a:path w="6964104" h="549617">
                  <a:moveTo>
                    <a:pt x="0" y="442808"/>
                  </a:moveTo>
                  <a:lnTo>
                    <a:pt x="70344" y="445434"/>
                  </a:lnTo>
                  <a:lnTo>
                    <a:pt x="140688" y="448044"/>
                  </a:lnTo>
                  <a:lnTo>
                    <a:pt x="211033" y="450638"/>
                  </a:lnTo>
                  <a:lnTo>
                    <a:pt x="281377" y="453214"/>
                  </a:lnTo>
                  <a:lnTo>
                    <a:pt x="351722" y="455774"/>
                  </a:lnTo>
                  <a:lnTo>
                    <a:pt x="422066" y="458317"/>
                  </a:lnTo>
                  <a:lnTo>
                    <a:pt x="492411" y="460844"/>
                  </a:lnTo>
                  <a:lnTo>
                    <a:pt x="562755" y="463355"/>
                  </a:lnTo>
                  <a:lnTo>
                    <a:pt x="633100" y="465849"/>
                  </a:lnTo>
                  <a:lnTo>
                    <a:pt x="703444" y="468327"/>
                  </a:lnTo>
                  <a:lnTo>
                    <a:pt x="773789" y="470790"/>
                  </a:lnTo>
                  <a:lnTo>
                    <a:pt x="844133" y="473236"/>
                  </a:lnTo>
                  <a:lnTo>
                    <a:pt x="914478" y="475667"/>
                  </a:lnTo>
                  <a:lnTo>
                    <a:pt x="984822" y="478082"/>
                  </a:lnTo>
                  <a:lnTo>
                    <a:pt x="1055167" y="480482"/>
                  </a:lnTo>
                  <a:lnTo>
                    <a:pt x="1125511" y="482866"/>
                  </a:lnTo>
                  <a:lnTo>
                    <a:pt x="1195856" y="485234"/>
                  </a:lnTo>
                  <a:lnTo>
                    <a:pt x="1266200" y="487588"/>
                  </a:lnTo>
                  <a:lnTo>
                    <a:pt x="1336545" y="489926"/>
                  </a:lnTo>
                  <a:lnTo>
                    <a:pt x="1406889" y="492249"/>
                  </a:lnTo>
                  <a:lnTo>
                    <a:pt x="1477234" y="494557"/>
                  </a:lnTo>
                  <a:lnTo>
                    <a:pt x="1547578" y="496850"/>
                  </a:lnTo>
                  <a:lnTo>
                    <a:pt x="1617923" y="499129"/>
                  </a:lnTo>
                  <a:lnTo>
                    <a:pt x="1688267" y="501393"/>
                  </a:lnTo>
                  <a:lnTo>
                    <a:pt x="1758612" y="503642"/>
                  </a:lnTo>
                  <a:lnTo>
                    <a:pt x="1828956" y="505877"/>
                  </a:lnTo>
                  <a:lnTo>
                    <a:pt x="1899301" y="508097"/>
                  </a:lnTo>
                  <a:lnTo>
                    <a:pt x="1969645" y="510303"/>
                  </a:lnTo>
                  <a:lnTo>
                    <a:pt x="2039990" y="512495"/>
                  </a:lnTo>
                  <a:lnTo>
                    <a:pt x="2110334" y="514673"/>
                  </a:lnTo>
                  <a:lnTo>
                    <a:pt x="2180679" y="516836"/>
                  </a:lnTo>
                  <a:lnTo>
                    <a:pt x="2251023" y="518986"/>
                  </a:lnTo>
                  <a:lnTo>
                    <a:pt x="2321368" y="521122"/>
                  </a:lnTo>
                  <a:lnTo>
                    <a:pt x="2391712" y="523244"/>
                  </a:lnTo>
                  <a:lnTo>
                    <a:pt x="2462057" y="525352"/>
                  </a:lnTo>
                  <a:lnTo>
                    <a:pt x="2532401" y="527447"/>
                  </a:lnTo>
                  <a:lnTo>
                    <a:pt x="2602746" y="529528"/>
                  </a:lnTo>
                  <a:lnTo>
                    <a:pt x="2673090" y="531596"/>
                  </a:lnTo>
                  <a:lnTo>
                    <a:pt x="2743435" y="533650"/>
                  </a:lnTo>
                  <a:lnTo>
                    <a:pt x="2813779" y="535692"/>
                  </a:lnTo>
                  <a:lnTo>
                    <a:pt x="2884124" y="537720"/>
                  </a:lnTo>
                  <a:lnTo>
                    <a:pt x="2954468" y="539735"/>
                  </a:lnTo>
                  <a:lnTo>
                    <a:pt x="3024813" y="541737"/>
                  </a:lnTo>
                  <a:lnTo>
                    <a:pt x="3095157" y="543726"/>
                  </a:lnTo>
                  <a:lnTo>
                    <a:pt x="3165502" y="545702"/>
                  </a:lnTo>
                  <a:lnTo>
                    <a:pt x="3235846" y="547666"/>
                  </a:lnTo>
                  <a:lnTo>
                    <a:pt x="3306191" y="549617"/>
                  </a:lnTo>
                  <a:lnTo>
                    <a:pt x="3376535" y="549109"/>
                  </a:lnTo>
                  <a:lnTo>
                    <a:pt x="3446880" y="542917"/>
                  </a:lnTo>
                  <a:lnTo>
                    <a:pt x="3517224" y="536598"/>
                  </a:lnTo>
                  <a:lnTo>
                    <a:pt x="3587569" y="530149"/>
                  </a:lnTo>
                  <a:lnTo>
                    <a:pt x="3657913" y="523567"/>
                  </a:lnTo>
                  <a:lnTo>
                    <a:pt x="3728257" y="516850"/>
                  </a:lnTo>
                  <a:lnTo>
                    <a:pt x="3798602" y="509994"/>
                  </a:lnTo>
                  <a:lnTo>
                    <a:pt x="3868946" y="502998"/>
                  </a:lnTo>
                  <a:lnTo>
                    <a:pt x="3939291" y="495858"/>
                  </a:lnTo>
                  <a:lnTo>
                    <a:pt x="4009635" y="488572"/>
                  </a:lnTo>
                  <a:lnTo>
                    <a:pt x="4079980" y="481135"/>
                  </a:lnTo>
                  <a:lnTo>
                    <a:pt x="4150324" y="473546"/>
                  </a:lnTo>
                  <a:lnTo>
                    <a:pt x="4220669" y="465800"/>
                  </a:lnTo>
                  <a:lnTo>
                    <a:pt x="4291013" y="457895"/>
                  </a:lnTo>
                  <a:lnTo>
                    <a:pt x="4361358" y="449828"/>
                  </a:lnTo>
                  <a:lnTo>
                    <a:pt x="4431702" y="441595"/>
                  </a:lnTo>
                  <a:lnTo>
                    <a:pt x="4502047" y="433193"/>
                  </a:lnTo>
                  <a:lnTo>
                    <a:pt x="4572391" y="424618"/>
                  </a:lnTo>
                  <a:lnTo>
                    <a:pt x="4642736" y="415866"/>
                  </a:lnTo>
                  <a:lnTo>
                    <a:pt x="4713080" y="406935"/>
                  </a:lnTo>
                  <a:lnTo>
                    <a:pt x="4783425" y="397820"/>
                  </a:lnTo>
                  <a:lnTo>
                    <a:pt x="4853769" y="388518"/>
                  </a:lnTo>
                  <a:lnTo>
                    <a:pt x="4924114" y="379025"/>
                  </a:lnTo>
                  <a:lnTo>
                    <a:pt x="4994458" y="369336"/>
                  </a:lnTo>
                  <a:lnTo>
                    <a:pt x="5064803" y="359448"/>
                  </a:lnTo>
                  <a:lnTo>
                    <a:pt x="5135147" y="349357"/>
                  </a:lnTo>
                  <a:lnTo>
                    <a:pt x="5205492" y="339058"/>
                  </a:lnTo>
                  <a:lnTo>
                    <a:pt x="5275836" y="328548"/>
                  </a:lnTo>
                  <a:lnTo>
                    <a:pt x="5346181" y="317822"/>
                  </a:lnTo>
                  <a:lnTo>
                    <a:pt x="5416525" y="306875"/>
                  </a:lnTo>
                  <a:lnTo>
                    <a:pt x="5486870" y="295703"/>
                  </a:lnTo>
                  <a:lnTo>
                    <a:pt x="5557214" y="284301"/>
                  </a:lnTo>
                  <a:lnTo>
                    <a:pt x="5627559" y="272665"/>
                  </a:lnTo>
                  <a:lnTo>
                    <a:pt x="5697903" y="260790"/>
                  </a:lnTo>
                  <a:lnTo>
                    <a:pt x="5768248" y="248671"/>
                  </a:lnTo>
                  <a:lnTo>
                    <a:pt x="5838592" y="236302"/>
                  </a:lnTo>
                  <a:lnTo>
                    <a:pt x="5908937" y="223679"/>
                  </a:lnTo>
                  <a:lnTo>
                    <a:pt x="5979281" y="210797"/>
                  </a:lnTo>
                  <a:lnTo>
                    <a:pt x="6049626" y="197650"/>
                  </a:lnTo>
                  <a:lnTo>
                    <a:pt x="6119970" y="184232"/>
                  </a:lnTo>
                  <a:lnTo>
                    <a:pt x="6190315" y="170539"/>
                  </a:lnTo>
                  <a:lnTo>
                    <a:pt x="6260659" y="156564"/>
                  </a:lnTo>
                  <a:lnTo>
                    <a:pt x="6331004" y="142302"/>
                  </a:lnTo>
                  <a:lnTo>
                    <a:pt x="6401348" y="127747"/>
                  </a:lnTo>
                  <a:lnTo>
                    <a:pt x="6471693" y="112893"/>
                  </a:lnTo>
                  <a:lnTo>
                    <a:pt x="6542037" y="97733"/>
                  </a:lnTo>
                  <a:lnTo>
                    <a:pt x="6612382" y="82261"/>
                  </a:lnTo>
                  <a:lnTo>
                    <a:pt x="6682726" y="66472"/>
                  </a:lnTo>
                  <a:lnTo>
                    <a:pt x="6753071" y="50357"/>
                  </a:lnTo>
                  <a:lnTo>
                    <a:pt x="6823415" y="33912"/>
                  </a:lnTo>
                  <a:lnTo>
                    <a:pt x="6893760" y="17128"/>
                  </a:lnTo>
                  <a:lnTo>
                    <a:pt x="6964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548"/>
              <a:ext cx="6964104" cy="185342"/>
            </a:xfrm>
            <a:custGeom>
              <a:avLst/>
              <a:pathLst>
                <a:path w="6964104" h="185342">
                  <a:moveTo>
                    <a:pt x="6964104" y="83934"/>
                  </a:moveTo>
                  <a:lnTo>
                    <a:pt x="6893760" y="82540"/>
                  </a:lnTo>
                  <a:lnTo>
                    <a:pt x="6823415" y="81138"/>
                  </a:lnTo>
                  <a:lnTo>
                    <a:pt x="6753071" y="79726"/>
                  </a:lnTo>
                  <a:lnTo>
                    <a:pt x="6682726" y="78305"/>
                  </a:lnTo>
                  <a:lnTo>
                    <a:pt x="6612382" y="76874"/>
                  </a:lnTo>
                  <a:lnTo>
                    <a:pt x="6542037" y="75435"/>
                  </a:lnTo>
                  <a:lnTo>
                    <a:pt x="6471693" y="73986"/>
                  </a:lnTo>
                  <a:lnTo>
                    <a:pt x="6401348" y="72528"/>
                  </a:lnTo>
                  <a:lnTo>
                    <a:pt x="6331004" y="71060"/>
                  </a:lnTo>
                  <a:lnTo>
                    <a:pt x="6260659" y="69583"/>
                  </a:lnTo>
                  <a:lnTo>
                    <a:pt x="6190315" y="68096"/>
                  </a:lnTo>
                  <a:lnTo>
                    <a:pt x="6119970" y="66599"/>
                  </a:lnTo>
                  <a:lnTo>
                    <a:pt x="6049626" y="65093"/>
                  </a:lnTo>
                  <a:lnTo>
                    <a:pt x="5979281" y="63577"/>
                  </a:lnTo>
                  <a:lnTo>
                    <a:pt x="5908937" y="62051"/>
                  </a:lnTo>
                  <a:lnTo>
                    <a:pt x="5838592" y="60515"/>
                  </a:lnTo>
                  <a:lnTo>
                    <a:pt x="5768248" y="58970"/>
                  </a:lnTo>
                  <a:lnTo>
                    <a:pt x="5697903" y="57414"/>
                  </a:lnTo>
                  <a:lnTo>
                    <a:pt x="5627559" y="55848"/>
                  </a:lnTo>
                  <a:lnTo>
                    <a:pt x="5557214" y="54272"/>
                  </a:lnTo>
                  <a:lnTo>
                    <a:pt x="5486870" y="52686"/>
                  </a:lnTo>
                  <a:lnTo>
                    <a:pt x="5416525" y="51089"/>
                  </a:lnTo>
                  <a:lnTo>
                    <a:pt x="5346181" y="49482"/>
                  </a:lnTo>
                  <a:lnTo>
                    <a:pt x="5275836" y="47865"/>
                  </a:lnTo>
                  <a:lnTo>
                    <a:pt x="5205492" y="46237"/>
                  </a:lnTo>
                  <a:lnTo>
                    <a:pt x="5135147" y="44599"/>
                  </a:lnTo>
                  <a:lnTo>
                    <a:pt x="5064803" y="42950"/>
                  </a:lnTo>
                  <a:lnTo>
                    <a:pt x="4994458" y="41290"/>
                  </a:lnTo>
                  <a:lnTo>
                    <a:pt x="4924114" y="39620"/>
                  </a:lnTo>
                  <a:lnTo>
                    <a:pt x="4853769" y="37939"/>
                  </a:lnTo>
                  <a:lnTo>
                    <a:pt x="4783425" y="36247"/>
                  </a:lnTo>
                  <a:lnTo>
                    <a:pt x="4713080" y="34543"/>
                  </a:lnTo>
                  <a:lnTo>
                    <a:pt x="4642736" y="32829"/>
                  </a:lnTo>
                  <a:lnTo>
                    <a:pt x="4572391" y="31104"/>
                  </a:lnTo>
                  <a:lnTo>
                    <a:pt x="4502047" y="29367"/>
                  </a:lnTo>
                  <a:lnTo>
                    <a:pt x="4431702" y="27619"/>
                  </a:lnTo>
                  <a:lnTo>
                    <a:pt x="4361358" y="25860"/>
                  </a:lnTo>
                  <a:lnTo>
                    <a:pt x="4291013" y="24090"/>
                  </a:lnTo>
                  <a:lnTo>
                    <a:pt x="4220669" y="22308"/>
                  </a:lnTo>
                  <a:lnTo>
                    <a:pt x="4150324" y="20514"/>
                  </a:lnTo>
                  <a:lnTo>
                    <a:pt x="4079980" y="18709"/>
                  </a:lnTo>
                  <a:lnTo>
                    <a:pt x="4009635" y="16892"/>
                  </a:lnTo>
                  <a:lnTo>
                    <a:pt x="3939291" y="15063"/>
                  </a:lnTo>
                  <a:lnTo>
                    <a:pt x="3868946" y="13223"/>
                  </a:lnTo>
                  <a:lnTo>
                    <a:pt x="3798602" y="11370"/>
                  </a:lnTo>
                  <a:lnTo>
                    <a:pt x="3728257" y="9505"/>
                  </a:lnTo>
                  <a:lnTo>
                    <a:pt x="3657913" y="7629"/>
                  </a:lnTo>
                  <a:lnTo>
                    <a:pt x="3587569" y="5740"/>
                  </a:lnTo>
                  <a:lnTo>
                    <a:pt x="3517224" y="3839"/>
                  </a:lnTo>
                  <a:lnTo>
                    <a:pt x="3446880" y="1925"/>
                  </a:lnTo>
                  <a:lnTo>
                    <a:pt x="3376535" y="0"/>
                  </a:lnTo>
                  <a:lnTo>
                    <a:pt x="3306191" y="3621"/>
                  </a:lnTo>
                  <a:lnTo>
                    <a:pt x="3235846" y="9566"/>
                  </a:lnTo>
                  <a:lnTo>
                    <a:pt x="3165502" y="15391"/>
                  </a:lnTo>
                  <a:lnTo>
                    <a:pt x="3095157" y="21099"/>
                  </a:lnTo>
                  <a:lnTo>
                    <a:pt x="3024813" y="26692"/>
                  </a:lnTo>
                  <a:lnTo>
                    <a:pt x="2954468" y="32172"/>
                  </a:lnTo>
                  <a:lnTo>
                    <a:pt x="2884124" y="37542"/>
                  </a:lnTo>
                  <a:lnTo>
                    <a:pt x="2813779" y="42804"/>
                  </a:lnTo>
                  <a:lnTo>
                    <a:pt x="2743435" y="47960"/>
                  </a:lnTo>
                  <a:lnTo>
                    <a:pt x="2673090" y="53011"/>
                  </a:lnTo>
                  <a:lnTo>
                    <a:pt x="2602746" y="57962"/>
                  </a:lnTo>
                  <a:lnTo>
                    <a:pt x="2532401" y="62812"/>
                  </a:lnTo>
                  <a:lnTo>
                    <a:pt x="2462057" y="67565"/>
                  </a:lnTo>
                  <a:lnTo>
                    <a:pt x="2391712" y="72222"/>
                  </a:lnTo>
                  <a:lnTo>
                    <a:pt x="2321368" y="76785"/>
                  </a:lnTo>
                  <a:lnTo>
                    <a:pt x="2251023" y="81256"/>
                  </a:lnTo>
                  <a:lnTo>
                    <a:pt x="2180679" y="85637"/>
                  </a:lnTo>
                  <a:lnTo>
                    <a:pt x="2110334" y="89930"/>
                  </a:lnTo>
                  <a:lnTo>
                    <a:pt x="2039990" y="94136"/>
                  </a:lnTo>
                  <a:lnTo>
                    <a:pt x="1969645" y="98258"/>
                  </a:lnTo>
                  <a:lnTo>
                    <a:pt x="1899301" y="102297"/>
                  </a:lnTo>
                  <a:lnTo>
                    <a:pt x="1828956" y="106254"/>
                  </a:lnTo>
                  <a:lnTo>
                    <a:pt x="1758612" y="110132"/>
                  </a:lnTo>
                  <a:lnTo>
                    <a:pt x="1688267" y="113931"/>
                  </a:lnTo>
                  <a:lnTo>
                    <a:pt x="1617923" y="117654"/>
                  </a:lnTo>
                  <a:lnTo>
                    <a:pt x="1547578" y="121302"/>
                  </a:lnTo>
                  <a:lnTo>
                    <a:pt x="1477234" y="124876"/>
                  </a:lnTo>
                  <a:lnTo>
                    <a:pt x="1406889" y="128379"/>
                  </a:lnTo>
                  <a:lnTo>
                    <a:pt x="1336545" y="131811"/>
                  </a:lnTo>
                  <a:lnTo>
                    <a:pt x="1266200" y="135174"/>
                  </a:lnTo>
                  <a:lnTo>
                    <a:pt x="1195856" y="138469"/>
                  </a:lnTo>
                  <a:lnTo>
                    <a:pt x="1125511" y="141697"/>
                  </a:lnTo>
                  <a:lnTo>
                    <a:pt x="1055167" y="144861"/>
                  </a:lnTo>
                  <a:lnTo>
                    <a:pt x="984822" y="147961"/>
                  </a:lnTo>
                  <a:lnTo>
                    <a:pt x="914478" y="150998"/>
                  </a:lnTo>
                  <a:lnTo>
                    <a:pt x="844133" y="153974"/>
                  </a:lnTo>
                  <a:lnTo>
                    <a:pt x="773789" y="156891"/>
                  </a:lnTo>
                  <a:lnTo>
                    <a:pt x="703444" y="159748"/>
                  </a:lnTo>
                  <a:lnTo>
                    <a:pt x="633100" y="162548"/>
                  </a:lnTo>
                  <a:lnTo>
                    <a:pt x="562755" y="165292"/>
                  </a:lnTo>
                  <a:lnTo>
                    <a:pt x="492411" y="167980"/>
                  </a:lnTo>
                  <a:lnTo>
                    <a:pt x="422066" y="170614"/>
                  </a:lnTo>
                  <a:lnTo>
                    <a:pt x="351722" y="173195"/>
                  </a:lnTo>
                  <a:lnTo>
                    <a:pt x="281377" y="175725"/>
                  </a:lnTo>
                  <a:lnTo>
                    <a:pt x="211033" y="178203"/>
                  </a:lnTo>
                  <a:lnTo>
                    <a:pt x="140688" y="180631"/>
                  </a:lnTo>
                  <a:lnTo>
                    <a:pt x="70344" y="183010"/>
                  </a:lnTo>
                  <a:lnTo>
                    <a:pt x="0" y="185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972913"/>
              <a:ext cx="6964104" cy="212412"/>
            </a:xfrm>
            <a:custGeom>
              <a:avLst/>
              <a:pathLst>
                <a:path w="6964104" h="212412">
                  <a:moveTo>
                    <a:pt x="0" y="212412"/>
                  </a:moveTo>
                  <a:lnTo>
                    <a:pt x="70344" y="210915"/>
                  </a:lnTo>
                  <a:lnTo>
                    <a:pt x="140688" y="209407"/>
                  </a:lnTo>
                  <a:lnTo>
                    <a:pt x="211033" y="207889"/>
                  </a:lnTo>
                  <a:lnTo>
                    <a:pt x="281377" y="206360"/>
                  </a:lnTo>
                  <a:lnTo>
                    <a:pt x="351722" y="204820"/>
                  </a:lnTo>
                  <a:lnTo>
                    <a:pt x="422066" y="203270"/>
                  </a:lnTo>
                  <a:lnTo>
                    <a:pt x="492411" y="201709"/>
                  </a:lnTo>
                  <a:lnTo>
                    <a:pt x="562755" y="200137"/>
                  </a:lnTo>
                  <a:lnTo>
                    <a:pt x="633100" y="198554"/>
                  </a:lnTo>
                  <a:lnTo>
                    <a:pt x="703444" y="196961"/>
                  </a:lnTo>
                  <a:lnTo>
                    <a:pt x="773789" y="195356"/>
                  </a:lnTo>
                  <a:lnTo>
                    <a:pt x="844133" y="193739"/>
                  </a:lnTo>
                  <a:lnTo>
                    <a:pt x="914478" y="192112"/>
                  </a:lnTo>
                  <a:lnTo>
                    <a:pt x="984822" y="190473"/>
                  </a:lnTo>
                  <a:lnTo>
                    <a:pt x="1055167" y="188823"/>
                  </a:lnTo>
                  <a:lnTo>
                    <a:pt x="1125511" y="187161"/>
                  </a:lnTo>
                  <a:lnTo>
                    <a:pt x="1195856" y="185488"/>
                  </a:lnTo>
                  <a:lnTo>
                    <a:pt x="1266200" y="183803"/>
                  </a:lnTo>
                  <a:lnTo>
                    <a:pt x="1336545" y="182107"/>
                  </a:lnTo>
                  <a:lnTo>
                    <a:pt x="1406889" y="180398"/>
                  </a:lnTo>
                  <a:lnTo>
                    <a:pt x="1477234" y="178678"/>
                  </a:lnTo>
                  <a:lnTo>
                    <a:pt x="1547578" y="176946"/>
                  </a:lnTo>
                  <a:lnTo>
                    <a:pt x="1617923" y="175201"/>
                  </a:lnTo>
                  <a:lnTo>
                    <a:pt x="1688267" y="173445"/>
                  </a:lnTo>
                  <a:lnTo>
                    <a:pt x="1758612" y="171676"/>
                  </a:lnTo>
                  <a:lnTo>
                    <a:pt x="1828956" y="169895"/>
                  </a:lnTo>
                  <a:lnTo>
                    <a:pt x="1899301" y="168101"/>
                  </a:lnTo>
                  <a:lnTo>
                    <a:pt x="1969645" y="166295"/>
                  </a:lnTo>
                  <a:lnTo>
                    <a:pt x="2039990" y="164477"/>
                  </a:lnTo>
                  <a:lnTo>
                    <a:pt x="2110334" y="162646"/>
                  </a:lnTo>
                  <a:lnTo>
                    <a:pt x="2180679" y="160802"/>
                  </a:lnTo>
                  <a:lnTo>
                    <a:pt x="2251023" y="158945"/>
                  </a:lnTo>
                  <a:lnTo>
                    <a:pt x="2321368" y="157075"/>
                  </a:lnTo>
                  <a:lnTo>
                    <a:pt x="2391712" y="155192"/>
                  </a:lnTo>
                  <a:lnTo>
                    <a:pt x="2462057" y="153296"/>
                  </a:lnTo>
                  <a:lnTo>
                    <a:pt x="2532401" y="151387"/>
                  </a:lnTo>
                  <a:lnTo>
                    <a:pt x="2602746" y="149465"/>
                  </a:lnTo>
                  <a:lnTo>
                    <a:pt x="2673090" y="147529"/>
                  </a:lnTo>
                  <a:lnTo>
                    <a:pt x="2743435" y="145580"/>
                  </a:lnTo>
                  <a:lnTo>
                    <a:pt x="2813779" y="143617"/>
                  </a:lnTo>
                  <a:lnTo>
                    <a:pt x="2884124" y="141640"/>
                  </a:lnTo>
                  <a:lnTo>
                    <a:pt x="2954468" y="139650"/>
                  </a:lnTo>
                  <a:lnTo>
                    <a:pt x="3024813" y="137646"/>
                  </a:lnTo>
                  <a:lnTo>
                    <a:pt x="3095157" y="135628"/>
                  </a:lnTo>
                  <a:lnTo>
                    <a:pt x="3165502" y="133596"/>
                  </a:lnTo>
                  <a:lnTo>
                    <a:pt x="3235846" y="131549"/>
                  </a:lnTo>
                  <a:lnTo>
                    <a:pt x="3306191" y="129489"/>
                  </a:lnTo>
                  <a:lnTo>
                    <a:pt x="3376535" y="127414"/>
                  </a:lnTo>
                  <a:lnTo>
                    <a:pt x="3446880" y="125324"/>
                  </a:lnTo>
                  <a:lnTo>
                    <a:pt x="3517224" y="123220"/>
                  </a:lnTo>
                  <a:lnTo>
                    <a:pt x="3587569" y="121102"/>
                  </a:lnTo>
                  <a:lnTo>
                    <a:pt x="3657913" y="118969"/>
                  </a:lnTo>
                  <a:lnTo>
                    <a:pt x="3728257" y="116820"/>
                  </a:lnTo>
                  <a:lnTo>
                    <a:pt x="3798602" y="114657"/>
                  </a:lnTo>
                  <a:lnTo>
                    <a:pt x="3868946" y="112479"/>
                  </a:lnTo>
                  <a:lnTo>
                    <a:pt x="3939291" y="110285"/>
                  </a:lnTo>
                  <a:lnTo>
                    <a:pt x="4009635" y="108077"/>
                  </a:lnTo>
                  <a:lnTo>
                    <a:pt x="4079980" y="105853"/>
                  </a:lnTo>
                  <a:lnTo>
                    <a:pt x="4150324" y="103613"/>
                  </a:lnTo>
                  <a:lnTo>
                    <a:pt x="4220669" y="101358"/>
                  </a:lnTo>
                  <a:lnTo>
                    <a:pt x="4291013" y="99087"/>
                  </a:lnTo>
                  <a:lnTo>
                    <a:pt x="4361358" y="96800"/>
                  </a:lnTo>
                  <a:lnTo>
                    <a:pt x="4431702" y="94498"/>
                  </a:lnTo>
                  <a:lnTo>
                    <a:pt x="4502047" y="92179"/>
                  </a:lnTo>
                  <a:lnTo>
                    <a:pt x="4572391" y="89844"/>
                  </a:lnTo>
                  <a:lnTo>
                    <a:pt x="4642736" y="87493"/>
                  </a:lnTo>
                  <a:lnTo>
                    <a:pt x="4713080" y="85126"/>
                  </a:lnTo>
                  <a:lnTo>
                    <a:pt x="4783425" y="82742"/>
                  </a:lnTo>
                  <a:lnTo>
                    <a:pt x="4853769" y="80341"/>
                  </a:lnTo>
                  <a:lnTo>
                    <a:pt x="4924114" y="77924"/>
                  </a:lnTo>
                  <a:lnTo>
                    <a:pt x="4994458" y="75490"/>
                  </a:lnTo>
                  <a:lnTo>
                    <a:pt x="5064803" y="73039"/>
                  </a:lnTo>
                  <a:lnTo>
                    <a:pt x="5135147" y="70571"/>
                  </a:lnTo>
                  <a:lnTo>
                    <a:pt x="5205492" y="68085"/>
                  </a:lnTo>
                  <a:lnTo>
                    <a:pt x="5275836" y="65583"/>
                  </a:lnTo>
                  <a:lnTo>
                    <a:pt x="5346181" y="63063"/>
                  </a:lnTo>
                  <a:lnTo>
                    <a:pt x="5416525" y="60525"/>
                  </a:lnTo>
                  <a:lnTo>
                    <a:pt x="5486870" y="57970"/>
                  </a:lnTo>
                  <a:lnTo>
                    <a:pt x="5557214" y="55397"/>
                  </a:lnTo>
                  <a:lnTo>
                    <a:pt x="5627559" y="52806"/>
                  </a:lnTo>
                  <a:lnTo>
                    <a:pt x="5697903" y="50197"/>
                  </a:lnTo>
                  <a:lnTo>
                    <a:pt x="5768248" y="47569"/>
                  </a:lnTo>
                  <a:lnTo>
                    <a:pt x="5838592" y="44924"/>
                  </a:lnTo>
                  <a:lnTo>
                    <a:pt x="5908937" y="42260"/>
                  </a:lnTo>
                  <a:lnTo>
                    <a:pt x="5979281" y="39577"/>
                  </a:lnTo>
                  <a:lnTo>
                    <a:pt x="6049626" y="36876"/>
                  </a:lnTo>
                  <a:lnTo>
                    <a:pt x="6119970" y="34156"/>
                  </a:lnTo>
                  <a:lnTo>
                    <a:pt x="6190315" y="31417"/>
                  </a:lnTo>
                  <a:lnTo>
                    <a:pt x="6260659" y="28659"/>
                  </a:lnTo>
                  <a:lnTo>
                    <a:pt x="6331004" y="25882"/>
                  </a:lnTo>
                  <a:lnTo>
                    <a:pt x="6401348" y="23085"/>
                  </a:lnTo>
                  <a:lnTo>
                    <a:pt x="6471693" y="20269"/>
                  </a:lnTo>
                  <a:lnTo>
                    <a:pt x="6542037" y="17433"/>
                  </a:lnTo>
                  <a:lnTo>
                    <a:pt x="6612382" y="14578"/>
                  </a:lnTo>
                  <a:lnTo>
                    <a:pt x="6682726" y="11703"/>
                  </a:lnTo>
                  <a:lnTo>
                    <a:pt x="6753071" y="8807"/>
                  </a:lnTo>
                  <a:lnTo>
                    <a:pt x="6823415" y="5892"/>
                  </a:lnTo>
                  <a:lnTo>
                    <a:pt x="6893760" y="2956"/>
                  </a:lnTo>
                  <a:lnTo>
                    <a:pt x="69641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743385"/>
              <a:ext cx="6964104" cy="736897"/>
            </a:xfrm>
            <a:custGeom>
              <a:avLst/>
              <a:pathLst>
                <a:path w="6964104" h="736897">
                  <a:moveTo>
                    <a:pt x="0" y="442808"/>
                  </a:moveTo>
                  <a:lnTo>
                    <a:pt x="70344" y="445434"/>
                  </a:lnTo>
                  <a:lnTo>
                    <a:pt x="140688" y="448044"/>
                  </a:lnTo>
                  <a:lnTo>
                    <a:pt x="211033" y="450638"/>
                  </a:lnTo>
                  <a:lnTo>
                    <a:pt x="281377" y="453214"/>
                  </a:lnTo>
                  <a:lnTo>
                    <a:pt x="351722" y="455774"/>
                  </a:lnTo>
                  <a:lnTo>
                    <a:pt x="422066" y="458317"/>
                  </a:lnTo>
                  <a:lnTo>
                    <a:pt x="492411" y="460844"/>
                  </a:lnTo>
                  <a:lnTo>
                    <a:pt x="562755" y="463355"/>
                  </a:lnTo>
                  <a:lnTo>
                    <a:pt x="633100" y="465849"/>
                  </a:lnTo>
                  <a:lnTo>
                    <a:pt x="703444" y="468327"/>
                  </a:lnTo>
                  <a:lnTo>
                    <a:pt x="773789" y="470790"/>
                  </a:lnTo>
                  <a:lnTo>
                    <a:pt x="844133" y="473236"/>
                  </a:lnTo>
                  <a:lnTo>
                    <a:pt x="914478" y="475667"/>
                  </a:lnTo>
                  <a:lnTo>
                    <a:pt x="984822" y="478082"/>
                  </a:lnTo>
                  <a:lnTo>
                    <a:pt x="1055167" y="480482"/>
                  </a:lnTo>
                  <a:lnTo>
                    <a:pt x="1125511" y="482866"/>
                  </a:lnTo>
                  <a:lnTo>
                    <a:pt x="1195856" y="485234"/>
                  </a:lnTo>
                  <a:lnTo>
                    <a:pt x="1266200" y="487588"/>
                  </a:lnTo>
                  <a:lnTo>
                    <a:pt x="1336545" y="489926"/>
                  </a:lnTo>
                  <a:lnTo>
                    <a:pt x="1406889" y="492249"/>
                  </a:lnTo>
                  <a:lnTo>
                    <a:pt x="1477234" y="494557"/>
                  </a:lnTo>
                  <a:lnTo>
                    <a:pt x="1547578" y="496850"/>
                  </a:lnTo>
                  <a:lnTo>
                    <a:pt x="1617923" y="499129"/>
                  </a:lnTo>
                  <a:lnTo>
                    <a:pt x="1688267" y="501393"/>
                  </a:lnTo>
                  <a:lnTo>
                    <a:pt x="1758612" y="503642"/>
                  </a:lnTo>
                  <a:lnTo>
                    <a:pt x="1828956" y="505877"/>
                  </a:lnTo>
                  <a:lnTo>
                    <a:pt x="1899301" y="508097"/>
                  </a:lnTo>
                  <a:lnTo>
                    <a:pt x="1969645" y="510303"/>
                  </a:lnTo>
                  <a:lnTo>
                    <a:pt x="2039990" y="512495"/>
                  </a:lnTo>
                  <a:lnTo>
                    <a:pt x="2110334" y="514673"/>
                  </a:lnTo>
                  <a:lnTo>
                    <a:pt x="2180679" y="516836"/>
                  </a:lnTo>
                  <a:lnTo>
                    <a:pt x="2251023" y="518986"/>
                  </a:lnTo>
                  <a:lnTo>
                    <a:pt x="2321368" y="521122"/>
                  </a:lnTo>
                  <a:lnTo>
                    <a:pt x="2391712" y="523244"/>
                  </a:lnTo>
                  <a:lnTo>
                    <a:pt x="2462057" y="525352"/>
                  </a:lnTo>
                  <a:lnTo>
                    <a:pt x="2532401" y="527447"/>
                  </a:lnTo>
                  <a:lnTo>
                    <a:pt x="2602746" y="529528"/>
                  </a:lnTo>
                  <a:lnTo>
                    <a:pt x="2673090" y="531596"/>
                  </a:lnTo>
                  <a:lnTo>
                    <a:pt x="2743435" y="533650"/>
                  </a:lnTo>
                  <a:lnTo>
                    <a:pt x="2813779" y="535692"/>
                  </a:lnTo>
                  <a:lnTo>
                    <a:pt x="2884124" y="537720"/>
                  </a:lnTo>
                  <a:lnTo>
                    <a:pt x="2954468" y="539735"/>
                  </a:lnTo>
                  <a:lnTo>
                    <a:pt x="3024813" y="541737"/>
                  </a:lnTo>
                  <a:lnTo>
                    <a:pt x="3095157" y="543726"/>
                  </a:lnTo>
                  <a:lnTo>
                    <a:pt x="3165502" y="545702"/>
                  </a:lnTo>
                  <a:lnTo>
                    <a:pt x="3235846" y="547666"/>
                  </a:lnTo>
                  <a:lnTo>
                    <a:pt x="3306191" y="549617"/>
                  </a:lnTo>
                  <a:lnTo>
                    <a:pt x="3376535" y="549109"/>
                  </a:lnTo>
                  <a:lnTo>
                    <a:pt x="3446880" y="542917"/>
                  </a:lnTo>
                  <a:lnTo>
                    <a:pt x="3517224" y="536598"/>
                  </a:lnTo>
                  <a:lnTo>
                    <a:pt x="3587569" y="530149"/>
                  </a:lnTo>
                  <a:lnTo>
                    <a:pt x="3657913" y="523567"/>
                  </a:lnTo>
                  <a:lnTo>
                    <a:pt x="3728257" y="516850"/>
                  </a:lnTo>
                  <a:lnTo>
                    <a:pt x="3798602" y="509994"/>
                  </a:lnTo>
                  <a:lnTo>
                    <a:pt x="3868946" y="502998"/>
                  </a:lnTo>
                  <a:lnTo>
                    <a:pt x="3939291" y="495858"/>
                  </a:lnTo>
                  <a:lnTo>
                    <a:pt x="4009635" y="488572"/>
                  </a:lnTo>
                  <a:lnTo>
                    <a:pt x="4079980" y="481135"/>
                  </a:lnTo>
                  <a:lnTo>
                    <a:pt x="4150324" y="473546"/>
                  </a:lnTo>
                  <a:lnTo>
                    <a:pt x="4220669" y="465800"/>
                  </a:lnTo>
                  <a:lnTo>
                    <a:pt x="4291013" y="457895"/>
                  </a:lnTo>
                  <a:lnTo>
                    <a:pt x="4361358" y="449828"/>
                  </a:lnTo>
                  <a:lnTo>
                    <a:pt x="4431702" y="441595"/>
                  </a:lnTo>
                  <a:lnTo>
                    <a:pt x="4502047" y="433193"/>
                  </a:lnTo>
                  <a:lnTo>
                    <a:pt x="4572391" y="424618"/>
                  </a:lnTo>
                  <a:lnTo>
                    <a:pt x="4642736" y="415866"/>
                  </a:lnTo>
                  <a:lnTo>
                    <a:pt x="4713080" y="406935"/>
                  </a:lnTo>
                  <a:lnTo>
                    <a:pt x="4783425" y="397820"/>
                  </a:lnTo>
                  <a:lnTo>
                    <a:pt x="4853769" y="388518"/>
                  </a:lnTo>
                  <a:lnTo>
                    <a:pt x="4924114" y="379025"/>
                  </a:lnTo>
                  <a:lnTo>
                    <a:pt x="4994458" y="369336"/>
                  </a:lnTo>
                  <a:lnTo>
                    <a:pt x="5064803" y="359448"/>
                  </a:lnTo>
                  <a:lnTo>
                    <a:pt x="5135147" y="349357"/>
                  </a:lnTo>
                  <a:lnTo>
                    <a:pt x="5205492" y="339058"/>
                  </a:lnTo>
                  <a:lnTo>
                    <a:pt x="5275836" y="328548"/>
                  </a:lnTo>
                  <a:lnTo>
                    <a:pt x="5346181" y="317822"/>
                  </a:lnTo>
                  <a:lnTo>
                    <a:pt x="5416525" y="306875"/>
                  </a:lnTo>
                  <a:lnTo>
                    <a:pt x="5486870" y="295703"/>
                  </a:lnTo>
                  <a:lnTo>
                    <a:pt x="5557214" y="284301"/>
                  </a:lnTo>
                  <a:lnTo>
                    <a:pt x="5627559" y="272665"/>
                  </a:lnTo>
                  <a:lnTo>
                    <a:pt x="5697903" y="260790"/>
                  </a:lnTo>
                  <a:lnTo>
                    <a:pt x="5768248" y="248671"/>
                  </a:lnTo>
                  <a:lnTo>
                    <a:pt x="5838592" y="236302"/>
                  </a:lnTo>
                  <a:lnTo>
                    <a:pt x="5908937" y="223679"/>
                  </a:lnTo>
                  <a:lnTo>
                    <a:pt x="5979281" y="210797"/>
                  </a:lnTo>
                  <a:lnTo>
                    <a:pt x="6049626" y="197650"/>
                  </a:lnTo>
                  <a:lnTo>
                    <a:pt x="6119970" y="184232"/>
                  </a:lnTo>
                  <a:lnTo>
                    <a:pt x="6190315" y="170539"/>
                  </a:lnTo>
                  <a:lnTo>
                    <a:pt x="6260659" y="156564"/>
                  </a:lnTo>
                  <a:lnTo>
                    <a:pt x="6331004" y="142302"/>
                  </a:lnTo>
                  <a:lnTo>
                    <a:pt x="6401348" y="127747"/>
                  </a:lnTo>
                  <a:lnTo>
                    <a:pt x="6471693" y="112893"/>
                  </a:lnTo>
                  <a:lnTo>
                    <a:pt x="6542037" y="97733"/>
                  </a:lnTo>
                  <a:lnTo>
                    <a:pt x="6612382" y="82261"/>
                  </a:lnTo>
                  <a:lnTo>
                    <a:pt x="6682726" y="66472"/>
                  </a:lnTo>
                  <a:lnTo>
                    <a:pt x="6753071" y="50357"/>
                  </a:lnTo>
                  <a:lnTo>
                    <a:pt x="6823415" y="33912"/>
                  </a:lnTo>
                  <a:lnTo>
                    <a:pt x="6893760" y="17128"/>
                  </a:lnTo>
                  <a:lnTo>
                    <a:pt x="6964104" y="0"/>
                  </a:lnTo>
                  <a:lnTo>
                    <a:pt x="6964104" y="635490"/>
                  </a:lnTo>
                  <a:lnTo>
                    <a:pt x="6893760" y="634096"/>
                  </a:lnTo>
                  <a:lnTo>
                    <a:pt x="6823415" y="632693"/>
                  </a:lnTo>
                  <a:lnTo>
                    <a:pt x="6753071" y="631281"/>
                  </a:lnTo>
                  <a:lnTo>
                    <a:pt x="6682726" y="629860"/>
                  </a:lnTo>
                  <a:lnTo>
                    <a:pt x="6612382" y="628430"/>
                  </a:lnTo>
                  <a:lnTo>
                    <a:pt x="6542037" y="626991"/>
                  </a:lnTo>
                  <a:lnTo>
                    <a:pt x="6471693" y="625542"/>
                  </a:lnTo>
                  <a:lnTo>
                    <a:pt x="6401348" y="624083"/>
                  </a:lnTo>
                  <a:lnTo>
                    <a:pt x="6331004" y="622616"/>
                  </a:lnTo>
                  <a:lnTo>
                    <a:pt x="6260659" y="621138"/>
                  </a:lnTo>
                  <a:lnTo>
                    <a:pt x="6190315" y="619651"/>
                  </a:lnTo>
                  <a:lnTo>
                    <a:pt x="6119970" y="618155"/>
                  </a:lnTo>
                  <a:lnTo>
                    <a:pt x="6049626" y="616649"/>
                  </a:lnTo>
                  <a:lnTo>
                    <a:pt x="5979281" y="615133"/>
                  </a:lnTo>
                  <a:lnTo>
                    <a:pt x="5908937" y="613607"/>
                  </a:lnTo>
                  <a:lnTo>
                    <a:pt x="5838592" y="612071"/>
                  </a:lnTo>
                  <a:lnTo>
                    <a:pt x="5768248" y="610525"/>
                  </a:lnTo>
                  <a:lnTo>
                    <a:pt x="5697903" y="608970"/>
                  </a:lnTo>
                  <a:lnTo>
                    <a:pt x="5627559" y="607404"/>
                  </a:lnTo>
                  <a:lnTo>
                    <a:pt x="5557214" y="605828"/>
                  </a:lnTo>
                  <a:lnTo>
                    <a:pt x="5486870" y="604242"/>
                  </a:lnTo>
                  <a:lnTo>
                    <a:pt x="5416525" y="602645"/>
                  </a:lnTo>
                  <a:lnTo>
                    <a:pt x="5346181" y="601038"/>
                  </a:lnTo>
                  <a:lnTo>
                    <a:pt x="5275836" y="599421"/>
                  </a:lnTo>
                  <a:lnTo>
                    <a:pt x="5205492" y="597793"/>
                  </a:lnTo>
                  <a:lnTo>
                    <a:pt x="5135147" y="596155"/>
                  </a:lnTo>
                  <a:lnTo>
                    <a:pt x="5064803" y="594506"/>
                  </a:lnTo>
                  <a:lnTo>
                    <a:pt x="4994458" y="592846"/>
                  </a:lnTo>
                  <a:lnTo>
                    <a:pt x="4924114" y="591176"/>
                  </a:lnTo>
                  <a:lnTo>
                    <a:pt x="4853769" y="589494"/>
                  </a:lnTo>
                  <a:lnTo>
                    <a:pt x="4783425" y="587802"/>
                  </a:lnTo>
                  <a:lnTo>
                    <a:pt x="4713080" y="586099"/>
                  </a:lnTo>
                  <a:lnTo>
                    <a:pt x="4642736" y="584385"/>
                  </a:lnTo>
                  <a:lnTo>
                    <a:pt x="4572391" y="582660"/>
                  </a:lnTo>
                  <a:lnTo>
                    <a:pt x="4502047" y="580923"/>
                  </a:lnTo>
                  <a:lnTo>
                    <a:pt x="4431702" y="579175"/>
                  </a:lnTo>
                  <a:lnTo>
                    <a:pt x="4361358" y="577416"/>
                  </a:lnTo>
                  <a:lnTo>
                    <a:pt x="4291013" y="575645"/>
                  </a:lnTo>
                  <a:lnTo>
                    <a:pt x="4220669" y="573863"/>
                  </a:lnTo>
                  <a:lnTo>
                    <a:pt x="4150324" y="572070"/>
                  </a:lnTo>
                  <a:lnTo>
                    <a:pt x="4079980" y="570265"/>
                  </a:lnTo>
                  <a:lnTo>
                    <a:pt x="4009635" y="568448"/>
                  </a:lnTo>
                  <a:lnTo>
                    <a:pt x="3939291" y="566619"/>
                  </a:lnTo>
                  <a:lnTo>
                    <a:pt x="3868946" y="564778"/>
                  </a:lnTo>
                  <a:lnTo>
                    <a:pt x="3798602" y="562926"/>
                  </a:lnTo>
                  <a:lnTo>
                    <a:pt x="3728257" y="561061"/>
                  </a:lnTo>
                  <a:lnTo>
                    <a:pt x="3657913" y="559184"/>
                  </a:lnTo>
                  <a:lnTo>
                    <a:pt x="3587569" y="557296"/>
                  </a:lnTo>
                  <a:lnTo>
                    <a:pt x="3517224" y="555395"/>
                  </a:lnTo>
                  <a:lnTo>
                    <a:pt x="3446880" y="553481"/>
                  </a:lnTo>
                  <a:lnTo>
                    <a:pt x="3376535" y="551555"/>
                  </a:lnTo>
                  <a:lnTo>
                    <a:pt x="3306191" y="555176"/>
                  </a:lnTo>
                  <a:lnTo>
                    <a:pt x="3235846" y="561121"/>
                  </a:lnTo>
                  <a:lnTo>
                    <a:pt x="3165502" y="566947"/>
                  </a:lnTo>
                  <a:lnTo>
                    <a:pt x="3095157" y="572655"/>
                  </a:lnTo>
                  <a:lnTo>
                    <a:pt x="3024813" y="578248"/>
                  </a:lnTo>
                  <a:lnTo>
                    <a:pt x="2954468" y="583728"/>
                  </a:lnTo>
                  <a:lnTo>
                    <a:pt x="2884124" y="589098"/>
                  </a:lnTo>
                  <a:lnTo>
                    <a:pt x="2813779" y="594360"/>
                  </a:lnTo>
                  <a:lnTo>
                    <a:pt x="2743435" y="599515"/>
                  </a:lnTo>
                  <a:lnTo>
                    <a:pt x="2673090" y="604567"/>
                  </a:lnTo>
                  <a:lnTo>
                    <a:pt x="2602746" y="609517"/>
                  </a:lnTo>
                  <a:lnTo>
                    <a:pt x="2532401" y="614368"/>
                  </a:lnTo>
                  <a:lnTo>
                    <a:pt x="2462057" y="619120"/>
                  </a:lnTo>
                  <a:lnTo>
                    <a:pt x="2391712" y="623777"/>
                  </a:lnTo>
                  <a:lnTo>
                    <a:pt x="2321368" y="628341"/>
                  </a:lnTo>
                  <a:lnTo>
                    <a:pt x="2251023" y="632812"/>
                  </a:lnTo>
                  <a:lnTo>
                    <a:pt x="2180679" y="637193"/>
                  </a:lnTo>
                  <a:lnTo>
                    <a:pt x="2110334" y="641486"/>
                  </a:lnTo>
                  <a:lnTo>
                    <a:pt x="2039990" y="645692"/>
                  </a:lnTo>
                  <a:lnTo>
                    <a:pt x="1969645" y="649814"/>
                  </a:lnTo>
                  <a:lnTo>
                    <a:pt x="1899301" y="653853"/>
                  </a:lnTo>
                  <a:lnTo>
                    <a:pt x="1828956" y="657810"/>
                  </a:lnTo>
                  <a:lnTo>
                    <a:pt x="1758612" y="661687"/>
                  </a:lnTo>
                  <a:lnTo>
                    <a:pt x="1688267" y="665487"/>
                  </a:lnTo>
                  <a:lnTo>
                    <a:pt x="1617923" y="669210"/>
                  </a:lnTo>
                  <a:lnTo>
                    <a:pt x="1547578" y="672858"/>
                  </a:lnTo>
                  <a:lnTo>
                    <a:pt x="1477234" y="676432"/>
                  </a:lnTo>
                  <a:lnTo>
                    <a:pt x="1406889" y="679935"/>
                  </a:lnTo>
                  <a:lnTo>
                    <a:pt x="1336545" y="683367"/>
                  </a:lnTo>
                  <a:lnTo>
                    <a:pt x="1266200" y="686729"/>
                  </a:lnTo>
                  <a:lnTo>
                    <a:pt x="1195856" y="690024"/>
                  </a:lnTo>
                  <a:lnTo>
                    <a:pt x="1125511" y="693253"/>
                  </a:lnTo>
                  <a:lnTo>
                    <a:pt x="1055167" y="696417"/>
                  </a:lnTo>
                  <a:lnTo>
                    <a:pt x="984822" y="699516"/>
                  </a:lnTo>
                  <a:lnTo>
                    <a:pt x="914478" y="702554"/>
                  </a:lnTo>
                  <a:lnTo>
                    <a:pt x="844133" y="705530"/>
                  </a:lnTo>
                  <a:lnTo>
                    <a:pt x="773789" y="708446"/>
                  </a:lnTo>
                  <a:lnTo>
                    <a:pt x="703444" y="711304"/>
                  </a:lnTo>
                  <a:lnTo>
                    <a:pt x="633100" y="714104"/>
                  </a:lnTo>
                  <a:lnTo>
                    <a:pt x="562755" y="716848"/>
                  </a:lnTo>
                  <a:lnTo>
                    <a:pt x="492411" y="719536"/>
                  </a:lnTo>
                  <a:lnTo>
                    <a:pt x="422066" y="722170"/>
                  </a:lnTo>
                  <a:lnTo>
                    <a:pt x="351722" y="724751"/>
                  </a:lnTo>
                  <a:lnTo>
                    <a:pt x="281377" y="727280"/>
                  </a:lnTo>
                  <a:lnTo>
                    <a:pt x="211033" y="729758"/>
                  </a:lnTo>
                  <a:lnTo>
                    <a:pt x="140688" y="732187"/>
                  </a:lnTo>
                  <a:lnTo>
                    <a:pt x="70344" y="734566"/>
                  </a:lnTo>
                  <a:lnTo>
                    <a:pt x="0" y="7368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235312" y="4743385"/>
              <a:ext cx="6964104" cy="549617"/>
            </a:xfrm>
            <a:custGeom>
              <a:avLst/>
              <a:pathLst>
                <a:path w="6964104" h="549617">
                  <a:moveTo>
                    <a:pt x="0" y="442808"/>
                  </a:moveTo>
                  <a:lnTo>
                    <a:pt x="70344" y="445434"/>
                  </a:lnTo>
                  <a:lnTo>
                    <a:pt x="140688" y="448044"/>
                  </a:lnTo>
                  <a:lnTo>
                    <a:pt x="211033" y="450638"/>
                  </a:lnTo>
                  <a:lnTo>
                    <a:pt x="281377" y="453214"/>
                  </a:lnTo>
                  <a:lnTo>
                    <a:pt x="351722" y="455774"/>
                  </a:lnTo>
                  <a:lnTo>
                    <a:pt x="422066" y="458317"/>
                  </a:lnTo>
                  <a:lnTo>
                    <a:pt x="492411" y="460844"/>
                  </a:lnTo>
                  <a:lnTo>
                    <a:pt x="562755" y="463355"/>
                  </a:lnTo>
                  <a:lnTo>
                    <a:pt x="633100" y="465849"/>
                  </a:lnTo>
                  <a:lnTo>
                    <a:pt x="703444" y="468327"/>
                  </a:lnTo>
                  <a:lnTo>
                    <a:pt x="773789" y="470790"/>
                  </a:lnTo>
                  <a:lnTo>
                    <a:pt x="844133" y="473236"/>
                  </a:lnTo>
                  <a:lnTo>
                    <a:pt x="914478" y="475667"/>
                  </a:lnTo>
                  <a:lnTo>
                    <a:pt x="984822" y="478082"/>
                  </a:lnTo>
                  <a:lnTo>
                    <a:pt x="1055167" y="480482"/>
                  </a:lnTo>
                  <a:lnTo>
                    <a:pt x="1125511" y="482866"/>
                  </a:lnTo>
                  <a:lnTo>
                    <a:pt x="1195856" y="485234"/>
                  </a:lnTo>
                  <a:lnTo>
                    <a:pt x="1266200" y="487588"/>
                  </a:lnTo>
                  <a:lnTo>
                    <a:pt x="1336545" y="489926"/>
                  </a:lnTo>
                  <a:lnTo>
                    <a:pt x="1406889" y="492249"/>
                  </a:lnTo>
                  <a:lnTo>
                    <a:pt x="1477234" y="494557"/>
                  </a:lnTo>
                  <a:lnTo>
                    <a:pt x="1547578" y="496850"/>
                  </a:lnTo>
                  <a:lnTo>
                    <a:pt x="1617923" y="499129"/>
                  </a:lnTo>
                  <a:lnTo>
                    <a:pt x="1688267" y="501393"/>
                  </a:lnTo>
                  <a:lnTo>
                    <a:pt x="1758612" y="503642"/>
                  </a:lnTo>
                  <a:lnTo>
                    <a:pt x="1828956" y="505877"/>
                  </a:lnTo>
                  <a:lnTo>
                    <a:pt x="1899301" y="508097"/>
                  </a:lnTo>
                  <a:lnTo>
                    <a:pt x="1969645" y="510303"/>
                  </a:lnTo>
                  <a:lnTo>
                    <a:pt x="2039990" y="512495"/>
                  </a:lnTo>
                  <a:lnTo>
                    <a:pt x="2110334" y="514673"/>
                  </a:lnTo>
                  <a:lnTo>
                    <a:pt x="2180679" y="516836"/>
                  </a:lnTo>
                  <a:lnTo>
                    <a:pt x="2251023" y="518986"/>
                  </a:lnTo>
                  <a:lnTo>
                    <a:pt x="2321368" y="521122"/>
                  </a:lnTo>
                  <a:lnTo>
                    <a:pt x="2391712" y="523244"/>
                  </a:lnTo>
                  <a:lnTo>
                    <a:pt x="2462057" y="525352"/>
                  </a:lnTo>
                  <a:lnTo>
                    <a:pt x="2532401" y="527447"/>
                  </a:lnTo>
                  <a:lnTo>
                    <a:pt x="2602746" y="529528"/>
                  </a:lnTo>
                  <a:lnTo>
                    <a:pt x="2673090" y="531596"/>
                  </a:lnTo>
                  <a:lnTo>
                    <a:pt x="2743435" y="533650"/>
                  </a:lnTo>
                  <a:lnTo>
                    <a:pt x="2813779" y="535692"/>
                  </a:lnTo>
                  <a:lnTo>
                    <a:pt x="2884124" y="537720"/>
                  </a:lnTo>
                  <a:lnTo>
                    <a:pt x="2954468" y="539735"/>
                  </a:lnTo>
                  <a:lnTo>
                    <a:pt x="3024813" y="541737"/>
                  </a:lnTo>
                  <a:lnTo>
                    <a:pt x="3095157" y="543726"/>
                  </a:lnTo>
                  <a:lnTo>
                    <a:pt x="3165502" y="545702"/>
                  </a:lnTo>
                  <a:lnTo>
                    <a:pt x="3235846" y="547666"/>
                  </a:lnTo>
                  <a:lnTo>
                    <a:pt x="3306191" y="549617"/>
                  </a:lnTo>
                  <a:lnTo>
                    <a:pt x="3376535" y="549109"/>
                  </a:lnTo>
                  <a:lnTo>
                    <a:pt x="3446880" y="542917"/>
                  </a:lnTo>
                  <a:lnTo>
                    <a:pt x="3517224" y="536598"/>
                  </a:lnTo>
                  <a:lnTo>
                    <a:pt x="3587569" y="530149"/>
                  </a:lnTo>
                  <a:lnTo>
                    <a:pt x="3657913" y="523567"/>
                  </a:lnTo>
                  <a:lnTo>
                    <a:pt x="3728257" y="516850"/>
                  </a:lnTo>
                  <a:lnTo>
                    <a:pt x="3798602" y="509994"/>
                  </a:lnTo>
                  <a:lnTo>
                    <a:pt x="3868946" y="502998"/>
                  </a:lnTo>
                  <a:lnTo>
                    <a:pt x="3939291" y="495858"/>
                  </a:lnTo>
                  <a:lnTo>
                    <a:pt x="4009635" y="488572"/>
                  </a:lnTo>
                  <a:lnTo>
                    <a:pt x="4079980" y="481135"/>
                  </a:lnTo>
                  <a:lnTo>
                    <a:pt x="4150324" y="473546"/>
                  </a:lnTo>
                  <a:lnTo>
                    <a:pt x="4220669" y="465800"/>
                  </a:lnTo>
                  <a:lnTo>
                    <a:pt x="4291013" y="457895"/>
                  </a:lnTo>
                  <a:lnTo>
                    <a:pt x="4361358" y="449828"/>
                  </a:lnTo>
                  <a:lnTo>
                    <a:pt x="4431702" y="441595"/>
                  </a:lnTo>
                  <a:lnTo>
                    <a:pt x="4502047" y="433193"/>
                  </a:lnTo>
                  <a:lnTo>
                    <a:pt x="4572391" y="424618"/>
                  </a:lnTo>
                  <a:lnTo>
                    <a:pt x="4642736" y="415866"/>
                  </a:lnTo>
                  <a:lnTo>
                    <a:pt x="4713080" y="406935"/>
                  </a:lnTo>
                  <a:lnTo>
                    <a:pt x="4783425" y="397820"/>
                  </a:lnTo>
                  <a:lnTo>
                    <a:pt x="4853769" y="388518"/>
                  </a:lnTo>
                  <a:lnTo>
                    <a:pt x="4924114" y="379025"/>
                  </a:lnTo>
                  <a:lnTo>
                    <a:pt x="4994458" y="369336"/>
                  </a:lnTo>
                  <a:lnTo>
                    <a:pt x="5064803" y="359448"/>
                  </a:lnTo>
                  <a:lnTo>
                    <a:pt x="5135147" y="349357"/>
                  </a:lnTo>
                  <a:lnTo>
                    <a:pt x="5205492" y="339058"/>
                  </a:lnTo>
                  <a:lnTo>
                    <a:pt x="5275836" y="328548"/>
                  </a:lnTo>
                  <a:lnTo>
                    <a:pt x="5346181" y="317822"/>
                  </a:lnTo>
                  <a:lnTo>
                    <a:pt x="5416525" y="306875"/>
                  </a:lnTo>
                  <a:lnTo>
                    <a:pt x="5486870" y="295703"/>
                  </a:lnTo>
                  <a:lnTo>
                    <a:pt x="5557214" y="284301"/>
                  </a:lnTo>
                  <a:lnTo>
                    <a:pt x="5627559" y="272665"/>
                  </a:lnTo>
                  <a:lnTo>
                    <a:pt x="5697903" y="260790"/>
                  </a:lnTo>
                  <a:lnTo>
                    <a:pt x="5768248" y="248671"/>
                  </a:lnTo>
                  <a:lnTo>
                    <a:pt x="5838592" y="236302"/>
                  </a:lnTo>
                  <a:lnTo>
                    <a:pt x="5908937" y="223679"/>
                  </a:lnTo>
                  <a:lnTo>
                    <a:pt x="5979281" y="210797"/>
                  </a:lnTo>
                  <a:lnTo>
                    <a:pt x="6049626" y="197650"/>
                  </a:lnTo>
                  <a:lnTo>
                    <a:pt x="6119970" y="184232"/>
                  </a:lnTo>
                  <a:lnTo>
                    <a:pt x="6190315" y="170539"/>
                  </a:lnTo>
                  <a:lnTo>
                    <a:pt x="6260659" y="156564"/>
                  </a:lnTo>
                  <a:lnTo>
                    <a:pt x="6331004" y="142302"/>
                  </a:lnTo>
                  <a:lnTo>
                    <a:pt x="6401348" y="127747"/>
                  </a:lnTo>
                  <a:lnTo>
                    <a:pt x="6471693" y="112893"/>
                  </a:lnTo>
                  <a:lnTo>
                    <a:pt x="6542037" y="97733"/>
                  </a:lnTo>
                  <a:lnTo>
                    <a:pt x="6612382" y="82261"/>
                  </a:lnTo>
                  <a:lnTo>
                    <a:pt x="6682726" y="66472"/>
                  </a:lnTo>
                  <a:lnTo>
                    <a:pt x="6753071" y="50357"/>
                  </a:lnTo>
                  <a:lnTo>
                    <a:pt x="6823415" y="33912"/>
                  </a:lnTo>
                  <a:lnTo>
                    <a:pt x="6893760" y="17128"/>
                  </a:lnTo>
                  <a:lnTo>
                    <a:pt x="6964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294941"/>
              <a:ext cx="6964104" cy="185342"/>
            </a:xfrm>
            <a:custGeom>
              <a:avLst/>
              <a:pathLst>
                <a:path w="6964104" h="185342">
                  <a:moveTo>
                    <a:pt x="6964104" y="83934"/>
                  </a:moveTo>
                  <a:lnTo>
                    <a:pt x="6893760" y="82540"/>
                  </a:lnTo>
                  <a:lnTo>
                    <a:pt x="6823415" y="81138"/>
                  </a:lnTo>
                  <a:lnTo>
                    <a:pt x="6753071" y="79726"/>
                  </a:lnTo>
                  <a:lnTo>
                    <a:pt x="6682726" y="78305"/>
                  </a:lnTo>
                  <a:lnTo>
                    <a:pt x="6612382" y="76874"/>
                  </a:lnTo>
                  <a:lnTo>
                    <a:pt x="6542037" y="75435"/>
                  </a:lnTo>
                  <a:lnTo>
                    <a:pt x="6471693" y="73986"/>
                  </a:lnTo>
                  <a:lnTo>
                    <a:pt x="6401348" y="72528"/>
                  </a:lnTo>
                  <a:lnTo>
                    <a:pt x="6331004" y="71060"/>
                  </a:lnTo>
                  <a:lnTo>
                    <a:pt x="6260659" y="69583"/>
                  </a:lnTo>
                  <a:lnTo>
                    <a:pt x="6190315" y="68096"/>
                  </a:lnTo>
                  <a:lnTo>
                    <a:pt x="6119970" y="66599"/>
                  </a:lnTo>
                  <a:lnTo>
                    <a:pt x="6049626" y="65093"/>
                  </a:lnTo>
                  <a:lnTo>
                    <a:pt x="5979281" y="63577"/>
                  </a:lnTo>
                  <a:lnTo>
                    <a:pt x="5908937" y="62051"/>
                  </a:lnTo>
                  <a:lnTo>
                    <a:pt x="5838592" y="60515"/>
                  </a:lnTo>
                  <a:lnTo>
                    <a:pt x="5768248" y="58970"/>
                  </a:lnTo>
                  <a:lnTo>
                    <a:pt x="5697903" y="57414"/>
                  </a:lnTo>
                  <a:lnTo>
                    <a:pt x="5627559" y="55848"/>
                  </a:lnTo>
                  <a:lnTo>
                    <a:pt x="5557214" y="54272"/>
                  </a:lnTo>
                  <a:lnTo>
                    <a:pt x="5486870" y="52686"/>
                  </a:lnTo>
                  <a:lnTo>
                    <a:pt x="5416525" y="51089"/>
                  </a:lnTo>
                  <a:lnTo>
                    <a:pt x="5346181" y="49482"/>
                  </a:lnTo>
                  <a:lnTo>
                    <a:pt x="5275836" y="47865"/>
                  </a:lnTo>
                  <a:lnTo>
                    <a:pt x="5205492" y="46237"/>
                  </a:lnTo>
                  <a:lnTo>
                    <a:pt x="5135147" y="44599"/>
                  </a:lnTo>
                  <a:lnTo>
                    <a:pt x="5064803" y="42950"/>
                  </a:lnTo>
                  <a:lnTo>
                    <a:pt x="4994458" y="41290"/>
                  </a:lnTo>
                  <a:lnTo>
                    <a:pt x="4924114" y="39620"/>
                  </a:lnTo>
                  <a:lnTo>
                    <a:pt x="4853769" y="37939"/>
                  </a:lnTo>
                  <a:lnTo>
                    <a:pt x="4783425" y="36247"/>
                  </a:lnTo>
                  <a:lnTo>
                    <a:pt x="4713080" y="34543"/>
                  </a:lnTo>
                  <a:lnTo>
                    <a:pt x="4642736" y="32829"/>
                  </a:lnTo>
                  <a:lnTo>
                    <a:pt x="4572391" y="31104"/>
                  </a:lnTo>
                  <a:lnTo>
                    <a:pt x="4502047" y="29367"/>
                  </a:lnTo>
                  <a:lnTo>
                    <a:pt x="4431702" y="27619"/>
                  </a:lnTo>
                  <a:lnTo>
                    <a:pt x="4361358" y="25860"/>
                  </a:lnTo>
                  <a:lnTo>
                    <a:pt x="4291013" y="24090"/>
                  </a:lnTo>
                  <a:lnTo>
                    <a:pt x="4220669" y="22308"/>
                  </a:lnTo>
                  <a:lnTo>
                    <a:pt x="4150324" y="20514"/>
                  </a:lnTo>
                  <a:lnTo>
                    <a:pt x="4079980" y="18709"/>
                  </a:lnTo>
                  <a:lnTo>
                    <a:pt x="4009635" y="16892"/>
                  </a:lnTo>
                  <a:lnTo>
                    <a:pt x="3939291" y="15063"/>
                  </a:lnTo>
                  <a:lnTo>
                    <a:pt x="3868946" y="13223"/>
                  </a:lnTo>
                  <a:lnTo>
                    <a:pt x="3798602" y="11370"/>
                  </a:lnTo>
                  <a:lnTo>
                    <a:pt x="3728257" y="9505"/>
                  </a:lnTo>
                  <a:lnTo>
                    <a:pt x="3657913" y="7629"/>
                  </a:lnTo>
                  <a:lnTo>
                    <a:pt x="3587569" y="5740"/>
                  </a:lnTo>
                  <a:lnTo>
                    <a:pt x="3517224" y="3839"/>
                  </a:lnTo>
                  <a:lnTo>
                    <a:pt x="3446880" y="1925"/>
                  </a:lnTo>
                  <a:lnTo>
                    <a:pt x="3376535" y="0"/>
                  </a:lnTo>
                  <a:lnTo>
                    <a:pt x="3306191" y="3621"/>
                  </a:lnTo>
                  <a:lnTo>
                    <a:pt x="3235846" y="9566"/>
                  </a:lnTo>
                  <a:lnTo>
                    <a:pt x="3165502" y="15391"/>
                  </a:lnTo>
                  <a:lnTo>
                    <a:pt x="3095157" y="21099"/>
                  </a:lnTo>
                  <a:lnTo>
                    <a:pt x="3024813" y="26692"/>
                  </a:lnTo>
                  <a:lnTo>
                    <a:pt x="2954468" y="32172"/>
                  </a:lnTo>
                  <a:lnTo>
                    <a:pt x="2884124" y="37542"/>
                  </a:lnTo>
                  <a:lnTo>
                    <a:pt x="2813779" y="42804"/>
                  </a:lnTo>
                  <a:lnTo>
                    <a:pt x="2743435" y="47960"/>
                  </a:lnTo>
                  <a:lnTo>
                    <a:pt x="2673090" y="53011"/>
                  </a:lnTo>
                  <a:lnTo>
                    <a:pt x="2602746" y="57962"/>
                  </a:lnTo>
                  <a:lnTo>
                    <a:pt x="2532401" y="62812"/>
                  </a:lnTo>
                  <a:lnTo>
                    <a:pt x="2462057" y="67565"/>
                  </a:lnTo>
                  <a:lnTo>
                    <a:pt x="2391712" y="72222"/>
                  </a:lnTo>
                  <a:lnTo>
                    <a:pt x="2321368" y="76785"/>
                  </a:lnTo>
                  <a:lnTo>
                    <a:pt x="2251023" y="81256"/>
                  </a:lnTo>
                  <a:lnTo>
                    <a:pt x="2180679" y="85637"/>
                  </a:lnTo>
                  <a:lnTo>
                    <a:pt x="2110334" y="89930"/>
                  </a:lnTo>
                  <a:lnTo>
                    <a:pt x="2039990" y="94136"/>
                  </a:lnTo>
                  <a:lnTo>
                    <a:pt x="1969645" y="98258"/>
                  </a:lnTo>
                  <a:lnTo>
                    <a:pt x="1899301" y="102297"/>
                  </a:lnTo>
                  <a:lnTo>
                    <a:pt x="1828956" y="106254"/>
                  </a:lnTo>
                  <a:lnTo>
                    <a:pt x="1758612" y="110132"/>
                  </a:lnTo>
                  <a:lnTo>
                    <a:pt x="1688267" y="113931"/>
                  </a:lnTo>
                  <a:lnTo>
                    <a:pt x="1617923" y="117654"/>
                  </a:lnTo>
                  <a:lnTo>
                    <a:pt x="1547578" y="121302"/>
                  </a:lnTo>
                  <a:lnTo>
                    <a:pt x="1477234" y="124876"/>
                  </a:lnTo>
                  <a:lnTo>
                    <a:pt x="1406889" y="128379"/>
                  </a:lnTo>
                  <a:lnTo>
                    <a:pt x="1336545" y="131811"/>
                  </a:lnTo>
                  <a:lnTo>
                    <a:pt x="1266200" y="135174"/>
                  </a:lnTo>
                  <a:lnTo>
                    <a:pt x="1195856" y="138469"/>
                  </a:lnTo>
                  <a:lnTo>
                    <a:pt x="1125511" y="141697"/>
                  </a:lnTo>
                  <a:lnTo>
                    <a:pt x="1055167" y="144861"/>
                  </a:lnTo>
                  <a:lnTo>
                    <a:pt x="984822" y="147961"/>
                  </a:lnTo>
                  <a:lnTo>
                    <a:pt x="914478" y="150998"/>
                  </a:lnTo>
                  <a:lnTo>
                    <a:pt x="844133" y="153974"/>
                  </a:lnTo>
                  <a:lnTo>
                    <a:pt x="773789" y="156891"/>
                  </a:lnTo>
                  <a:lnTo>
                    <a:pt x="703444" y="159748"/>
                  </a:lnTo>
                  <a:lnTo>
                    <a:pt x="633100" y="162548"/>
                  </a:lnTo>
                  <a:lnTo>
                    <a:pt x="562755" y="165292"/>
                  </a:lnTo>
                  <a:lnTo>
                    <a:pt x="492411" y="167980"/>
                  </a:lnTo>
                  <a:lnTo>
                    <a:pt x="422066" y="170614"/>
                  </a:lnTo>
                  <a:lnTo>
                    <a:pt x="351722" y="173195"/>
                  </a:lnTo>
                  <a:lnTo>
                    <a:pt x="281377" y="175725"/>
                  </a:lnTo>
                  <a:lnTo>
                    <a:pt x="211033" y="178203"/>
                  </a:lnTo>
                  <a:lnTo>
                    <a:pt x="140688" y="180631"/>
                  </a:lnTo>
                  <a:lnTo>
                    <a:pt x="70344" y="183010"/>
                  </a:lnTo>
                  <a:lnTo>
                    <a:pt x="0" y="185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166306"/>
              <a:ext cx="6964104" cy="212412"/>
            </a:xfrm>
            <a:custGeom>
              <a:avLst/>
              <a:pathLst>
                <a:path w="6964104" h="212412">
                  <a:moveTo>
                    <a:pt x="0" y="212412"/>
                  </a:moveTo>
                  <a:lnTo>
                    <a:pt x="70344" y="210915"/>
                  </a:lnTo>
                  <a:lnTo>
                    <a:pt x="140688" y="209407"/>
                  </a:lnTo>
                  <a:lnTo>
                    <a:pt x="211033" y="207889"/>
                  </a:lnTo>
                  <a:lnTo>
                    <a:pt x="281377" y="206360"/>
                  </a:lnTo>
                  <a:lnTo>
                    <a:pt x="351722" y="204820"/>
                  </a:lnTo>
                  <a:lnTo>
                    <a:pt x="422066" y="203270"/>
                  </a:lnTo>
                  <a:lnTo>
                    <a:pt x="492411" y="201709"/>
                  </a:lnTo>
                  <a:lnTo>
                    <a:pt x="562755" y="200137"/>
                  </a:lnTo>
                  <a:lnTo>
                    <a:pt x="633100" y="198554"/>
                  </a:lnTo>
                  <a:lnTo>
                    <a:pt x="703444" y="196961"/>
                  </a:lnTo>
                  <a:lnTo>
                    <a:pt x="773789" y="195356"/>
                  </a:lnTo>
                  <a:lnTo>
                    <a:pt x="844133" y="193739"/>
                  </a:lnTo>
                  <a:lnTo>
                    <a:pt x="914478" y="192112"/>
                  </a:lnTo>
                  <a:lnTo>
                    <a:pt x="984822" y="190473"/>
                  </a:lnTo>
                  <a:lnTo>
                    <a:pt x="1055167" y="188823"/>
                  </a:lnTo>
                  <a:lnTo>
                    <a:pt x="1125511" y="187161"/>
                  </a:lnTo>
                  <a:lnTo>
                    <a:pt x="1195856" y="185488"/>
                  </a:lnTo>
                  <a:lnTo>
                    <a:pt x="1266200" y="183803"/>
                  </a:lnTo>
                  <a:lnTo>
                    <a:pt x="1336545" y="182107"/>
                  </a:lnTo>
                  <a:lnTo>
                    <a:pt x="1406889" y="180398"/>
                  </a:lnTo>
                  <a:lnTo>
                    <a:pt x="1477234" y="178678"/>
                  </a:lnTo>
                  <a:lnTo>
                    <a:pt x="1547578" y="176946"/>
                  </a:lnTo>
                  <a:lnTo>
                    <a:pt x="1617923" y="175201"/>
                  </a:lnTo>
                  <a:lnTo>
                    <a:pt x="1688267" y="173445"/>
                  </a:lnTo>
                  <a:lnTo>
                    <a:pt x="1758612" y="171676"/>
                  </a:lnTo>
                  <a:lnTo>
                    <a:pt x="1828956" y="169895"/>
                  </a:lnTo>
                  <a:lnTo>
                    <a:pt x="1899301" y="168101"/>
                  </a:lnTo>
                  <a:lnTo>
                    <a:pt x="1969645" y="166295"/>
                  </a:lnTo>
                  <a:lnTo>
                    <a:pt x="2039990" y="164477"/>
                  </a:lnTo>
                  <a:lnTo>
                    <a:pt x="2110334" y="162646"/>
                  </a:lnTo>
                  <a:lnTo>
                    <a:pt x="2180679" y="160802"/>
                  </a:lnTo>
                  <a:lnTo>
                    <a:pt x="2251023" y="158945"/>
                  </a:lnTo>
                  <a:lnTo>
                    <a:pt x="2321368" y="157075"/>
                  </a:lnTo>
                  <a:lnTo>
                    <a:pt x="2391712" y="155192"/>
                  </a:lnTo>
                  <a:lnTo>
                    <a:pt x="2462057" y="153296"/>
                  </a:lnTo>
                  <a:lnTo>
                    <a:pt x="2532401" y="151387"/>
                  </a:lnTo>
                  <a:lnTo>
                    <a:pt x="2602746" y="149465"/>
                  </a:lnTo>
                  <a:lnTo>
                    <a:pt x="2673090" y="147529"/>
                  </a:lnTo>
                  <a:lnTo>
                    <a:pt x="2743435" y="145580"/>
                  </a:lnTo>
                  <a:lnTo>
                    <a:pt x="2813779" y="143617"/>
                  </a:lnTo>
                  <a:lnTo>
                    <a:pt x="2884124" y="141640"/>
                  </a:lnTo>
                  <a:lnTo>
                    <a:pt x="2954468" y="139650"/>
                  </a:lnTo>
                  <a:lnTo>
                    <a:pt x="3024813" y="137646"/>
                  </a:lnTo>
                  <a:lnTo>
                    <a:pt x="3095157" y="135628"/>
                  </a:lnTo>
                  <a:lnTo>
                    <a:pt x="3165502" y="133596"/>
                  </a:lnTo>
                  <a:lnTo>
                    <a:pt x="3235846" y="131549"/>
                  </a:lnTo>
                  <a:lnTo>
                    <a:pt x="3306191" y="129489"/>
                  </a:lnTo>
                  <a:lnTo>
                    <a:pt x="3376535" y="127414"/>
                  </a:lnTo>
                  <a:lnTo>
                    <a:pt x="3446880" y="125324"/>
                  </a:lnTo>
                  <a:lnTo>
                    <a:pt x="3517224" y="123220"/>
                  </a:lnTo>
                  <a:lnTo>
                    <a:pt x="3587569" y="121102"/>
                  </a:lnTo>
                  <a:lnTo>
                    <a:pt x="3657913" y="118969"/>
                  </a:lnTo>
                  <a:lnTo>
                    <a:pt x="3728257" y="116820"/>
                  </a:lnTo>
                  <a:lnTo>
                    <a:pt x="3798602" y="114657"/>
                  </a:lnTo>
                  <a:lnTo>
                    <a:pt x="3868946" y="112479"/>
                  </a:lnTo>
                  <a:lnTo>
                    <a:pt x="3939291" y="110285"/>
                  </a:lnTo>
                  <a:lnTo>
                    <a:pt x="4009635" y="108077"/>
                  </a:lnTo>
                  <a:lnTo>
                    <a:pt x="4079980" y="105853"/>
                  </a:lnTo>
                  <a:lnTo>
                    <a:pt x="4150324" y="103613"/>
                  </a:lnTo>
                  <a:lnTo>
                    <a:pt x="4220669" y="101358"/>
                  </a:lnTo>
                  <a:lnTo>
                    <a:pt x="4291013" y="99087"/>
                  </a:lnTo>
                  <a:lnTo>
                    <a:pt x="4361358" y="96800"/>
                  </a:lnTo>
                  <a:lnTo>
                    <a:pt x="4431702" y="94498"/>
                  </a:lnTo>
                  <a:lnTo>
                    <a:pt x="4502047" y="92179"/>
                  </a:lnTo>
                  <a:lnTo>
                    <a:pt x="4572391" y="89844"/>
                  </a:lnTo>
                  <a:lnTo>
                    <a:pt x="4642736" y="87493"/>
                  </a:lnTo>
                  <a:lnTo>
                    <a:pt x="4713080" y="85126"/>
                  </a:lnTo>
                  <a:lnTo>
                    <a:pt x="4783425" y="82742"/>
                  </a:lnTo>
                  <a:lnTo>
                    <a:pt x="4853769" y="80341"/>
                  </a:lnTo>
                  <a:lnTo>
                    <a:pt x="4924114" y="77924"/>
                  </a:lnTo>
                  <a:lnTo>
                    <a:pt x="4994458" y="75490"/>
                  </a:lnTo>
                  <a:lnTo>
                    <a:pt x="5064803" y="73039"/>
                  </a:lnTo>
                  <a:lnTo>
                    <a:pt x="5135147" y="70571"/>
                  </a:lnTo>
                  <a:lnTo>
                    <a:pt x="5205492" y="68085"/>
                  </a:lnTo>
                  <a:lnTo>
                    <a:pt x="5275836" y="65583"/>
                  </a:lnTo>
                  <a:lnTo>
                    <a:pt x="5346181" y="63063"/>
                  </a:lnTo>
                  <a:lnTo>
                    <a:pt x="5416525" y="60525"/>
                  </a:lnTo>
                  <a:lnTo>
                    <a:pt x="5486870" y="57970"/>
                  </a:lnTo>
                  <a:lnTo>
                    <a:pt x="5557214" y="55397"/>
                  </a:lnTo>
                  <a:lnTo>
                    <a:pt x="5627559" y="52806"/>
                  </a:lnTo>
                  <a:lnTo>
                    <a:pt x="5697903" y="50197"/>
                  </a:lnTo>
                  <a:lnTo>
                    <a:pt x="5768248" y="47569"/>
                  </a:lnTo>
                  <a:lnTo>
                    <a:pt x="5838592" y="44924"/>
                  </a:lnTo>
                  <a:lnTo>
                    <a:pt x="5908937" y="42260"/>
                  </a:lnTo>
                  <a:lnTo>
                    <a:pt x="5979281" y="39577"/>
                  </a:lnTo>
                  <a:lnTo>
                    <a:pt x="6049626" y="36876"/>
                  </a:lnTo>
                  <a:lnTo>
                    <a:pt x="6119970" y="34156"/>
                  </a:lnTo>
                  <a:lnTo>
                    <a:pt x="6190315" y="31417"/>
                  </a:lnTo>
                  <a:lnTo>
                    <a:pt x="6260659" y="28659"/>
                  </a:lnTo>
                  <a:lnTo>
                    <a:pt x="6331004" y="25882"/>
                  </a:lnTo>
                  <a:lnTo>
                    <a:pt x="6401348" y="23085"/>
                  </a:lnTo>
                  <a:lnTo>
                    <a:pt x="6471693" y="20269"/>
                  </a:lnTo>
                  <a:lnTo>
                    <a:pt x="6542037" y="17433"/>
                  </a:lnTo>
                  <a:lnTo>
                    <a:pt x="6612382" y="14578"/>
                  </a:lnTo>
                  <a:lnTo>
                    <a:pt x="6682726" y="11703"/>
                  </a:lnTo>
                  <a:lnTo>
                    <a:pt x="6753071" y="8807"/>
                  </a:lnTo>
                  <a:lnTo>
                    <a:pt x="6823415" y="5892"/>
                  </a:lnTo>
                  <a:lnTo>
                    <a:pt x="6893760" y="2956"/>
                  </a:lnTo>
                  <a:lnTo>
                    <a:pt x="696410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2026-07-22T07:54:36Z</dcterms:modified>
  <cp:category/>
</cp:coreProperties>
</file>