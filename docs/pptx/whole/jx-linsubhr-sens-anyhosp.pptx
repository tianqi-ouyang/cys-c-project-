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4139915"/>
              <a:ext cx="7090630" cy="1012120"/>
            </a:xfrm>
            <a:custGeom>
              <a:avLst/>
              <a:pathLst>
                <a:path w="7090630" h="1012120">
                  <a:moveTo>
                    <a:pt x="0" y="0"/>
                  </a:moveTo>
                  <a:lnTo>
                    <a:pt x="71622" y="17813"/>
                  </a:lnTo>
                  <a:lnTo>
                    <a:pt x="143245" y="35402"/>
                  </a:lnTo>
                  <a:lnTo>
                    <a:pt x="214867" y="52770"/>
                  </a:lnTo>
                  <a:lnTo>
                    <a:pt x="286490" y="69920"/>
                  </a:lnTo>
                  <a:lnTo>
                    <a:pt x="358112" y="86854"/>
                  </a:lnTo>
                  <a:lnTo>
                    <a:pt x="429735" y="103576"/>
                  </a:lnTo>
                  <a:lnTo>
                    <a:pt x="501357" y="120087"/>
                  </a:lnTo>
                  <a:lnTo>
                    <a:pt x="572980" y="136391"/>
                  </a:lnTo>
                  <a:lnTo>
                    <a:pt x="644602" y="152490"/>
                  </a:lnTo>
                  <a:lnTo>
                    <a:pt x="716225" y="168386"/>
                  </a:lnTo>
                  <a:lnTo>
                    <a:pt x="787847" y="184083"/>
                  </a:lnTo>
                  <a:lnTo>
                    <a:pt x="859470" y="199582"/>
                  </a:lnTo>
                  <a:lnTo>
                    <a:pt x="931092" y="214887"/>
                  </a:lnTo>
                  <a:lnTo>
                    <a:pt x="1002715" y="229999"/>
                  </a:lnTo>
                  <a:lnTo>
                    <a:pt x="1074337" y="244922"/>
                  </a:lnTo>
                  <a:lnTo>
                    <a:pt x="1145960" y="259657"/>
                  </a:lnTo>
                  <a:lnTo>
                    <a:pt x="1217582" y="274206"/>
                  </a:lnTo>
                  <a:lnTo>
                    <a:pt x="1289205" y="288573"/>
                  </a:lnTo>
                  <a:lnTo>
                    <a:pt x="1360827" y="302760"/>
                  </a:lnTo>
                  <a:lnTo>
                    <a:pt x="1432450" y="316768"/>
                  </a:lnTo>
                  <a:lnTo>
                    <a:pt x="1504073" y="330599"/>
                  </a:lnTo>
                  <a:lnTo>
                    <a:pt x="1575695" y="344258"/>
                  </a:lnTo>
                  <a:lnTo>
                    <a:pt x="1647318" y="357744"/>
                  </a:lnTo>
                  <a:lnTo>
                    <a:pt x="1718940" y="371061"/>
                  </a:lnTo>
                  <a:lnTo>
                    <a:pt x="1790563" y="384210"/>
                  </a:lnTo>
                  <a:lnTo>
                    <a:pt x="1862185" y="397195"/>
                  </a:lnTo>
                  <a:lnTo>
                    <a:pt x="1933808" y="410016"/>
                  </a:lnTo>
                  <a:lnTo>
                    <a:pt x="2005430" y="422676"/>
                  </a:lnTo>
                  <a:lnTo>
                    <a:pt x="2077053" y="435177"/>
                  </a:lnTo>
                  <a:lnTo>
                    <a:pt x="2148675" y="447520"/>
                  </a:lnTo>
                  <a:lnTo>
                    <a:pt x="2220298" y="459709"/>
                  </a:lnTo>
                  <a:lnTo>
                    <a:pt x="2291920" y="471745"/>
                  </a:lnTo>
                  <a:lnTo>
                    <a:pt x="2363543" y="483629"/>
                  </a:lnTo>
                  <a:lnTo>
                    <a:pt x="2435165" y="495363"/>
                  </a:lnTo>
                  <a:lnTo>
                    <a:pt x="2506788" y="506951"/>
                  </a:lnTo>
                  <a:lnTo>
                    <a:pt x="2578410" y="518393"/>
                  </a:lnTo>
                  <a:lnTo>
                    <a:pt x="2650033" y="529690"/>
                  </a:lnTo>
                  <a:lnTo>
                    <a:pt x="2721655" y="540846"/>
                  </a:lnTo>
                  <a:lnTo>
                    <a:pt x="2793278" y="551862"/>
                  </a:lnTo>
                  <a:lnTo>
                    <a:pt x="2864901" y="562739"/>
                  </a:lnTo>
                  <a:lnTo>
                    <a:pt x="2936523" y="573480"/>
                  </a:lnTo>
                  <a:lnTo>
                    <a:pt x="3008146" y="584085"/>
                  </a:lnTo>
                  <a:lnTo>
                    <a:pt x="3079768" y="588188"/>
                  </a:lnTo>
                  <a:lnTo>
                    <a:pt x="3151391" y="588684"/>
                  </a:lnTo>
                  <a:lnTo>
                    <a:pt x="3223013" y="589179"/>
                  </a:lnTo>
                  <a:lnTo>
                    <a:pt x="3294636" y="589675"/>
                  </a:lnTo>
                  <a:lnTo>
                    <a:pt x="3366258" y="590170"/>
                  </a:lnTo>
                  <a:lnTo>
                    <a:pt x="3437881" y="590664"/>
                  </a:lnTo>
                  <a:lnTo>
                    <a:pt x="3509503" y="591159"/>
                  </a:lnTo>
                  <a:lnTo>
                    <a:pt x="3581126" y="591653"/>
                  </a:lnTo>
                  <a:lnTo>
                    <a:pt x="3652748" y="592147"/>
                  </a:lnTo>
                  <a:lnTo>
                    <a:pt x="3724371" y="592641"/>
                  </a:lnTo>
                  <a:lnTo>
                    <a:pt x="3795993" y="593134"/>
                  </a:lnTo>
                  <a:lnTo>
                    <a:pt x="3867616" y="593627"/>
                  </a:lnTo>
                  <a:lnTo>
                    <a:pt x="3939238" y="594120"/>
                  </a:lnTo>
                  <a:lnTo>
                    <a:pt x="4010861" y="594612"/>
                  </a:lnTo>
                  <a:lnTo>
                    <a:pt x="4082483" y="595104"/>
                  </a:lnTo>
                  <a:lnTo>
                    <a:pt x="4154106" y="595596"/>
                  </a:lnTo>
                  <a:lnTo>
                    <a:pt x="4225729" y="596087"/>
                  </a:lnTo>
                  <a:lnTo>
                    <a:pt x="4297351" y="596579"/>
                  </a:lnTo>
                  <a:lnTo>
                    <a:pt x="4368974" y="597070"/>
                  </a:lnTo>
                  <a:lnTo>
                    <a:pt x="4440596" y="597560"/>
                  </a:lnTo>
                  <a:lnTo>
                    <a:pt x="4512219" y="598051"/>
                  </a:lnTo>
                  <a:lnTo>
                    <a:pt x="4583841" y="598541"/>
                  </a:lnTo>
                  <a:lnTo>
                    <a:pt x="4655464" y="599030"/>
                  </a:lnTo>
                  <a:lnTo>
                    <a:pt x="4727086" y="599520"/>
                  </a:lnTo>
                  <a:lnTo>
                    <a:pt x="4798709" y="600009"/>
                  </a:lnTo>
                  <a:lnTo>
                    <a:pt x="4870331" y="600498"/>
                  </a:lnTo>
                  <a:lnTo>
                    <a:pt x="4941954" y="600986"/>
                  </a:lnTo>
                  <a:lnTo>
                    <a:pt x="5013576" y="601475"/>
                  </a:lnTo>
                  <a:lnTo>
                    <a:pt x="5085199" y="601963"/>
                  </a:lnTo>
                  <a:lnTo>
                    <a:pt x="5156821" y="602450"/>
                  </a:lnTo>
                  <a:lnTo>
                    <a:pt x="5228444" y="602938"/>
                  </a:lnTo>
                  <a:lnTo>
                    <a:pt x="5300066" y="603425"/>
                  </a:lnTo>
                  <a:lnTo>
                    <a:pt x="5371689" y="603912"/>
                  </a:lnTo>
                  <a:lnTo>
                    <a:pt x="5443311" y="604398"/>
                  </a:lnTo>
                  <a:lnTo>
                    <a:pt x="5514934" y="604885"/>
                  </a:lnTo>
                  <a:lnTo>
                    <a:pt x="5586557" y="605371"/>
                  </a:lnTo>
                  <a:lnTo>
                    <a:pt x="5658179" y="605856"/>
                  </a:lnTo>
                  <a:lnTo>
                    <a:pt x="5729802" y="606342"/>
                  </a:lnTo>
                  <a:lnTo>
                    <a:pt x="5801424" y="606827"/>
                  </a:lnTo>
                  <a:lnTo>
                    <a:pt x="5873047" y="607312"/>
                  </a:lnTo>
                  <a:lnTo>
                    <a:pt x="5944669" y="607796"/>
                  </a:lnTo>
                  <a:lnTo>
                    <a:pt x="6016292" y="608280"/>
                  </a:lnTo>
                  <a:lnTo>
                    <a:pt x="6087914" y="608764"/>
                  </a:lnTo>
                  <a:lnTo>
                    <a:pt x="6159537" y="609248"/>
                  </a:lnTo>
                  <a:lnTo>
                    <a:pt x="6231159" y="609731"/>
                  </a:lnTo>
                  <a:lnTo>
                    <a:pt x="6302782" y="610214"/>
                  </a:lnTo>
                  <a:lnTo>
                    <a:pt x="6374404" y="610697"/>
                  </a:lnTo>
                  <a:lnTo>
                    <a:pt x="6446027" y="611180"/>
                  </a:lnTo>
                  <a:lnTo>
                    <a:pt x="6517649" y="611662"/>
                  </a:lnTo>
                  <a:lnTo>
                    <a:pt x="6589272" y="612144"/>
                  </a:lnTo>
                  <a:lnTo>
                    <a:pt x="6660894" y="612625"/>
                  </a:lnTo>
                  <a:lnTo>
                    <a:pt x="6732517" y="613107"/>
                  </a:lnTo>
                  <a:lnTo>
                    <a:pt x="6804139" y="613588"/>
                  </a:lnTo>
                  <a:lnTo>
                    <a:pt x="6875762" y="614068"/>
                  </a:lnTo>
                  <a:lnTo>
                    <a:pt x="6947385" y="614549"/>
                  </a:lnTo>
                  <a:lnTo>
                    <a:pt x="7019007" y="615029"/>
                  </a:lnTo>
                  <a:lnTo>
                    <a:pt x="7090630" y="615509"/>
                  </a:lnTo>
                  <a:lnTo>
                    <a:pt x="7090630" y="1012120"/>
                  </a:lnTo>
                  <a:lnTo>
                    <a:pt x="7019007" y="1006962"/>
                  </a:lnTo>
                  <a:lnTo>
                    <a:pt x="6947385" y="1001739"/>
                  </a:lnTo>
                  <a:lnTo>
                    <a:pt x="6875762" y="996449"/>
                  </a:lnTo>
                  <a:lnTo>
                    <a:pt x="6804139" y="991092"/>
                  </a:lnTo>
                  <a:lnTo>
                    <a:pt x="6732517" y="985667"/>
                  </a:lnTo>
                  <a:lnTo>
                    <a:pt x="6660894" y="980173"/>
                  </a:lnTo>
                  <a:lnTo>
                    <a:pt x="6589272" y="974609"/>
                  </a:lnTo>
                  <a:lnTo>
                    <a:pt x="6517649" y="968974"/>
                  </a:lnTo>
                  <a:lnTo>
                    <a:pt x="6446027" y="963267"/>
                  </a:lnTo>
                  <a:lnTo>
                    <a:pt x="6374404" y="957487"/>
                  </a:lnTo>
                  <a:lnTo>
                    <a:pt x="6302782" y="951635"/>
                  </a:lnTo>
                  <a:lnTo>
                    <a:pt x="6231159" y="945707"/>
                  </a:lnTo>
                  <a:lnTo>
                    <a:pt x="6159537" y="939704"/>
                  </a:lnTo>
                  <a:lnTo>
                    <a:pt x="6087914" y="933625"/>
                  </a:lnTo>
                  <a:lnTo>
                    <a:pt x="6016292" y="927468"/>
                  </a:lnTo>
                  <a:lnTo>
                    <a:pt x="5944669" y="921233"/>
                  </a:lnTo>
                  <a:lnTo>
                    <a:pt x="5873047" y="914919"/>
                  </a:lnTo>
                  <a:lnTo>
                    <a:pt x="5801424" y="908524"/>
                  </a:lnTo>
                  <a:lnTo>
                    <a:pt x="5729802" y="902048"/>
                  </a:lnTo>
                  <a:lnTo>
                    <a:pt x="5658179" y="895490"/>
                  </a:lnTo>
                  <a:lnTo>
                    <a:pt x="5586557" y="888848"/>
                  </a:lnTo>
                  <a:lnTo>
                    <a:pt x="5514934" y="882121"/>
                  </a:lnTo>
                  <a:lnTo>
                    <a:pt x="5443311" y="875309"/>
                  </a:lnTo>
                  <a:lnTo>
                    <a:pt x="5371689" y="868410"/>
                  </a:lnTo>
                  <a:lnTo>
                    <a:pt x="5300066" y="861423"/>
                  </a:lnTo>
                  <a:lnTo>
                    <a:pt x="5228444" y="854348"/>
                  </a:lnTo>
                  <a:lnTo>
                    <a:pt x="5156821" y="847182"/>
                  </a:lnTo>
                  <a:lnTo>
                    <a:pt x="5085199" y="839925"/>
                  </a:lnTo>
                  <a:lnTo>
                    <a:pt x="5013576" y="832576"/>
                  </a:lnTo>
                  <a:lnTo>
                    <a:pt x="4941954" y="825133"/>
                  </a:lnTo>
                  <a:lnTo>
                    <a:pt x="4870331" y="817596"/>
                  </a:lnTo>
                  <a:lnTo>
                    <a:pt x="4798709" y="809962"/>
                  </a:lnTo>
                  <a:lnTo>
                    <a:pt x="4727086" y="802232"/>
                  </a:lnTo>
                  <a:lnTo>
                    <a:pt x="4655464" y="794403"/>
                  </a:lnTo>
                  <a:lnTo>
                    <a:pt x="4583841" y="786474"/>
                  </a:lnTo>
                  <a:lnTo>
                    <a:pt x="4512219" y="778445"/>
                  </a:lnTo>
                  <a:lnTo>
                    <a:pt x="4440596" y="770313"/>
                  </a:lnTo>
                  <a:lnTo>
                    <a:pt x="4368974" y="762077"/>
                  </a:lnTo>
                  <a:lnTo>
                    <a:pt x="4297351" y="753737"/>
                  </a:lnTo>
                  <a:lnTo>
                    <a:pt x="4225729" y="745291"/>
                  </a:lnTo>
                  <a:lnTo>
                    <a:pt x="4154106" y="736737"/>
                  </a:lnTo>
                  <a:lnTo>
                    <a:pt x="4082483" y="728075"/>
                  </a:lnTo>
                  <a:lnTo>
                    <a:pt x="4010861" y="719302"/>
                  </a:lnTo>
                  <a:lnTo>
                    <a:pt x="3939238" y="710417"/>
                  </a:lnTo>
                  <a:lnTo>
                    <a:pt x="3867616" y="701420"/>
                  </a:lnTo>
                  <a:lnTo>
                    <a:pt x="3795993" y="692308"/>
                  </a:lnTo>
                  <a:lnTo>
                    <a:pt x="3724371" y="683080"/>
                  </a:lnTo>
                  <a:lnTo>
                    <a:pt x="3652748" y="673734"/>
                  </a:lnTo>
                  <a:lnTo>
                    <a:pt x="3581126" y="664269"/>
                  </a:lnTo>
                  <a:lnTo>
                    <a:pt x="3509503" y="654685"/>
                  </a:lnTo>
                  <a:lnTo>
                    <a:pt x="3437881" y="644978"/>
                  </a:lnTo>
                  <a:lnTo>
                    <a:pt x="3366258" y="635147"/>
                  </a:lnTo>
                  <a:lnTo>
                    <a:pt x="3294636" y="625191"/>
                  </a:lnTo>
                  <a:lnTo>
                    <a:pt x="3223013" y="615109"/>
                  </a:lnTo>
                  <a:lnTo>
                    <a:pt x="3151391" y="604898"/>
                  </a:lnTo>
                  <a:lnTo>
                    <a:pt x="3079768" y="594558"/>
                  </a:lnTo>
                  <a:lnTo>
                    <a:pt x="3008146" y="587691"/>
                  </a:lnTo>
                  <a:lnTo>
                    <a:pt x="2936523" y="587195"/>
                  </a:lnTo>
                  <a:lnTo>
                    <a:pt x="2864901" y="586698"/>
                  </a:lnTo>
                  <a:lnTo>
                    <a:pt x="2793278" y="586201"/>
                  </a:lnTo>
                  <a:lnTo>
                    <a:pt x="2721655" y="585703"/>
                  </a:lnTo>
                  <a:lnTo>
                    <a:pt x="2650033" y="585206"/>
                  </a:lnTo>
                  <a:lnTo>
                    <a:pt x="2578410" y="584708"/>
                  </a:lnTo>
                  <a:lnTo>
                    <a:pt x="2506788" y="584209"/>
                  </a:lnTo>
                  <a:lnTo>
                    <a:pt x="2435165" y="583711"/>
                  </a:lnTo>
                  <a:lnTo>
                    <a:pt x="2363543" y="583212"/>
                  </a:lnTo>
                  <a:lnTo>
                    <a:pt x="2291920" y="582713"/>
                  </a:lnTo>
                  <a:lnTo>
                    <a:pt x="2220298" y="582213"/>
                  </a:lnTo>
                  <a:lnTo>
                    <a:pt x="2148675" y="581713"/>
                  </a:lnTo>
                  <a:lnTo>
                    <a:pt x="2077053" y="581213"/>
                  </a:lnTo>
                  <a:lnTo>
                    <a:pt x="2005430" y="580713"/>
                  </a:lnTo>
                  <a:lnTo>
                    <a:pt x="1933808" y="580212"/>
                  </a:lnTo>
                  <a:lnTo>
                    <a:pt x="1862185" y="579711"/>
                  </a:lnTo>
                  <a:lnTo>
                    <a:pt x="1790563" y="579210"/>
                  </a:lnTo>
                  <a:lnTo>
                    <a:pt x="1718940" y="578708"/>
                  </a:lnTo>
                  <a:lnTo>
                    <a:pt x="1647318" y="578206"/>
                  </a:lnTo>
                  <a:lnTo>
                    <a:pt x="1575695" y="577704"/>
                  </a:lnTo>
                  <a:lnTo>
                    <a:pt x="1504073" y="577201"/>
                  </a:lnTo>
                  <a:lnTo>
                    <a:pt x="1432450" y="576698"/>
                  </a:lnTo>
                  <a:lnTo>
                    <a:pt x="1360827" y="576195"/>
                  </a:lnTo>
                  <a:lnTo>
                    <a:pt x="1289205" y="575692"/>
                  </a:lnTo>
                  <a:lnTo>
                    <a:pt x="1217582" y="575188"/>
                  </a:lnTo>
                  <a:lnTo>
                    <a:pt x="1145960" y="574684"/>
                  </a:lnTo>
                  <a:lnTo>
                    <a:pt x="1074337" y="574180"/>
                  </a:lnTo>
                  <a:lnTo>
                    <a:pt x="1002715" y="573675"/>
                  </a:lnTo>
                  <a:lnTo>
                    <a:pt x="931092" y="573170"/>
                  </a:lnTo>
                  <a:lnTo>
                    <a:pt x="859470" y="572665"/>
                  </a:lnTo>
                  <a:lnTo>
                    <a:pt x="787847" y="572159"/>
                  </a:lnTo>
                  <a:lnTo>
                    <a:pt x="716225" y="571654"/>
                  </a:lnTo>
                  <a:lnTo>
                    <a:pt x="644602" y="571147"/>
                  </a:lnTo>
                  <a:lnTo>
                    <a:pt x="572980" y="570641"/>
                  </a:lnTo>
                  <a:lnTo>
                    <a:pt x="501357" y="570134"/>
                  </a:lnTo>
                  <a:lnTo>
                    <a:pt x="429735" y="569627"/>
                  </a:lnTo>
                  <a:lnTo>
                    <a:pt x="358112" y="569120"/>
                  </a:lnTo>
                  <a:lnTo>
                    <a:pt x="286490" y="568612"/>
                  </a:lnTo>
                  <a:lnTo>
                    <a:pt x="214867" y="568104"/>
                  </a:lnTo>
                  <a:lnTo>
                    <a:pt x="143245" y="567596"/>
                  </a:lnTo>
                  <a:lnTo>
                    <a:pt x="71622" y="567087"/>
                  </a:lnTo>
                  <a:lnTo>
                    <a:pt x="0" y="56657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139915"/>
              <a:ext cx="7090630" cy="615509"/>
            </a:xfrm>
            <a:custGeom>
              <a:avLst/>
              <a:pathLst>
                <a:path w="7090630" h="615509">
                  <a:moveTo>
                    <a:pt x="0" y="0"/>
                  </a:moveTo>
                  <a:lnTo>
                    <a:pt x="71622" y="17813"/>
                  </a:lnTo>
                  <a:lnTo>
                    <a:pt x="143245" y="35402"/>
                  </a:lnTo>
                  <a:lnTo>
                    <a:pt x="214867" y="52770"/>
                  </a:lnTo>
                  <a:lnTo>
                    <a:pt x="286490" y="69920"/>
                  </a:lnTo>
                  <a:lnTo>
                    <a:pt x="358112" y="86854"/>
                  </a:lnTo>
                  <a:lnTo>
                    <a:pt x="429735" y="103576"/>
                  </a:lnTo>
                  <a:lnTo>
                    <a:pt x="501357" y="120087"/>
                  </a:lnTo>
                  <a:lnTo>
                    <a:pt x="572980" y="136391"/>
                  </a:lnTo>
                  <a:lnTo>
                    <a:pt x="644602" y="152490"/>
                  </a:lnTo>
                  <a:lnTo>
                    <a:pt x="716225" y="168386"/>
                  </a:lnTo>
                  <a:lnTo>
                    <a:pt x="787847" y="184083"/>
                  </a:lnTo>
                  <a:lnTo>
                    <a:pt x="859470" y="199582"/>
                  </a:lnTo>
                  <a:lnTo>
                    <a:pt x="931092" y="214887"/>
                  </a:lnTo>
                  <a:lnTo>
                    <a:pt x="1002715" y="229999"/>
                  </a:lnTo>
                  <a:lnTo>
                    <a:pt x="1074337" y="244922"/>
                  </a:lnTo>
                  <a:lnTo>
                    <a:pt x="1145960" y="259657"/>
                  </a:lnTo>
                  <a:lnTo>
                    <a:pt x="1217582" y="274206"/>
                  </a:lnTo>
                  <a:lnTo>
                    <a:pt x="1289205" y="288573"/>
                  </a:lnTo>
                  <a:lnTo>
                    <a:pt x="1360827" y="302760"/>
                  </a:lnTo>
                  <a:lnTo>
                    <a:pt x="1432450" y="316768"/>
                  </a:lnTo>
                  <a:lnTo>
                    <a:pt x="1504073" y="330599"/>
                  </a:lnTo>
                  <a:lnTo>
                    <a:pt x="1575695" y="344258"/>
                  </a:lnTo>
                  <a:lnTo>
                    <a:pt x="1647318" y="357744"/>
                  </a:lnTo>
                  <a:lnTo>
                    <a:pt x="1718940" y="371061"/>
                  </a:lnTo>
                  <a:lnTo>
                    <a:pt x="1790563" y="384210"/>
                  </a:lnTo>
                  <a:lnTo>
                    <a:pt x="1862185" y="397195"/>
                  </a:lnTo>
                  <a:lnTo>
                    <a:pt x="1933808" y="410016"/>
                  </a:lnTo>
                  <a:lnTo>
                    <a:pt x="2005430" y="422676"/>
                  </a:lnTo>
                  <a:lnTo>
                    <a:pt x="2077053" y="435177"/>
                  </a:lnTo>
                  <a:lnTo>
                    <a:pt x="2148675" y="447520"/>
                  </a:lnTo>
                  <a:lnTo>
                    <a:pt x="2220298" y="459709"/>
                  </a:lnTo>
                  <a:lnTo>
                    <a:pt x="2291920" y="471745"/>
                  </a:lnTo>
                  <a:lnTo>
                    <a:pt x="2363543" y="483629"/>
                  </a:lnTo>
                  <a:lnTo>
                    <a:pt x="2435165" y="495363"/>
                  </a:lnTo>
                  <a:lnTo>
                    <a:pt x="2506788" y="506951"/>
                  </a:lnTo>
                  <a:lnTo>
                    <a:pt x="2578410" y="518393"/>
                  </a:lnTo>
                  <a:lnTo>
                    <a:pt x="2650033" y="529690"/>
                  </a:lnTo>
                  <a:lnTo>
                    <a:pt x="2721655" y="540846"/>
                  </a:lnTo>
                  <a:lnTo>
                    <a:pt x="2793278" y="551862"/>
                  </a:lnTo>
                  <a:lnTo>
                    <a:pt x="2864901" y="562739"/>
                  </a:lnTo>
                  <a:lnTo>
                    <a:pt x="2936523" y="573480"/>
                  </a:lnTo>
                  <a:lnTo>
                    <a:pt x="3008146" y="584085"/>
                  </a:lnTo>
                  <a:lnTo>
                    <a:pt x="3079768" y="588188"/>
                  </a:lnTo>
                  <a:lnTo>
                    <a:pt x="3151391" y="588684"/>
                  </a:lnTo>
                  <a:lnTo>
                    <a:pt x="3223013" y="589179"/>
                  </a:lnTo>
                  <a:lnTo>
                    <a:pt x="3294636" y="589675"/>
                  </a:lnTo>
                  <a:lnTo>
                    <a:pt x="3366258" y="590170"/>
                  </a:lnTo>
                  <a:lnTo>
                    <a:pt x="3437881" y="590664"/>
                  </a:lnTo>
                  <a:lnTo>
                    <a:pt x="3509503" y="591159"/>
                  </a:lnTo>
                  <a:lnTo>
                    <a:pt x="3581126" y="591653"/>
                  </a:lnTo>
                  <a:lnTo>
                    <a:pt x="3652748" y="592147"/>
                  </a:lnTo>
                  <a:lnTo>
                    <a:pt x="3724371" y="592641"/>
                  </a:lnTo>
                  <a:lnTo>
                    <a:pt x="3795993" y="593134"/>
                  </a:lnTo>
                  <a:lnTo>
                    <a:pt x="3867616" y="593627"/>
                  </a:lnTo>
                  <a:lnTo>
                    <a:pt x="3939238" y="594120"/>
                  </a:lnTo>
                  <a:lnTo>
                    <a:pt x="4010861" y="594612"/>
                  </a:lnTo>
                  <a:lnTo>
                    <a:pt x="4082483" y="595104"/>
                  </a:lnTo>
                  <a:lnTo>
                    <a:pt x="4154106" y="595596"/>
                  </a:lnTo>
                  <a:lnTo>
                    <a:pt x="4225729" y="596087"/>
                  </a:lnTo>
                  <a:lnTo>
                    <a:pt x="4297351" y="596579"/>
                  </a:lnTo>
                  <a:lnTo>
                    <a:pt x="4368974" y="597070"/>
                  </a:lnTo>
                  <a:lnTo>
                    <a:pt x="4440596" y="597560"/>
                  </a:lnTo>
                  <a:lnTo>
                    <a:pt x="4512219" y="598051"/>
                  </a:lnTo>
                  <a:lnTo>
                    <a:pt x="4583841" y="598541"/>
                  </a:lnTo>
                  <a:lnTo>
                    <a:pt x="4655464" y="599030"/>
                  </a:lnTo>
                  <a:lnTo>
                    <a:pt x="4727086" y="599520"/>
                  </a:lnTo>
                  <a:lnTo>
                    <a:pt x="4798709" y="600009"/>
                  </a:lnTo>
                  <a:lnTo>
                    <a:pt x="4870331" y="600498"/>
                  </a:lnTo>
                  <a:lnTo>
                    <a:pt x="4941954" y="600986"/>
                  </a:lnTo>
                  <a:lnTo>
                    <a:pt x="5013576" y="601475"/>
                  </a:lnTo>
                  <a:lnTo>
                    <a:pt x="5085199" y="601963"/>
                  </a:lnTo>
                  <a:lnTo>
                    <a:pt x="5156821" y="602450"/>
                  </a:lnTo>
                  <a:lnTo>
                    <a:pt x="5228444" y="602938"/>
                  </a:lnTo>
                  <a:lnTo>
                    <a:pt x="5300066" y="603425"/>
                  </a:lnTo>
                  <a:lnTo>
                    <a:pt x="5371689" y="603912"/>
                  </a:lnTo>
                  <a:lnTo>
                    <a:pt x="5443311" y="604398"/>
                  </a:lnTo>
                  <a:lnTo>
                    <a:pt x="5514934" y="604885"/>
                  </a:lnTo>
                  <a:lnTo>
                    <a:pt x="5586557" y="605371"/>
                  </a:lnTo>
                  <a:lnTo>
                    <a:pt x="5658179" y="605856"/>
                  </a:lnTo>
                  <a:lnTo>
                    <a:pt x="5729802" y="606342"/>
                  </a:lnTo>
                  <a:lnTo>
                    <a:pt x="5801424" y="606827"/>
                  </a:lnTo>
                  <a:lnTo>
                    <a:pt x="5873047" y="607312"/>
                  </a:lnTo>
                  <a:lnTo>
                    <a:pt x="5944669" y="607796"/>
                  </a:lnTo>
                  <a:lnTo>
                    <a:pt x="6016292" y="608280"/>
                  </a:lnTo>
                  <a:lnTo>
                    <a:pt x="6087914" y="608764"/>
                  </a:lnTo>
                  <a:lnTo>
                    <a:pt x="6159537" y="609248"/>
                  </a:lnTo>
                  <a:lnTo>
                    <a:pt x="6231159" y="609731"/>
                  </a:lnTo>
                  <a:lnTo>
                    <a:pt x="6302782" y="610214"/>
                  </a:lnTo>
                  <a:lnTo>
                    <a:pt x="6374404" y="610697"/>
                  </a:lnTo>
                  <a:lnTo>
                    <a:pt x="6446027" y="611180"/>
                  </a:lnTo>
                  <a:lnTo>
                    <a:pt x="6517649" y="611662"/>
                  </a:lnTo>
                  <a:lnTo>
                    <a:pt x="6589272" y="612144"/>
                  </a:lnTo>
                  <a:lnTo>
                    <a:pt x="6660894" y="612625"/>
                  </a:lnTo>
                  <a:lnTo>
                    <a:pt x="6732517" y="613107"/>
                  </a:lnTo>
                  <a:lnTo>
                    <a:pt x="6804139" y="613588"/>
                  </a:lnTo>
                  <a:lnTo>
                    <a:pt x="6875762" y="614068"/>
                  </a:lnTo>
                  <a:lnTo>
                    <a:pt x="6947385" y="614549"/>
                  </a:lnTo>
                  <a:lnTo>
                    <a:pt x="7019007" y="615029"/>
                  </a:lnTo>
                  <a:lnTo>
                    <a:pt x="7090630" y="6155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06494"/>
              <a:ext cx="7090630" cy="445541"/>
            </a:xfrm>
            <a:custGeom>
              <a:avLst/>
              <a:pathLst>
                <a:path w="7090630" h="445541">
                  <a:moveTo>
                    <a:pt x="7090630" y="445541"/>
                  </a:moveTo>
                  <a:lnTo>
                    <a:pt x="7019007" y="440383"/>
                  </a:lnTo>
                  <a:lnTo>
                    <a:pt x="6947385" y="435160"/>
                  </a:lnTo>
                  <a:lnTo>
                    <a:pt x="6875762" y="429870"/>
                  </a:lnTo>
                  <a:lnTo>
                    <a:pt x="6804139" y="424513"/>
                  </a:lnTo>
                  <a:lnTo>
                    <a:pt x="6732517" y="419088"/>
                  </a:lnTo>
                  <a:lnTo>
                    <a:pt x="6660894" y="413594"/>
                  </a:lnTo>
                  <a:lnTo>
                    <a:pt x="6589272" y="408029"/>
                  </a:lnTo>
                  <a:lnTo>
                    <a:pt x="6517649" y="402395"/>
                  </a:lnTo>
                  <a:lnTo>
                    <a:pt x="6446027" y="396688"/>
                  </a:lnTo>
                  <a:lnTo>
                    <a:pt x="6374404" y="390908"/>
                  </a:lnTo>
                  <a:lnTo>
                    <a:pt x="6302782" y="385056"/>
                  </a:lnTo>
                  <a:lnTo>
                    <a:pt x="6231159" y="379128"/>
                  </a:lnTo>
                  <a:lnTo>
                    <a:pt x="6159537" y="373125"/>
                  </a:lnTo>
                  <a:lnTo>
                    <a:pt x="6087914" y="367046"/>
                  </a:lnTo>
                  <a:lnTo>
                    <a:pt x="6016292" y="360889"/>
                  </a:lnTo>
                  <a:lnTo>
                    <a:pt x="5944669" y="354654"/>
                  </a:lnTo>
                  <a:lnTo>
                    <a:pt x="5873047" y="348340"/>
                  </a:lnTo>
                  <a:lnTo>
                    <a:pt x="5801424" y="341945"/>
                  </a:lnTo>
                  <a:lnTo>
                    <a:pt x="5729802" y="335469"/>
                  </a:lnTo>
                  <a:lnTo>
                    <a:pt x="5658179" y="328911"/>
                  </a:lnTo>
                  <a:lnTo>
                    <a:pt x="5586557" y="322269"/>
                  </a:lnTo>
                  <a:lnTo>
                    <a:pt x="5514934" y="315542"/>
                  </a:lnTo>
                  <a:lnTo>
                    <a:pt x="5443311" y="308730"/>
                  </a:lnTo>
                  <a:lnTo>
                    <a:pt x="5371689" y="301831"/>
                  </a:lnTo>
                  <a:lnTo>
                    <a:pt x="5300066" y="294844"/>
                  </a:lnTo>
                  <a:lnTo>
                    <a:pt x="5228444" y="287769"/>
                  </a:lnTo>
                  <a:lnTo>
                    <a:pt x="5156821" y="280603"/>
                  </a:lnTo>
                  <a:lnTo>
                    <a:pt x="5085199" y="273346"/>
                  </a:lnTo>
                  <a:lnTo>
                    <a:pt x="5013576" y="265997"/>
                  </a:lnTo>
                  <a:lnTo>
                    <a:pt x="4941954" y="258554"/>
                  </a:lnTo>
                  <a:lnTo>
                    <a:pt x="4870331" y="251017"/>
                  </a:lnTo>
                  <a:lnTo>
                    <a:pt x="4798709" y="243383"/>
                  </a:lnTo>
                  <a:lnTo>
                    <a:pt x="4727086" y="235653"/>
                  </a:lnTo>
                  <a:lnTo>
                    <a:pt x="4655464" y="227824"/>
                  </a:lnTo>
                  <a:lnTo>
                    <a:pt x="4583841" y="219895"/>
                  </a:lnTo>
                  <a:lnTo>
                    <a:pt x="4512219" y="211865"/>
                  </a:lnTo>
                  <a:lnTo>
                    <a:pt x="4440596" y="203734"/>
                  </a:lnTo>
                  <a:lnTo>
                    <a:pt x="4368974" y="195498"/>
                  </a:lnTo>
                  <a:lnTo>
                    <a:pt x="4297351" y="187158"/>
                  </a:lnTo>
                  <a:lnTo>
                    <a:pt x="4225729" y="178712"/>
                  </a:lnTo>
                  <a:lnTo>
                    <a:pt x="4154106" y="170158"/>
                  </a:lnTo>
                  <a:lnTo>
                    <a:pt x="4082483" y="161496"/>
                  </a:lnTo>
                  <a:lnTo>
                    <a:pt x="4010861" y="152723"/>
                  </a:lnTo>
                  <a:lnTo>
                    <a:pt x="3939238" y="143838"/>
                  </a:lnTo>
                  <a:lnTo>
                    <a:pt x="3867616" y="134841"/>
                  </a:lnTo>
                  <a:lnTo>
                    <a:pt x="3795993" y="125729"/>
                  </a:lnTo>
                  <a:lnTo>
                    <a:pt x="3724371" y="116501"/>
                  </a:lnTo>
                  <a:lnTo>
                    <a:pt x="3652748" y="107155"/>
                  </a:lnTo>
                  <a:lnTo>
                    <a:pt x="3581126" y="97690"/>
                  </a:lnTo>
                  <a:lnTo>
                    <a:pt x="3509503" y="88105"/>
                  </a:lnTo>
                  <a:lnTo>
                    <a:pt x="3437881" y="78398"/>
                  </a:lnTo>
                  <a:lnTo>
                    <a:pt x="3366258" y="68568"/>
                  </a:lnTo>
                  <a:lnTo>
                    <a:pt x="3294636" y="58612"/>
                  </a:lnTo>
                  <a:lnTo>
                    <a:pt x="3223013" y="48530"/>
                  </a:lnTo>
                  <a:lnTo>
                    <a:pt x="3151391" y="38319"/>
                  </a:lnTo>
                  <a:lnTo>
                    <a:pt x="3079768" y="27979"/>
                  </a:lnTo>
                  <a:lnTo>
                    <a:pt x="3008146" y="21112"/>
                  </a:lnTo>
                  <a:lnTo>
                    <a:pt x="2936523" y="20616"/>
                  </a:lnTo>
                  <a:lnTo>
                    <a:pt x="2864901" y="20119"/>
                  </a:lnTo>
                  <a:lnTo>
                    <a:pt x="2793278" y="19622"/>
                  </a:lnTo>
                  <a:lnTo>
                    <a:pt x="2721655" y="19124"/>
                  </a:lnTo>
                  <a:lnTo>
                    <a:pt x="2650033" y="18627"/>
                  </a:lnTo>
                  <a:lnTo>
                    <a:pt x="2578410" y="18129"/>
                  </a:lnTo>
                  <a:lnTo>
                    <a:pt x="2506788" y="17630"/>
                  </a:lnTo>
                  <a:lnTo>
                    <a:pt x="2435165" y="17132"/>
                  </a:lnTo>
                  <a:lnTo>
                    <a:pt x="2363543" y="16633"/>
                  </a:lnTo>
                  <a:lnTo>
                    <a:pt x="2291920" y="16133"/>
                  </a:lnTo>
                  <a:lnTo>
                    <a:pt x="2220298" y="15634"/>
                  </a:lnTo>
                  <a:lnTo>
                    <a:pt x="2148675" y="15134"/>
                  </a:lnTo>
                  <a:lnTo>
                    <a:pt x="2077053" y="14634"/>
                  </a:lnTo>
                  <a:lnTo>
                    <a:pt x="2005430" y="14134"/>
                  </a:lnTo>
                  <a:lnTo>
                    <a:pt x="1933808" y="13633"/>
                  </a:lnTo>
                  <a:lnTo>
                    <a:pt x="1862185" y="13132"/>
                  </a:lnTo>
                  <a:lnTo>
                    <a:pt x="1790563" y="12631"/>
                  </a:lnTo>
                  <a:lnTo>
                    <a:pt x="1718940" y="12129"/>
                  </a:lnTo>
                  <a:lnTo>
                    <a:pt x="1647318" y="11627"/>
                  </a:lnTo>
                  <a:lnTo>
                    <a:pt x="1575695" y="11125"/>
                  </a:lnTo>
                  <a:lnTo>
                    <a:pt x="1504073" y="10622"/>
                  </a:lnTo>
                  <a:lnTo>
                    <a:pt x="1432450" y="10119"/>
                  </a:lnTo>
                  <a:lnTo>
                    <a:pt x="1360827" y="9616"/>
                  </a:lnTo>
                  <a:lnTo>
                    <a:pt x="1289205" y="9113"/>
                  </a:lnTo>
                  <a:lnTo>
                    <a:pt x="1217582" y="8609"/>
                  </a:lnTo>
                  <a:lnTo>
                    <a:pt x="1145960" y="8105"/>
                  </a:lnTo>
                  <a:lnTo>
                    <a:pt x="1074337" y="7601"/>
                  </a:lnTo>
                  <a:lnTo>
                    <a:pt x="1002715" y="7096"/>
                  </a:lnTo>
                  <a:lnTo>
                    <a:pt x="931092" y="6591"/>
                  </a:lnTo>
                  <a:lnTo>
                    <a:pt x="859470" y="6086"/>
                  </a:lnTo>
                  <a:lnTo>
                    <a:pt x="787847" y="5580"/>
                  </a:lnTo>
                  <a:lnTo>
                    <a:pt x="716225" y="5075"/>
                  </a:lnTo>
                  <a:lnTo>
                    <a:pt x="644602" y="4568"/>
                  </a:lnTo>
                  <a:lnTo>
                    <a:pt x="572980" y="4062"/>
                  </a:lnTo>
                  <a:lnTo>
                    <a:pt x="501357" y="3555"/>
                  </a:lnTo>
                  <a:lnTo>
                    <a:pt x="429735" y="3048"/>
                  </a:lnTo>
                  <a:lnTo>
                    <a:pt x="358112" y="2541"/>
                  </a:lnTo>
                  <a:lnTo>
                    <a:pt x="286490" y="2033"/>
                  </a:lnTo>
                  <a:lnTo>
                    <a:pt x="214867" y="1525"/>
                  </a:lnTo>
                  <a:lnTo>
                    <a:pt x="143245" y="1017"/>
                  </a:lnTo>
                  <a:lnTo>
                    <a:pt x="71622" y="50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459158"/>
              <a:ext cx="7090630" cy="528081"/>
            </a:xfrm>
            <a:custGeom>
              <a:avLst/>
              <a:pathLst>
                <a:path w="7090630" h="528081">
                  <a:moveTo>
                    <a:pt x="0" y="0"/>
                  </a:moveTo>
                  <a:lnTo>
                    <a:pt x="71622" y="7248"/>
                  </a:lnTo>
                  <a:lnTo>
                    <a:pt x="143245" y="14449"/>
                  </a:lnTo>
                  <a:lnTo>
                    <a:pt x="214867" y="21602"/>
                  </a:lnTo>
                  <a:lnTo>
                    <a:pt x="286490" y="28708"/>
                  </a:lnTo>
                  <a:lnTo>
                    <a:pt x="358112" y="35767"/>
                  </a:lnTo>
                  <a:lnTo>
                    <a:pt x="429735" y="42780"/>
                  </a:lnTo>
                  <a:lnTo>
                    <a:pt x="501357" y="49746"/>
                  </a:lnTo>
                  <a:lnTo>
                    <a:pt x="572980" y="56666"/>
                  </a:lnTo>
                  <a:lnTo>
                    <a:pt x="644602" y="63541"/>
                  </a:lnTo>
                  <a:lnTo>
                    <a:pt x="716225" y="70370"/>
                  </a:lnTo>
                  <a:lnTo>
                    <a:pt x="787847" y="77154"/>
                  </a:lnTo>
                  <a:lnTo>
                    <a:pt x="859470" y="83893"/>
                  </a:lnTo>
                  <a:lnTo>
                    <a:pt x="931092" y="90588"/>
                  </a:lnTo>
                  <a:lnTo>
                    <a:pt x="1002715" y="97239"/>
                  </a:lnTo>
                  <a:lnTo>
                    <a:pt x="1074337" y="103846"/>
                  </a:lnTo>
                  <a:lnTo>
                    <a:pt x="1145960" y="110409"/>
                  </a:lnTo>
                  <a:lnTo>
                    <a:pt x="1217582" y="116928"/>
                  </a:lnTo>
                  <a:lnTo>
                    <a:pt x="1289205" y="123405"/>
                  </a:lnTo>
                  <a:lnTo>
                    <a:pt x="1360827" y="129839"/>
                  </a:lnTo>
                  <a:lnTo>
                    <a:pt x="1432450" y="136231"/>
                  </a:lnTo>
                  <a:lnTo>
                    <a:pt x="1504073" y="142580"/>
                  </a:lnTo>
                  <a:lnTo>
                    <a:pt x="1575695" y="148887"/>
                  </a:lnTo>
                  <a:lnTo>
                    <a:pt x="1647318" y="155153"/>
                  </a:lnTo>
                  <a:lnTo>
                    <a:pt x="1718940" y="161378"/>
                  </a:lnTo>
                  <a:lnTo>
                    <a:pt x="1790563" y="167561"/>
                  </a:lnTo>
                  <a:lnTo>
                    <a:pt x="1862185" y="173704"/>
                  </a:lnTo>
                  <a:lnTo>
                    <a:pt x="1933808" y="179806"/>
                  </a:lnTo>
                  <a:lnTo>
                    <a:pt x="2005430" y="185867"/>
                  </a:lnTo>
                  <a:lnTo>
                    <a:pt x="2077053" y="191889"/>
                  </a:lnTo>
                  <a:lnTo>
                    <a:pt x="2148675" y="197871"/>
                  </a:lnTo>
                  <a:lnTo>
                    <a:pt x="2220298" y="203813"/>
                  </a:lnTo>
                  <a:lnTo>
                    <a:pt x="2291920" y="209717"/>
                  </a:lnTo>
                  <a:lnTo>
                    <a:pt x="2363543" y="215581"/>
                  </a:lnTo>
                  <a:lnTo>
                    <a:pt x="2435165" y="221406"/>
                  </a:lnTo>
                  <a:lnTo>
                    <a:pt x="2506788" y="227193"/>
                  </a:lnTo>
                  <a:lnTo>
                    <a:pt x="2578410" y="232942"/>
                  </a:lnTo>
                  <a:lnTo>
                    <a:pt x="2650033" y="238653"/>
                  </a:lnTo>
                  <a:lnTo>
                    <a:pt x="2721655" y="244326"/>
                  </a:lnTo>
                  <a:lnTo>
                    <a:pt x="2793278" y="249962"/>
                  </a:lnTo>
                  <a:lnTo>
                    <a:pt x="2864901" y="255561"/>
                  </a:lnTo>
                  <a:lnTo>
                    <a:pt x="2936523" y="261122"/>
                  </a:lnTo>
                  <a:lnTo>
                    <a:pt x="3008146" y="266647"/>
                  </a:lnTo>
                  <a:lnTo>
                    <a:pt x="3079768" y="272136"/>
                  </a:lnTo>
                  <a:lnTo>
                    <a:pt x="3151391" y="277588"/>
                  </a:lnTo>
                  <a:lnTo>
                    <a:pt x="3223013" y="283004"/>
                  </a:lnTo>
                  <a:lnTo>
                    <a:pt x="3294636" y="288385"/>
                  </a:lnTo>
                  <a:lnTo>
                    <a:pt x="3366258" y="293730"/>
                  </a:lnTo>
                  <a:lnTo>
                    <a:pt x="3437881" y="299039"/>
                  </a:lnTo>
                  <a:lnTo>
                    <a:pt x="3509503" y="304314"/>
                  </a:lnTo>
                  <a:lnTo>
                    <a:pt x="3581126" y="309554"/>
                  </a:lnTo>
                  <a:lnTo>
                    <a:pt x="3652748" y="314759"/>
                  </a:lnTo>
                  <a:lnTo>
                    <a:pt x="3724371" y="319930"/>
                  </a:lnTo>
                  <a:lnTo>
                    <a:pt x="3795993" y="325067"/>
                  </a:lnTo>
                  <a:lnTo>
                    <a:pt x="3867616" y="330169"/>
                  </a:lnTo>
                  <a:lnTo>
                    <a:pt x="3939238" y="335239"/>
                  </a:lnTo>
                  <a:lnTo>
                    <a:pt x="4010861" y="340274"/>
                  </a:lnTo>
                  <a:lnTo>
                    <a:pt x="4082483" y="345277"/>
                  </a:lnTo>
                  <a:lnTo>
                    <a:pt x="4154106" y="350246"/>
                  </a:lnTo>
                  <a:lnTo>
                    <a:pt x="4225729" y="355183"/>
                  </a:lnTo>
                  <a:lnTo>
                    <a:pt x="4297351" y="360087"/>
                  </a:lnTo>
                  <a:lnTo>
                    <a:pt x="4368974" y="364958"/>
                  </a:lnTo>
                  <a:lnTo>
                    <a:pt x="4440596" y="369798"/>
                  </a:lnTo>
                  <a:lnTo>
                    <a:pt x="4512219" y="374605"/>
                  </a:lnTo>
                  <a:lnTo>
                    <a:pt x="4583841" y="379381"/>
                  </a:lnTo>
                  <a:lnTo>
                    <a:pt x="4655464" y="384125"/>
                  </a:lnTo>
                  <a:lnTo>
                    <a:pt x="4727086" y="388838"/>
                  </a:lnTo>
                  <a:lnTo>
                    <a:pt x="4798709" y="393520"/>
                  </a:lnTo>
                  <a:lnTo>
                    <a:pt x="4870331" y="398171"/>
                  </a:lnTo>
                  <a:lnTo>
                    <a:pt x="4941954" y="402791"/>
                  </a:lnTo>
                  <a:lnTo>
                    <a:pt x="5013576" y="407381"/>
                  </a:lnTo>
                  <a:lnTo>
                    <a:pt x="5085199" y="411941"/>
                  </a:lnTo>
                  <a:lnTo>
                    <a:pt x="5156821" y="416470"/>
                  </a:lnTo>
                  <a:lnTo>
                    <a:pt x="5228444" y="420969"/>
                  </a:lnTo>
                  <a:lnTo>
                    <a:pt x="5300066" y="425439"/>
                  </a:lnTo>
                  <a:lnTo>
                    <a:pt x="5371689" y="429879"/>
                  </a:lnTo>
                  <a:lnTo>
                    <a:pt x="5443311" y="434290"/>
                  </a:lnTo>
                  <a:lnTo>
                    <a:pt x="5514934" y="438672"/>
                  </a:lnTo>
                  <a:lnTo>
                    <a:pt x="5586557" y="443025"/>
                  </a:lnTo>
                  <a:lnTo>
                    <a:pt x="5658179" y="447349"/>
                  </a:lnTo>
                  <a:lnTo>
                    <a:pt x="5729802" y="451645"/>
                  </a:lnTo>
                  <a:lnTo>
                    <a:pt x="5801424" y="455912"/>
                  </a:lnTo>
                  <a:lnTo>
                    <a:pt x="5873047" y="460151"/>
                  </a:lnTo>
                  <a:lnTo>
                    <a:pt x="5944669" y="464362"/>
                  </a:lnTo>
                  <a:lnTo>
                    <a:pt x="6016292" y="468546"/>
                  </a:lnTo>
                  <a:lnTo>
                    <a:pt x="6087914" y="472701"/>
                  </a:lnTo>
                  <a:lnTo>
                    <a:pt x="6159537" y="476829"/>
                  </a:lnTo>
                  <a:lnTo>
                    <a:pt x="6231159" y="480931"/>
                  </a:lnTo>
                  <a:lnTo>
                    <a:pt x="6302782" y="485004"/>
                  </a:lnTo>
                  <a:lnTo>
                    <a:pt x="6374404" y="489051"/>
                  </a:lnTo>
                  <a:lnTo>
                    <a:pt x="6446027" y="493072"/>
                  </a:lnTo>
                  <a:lnTo>
                    <a:pt x="6517649" y="497066"/>
                  </a:lnTo>
                  <a:lnTo>
                    <a:pt x="6589272" y="501033"/>
                  </a:lnTo>
                  <a:lnTo>
                    <a:pt x="6660894" y="504974"/>
                  </a:lnTo>
                  <a:lnTo>
                    <a:pt x="6732517" y="508890"/>
                  </a:lnTo>
                  <a:lnTo>
                    <a:pt x="6804139" y="512779"/>
                  </a:lnTo>
                  <a:lnTo>
                    <a:pt x="6875762" y="516643"/>
                  </a:lnTo>
                  <a:lnTo>
                    <a:pt x="6947385" y="520481"/>
                  </a:lnTo>
                  <a:lnTo>
                    <a:pt x="7019007" y="524294"/>
                  </a:lnTo>
                  <a:lnTo>
                    <a:pt x="7090630" y="5280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1.08 (1.01-1.17), p_Bonf = 0.187 (n = 6)  |  per IQR decline (Δ = 27.5 %): 1.25 (1.02-1.53)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5788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2026-09-28T15:20:01Z</dcterms:modified>
  <cp:category/>
</cp:coreProperties>
</file>