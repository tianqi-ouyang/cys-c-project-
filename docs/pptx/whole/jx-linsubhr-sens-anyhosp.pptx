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888811"/>
              <a:ext cx="6964104" cy="365250"/>
            </a:xfrm>
            <a:custGeom>
              <a:avLst/>
              <a:pathLst>
                <a:path w="6964104" h="365250">
                  <a:moveTo>
                    <a:pt x="0" y="0"/>
                  </a:moveTo>
                  <a:lnTo>
                    <a:pt x="70344" y="6428"/>
                  </a:lnTo>
                  <a:lnTo>
                    <a:pt x="140688" y="12775"/>
                  </a:lnTo>
                  <a:lnTo>
                    <a:pt x="211033" y="19043"/>
                  </a:lnTo>
                  <a:lnTo>
                    <a:pt x="281377" y="25232"/>
                  </a:lnTo>
                  <a:lnTo>
                    <a:pt x="351722" y="31343"/>
                  </a:lnTo>
                  <a:lnTo>
                    <a:pt x="422066" y="37378"/>
                  </a:lnTo>
                  <a:lnTo>
                    <a:pt x="492411" y="43336"/>
                  </a:lnTo>
                  <a:lnTo>
                    <a:pt x="562755" y="49220"/>
                  </a:lnTo>
                  <a:lnTo>
                    <a:pt x="633100" y="55030"/>
                  </a:lnTo>
                  <a:lnTo>
                    <a:pt x="703444" y="60766"/>
                  </a:lnTo>
                  <a:lnTo>
                    <a:pt x="773789" y="66431"/>
                  </a:lnTo>
                  <a:lnTo>
                    <a:pt x="844133" y="72024"/>
                  </a:lnTo>
                  <a:lnTo>
                    <a:pt x="914478" y="77547"/>
                  </a:lnTo>
                  <a:lnTo>
                    <a:pt x="984822" y="83001"/>
                  </a:lnTo>
                  <a:lnTo>
                    <a:pt x="1055167" y="88386"/>
                  </a:lnTo>
                  <a:lnTo>
                    <a:pt x="1125511" y="93704"/>
                  </a:lnTo>
                  <a:lnTo>
                    <a:pt x="1195856" y="98954"/>
                  </a:lnTo>
                  <a:lnTo>
                    <a:pt x="1266200" y="104139"/>
                  </a:lnTo>
                  <a:lnTo>
                    <a:pt x="1336545" y="109258"/>
                  </a:lnTo>
                  <a:lnTo>
                    <a:pt x="1406889" y="114314"/>
                  </a:lnTo>
                  <a:lnTo>
                    <a:pt x="1477234" y="119305"/>
                  </a:lnTo>
                  <a:lnTo>
                    <a:pt x="1547578" y="124234"/>
                  </a:lnTo>
                  <a:lnTo>
                    <a:pt x="1617923" y="129101"/>
                  </a:lnTo>
                  <a:lnTo>
                    <a:pt x="1688267" y="133907"/>
                  </a:lnTo>
                  <a:lnTo>
                    <a:pt x="1758612" y="138652"/>
                  </a:lnTo>
                  <a:lnTo>
                    <a:pt x="1828956" y="143338"/>
                  </a:lnTo>
                  <a:lnTo>
                    <a:pt x="1899301" y="147965"/>
                  </a:lnTo>
                  <a:lnTo>
                    <a:pt x="1969645" y="152533"/>
                  </a:lnTo>
                  <a:lnTo>
                    <a:pt x="2039990" y="157045"/>
                  </a:lnTo>
                  <a:lnTo>
                    <a:pt x="2110334" y="161499"/>
                  </a:lnTo>
                  <a:lnTo>
                    <a:pt x="2180679" y="165898"/>
                  </a:lnTo>
                  <a:lnTo>
                    <a:pt x="2251023" y="170241"/>
                  </a:lnTo>
                  <a:lnTo>
                    <a:pt x="2321368" y="174530"/>
                  </a:lnTo>
                  <a:lnTo>
                    <a:pt x="2391712" y="178765"/>
                  </a:lnTo>
                  <a:lnTo>
                    <a:pt x="2462057" y="182946"/>
                  </a:lnTo>
                  <a:lnTo>
                    <a:pt x="2532401" y="187075"/>
                  </a:lnTo>
                  <a:lnTo>
                    <a:pt x="2602746" y="191152"/>
                  </a:lnTo>
                  <a:lnTo>
                    <a:pt x="2673090" y="195178"/>
                  </a:lnTo>
                  <a:lnTo>
                    <a:pt x="2743435" y="199154"/>
                  </a:lnTo>
                  <a:lnTo>
                    <a:pt x="2813779" y="203079"/>
                  </a:lnTo>
                  <a:lnTo>
                    <a:pt x="2884124" y="206955"/>
                  </a:lnTo>
                  <a:lnTo>
                    <a:pt x="2954468" y="210782"/>
                  </a:lnTo>
                  <a:lnTo>
                    <a:pt x="3024813" y="212263"/>
                  </a:lnTo>
                  <a:lnTo>
                    <a:pt x="3095157" y="212442"/>
                  </a:lnTo>
                  <a:lnTo>
                    <a:pt x="3165502" y="212621"/>
                  </a:lnTo>
                  <a:lnTo>
                    <a:pt x="3235846" y="212799"/>
                  </a:lnTo>
                  <a:lnTo>
                    <a:pt x="3306191" y="212978"/>
                  </a:lnTo>
                  <a:lnTo>
                    <a:pt x="3376535" y="213157"/>
                  </a:lnTo>
                  <a:lnTo>
                    <a:pt x="3446880" y="213335"/>
                  </a:lnTo>
                  <a:lnTo>
                    <a:pt x="3517224" y="213513"/>
                  </a:lnTo>
                  <a:lnTo>
                    <a:pt x="3587569" y="213692"/>
                  </a:lnTo>
                  <a:lnTo>
                    <a:pt x="3657913" y="213870"/>
                  </a:lnTo>
                  <a:lnTo>
                    <a:pt x="3728257" y="214048"/>
                  </a:lnTo>
                  <a:lnTo>
                    <a:pt x="3798602" y="214226"/>
                  </a:lnTo>
                  <a:lnTo>
                    <a:pt x="3868946" y="214403"/>
                  </a:lnTo>
                  <a:lnTo>
                    <a:pt x="3939291" y="214581"/>
                  </a:lnTo>
                  <a:lnTo>
                    <a:pt x="4009635" y="214759"/>
                  </a:lnTo>
                  <a:lnTo>
                    <a:pt x="4079980" y="214936"/>
                  </a:lnTo>
                  <a:lnTo>
                    <a:pt x="4150324" y="215114"/>
                  </a:lnTo>
                  <a:lnTo>
                    <a:pt x="4220669" y="215291"/>
                  </a:lnTo>
                  <a:lnTo>
                    <a:pt x="4291013" y="215468"/>
                  </a:lnTo>
                  <a:lnTo>
                    <a:pt x="4361358" y="215645"/>
                  </a:lnTo>
                  <a:lnTo>
                    <a:pt x="4431702" y="215822"/>
                  </a:lnTo>
                  <a:lnTo>
                    <a:pt x="4502047" y="215999"/>
                  </a:lnTo>
                  <a:lnTo>
                    <a:pt x="4572391" y="216176"/>
                  </a:lnTo>
                  <a:lnTo>
                    <a:pt x="4642736" y="216352"/>
                  </a:lnTo>
                  <a:lnTo>
                    <a:pt x="4713080" y="216529"/>
                  </a:lnTo>
                  <a:lnTo>
                    <a:pt x="4783425" y="216705"/>
                  </a:lnTo>
                  <a:lnTo>
                    <a:pt x="4853769" y="216882"/>
                  </a:lnTo>
                  <a:lnTo>
                    <a:pt x="4924114" y="217058"/>
                  </a:lnTo>
                  <a:lnTo>
                    <a:pt x="4994458" y="217234"/>
                  </a:lnTo>
                  <a:lnTo>
                    <a:pt x="5064803" y="217410"/>
                  </a:lnTo>
                  <a:lnTo>
                    <a:pt x="5135147" y="217586"/>
                  </a:lnTo>
                  <a:lnTo>
                    <a:pt x="5205492" y="217762"/>
                  </a:lnTo>
                  <a:lnTo>
                    <a:pt x="5275836" y="217937"/>
                  </a:lnTo>
                  <a:lnTo>
                    <a:pt x="5346181" y="218113"/>
                  </a:lnTo>
                  <a:lnTo>
                    <a:pt x="5416525" y="218288"/>
                  </a:lnTo>
                  <a:lnTo>
                    <a:pt x="5486870" y="218464"/>
                  </a:lnTo>
                  <a:lnTo>
                    <a:pt x="5557214" y="218639"/>
                  </a:lnTo>
                  <a:lnTo>
                    <a:pt x="5627559" y="218814"/>
                  </a:lnTo>
                  <a:lnTo>
                    <a:pt x="5697903" y="218989"/>
                  </a:lnTo>
                  <a:lnTo>
                    <a:pt x="5768248" y="219164"/>
                  </a:lnTo>
                  <a:lnTo>
                    <a:pt x="5838592" y="219339"/>
                  </a:lnTo>
                  <a:lnTo>
                    <a:pt x="5908937" y="219514"/>
                  </a:lnTo>
                  <a:lnTo>
                    <a:pt x="5979281" y="219688"/>
                  </a:lnTo>
                  <a:lnTo>
                    <a:pt x="6049626" y="219863"/>
                  </a:lnTo>
                  <a:lnTo>
                    <a:pt x="6119970" y="220037"/>
                  </a:lnTo>
                  <a:lnTo>
                    <a:pt x="6190315" y="220212"/>
                  </a:lnTo>
                  <a:lnTo>
                    <a:pt x="6260659" y="220386"/>
                  </a:lnTo>
                  <a:lnTo>
                    <a:pt x="6331004" y="220560"/>
                  </a:lnTo>
                  <a:lnTo>
                    <a:pt x="6401348" y="220734"/>
                  </a:lnTo>
                  <a:lnTo>
                    <a:pt x="6471693" y="220908"/>
                  </a:lnTo>
                  <a:lnTo>
                    <a:pt x="6542037" y="221082"/>
                  </a:lnTo>
                  <a:lnTo>
                    <a:pt x="6612382" y="221255"/>
                  </a:lnTo>
                  <a:lnTo>
                    <a:pt x="6682726" y="221429"/>
                  </a:lnTo>
                  <a:lnTo>
                    <a:pt x="6753071" y="221603"/>
                  </a:lnTo>
                  <a:lnTo>
                    <a:pt x="6823415" y="221776"/>
                  </a:lnTo>
                  <a:lnTo>
                    <a:pt x="6893760" y="221949"/>
                  </a:lnTo>
                  <a:lnTo>
                    <a:pt x="6964104" y="222122"/>
                  </a:lnTo>
                  <a:lnTo>
                    <a:pt x="6964104" y="365250"/>
                  </a:lnTo>
                  <a:lnTo>
                    <a:pt x="6893760" y="363389"/>
                  </a:lnTo>
                  <a:lnTo>
                    <a:pt x="6823415" y="361504"/>
                  </a:lnTo>
                  <a:lnTo>
                    <a:pt x="6753071" y="359595"/>
                  </a:lnTo>
                  <a:lnTo>
                    <a:pt x="6682726" y="357662"/>
                  </a:lnTo>
                  <a:lnTo>
                    <a:pt x="6612382" y="355704"/>
                  </a:lnTo>
                  <a:lnTo>
                    <a:pt x="6542037" y="353721"/>
                  </a:lnTo>
                  <a:lnTo>
                    <a:pt x="6471693" y="351713"/>
                  </a:lnTo>
                  <a:lnTo>
                    <a:pt x="6401348" y="349679"/>
                  </a:lnTo>
                  <a:lnTo>
                    <a:pt x="6331004" y="347620"/>
                  </a:lnTo>
                  <a:lnTo>
                    <a:pt x="6260659" y="345534"/>
                  </a:lnTo>
                  <a:lnTo>
                    <a:pt x="6190315" y="343422"/>
                  </a:lnTo>
                  <a:lnTo>
                    <a:pt x="6119970" y="341283"/>
                  </a:lnTo>
                  <a:lnTo>
                    <a:pt x="6049626" y="339117"/>
                  </a:lnTo>
                  <a:lnTo>
                    <a:pt x="5979281" y="336923"/>
                  </a:lnTo>
                  <a:lnTo>
                    <a:pt x="5908937" y="334701"/>
                  </a:lnTo>
                  <a:lnTo>
                    <a:pt x="5838592" y="332451"/>
                  </a:lnTo>
                  <a:lnTo>
                    <a:pt x="5768248" y="330172"/>
                  </a:lnTo>
                  <a:lnTo>
                    <a:pt x="5697903" y="327865"/>
                  </a:lnTo>
                  <a:lnTo>
                    <a:pt x="5627559" y="325528"/>
                  </a:lnTo>
                  <a:lnTo>
                    <a:pt x="5557214" y="323161"/>
                  </a:lnTo>
                  <a:lnTo>
                    <a:pt x="5486870" y="320764"/>
                  </a:lnTo>
                  <a:lnTo>
                    <a:pt x="5416525" y="318336"/>
                  </a:lnTo>
                  <a:lnTo>
                    <a:pt x="5346181" y="315878"/>
                  </a:lnTo>
                  <a:lnTo>
                    <a:pt x="5275836" y="313388"/>
                  </a:lnTo>
                  <a:lnTo>
                    <a:pt x="5205492" y="310867"/>
                  </a:lnTo>
                  <a:lnTo>
                    <a:pt x="5135147" y="308314"/>
                  </a:lnTo>
                  <a:lnTo>
                    <a:pt x="5064803" y="305728"/>
                  </a:lnTo>
                  <a:lnTo>
                    <a:pt x="4994458" y="303109"/>
                  </a:lnTo>
                  <a:lnTo>
                    <a:pt x="4924114" y="300457"/>
                  </a:lnTo>
                  <a:lnTo>
                    <a:pt x="4853769" y="297771"/>
                  </a:lnTo>
                  <a:lnTo>
                    <a:pt x="4783425" y="295051"/>
                  </a:lnTo>
                  <a:lnTo>
                    <a:pt x="4713080" y="292296"/>
                  </a:lnTo>
                  <a:lnTo>
                    <a:pt x="4642736" y="289506"/>
                  </a:lnTo>
                  <a:lnTo>
                    <a:pt x="4572391" y="286681"/>
                  </a:lnTo>
                  <a:lnTo>
                    <a:pt x="4502047" y="283820"/>
                  </a:lnTo>
                  <a:lnTo>
                    <a:pt x="4431702" y="280922"/>
                  </a:lnTo>
                  <a:lnTo>
                    <a:pt x="4361358" y="277987"/>
                  </a:lnTo>
                  <a:lnTo>
                    <a:pt x="4291013" y="275016"/>
                  </a:lnTo>
                  <a:lnTo>
                    <a:pt x="4220669" y="272006"/>
                  </a:lnTo>
                  <a:lnTo>
                    <a:pt x="4150324" y="268958"/>
                  </a:lnTo>
                  <a:lnTo>
                    <a:pt x="4079980" y="265871"/>
                  </a:lnTo>
                  <a:lnTo>
                    <a:pt x="4009635" y="262745"/>
                  </a:lnTo>
                  <a:lnTo>
                    <a:pt x="3939291" y="259579"/>
                  </a:lnTo>
                  <a:lnTo>
                    <a:pt x="3868946" y="256373"/>
                  </a:lnTo>
                  <a:lnTo>
                    <a:pt x="3798602" y="253126"/>
                  </a:lnTo>
                  <a:lnTo>
                    <a:pt x="3728257" y="249837"/>
                  </a:lnTo>
                  <a:lnTo>
                    <a:pt x="3657913" y="246507"/>
                  </a:lnTo>
                  <a:lnTo>
                    <a:pt x="3587569" y="243134"/>
                  </a:lnTo>
                  <a:lnTo>
                    <a:pt x="3517224" y="239719"/>
                  </a:lnTo>
                  <a:lnTo>
                    <a:pt x="3446880" y="236260"/>
                  </a:lnTo>
                  <a:lnTo>
                    <a:pt x="3376535" y="232757"/>
                  </a:lnTo>
                  <a:lnTo>
                    <a:pt x="3306191" y="229209"/>
                  </a:lnTo>
                  <a:lnTo>
                    <a:pt x="3235846" y="225617"/>
                  </a:lnTo>
                  <a:lnTo>
                    <a:pt x="3165502" y="221978"/>
                  </a:lnTo>
                  <a:lnTo>
                    <a:pt x="3095157" y="218293"/>
                  </a:lnTo>
                  <a:lnTo>
                    <a:pt x="3024813" y="214562"/>
                  </a:lnTo>
                  <a:lnTo>
                    <a:pt x="2954468" y="212084"/>
                  </a:lnTo>
                  <a:lnTo>
                    <a:pt x="2884124" y="211904"/>
                  </a:lnTo>
                  <a:lnTo>
                    <a:pt x="2813779" y="211725"/>
                  </a:lnTo>
                  <a:lnTo>
                    <a:pt x="2743435" y="211546"/>
                  </a:lnTo>
                  <a:lnTo>
                    <a:pt x="2673090" y="211366"/>
                  </a:lnTo>
                  <a:lnTo>
                    <a:pt x="2602746" y="211187"/>
                  </a:lnTo>
                  <a:lnTo>
                    <a:pt x="2532401" y="211007"/>
                  </a:lnTo>
                  <a:lnTo>
                    <a:pt x="2462057" y="210827"/>
                  </a:lnTo>
                  <a:lnTo>
                    <a:pt x="2391712" y="210647"/>
                  </a:lnTo>
                  <a:lnTo>
                    <a:pt x="2321368" y="210467"/>
                  </a:lnTo>
                  <a:lnTo>
                    <a:pt x="2251023" y="210287"/>
                  </a:lnTo>
                  <a:lnTo>
                    <a:pt x="2180679" y="210107"/>
                  </a:lnTo>
                  <a:lnTo>
                    <a:pt x="2110334" y="209926"/>
                  </a:lnTo>
                  <a:lnTo>
                    <a:pt x="2039990" y="209746"/>
                  </a:lnTo>
                  <a:lnTo>
                    <a:pt x="1969645" y="209565"/>
                  </a:lnTo>
                  <a:lnTo>
                    <a:pt x="1899301" y="209385"/>
                  </a:lnTo>
                  <a:lnTo>
                    <a:pt x="1828956" y="209204"/>
                  </a:lnTo>
                  <a:lnTo>
                    <a:pt x="1758612" y="209023"/>
                  </a:lnTo>
                  <a:lnTo>
                    <a:pt x="1688267" y="208842"/>
                  </a:lnTo>
                  <a:lnTo>
                    <a:pt x="1617923" y="208661"/>
                  </a:lnTo>
                  <a:lnTo>
                    <a:pt x="1547578" y="208479"/>
                  </a:lnTo>
                  <a:lnTo>
                    <a:pt x="1477234" y="208298"/>
                  </a:lnTo>
                  <a:lnTo>
                    <a:pt x="1406889" y="208117"/>
                  </a:lnTo>
                  <a:lnTo>
                    <a:pt x="1336545" y="207935"/>
                  </a:lnTo>
                  <a:lnTo>
                    <a:pt x="1266200" y="207753"/>
                  </a:lnTo>
                  <a:lnTo>
                    <a:pt x="1195856" y="207572"/>
                  </a:lnTo>
                  <a:lnTo>
                    <a:pt x="1125511" y="207390"/>
                  </a:lnTo>
                  <a:lnTo>
                    <a:pt x="1055167" y="207208"/>
                  </a:lnTo>
                  <a:lnTo>
                    <a:pt x="984822" y="207026"/>
                  </a:lnTo>
                  <a:lnTo>
                    <a:pt x="914478" y="206843"/>
                  </a:lnTo>
                  <a:lnTo>
                    <a:pt x="844133" y="206661"/>
                  </a:lnTo>
                  <a:lnTo>
                    <a:pt x="773789" y="206479"/>
                  </a:lnTo>
                  <a:lnTo>
                    <a:pt x="703444" y="206296"/>
                  </a:lnTo>
                  <a:lnTo>
                    <a:pt x="633100" y="206113"/>
                  </a:lnTo>
                  <a:lnTo>
                    <a:pt x="562755" y="205931"/>
                  </a:lnTo>
                  <a:lnTo>
                    <a:pt x="492411" y="205748"/>
                  </a:lnTo>
                  <a:lnTo>
                    <a:pt x="422066" y="205565"/>
                  </a:lnTo>
                  <a:lnTo>
                    <a:pt x="351722" y="205382"/>
                  </a:lnTo>
                  <a:lnTo>
                    <a:pt x="281377" y="205198"/>
                  </a:lnTo>
                  <a:lnTo>
                    <a:pt x="211033" y="205015"/>
                  </a:lnTo>
                  <a:lnTo>
                    <a:pt x="140688" y="204832"/>
                  </a:lnTo>
                  <a:lnTo>
                    <a:pt x="70344" y="204648"/>
                  </a:lnTo>
                  <a:lnTo>
                    <a:pt x="0" y="2044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88811"/>
              <a:ext cx="6964104" cy="222122"/>
            </a:xfrm>
            <a:custGeom>
              <a:avLst/>
              <a:pathLst>
                <a:path w="6964104" h="222122">
                  <a:moveTo>
                    <a:pt x="0" y="0"/>
                  </a:moveTo>
                  <a:lnTo>
                    <a:pt x="70344" y="6428"/>
                  </a:lnTo>
                  <a:lnTo>
                    <a:pt x="140688" y="12775"/>
                  </a:lnTo>
                  <a:lnTo>
                    <a:pt x="211033" y="19043"/>
                  </a:lnTo>
                  <a:lnTo>
                    <a:pt x="281377" y="25232"/>
                  </a:lnTo>
                  <a:lnTo>
                    <a:pt x="351722" y="31343"/>
                  </a:lnTo>
                  <a:lnTo>
                    <a:pt x="422066" y="37378"/>
                  </a:lnTo>
                  <a:lnTo>
                    <a:pt x="492411" y="43336"/>
                  </a:lnTo>
                  <a:lnTo>
                    <a:pt x="562755" y="49220"/>
                  </a:lnTo>
                  <a:lnTo>
                    <a:pt x="633100" y="55030"/>
                  </a:lnTo>
                  <a:lnTo>
                    <a:pt x="703444" y="60766"/>
                  </a:lnTo>
                  <a:lnTo>
                    <a:pt x="773789" y="66431"/>
                  </a:lnTo>
                  <a:lnTo>
                    <a:pt x="844133" y="72024"/>
                  </a:lnTo>
                  <a:lnTo>
                    <a:pt x="914478" y="77547"/>
                  </a:lnTo>
                  <a:lnTo>
                    <a:pt x="984822" y="83001"/>
                  </a:lnTo>
                  <a:lnTo>
                    <a:pt x="1055167" y="88386"/>
                  </a:lnTo>
                  <a:lnTo>
                    <a:pt x="1125511" y="93704"/>
                  </a:lnTo>
                  <a:lnTo>
                    <a:pt x="1195856" y="98954"/>
                  </a:lnTo>
                  <a:lnTo>
                    <a:pt x="1266200" y="104139"/>
                  </a:lnTo>
                  <a:lnTo>
                    <a:pt x="1336545" y="109258"/>
                  </a:lnTo>
                  <a:lnTo>
                    <a:pt x="1406889" y="114314"/>
                  </a:lnTo>
                  <a:lnTo>
                    <a:pt x="1477234" y="119305"/>
                  </a:lnTo>
                  <a:lnTo>
                    <a:pt x="1547578" y="124234"/>
                  </a:lnTo>
                  <a:lnTo>
                    <a:pt x="1617923" y="129101"/>
                  </a:lnTo>
                  <a:lnTo>
                    <a:pt x="1688267" y="133907"/>
                  </a:lnTo>
                  <a:lnTo>
                    <a:pt x="1758612" y="138652"/>
                  </a:lnTo>
                  <a:lnTo>
                    <a:pt x="1828956" y="143338"/>
                  </a:lnTo>
                  <a:lnTo>
                    <a:pt x="1899301" y="147965"/>
                  </a:lnTo>
                  <a:lnTo>
                    <a:pt x="1969645" y="152533"/>
                  </a:lnTo>
                  <a:lnTo>
                    <a:pt x="2039990" y="157045"/>
                  </a:lnTo>
                  <a:lnTo>
                    <a:pt x="2110334" y="161499"/>
                  </a:lnTo>
                  <a:lnTo>
                    <a:pt x="2180679" y="165898"/>
                  </a:lnTo>
                  <a:lnTo>
                    <a:pt x="2251023" y="170241"/>
                  </a:lnTo>
                  <a:lnTo>
                    <a:pt x="2321368" y="174530"/>
                  </a:lnTo>
                  <a:lnTo>
                    <a:pt x="2391712" y="178765"/>
                  </a:lnTo>
                  <a:lnTo>
                    <a:pt x="2462057" y="182946"/>
                  </a:lnTo>
                  <a:lnTo>
                    <a:pt x="2532401" y="187075"/>
                  </a:lnTo>
                  <a:lnTo>
                    <a:pt x="2602746" y="191152"/>
                  </a:lnTo>
                  <a:lnTo>
                    <a:pt x="2673090" y="195178"/>
                  </a:lnTo>
                  <a:lnTo>
                    <a:pt x="2743435" y="199154"/>
                  </a:lnTo>
                  <a:lnTo>
                    <a:pt x="2813779" y="203079"/>
                  </a:lnTo>
                  <a:lnTo>
                    <a:pt x="2884124" y="206955"/>
                  </a:lnTo>
                  <a:lnTo>
                    <a:pt x="2954468" y="210782"/>
                  </a:lnTo>
                  <a:lnTo>
                    <a:pt x="3024813" y="212263"/>
                  </a:lnTo>
                  <a:lnTo>
                    <a:pt x="3095157" y="212442"/>
                  </a:lnTo>
                  <a:lnTo>
                    <a:pt x="3165502" y="212621"/>
                  </a:lnTo>
                  <a:lnTo>
                    <a:pt x="3235846" y="212799"/>
                  </a:lnTo>
                  <a:lnTo>
                    <a:pt x="3306191" y="212978"/>
                  </a:lnTo>
                  <a:lnTo>
                    <a:pt x="3376535" y="213157"/>
                  </a:lnTo>
                  <a:lnTo>
                    <a:pt x="3446880" y="213335"/>
                  </a:lnTo>
                  <a:lnTo>
                    <a:pt x="3517224" y="213513"/>
                  </a:lnTo>
                  <a:lnTo>
                    <a:pt x="3587569" y="213692"/>
                  </a:lnTo>
                  <a:lnTo>
                    <a:pt x="3657913" y="213870"/>
                  </a:lnTo>
                  <a:lnTo>
                    <a:pt x="3728257" y="214048"/>
                  </a:lnTo>
                  <a:lnTo>
                    <a:pt x="3798602" y="214226"/>
                  </a:lnTo>
                  <a:lnTo>
                    <a:pt x="3868946" y="214403"/>
                  </a:lnTo>
                  <a:lnTo>
                    <a:pt x="3939291" y="214581"/>
                  </a:lnTo>
                  <a:lnTo>
                    <a:pt x="4009635" y="214759"/>
                  </a:lnTo>
                  <a:lnTo>
                    <a:pt x="4079980" y="214936"/>
                  </a:lnTo>
                  <a:lnTo>
                    <a:pt x="4150324" y="215114"/>
                  </a:lnTo>
                  <a:lnTo>
                    <a:pt x="4220669" y="215291"/>
                  </a:lnTo>
                  <a:lnTo>
                    <a:pt x="4291013" y="215468"/>
                  </a:lnTo>
                  <a:lnTo>
                    <a:pt x="4361358" y="215645"/>
                  </a:lnTo>
                  <a:lnTo>
                    <a:pt x="4431702" y="215822"/>
                  </a:lnTo>
                  <a:lnTo>
                    <a:pt x="4502047" y="215999"/>
                  </a:lnTo>
                  <a:lnTo>
                    <a:pt x="4572391" y="216176"/>
                  </a:lnTo>
                  <a:lnTo>
                    <a:pt x="4642736" y="216352"/>
                  </a:lnTo>
                  <a:lnTo>
                    <a:pt x="4713080" y="216529"/>
                  </a:lnTo>
                  <a:lnTo>
                    <a:pt x="4783425" y="216705"/>
                  </a:lnTo>
                  <a:lnTo>
                    <a:pt x="4853769" y="216882"/>
                  </a:lnTo>
                  <a:lnTo>
                    <a:pt x="4924114" y="217058"/>
                  </a:lnTo>
                  <a:lnTo>
                    <a:pt x="4994458" y="217234"/>
                  </a:lnTo>
                  <a:lnTo>
                    <a:pt x="5064803" y="217410"/>
                  </a:lnTo>
                  <a:lnTo>
                    <a:pt x="5135147" y="217586"/>
                  </a:lnTo>
                  <a:lnTo>
                    <a:pt x="5205492" y="217762"/>
                  </a:lnTo>
                  <a:lnTo>
                    <a:pt x="5275836" y="217937"/>
                  </a:lnTo>
                  <a:lnTo>
                    <a:pt x="5346181" y="218113"/>
                  </a:lnTo>
                  <a:lnTo>
                    <a:pt x="5416525" y="218288"/>
                  </a:lnTo>
                  <a:lnTo>
                    <a:pt x="5486870" y="218464"/>
                  </a:lnTo>
                  <a:lnTo>
                    <a:pt x="5557214" y="218639"/>
                  </a:lnTo>
                  <a:lnTo>
                    <a:pt x="5627559" y="218814"/>
                  </a:lnTo>
                  <a:lnTo>
                    <a:pt x="5697903" y="218989"/>
                  </a:lnTo>
                  <a:lnTo>
                    <a:pt x="5768248" y="219164"/>
                  </a:lnTo>
                  <a:lnTo>
                    <a:pt x="5838592" y="219339"/>
                  </a:lnTo>
                  <a:lnTo>
                    <a:pt x="5908937" y="219514"/>
                  </a:lnTo>
                  <a:lnTo>
                    <a:pt x="5979281" y="219688"/>
                  </a:lnTo>
                  <a:lnTo>
                    <a:pt x="6049626" y="219863"/>
                  </a:lnTo>
                  <a:lnTo>
                    <a:pt x="6119970" y="220037"/>
                  </a:lnTo>
                  <a:lnTo>
                    <a:pt x="6190315" y="220212"/>
                  </a:lnTo>
                  <a:lnTo>
                    <a:pt x="6260659" y="220386"/>
                  </a:lnTo>
                  <a:lnTo>
                    <a:pt x="6331004" y="220560"/>
                  </a:lnTo>
                  <a:lnTo>
                    <a:pt x="6401348" y="220734"/>
                  </a:lnTo>
                  <a:lnTo>
                    <a:pt x="6471693" y="220908"/>
                  </a:lnTo>
                  <a:lnTo>
                    <a:pt x="6542037" y="221082"/>
                  </a:lnTo>
                  <a:lnTo>
                    <a:pt x="6612382" y="221255"/>
                  </a:lnTo>
                  <a:lnTo>
                    <a:pt x="6682726" y="221429"/>
                  </a:lnTo>
                  <a:lnTo>
                    <a:pt x="6753071" y="221603"/>
                  </a:lnTo>
                  <a:lnTo>
                    <a:pt x="6823415" y="221776"/>
                  </a:lnTo>
                  <a:lnTo>
                    <a:pt x="6893760" y="221949"/>
                  </a:lnTo>
                  <a:lnTo>
                    <a:pt x="6964104" y="222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93276"/>
              <a:ext cx="6964104" cy="160785"/>
            </a:xfrm>
            <a:custGeom>
              <a:avLst/>
              <a:pathLst>
                <a:path w="6964104" h="160785">
                  <a:moveTo>
                    <a:pt x="6964104" y="160785"/>
                  </a:moveTo>
                  <a:lnTo>
                    <a:pt x="6893760" y="158924"/>
                  </a:lnTo>
                  <a:lnTo>
                    <a:pt x="6823415" y="157039"/>
                  </a:lnTo>
                  <a:lnTo>
                    <a:pt x="6753071" y="155130"/>
                  </a:lnTo>
                  <a:lnTo>
                    <a:pt x="6682726" y="153196"/>
                  </a:lnTo>
                  <a:lnTo>
                    <a:pt x="6612382" y="151239"/>
                  </a:lnTo>
                  <a:lnTo>
                    <a:pt x="6542037" y="149256"/>
                  </a:lnTo>
                  <a:lnTo>
                    <a:pt x="6471693" y="147248"/>
                  </a:lnTo>
                  <a:lnTo>
                    <a:pt x="6401348" y="145214"/>
                  </a:lnTo>
                  <a:lnTo>
                    <a:pt x="6331004" y="143155"/>
                  </a:lnTo>
                  <a:lnTo>
                    <a:pt x="6260659" y="141069"/>
                  </a:lnTo>
                  <a:lnTo>
                    <a:pt x="6190315" y="138957"/>
                  </a:lnTo>
                  <a:lnTo>
                    <a:pt x="6119970" y="136818"/>
                  </a:lnTo>
                  <a:lnTo>
                    <a:pt x="6049626" y="134652"/>
                  </a:lnTo>
                  <a:lnTo>
                    <a:pt x="5979281" y="132458"/>
                  </a:lnTo>
                  <a:lnTo>
                    <a:pt x="5908937" y="130236"/>
                  </a:lnTo>
                  <a:lnTo>
                    <a:pt x="5838592" y="127986"/>
                  </a:lnTo>
                  <a:lnTo>
                    <a:pt x="5768248" y="125707"/>
                  </a:lnTo>
                  <a:lnTo>
                    <a:pt x="5697903" y="123400"/>
                  </a:lnTo>
                  <a:lnTo>
                    <a:pt x="5627559" y="121063"/>
                  </a:lnTo>
                  <a:lnTo>
                    <a:pt x="5557214" y="118696"/>
                  </a:lnTo>
                  <a:lnTo>
                    <a:pt x="5486870" y="116299"/>
                  </a:lnTo>
                  <a:lnTo>
                    <a:pt x="5416525" y="113871"/>
                  </a:lnTo>
                  <a:lnTo>
                    <a:pt x="5346181" y="111413"/>
                  </a:lnTo>
                  <a:lnTo>
                    <a:pt x="5275836" y="108923"/>
                  </a:lnTo>
                  <a:lnTo>
                    <a:pt x="5205492" y="106402"/>
                  </a:lnTo>
                  <a:lnTo>
                    <a:pt x="5135147" y="103849"/>
                  </a:lnTo>
                  <a:lnTo>
                    <a:pt x="5064803" y="101263"/>
                  </a:lnTo>
                  <a:lnTo>
                    <a:pt x="4994458" y="98644"/>
                  </a:lnTo>
                  <a:lnTo>
                    <a:pt x="4924114" y="95992"/>
                  </a:lnTo>
                  <a:lnTo>
                    <a:pt x="4853769" y="93306"/>
                  </a:lnTo>
                  <a:lnTo>
                    <a:pt x="4783425" y="90586"/>
                  </a:lnTo>
                  <a:lnTo>
                    <a:pt x="4713080" y="87831"/>
                  </a:lnTo>
                  <a:lnTo>
                    <a:pt x="4642736" y="85041"/>
                  </a:lnTo>
                  <a:lnTo>
                    <a:pt x="4572391" y="82216"/>
                  </a:lnTo>
                  <a:lnTo>
                    <a:pt x="4502047" y="79355"/>
                  </a:lnTo>
                  <a:lnTo>
                    <a:pt x="4431702" y="76457"/>
                  </a:lnTo>
                  <a:lnTo>
                    <a:pt x="4361358" y="73522"/>
                  </a:lnTo>
                  <a:lnTo>
                    <a:pt x="4291013" y="70550"/>
                  </a:lnTo>
                  <a:lnTo>
                    <a:pt x="4220669" y="67541"/>
                  </a:lnTo>
                  <a:lnTo>
                    <a:pt x="4150324" y="64493"/>
                  </a:lnTo>
                  <a:lnTo>
                    <a:pt x="4079980" y="61406"/>
                  </a:lnTo>
                  <a:lnTo>
                    <a:pt x="4009635" y="58280"/>
                  </a:lnTo>
                  <a:lnTo>
                    <a:pt x="3939291" y="55114"/>
                  </a:lnTo>
                  <a:lnTo>
                    <a:pt x="3868946" y="51908"/>
                  </a:lnTo>
                  <a:lnTo>
                    <a:pt x="3798602" y="48661"/>
                  </a:lnTo>
                  <a:lnTo>
                    <a:pt x="3728257" y="45372"/>
                  </a:lnTo>
                  <a:lnTo>
                    <a:pt x="3657913" y="42042"/>
                  </a:lnTo>
                  <a:lnTo>
                    <a:pt x="3587569" y="38669"/>
                  </a:lnTo>
                  <a:lnTo>
                    <a:pt x="3517224" y="35254"/>
                  </a:lnTo>
                  <a:lnTo>
                    <a:pt x="3446880" y="31795"/>
                  </a:lnTo>
                  <a:lnTo>
                    <a:pt x="3376535" y="28292"/>
                  </a:lnTo>
                  <a:lnTo>
                    <a:pt x="3306191" y="24744"/>
                  </a:lnTo>
                  <a:lnTo>
                    <a:pt x="3235846" y="21151"/>
                  </a:lnTo>
                  <a:lnTo>
                    <a:pt x="3165502" y="17513"/>
                  </a:lnTo>
                  <a:lnTo>
                    <a:pt x="3095157" y="13828"/>
                  </a:lnTo>
                  <a:lnTo>
                    <a:pt x="3024813" y="10097"/>
                  </a:lnTo>
                  <a:lnTo>
                    <a:pt x="2954468" y="7619"/>
                  </a:lnTo>
                  <a:lnTo>
                    <a:pt x="2884124" y="7439"/>
                  </a:lnTo>
                  <a:lnTo>
                    <a:pt x="2813779" y="7260"/>
                  </a:lnTo>
                  <a:lnTo>
                    <a:pt x="2743435" y="7081"/>
                  </a:lnTo>
                  <a:lnTo>
                    <a:pt x="2673090" y="6901"/>
                  </a:lnTo>
                  <a:lnTo>
                    <a:pt x="2602746" y="6722"/>
                  </a:lnTo>
                  <a:lnTo>
                    <a:pt x="2532401" y="6542"/>
                  </a:lnTo>
                  <a:lnTo>
                    <a:pt x="2462057" y="6362"/>
                  </a:lnTo>
                  <a:lnTo>
                    <a:pt x="2391712" y="6182"/>
                  </a:lnTo>
                  <a:lnTo>
                    <a:pt x="2321368" y="6002"/>
                  </a:lnTo>
                  <a:lnTo>
                    <a:pt x="2251023" y="5822"/>
                  </a:lnTo>
                  <a:lnTo>
                    <a:pt x="2180679" y="5642"/>
                  </a:lnTo>
                  <a:lnTo>
                    <a:pt x="2110334" y="5461"/>
                  </a:lnTo>
                  <a:lnTo>
                    <a:pt x="2039990" y="5281"/>
                  </a:lnTo>
                  <a:lnTo>
                    <a:pt x="1969645" y="5100"/>
                  </a:lnTo>
                  <a:lnTo>
                    <a:pt x="1899301" y="4919"/>
                  </a:lnTo>
                  <a:lnTo>
                    <a:pt x="1828956" y="4739"/>
                  </a:lnTo>
                  <a:lnTo>
                    <a:pt x="1758612" y="4558"/>
                  </a:lnTo>
                  <a:lnTo>
                    <a:pt x="1688267" y="4377"/>
                  </a:lnTo>
                  <a:lnTo>
                    <a:pt x="1617923" y="4196"/>
                  </a:lnTo>
                  <a:lnTo>
                    <a:pt x="1547578" y="4014"/>
                  </a:lnTo>
                  <a:lnTo>
                    <a:pt x="1477234" y="3833"/>
                  </a:lnTo>
                  <a:lnTo>
                    <a:pt x="1406889" y="3652"/>
                  </a:lnTo>
                  <a:lnTo>
                    <a:pt x="1336545" y="3470"/>
                  </a:lnTo>
                  <a:lnTo>
                    <a:pt x="1266200" y="3288"/>
                  </a:lnTo>
                  <a:lnTo>
                    <a:pt x="1195856" y="3107"/>
                  </a:lnTo>
                  <a:lnTo>
                    <a:pt x="1125511" y="2925"/>
                  </a:lnTo>
                  <a:lnTo>
                    <a:pt x="1055167" y="2743"/>
                  </a:lnTo>
                  <a:lnTo>
                    <a:pt x="984822" y="2561"/>
                  </a:lnTo>
                  <a:lnTo>
                    <a:pt x="914478" y="2378"/>
                  </a:lnTo>
                  <a:lnTo>
                    <a:pt x="844133" y="2196"/>
                  </a:lnTo>
                  <a:lnTo>
                    <a:pt x="773789" y="2014"/>
                  </a:lnTo>
                  <a:lnTo>
                    <a:pt x="703444" y="1831"/>
                  </a:lnTo>
                  <a:lnTo>
                    <a:pt x="633100" y="1648"/>
                  </a:lnTo>
                  <a:lnTo>
                    <a:pt x="562755" y="1466"/>
                  </a:lnTo>
                  <a:lnTo>
                    <a:pt x="492411" y="1283"/>
                  </a:lnTo>
                  <a:lnTo>
                    <a:pt x="422066" y="1100"/>
                  </a:lnTo>
                  <a:lnTo>
                    <a:pt x="351722" y="917"/>
                  </a:lnTo>
                  <a:lnTo>
                    <a:pt x="281377" y="733"/>
                  </a:lnTo>
                  <a:lnTo>
                    <a:pt x="211033" y="550"/>
                  </a:lnTo>
                  <a:lnTo>
                    <a:pt x="140688" y="367"/>
                  </a:lnTo>
                  <a:lnTo>
                    <a:pt x="70344" y="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3004019"/>
              <a:ext cx="6964104" cy="190572"/>
            </a:xfrm>
            <a:custGeom>
              <a:avLst/>
              <a:pathLst>
                <a:path w="6964104" h="190572">
                  <a:moveTo>
                    <a:pt x="0" y="0"/>
                  </a:moveTo>
                  <a:lnTo>
                    <a:pt x="70344" y="2615"/>
                  </a:lnTo>
                  <a:lnTo>
                    <a:pt x="140688" y="5214"/>
                  </a:lnTo>
                  <a:lnTo>
                    <a:pt x="211033" y="7795"/>
                  </a:lnTo>
                  <a:lnTo>
                    <a:pt x="281377" y="10360"/>
                  </a:lnTo>
                  <a:lnTo>
                    <a:pt x="351722" y="12907"/>
                  </a:lnTo>
                  <a:lnTo>
                    <a:pt x="422066" y="15438"/>
                  </a:lnTo>
                  <a:lnTo>
                    <a:pt x="492411" y="17952"/>
                  </a:lnTo>
                  <a:lnTo>
                    <a:pt x="562755" y="20449"/>
                  </a:lnTo>
                  <a:lnTo>
                    <a:pt x="633100" y="22930"/>
                  </a:lnTo>
                  <a:lnTo>
                    <a:pt x="703444" y="25395"/>
                  </a:lnTo>
                  <a:lnTo>
                    <a:pt x="773789" y="27843"/>
                  </a:lnTo>
                  <a:lnTo>
                    <a:pt x="844133" y="30275"/>
                  </a:lnTo>
                  <a:lnTo>
                    <a:pt x="914478" y="32691"/>
                  </a:lnTo>
                  <a:lnTo>
                    <a:pt x="984822" y="35091"/>
                  </a:lnTo>
                  <a:lnTo>
                    <a:pt x="1055167" y="37475"/>
                  </a:lnTo>
                  <a:lnTo>
                    <a:pt x="1125511" y="39844"/>
                  </a:lnTo>
                  <a:lnTo>
                    <a:pt x="1195856" y="42196"/>
                  </a:lnTo>
                  <a:lnTo>
                    <a:pt x="1266200" y="44534"/>
                  </a:lnTo>
                  <a:lnTo>
                    <a:pt x="1336545" y="46856"/>
                  </a:lnTo>
                  <a:lnTo>
                    <a:pt x="1406889" y="49162"/>
                  </a:lnTo>
                  <a:lnTo>
                    <a:pt x="1477234" y="51453"/>
                  </a:lnTo>
                  <a:lnTo>
                    <a:pt x="1547578" y="53730"/>
                  </a:lnTo>
                  <a:lnTo>
                    <a:pt x="1617923" y="55991"/>
                  </a:lnTo>
                  <a:lnTo>
                    <a:pt x="1688267" y="58237"/>
                  </a:lnTo>
                  <a:lnTo>
                    <a:pt x="1758612" y="60469"/>
                  </a:lnTo>
                  <a:lnTo>
                    <a:pt x="1828956" y="62685"/>
                  </a:lnTo>
                  <a:lnTo>
                    <a:pt x="1899301" y="64887"/>
                  </a:lnTo>
                  <a:lnTo>
                    <a:pt x="1969645" y="67075"/>
                  </a:lnTo>
                  <a:lnTo>
                    <a:pt x="2039990" y="69248"/>
                  </a:lnTo>
                  <a:lnTo>
                    <a:pt x="2110334" y="71407"/>
                  </a:lnTo>
                  <a:lnTo>
                    <a:pt x="2180679" y="73551"/>
                  </a:lnTo>
                  <a:lnTo>
                    <a:pt x="2251023" y="75681"/>
                  </a:lnTo>
                  <a:lnTo>
                    <a:pt x="2321368" y="77798"/>
                  </a:lnTo>
                  <a:lnTo>
                    <a:pt x="2391712" y="79900"/>
                  </a:lnTo>
                  <a:lnTo>
                    <a:pt x="2462057" y="81988"/>
                  </a:lnTo>
                  <a:lnTo>
                    <a:pt x="2532401" y="84063"/>
                  </a:lnTo>
                  <a:lnTo>
                    <a:pt x="2602746" y="86124"/>
                  </a:lnTo>
                  <a:lnTo>
                    <a:pt x="2673090" y="88171"/>
                  </a:lnTo>
                  <a:lnTo>
                    <a:pt x="2743435" y="90205"/>
                  </a:lnTo>
                  <a:lnTo>
                    <a:pt x="2813779" y="92226"/>
                  </a:lnTo>
                  <a:lnTo>
                    <a:pt x="2884124" y="94233"/>
                  </a:lnTo>
                  <a:lnTo>
                    <a:pt x="2954468" y="96226"/>
                  </a:lnTo>
                  <a:lnTo>
                    <a:pt x="3024813" y="98207"/>
                  </a:lnTo>
                  <a:lnTo>
                    <a:pt x="3095157" y="100175"/>
                  </a:lnTo>
                  <a:lnTo>
                    <a:pt x="3165502" y="102129"/>
                  </a:lnTo>
                  <a:lnTo>
                    <a:pt x="3235846" y="104071"/>
                  </a:lnTo>
                  <a:lnTo>
                    <a:pt x="3306191" y="106000"/>
                  </a:lnTo>
                  <a:lnTo>
                    <a:pt x="3376535" y="107916"/>
                  </a:lnTo>
                  <a:lnTo>
                    <a:pt x="3446880" y="109819"/>
                  </a:lnTo>
                  <a:lnTo>
                    <a:pt x="3517224" y="111710"/>
                  </a:lnTo>
                  <a:lnTo>
                    <a:pt x="3587569" y="113589"/>
                  </a:lnTo>
                  <a:lnTo>
                    <a:pt x="3657913" y="115455"/>
                  </a:lnTo>
                  <a:lnTo>
                    <a:pt x="3728257" y="117309"/>
                  </a:lnTo>
                  <a:lnTo>
                    <a:pt x="3798602" y="119150"/>
                  </a:lnTo>
                  <a:lnTo>
                    <a:pt x="3868946" y="120979"/>
                  </a:lnTo>
                  <a:lnTo>
                    <a:pt x="3939291" y="122797"/>
                  </a:lnTo>
                  <a:lnTo>
                    <a:pt x="4009635" y="124602"/>
                  </a:lnTo>
                  <a:lnTo>
                    <a:pt x="4079980" y="126395"/>
                  </a:lnTo>
                  <a:lnTo>
                    <a:pt x="4150324" y="128177"/>
                  </a:lnTo>
                  <a:lnTo>
                    <a:pt x="4220669" y="129946"/>
                  </a:lnTo>
                  <a:lnTo>
                    <a:pt x="4291013" y="131705"/>
                  </a:lnTo>
                  <a:lnTo>
                    <a:pt x="4361358" y="133451"/>
                  </a:lnTo>
                  <a:lnTo>
                    <a:pt x="4431702" y="135186"/>
                  </a:lnTo>
                  <a:lnTo>
                    <a:pt x="4502047" y="136909"/>
                  </a:lnTo>
                  <a:lnTo>
                    <a:pt x="4572391" y="138621"/>
                  </a:lnTo>
                  <a:lnTo>
                    <a:pt x="4642736" y="140322"/>
                  </a:lnTo>
                  <a:lnTo>
                    <a:pt x="4713080" y="142012"/>
                  </a:lnTo>
                  <a:lnTo>
                    <a:pt x="4783425" y="143690"/>
                  </a:lnTo>
                  <a:lnTo>
                    <a:pt x="4853769" y="145358"/>
                  </a:lnTo>
                  <a:lnTo>
                    <a:pt x="4924114" y="147014"/>
                  </a:lnTo>
                  <a:lnTo>
                    <a:pt x="4994458" y="148659"/>
                  </a:lnTo>
                  <a:lnTo>
                    <a:pt x="5064803" y="150294"/>
                  </a:lnTo>
                  <a:lnTo>
                    <a:pt x="5135147" y="151918"/>
                  </a:lnTo>
                  <a:lnTo>
                    <a:pt x="5205492" y="153531"/>
                  </a:lnTo>
                  <a:lnTo>
                    <a:pt x="5275836" y="155133"/>
                  </a:lnTo>
                  <a:lnTo>
                    <a:pt x="5346181" y="156725"/>
                  </a:lnTo>
                  <a:lnTo>
                    <a:pt x="5416525" y="158306"/>
                  </a:lnTo>
                  <a:lnTo>
                    <a:pt x="5486870" y="159877"/>
                  </a:lnTo>
                  <a:lnTo>
                    <a:pt x="5557214" y="161437"/>
                  </a:lnTo>
                  <a:lnTo>
                    <a:pt x="5627559" y="162988"/>
                  </a:lnTo>
                  <a:lnTo>
                    <a:pt x="5697903" y="164528"/>
                  </a:lnTo>
                  <a:lnTo>
                    <a:pt x="5768248" y="166057"/>
                  </a:lnTo>
                  <a:lnTo>
                    <a:pt x="5838592" y="167577"/>
                  </a:lnTo>
                  <a:lnTo>
                    <a:pt x="5908937" y="169087"/>
                  </a:lnTo>
                  <a:lnTo>
                    <a:pt x="5979281" y="170586"/>
                  </a:lnTo>
                  <a:lnTo>
                    <a:pt x="6049626" y="172076"/>
                  </a:lnTo>
                  <a:lnTo>
                    <a:pt x="6119970" y="173556"/>
                  </a:lnTo>
                  <a:lnTo>
                    <a:pt x="6190315" y="175026"/>
                  </a:lnTo>
                  <a:lnTo>
                    <a:pt x="6260659" y="176487"/>
                  </a:lnTo>
                  <a:lnTo>
                    <a:pt x="6331004" y="177938"/>
                  </a:lnTo>
                  <a:lnTo>
                    <a:pt x="6401348" y="179379"/>
                  </a:lnTo>
                  <a:lnTo>
                    <a:pt x="6471693" y="180811"/>
                  </a:lnTo>
                  <a:lnTo>
                    <a:pt x="6542037" y="182233"/>
                  </a:lnTo>
                  <a:lnTo>
                    <a:pt x="6612382" y="183646"/>
                  </a:lnTo>
                  <a:lnTo>
                    <a:pt x="6682726" y="185050"/>
                  </a:lnTo>
                  <a:lnTo>
                    <a:pt x="6753071" y="186444"/>
                  </a:lnTo>
                  <a:lnTo>
                    <a:pt x="6823415" y="187829"/>
                  </a:lnTo>
                  <a:lnTo>
                    <a:pt x="6893760" y="189205"/>
                  </a:lnTo>
                  <a:lnTo>
                    <a:pt x="6964104" y="1905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5082204"/>
              <a:ext cx="6964104" cy="365250"/>
            </a:xfrm>
            <a:custGeom>
              <a:avLst/>
              <a:pathLst>
                <a:path w="6964104" h="365250">
                  <a:moveTo>
                    <a:pt x="0" y="0"/>
                  </a:moveTo>
                  <a:lnTo>
                    <a:pt x="70344" y="6428"/>
                  </a:lnTo>
                  <a:lnTo>
                    <a:pt x="140688" y="12775"/>
                  </a:lnTo>
                  <a:lnTo>
                    <a:pt x="211033" y="19043"/>
                  </a:lnTo>
                  <a:lnTo>
                    <a:pt x="281377" y="25232"/>
                  </a:lnTo>
                  <a:lnTo>
                    <a:pt x="351722" y="31343"/>
                  </a:lnTo>
                  <a:lnTo>
                    <a:pt x="422066" y="37378"/>
                  </a:lnTo>
                  <a:lnTo>
                    <a:pt x="492411" y="43336"/>
                  </a:lnTo>
                  <a:lnTo>
                    <a:pt x="562755" y="49220"/>
                  </a:lnTo>
                  <a:lnTo>
                    <a:pt x="633100" y="55030"/>
                  </a:lnTo>
                  <a:lnTo>
                    <a:pt x="703444" y="60766"/>
                  </a:lnTo>
                  <a:lnTo>
                    <a:pt x="773789" y="66431"/>
                  </a:lnTo>
                  <a:lnTo>
                    <a:pt x="844133" y="72024"/>
                  </a:lnTo>
                  <a:lnTo>
                    <a:pt x="914478" y="77547"/>
                  </a:lnTo>
                  <a:lnTo>
                    <a:pt x="984822" y="83001"/>
                  </a:lnTo>
                  <a:lnTo>
                    <a:pt x="1055167" y="88386"/>
                  </a:lnTo>
                  <a:lnTo>
                    <a:pt x="1125511" y="93704"/>
                  </a:lnTo>
                  <a:lnTo>
                    <a:pt x="1195856" y="98954"/>
                  </a:lnTo>
                  <a:lnTo>
                    <a:pt x="1266200" y="104139"/>
                  </a:lnTo>
                  <a:lnTo>
                    <a:pt x="1336545" y="109258"/>
                  </a:lnTo>
                  <a:lnTo>
                    <a:pt x="1406889" y="114314"/>
                  </a:lnTo>
                  <a:lnTo>
                    <a:pt x="1477234" y="119305"/>
                  </a:lnTo>
                  <a:lnTo>
                    <a:pt x="1547578" y="124234"/>
                  </a:lnTo>
                  <a:lnTo>
                    <a:pt x="1617923" y="129101"/>
                  </a:lnTo>
                  <a:lnTo>
                    <a:pt x="1688267" y="133907"/>
                  </a:lnTo>
                  <a:lnTo>
                    <a:pt x="1758612" y="138652"/>
                  </a:lnTo>
                  <a:lnTo>
                    <a:pt x="1828956" y="143338"/>
                  </a:lnTo>
                  <a:lnTo>
                    <a:pt x="1899301" y="147965"/>
                  </a:lnTo>
                  <a:lnTo>
                    <a:pt x="1969645" y="152533"/>
                  </a:lnTo>
                  <a:lnTo>
                    <a:pt x="2039990" y="157045"/>
                  </a:lnTo>
                  <a:lnTo>
                    <a:pt x="2110334" y="161499"/>
                  </a:lnTo>
                  <a:lnTo>
                    <a:pt x="2180679" y="165898"/>
                  </a:lnTo>
                  <a:lnTo>
                    <a:pt x="2251023" y="170241"/>
                  </a:lnTo>
                  <a:lnTo>
                    <a:pt x="2321368" y="174530"/>
                  </a:lnTo>
                  <a:lnTo>
                    <a:pt x="2391712" y="178765"/>
                  </a:lnTo>
                  <a:lnTo>
                    <a:pt x="2462057" y="182946"/>
                  </a:lnTo>
                  <a:lnTo>
                    <a:pt x="2532401" y="187075"/>
                  </a:lnTo>
                  <a:lnTo>
                    <a:pt x="2602746" y="191152"/>
                  </a:lnTo>
                  <a:lnTo>
                    <a:pt x="2673090" y="195178"/>
                  </a:lnTo>
                  <a:lnTo>
                    <a:pt x="2743435" y="199154"/>
                  </a:lnTo>
                  <a:lnTo>
                    <a:pt x="2813779" y="203079"/>
                  </a:lnTo>
                  <a:lnTo>
                    <a:pt x="2884124" y="206955"/>
                  </a:lnTo>
                  <a:lnTo>
                    <a:pt x="2954468" y="210782"/>
                  </a:lnTo>
                  <a:lnTo>
                    <a:pt x="3024813" y="212263"/>
                  </a:lnTo>
                  <a:lnTo>
                    <a:pt x="3095157" y="212442"/>
                  </a:lnTo>
                  <a:lnTo>
                    <a:pt x="3165502" y="212621"/>
                  </a:lnTo>
                  <a:lnTo>
                    <a:pt x="3235846" y="212799"/>
                  </a:lnTo>
                  <a:lnTo>
                    <a:pt x="3306191" y="212978"/>
                  </a:lnTo>
                  <a:lnTo>
                    <a:pt x="3376535" y="213157"/>
                  </a:lnTo>
                  <a:lnTo>
                    <a:pt x="3446880" y="213335"/>
                  </a:lnTo>
                  <a:lnTo>
                    <a:pt x="3517224" y="213513"/>
                  </a:lnTo>
                  <a:lnTo>
                    <a:pt x="3587569" y="213692"/>
                  </a:lnTo>
                  <a:lnTo>
                    <a:pt x="3657913" y="213870"/>
                  </a:lnTo>
                  <a:lnTo>
                    <a:pt x="3728257" y="214048"/>
                  </a:lnTo>
                  <a:lnTo>
                    <a:pt x="3798602" y="214226"/>
                  </a:lnTo>
                  <a:lnTo>
                    <a:pt x="3868946" y="214403"/>
                  </a:lnTo>
                  <a:lnTo>
                    <a:pt x="3939291" y="214581"/>
                  </a:lnTo>
                  <a:lnTo>
                    <a:pt x="4009635" y="214759"/>
                  </a:lnTo>
                  <a:lnTo>
                    <a:pt x="4079980" y="214936"/>
                  </a:lnTo>
                  <a:lnTo>
                    <a:pt x="4150324" y="215114"/>
                  </a:lnTo>
                  <a:lnTo>
                    <a:pt x="4220669" y="215291"/>
                  </a:lnTo>
                  <a:lnTo>
                    <a:pt x="4291013" y="215468"/>
                  </a:lnTo>
                  <a:lnTo>
                    <a:pt x="4361358" y="215645"/>
                  </a:lnTo>
                  <a:lnTo>
                    <a:pt x="4431702" y="215822"/>
                  </a:lnTo>
                  <a:lnTo>
                    <a:pt x="4502047" y="215999"/>
                  </a:lnTo>
                  <a:lnTo>
                    <a:pt x="4572391" y="216176"/>
                  </a:lnTo>
                  <a:lnTo>
                    <a:pt x="4642736" y="216352"/>
                  </a:lnTo>
                  <a:lnTo>
                    <a:pt x="4713080" y="216529"/>
                  </a:lnTo>
                  <a:lnTo>
                    <a:pt x="4783425" y="216705"/>
                  </a:lnTo>
                  <a:lnTo>
                    <a:pt x="4853769" y="216882"/>
                  </a:lnTo>
                  <a:lnTo>
                    <a:pt x="4924114" y="217058"/>
                  </a:lnTo>
                  <a:lnTo>
                    <a:pt x="4994458" y="217234"/>
                  </a:lnTo>
                  <a:lnTo>
                    <a:pt x="5064803" y="217410"/>
                  </a:lnTo>
                  <a:lnTo>
                    <a:pt x="5135147" y="217586"/>
                  </a:lnTo>
                  <a:lnTo>
                    <a:pt x="5205492" y="217762"/>
                  </a:lnTo>
                  <a:lnTo>
                    <a:pt x="5275836" y="217937"/>
                  </a:lnTo>
                  <a:lnTo>
                    <a:pt x="5346181" y="218113"/>
                  </a:lnTo>
                  <a:lnTo>
                    <a:pt x="5416525" y="218288"/>
                  </a:lnTo>
                  <a:lnTo>
                    <a:pt x="5486870" y="218464"/>
                  </a:lnTo>
                  <a:lnTo>
                    <a:pt x="5557214" y="218639"/>
                  </a:lnTo>
                  <a:lnTo>
                    <a:pt x="5627559" y="218814"/>
                  </a:lnTo>
                  <a:lnTo>
                    <a:pt x="5697903" y="218989"/>
                  </a:lnTo>
                  <a:lnTo>
                    <a:pt x="5768248" y="219164"/>
                  </a:lnTo>
                  <a:lnTo>
                    <a:pt x="5838592" y="219339"/>
                  </a:lnTo>
                  <a:lnTo>
                    <a:pt x="5908937" y="219514"/>
                  </a:lnTo>
                  <a:lnTo>
                    <a:pt x="5979281" y="219688"/>
                  </a:lnTo>
                  <a:lnTo>
                    <a:pt x="6049626" y="219863"/>
                  </a:lnTo>
                  <a:lnTo>
                    <a:pt x="6119970" y="220037"/>
                  </a:lnTo>
                  <a:lnTo>
                    <a:pt x="6190315" y="220212"/>
                  </a:lnTo>
                  <a:lnTo>
                    <a:pt x="6260659" y="220386"/>
                  </a:lnTo>
                  <a:lnTo>
                    <a:pt x="6331004" y="220560"/>
                  </a:lnTo>
                  <a:lnTo>
                    <a:pt x="6401348" y="220734"/>
                  </a:lnTo>
                  <a:lnTo>
                    <a:pt x="6471693" y="220908"/>
                  </a:lnTo>
                  <a:lnTo>
                    <a:pt x="6542037" y="221082"/>
                  </a:lnTo>
                  <a:lnTo>
                    <a:pt x="6612382" y="221255"/>
                  </a:lnTo>
                  <a:lnTo>
                    <a:pt x="6682726" y="221429"/>
                  </a:lnTo>
                  <a:lnTo>
                    <a:pt x="6753071" y="221603"/>
                  </a:lnTo>
                  <a:lnTo>
                    <a:pt x="6823415" y="221776"/>
                  </a:lnTo>
                  <a:lnTo>
                    <a:pt x="6893760" y="221949"/>
                  </a:lnTo>
                  <a:lnTo>
                    <a:pt x="6964104" y="222122"/>
                  </a:lnTo>
                  <a:lnTo>
                    <a:pt x="6964104" y="365250"/>
                  </a:lnTo>
                  <a:lnTo>
                    <a:pt x="6893760" y="363389"/>
                  </a:lnTo>
                  <a:lnTo>
                    <a:pt x="6823415" y="361504"/>
                  </a:lnTo>
                  <a:lnTo>
                    <a:pt x="6753071" y="359595"/>
                  </a:lnTo>
                  <a:lnTo>
                    <a:pt x="6682726" y="357662"/>
                  </a:lnTo>
                  <a:lnTo>
                    <a:pt x="6612382" y="355704"/>
                  </a:lnTo>
                  <a:lnTo>
                    <a:pt x="6542037" y="353721"/>
                  </a:lnTo>
                  <a:lnTo>
                    <a:pt x="6471693" y="351713"/>
                  </a:lnTo>
                  <a:lnTo>
                    <a:pt x="6401348" y="349679"/>
                  </a:lnTo>
                  <a:lnTo>
                    <a:pt x="6331004" y="347620"/>
                  </a:lnTo>
                  <a:lnTo>
                    <a:pt x="6260659" y="345534"/>
                  </a:lnTo>
                  <a:lnTo>
                    <a:pt x="6190315" y="343422"/>
                  </a:lnTo>
                  <a:lnTo>
                    <a:pt x="6119970" y="341283"/>
                  </a:lnTo>
                  <a:lnTo>
                    <a:pt x="6049626" y="339117"/>
                  </a:lnTo>
                  <a:lnTo>
                    <a:pt x="5979281" y="336923"/>
                  </a:lnTo>
                  <a:lnTo>
                    <a:pt x="5908937" y="334701"/>
                  </a:lnTo>
                  <a:lnTo>
                    <a:pt x="5838592" y="332451"/>
                  </a:lnTo>
                  <a:lnTo>
                    <a:pt x="5768248" y="330172"/>
                  </a:lnTo>
                  <a:lnTo>
                    <a:pt x="5697903" y="327865"/>
                  </a:lnTo>
                  <a:lnTo>
                    <a:pt x="5627559" y="325528"/>
                  </a:lnTo>
                  <a:lnTo>
                    <a:pt x="5557214" y="323161"/>
                  </a:lnTo>
                  <a:lnTo>
                    <a:pt x="5486870" y="320764"/>
                  </a:lnTo>
                  <a:lnTo>
                    <a:pt x="5416525" y="318336"/>
                  </a:lnTo>
                  <a:lnTo>
                    <a:pt x="5346181" y="315878"/>
                  </a:lnTo>
                  <a:lnTo>
                    <a:pt x="5275836" y="313388"/>
                  </a:lnTo>
                  <a:lnTo>
                    <a:pt x="5205492" y="310867"/>
                  </a:lnTo>
                  <a:lnTo>
                    <a:pt x="5135147" y="308314"/>
                  </a:lnTo>
                  <a:lnTo>
                    <a:pt x="5064803" y="305728"/>
                  </a:lnTo>
                  <a:lnTo>
                    <a:pt x="4994458" y="303109"/>
                  </a:lnTo>
                  <a:lnTo>
                    <a:pt x="4924114" y="300457"/>
                  </a:lnTo>
                  <a:lnTo>
                    <a:pt x="4853769" y="297771"/>
                  </a:lnTo>
                  <a:lnTo>
                    <a:pt x="4783425" y="295051"/>
                  </a:lnTo>
                  <a:lnTo>
                    <a:pt x="4713080" y="292296"/>
                  </a:lnTo>
                  <a:lnTo>
                    <a:pt x="4642736" y="289506"/>
                  </a:lnTo>
                  <a:lnTo>
                    <a:pt x="4572391" y="286681"/>
                  </a:lnTo>
                  <a:lnTo>
                    <a:pt x="4502047" y="283820"/>
                  </a:lnTo>
                  <a:lnTo>
                    <a:pt x="4431702" y="280922"/>
                  </a:lnTo>
                  <a:lnTo>
                    <a:pt x="4361358" y="277987"/>
                  </a:lnTo>
                  <a:lnTo>
                    <a:pt x="4291013" y="275016"/>
                  </a:lnTo>
                  <a:lnTo>
                    <a:pt x="4220669" y="272006"/>
                  </a:lnTo>
                  <a:lnTo>
                    <a:pt x="4150324" y="268958"/>
                  </a:lnTo>
                  <a:lnTo>
                    <a:pt x="4079980" y="265871"/>
                  </a:lnTo>
                  <a:lnTo>
                    <a:pt x="4009635" y="262745"/>
                  </a:lnTo>
                  <a:lnTo>
                    <a:pt x="3939291" y="259579"/>
                  </a:lnTo>
                  <a:lnTo>
                    <a:pt x="3868946" y="256373"/>
                  </a:lnTo>
                  <a:lnTo>
                    <a:pt x="3798602" y="253126"/>
                  </a:lnTo>
                  <a:lnTo>
                    <a:pt x="3728257" y="249837"/>
                  </a:lnTo>
                  <a:lnTo>
                    <a:pt x="3657913" y="246507"/>
                  </a:lnTo>
                  <a:lnTo>
                    <a:pt x="3587569" y="243134"/>
                  </a:lnTo>
                  <a:lnTo>
                    <a:pt x="3517224" y="239719"/>
                  </a:lnTo>
                  <a:lnTo>
                    <a:pt x="3446880" y="236260"/>
                  </a:lnTo>
                  <a:lnTo>
                    <a:pt x="3376535" y="232757"/>
                  </a:lnTo>
                  <a:lnTo>
                    <a:pt x="3306191" y="229209"/>
                  </a:lnTo>
                  <a:lnTo>
                    <a:pt x="3235846" y="225617"/>
                  </a:lnTo>
                  <a:lnTo>
                    <a:pt x="3165502" y="221978"/>
                  </a:lnTo>
                  <a:lnTo>
                    <a:pt x="3095157" y="218293"/>
                  </a:lnTo>
                  <a:lnTo>
                    <a:pt x="3024813" y="214562"/>
                  </a:lnTo>
                  <a:lnTo>
                    <a:pt x="2954468" y="212084"/>
                  </a:lnTo>
                  <a:lnTo>
                    <a:pt x="2884124" y="211904"/>
                  </a:lnTo>
                  <a:lnTo>
                    <a:pt x="2813779" y="211725"/>
                  </a:lnTo>
                  <a:lnTo>
                    <a:pt x="2743435" y="211546"/>
                  </a:lnTo>
                  <a:lnTo>
                    <a:pt x="2673090" y="211366"/>
                  </a:lnTo>
                  <a:lnTo>
                    <a:pt x="2602746" y="211187"/>
                  </a:lnTo>
                  <a:lnTo>
                    <a:pt x="2532401" y="211007"/>
                  </a:lnTo>
                  <a:lnTo>
                    <a:pt x="2462057" y="210827"/>
                  </a:lnTo>
                  <a:lnTo>
                    <a:pt x="2391712" y="210647"/>
                  </a:lnTo>
                  <a:lnTo>
                    <a:pt x="2321368" y="210467"/>
                  </a:lnTo>
                  <a:lnTo>
                    <a:pt x="2251023" y="210287"/>
                  </a:lnTo>
                  <a:lnTo>
                    <a:pt x="2180679" y="210107"/>
                  </a:lnTo>
                  <a:lnTo>
                    <a:pt x="2110334" y="209926"/>
                  </a:lnTo>
                  <a:lnTo>
                    <a:pt x="2039990" y="209746"/>
                  </a:lnTo>
                  <a:lnTo>
                    <a:pt x="1969645" y="209565"/>
                  </a:lnTo>
                  <a:lnTo>
                    <a:pt x="1899301" y="209385"/>
                  </a:lnTo>
                  <a:lnTo>
                    <a:pt x="1828956" y="209204"/>
                  </a:lnTo>
                  <a:lnTo>
                    <a:pt x="1758612" y="209023"/>
                  </a:lnTo>
                  <a:lnTo>
                    <a:pt x="1688267" y="208842"/>
                  </a:lnTo>
                  <a:lnTo>
                    <a:pt x="1617923" y="208661"/>
                  </a:lnTo>
                  <a:lnTo>
                    <a:pt x="1547578" y="208479"/>
                  </a:lnTo>
                  <a:lnTo>
                    <a:pt x="1477234" y="208298"/>
                  </a:lnTo>
                  <a:lnTo>
                    <a:pt x="1406889" y="208117"/>
                  </a:lnTo>
                  <a:lnTo>
                    <a:pt x="1336545" y="207935"/>
                  </a:lnTo>
                  <a:lnTo>
                    <a:pt x="1266200" y="207753"/>
                  </a:lnTo>
                  <a:lnTo>
                    <a:pt x="1195856" y="207572"/>
                  </a:lnTo>
                  <a:lnTo>
                    <a:pt x="1125511" y="207390"/>
                  </a:lnTo>
                  <a:lnTo>
                    <a:pt x="1055167" y="207208"/>
                  </a:lnTo>
                  <a:lnTo>
                    <a:pt x="984822" y="207026"/>
                  </a:lnTo>
                  <a:lnTo>
                    <a:pt x="914478" y="206843"/>
                  </a:lnTo>
                  <a:lnTo>
                    <a:pt x="844133" y="206661"/>
                  </a:lnTo>
                  <a:lnTo>
                    <a:pt x="773789" y="206479"/>
                  </a:lnTo>
                  <a:lnTo>
                    <a:pt x="703444" y="206296"/>
                  </a:lnTo>
                  <a:lnTo>
                    <a:pt x="633100" y="206113"/>
                  </a:lnTo>
                  <a:lnTo>
                    <a:pt x="562755" y="205931"/>
                  </a:lnTo>
                  <a:lnTo>
                    <a:pt x="492411" y="205748"/>
                  </a:lnTo>
                  <a:lnTo>
                    <a:pt x="422066" y="205565"/>
                  </a:lnTo>
                  <a:lnTo>
                    <a:pt x="351722" y="205382"/>
                  </a:lnTo>
                  <a:lnTo>
                    <a:pt x="281377" y="205198"/>
                  </a:lnTo>
                  <a:lnTo>
                    <a:pt x="211033" y="205015"/>
                  </a:lnTo>
                  <a:lnTo>
                    <a:pt x="140688" y="204832"/>
                  </a:lnTo>
                  <a:lnTo>
                    <a:pt x="70344" y="204648"/>
                  </a:lnTo>
                  <a:lnTo>
                    <a:pt x="0" y="2044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5082204"/>
              <a:ext cx="6964104" cy="222122"/>
            </a:xfrm>
            <a:custGeom>
              <a:avLst/>
              <a:pathLst>
                <a:path w="6964104" h="222122">
                  <a:moveTo>
                    <a:pt x="0" y="0"/>
                  </a:moveTo>
                  <a:lnTo>
                    <a:pt x="70344" y="6428"/>
                  </a:lnTo>
                  <a:lnTo>
                    <a:pt x="140688" y="12775"/>
                  </a:lnTo>
                  <a:lnTo>
                    <a:pt x="211033" y="19043"/>
                  </a:lnTo>
                  <a:lnTo>
                    <a:pt x="281377" y="25232"/>
                  </a:lnTo>
                  <a:lnTo>
                    <a:pt x="351722" y="31343"/>
                  </a:lnTo>
                  <a:lnTo>
                    <a:pt x="422066" y="37378"/>
                  </a:lnTo>
                  <a:lnTo>
                    <a:pt x="492411" y="43336"/>
                  </a:lnTo>
                  <a:lnTo>
                    <a:pt x="562755" y="49220"/>
                  </a:lnTo>
                  <a:lnTo>
                    <a:pt x="633100" y="55030"/>
                  </a:lnTo>
                  <a:lnTo>
                    <a:pt x="703444" y="60766"/>
                  </a:lnTo>
                  <a:lnTo>
                    <a:pt x="773789" y="66431"/>
                  </a:lnTo>
                  <a:lnTo>
                    <a:pt x="844133" y="72024"/>
                  </a:lnTo>
                  <a:lnTo>
                    <a:pt x="914478" y="77547"/>
                  </a:lnTo>
                  <a:lnTo>
                    <a:pt x="984822" y="83001"/>
                  </a:lnTo>
                  <a:lnTo>
                    <a:pt x="1055167" y="88386"/>
                  </a:lnTo>
                  <a:lnTo>
                    <a:pt x="1125511" y="93704"/>
                  </a:lnTo>
                  <a:lnTo>
                    <a:pt x="1195856" y="98954"/>
                  </a:lnTo>
                  <a:lnTo>
                    <a:pt x="1266200" y="104139"/>
                  </a:lnTo>
                  <a:lnTo>
                    <a:pt x="1336545" y="109258"/>
                  </a:lnTo>
                  <a:lnTo>
                    <a:pt x="1406889" y="114314"/>
                  </a:lnTo>
                  <a:lnTo>
                    <a:pt x="1477234" y="119305"/>
                  </a:lnTo>
                  <a:lnTo>
                    <a:pt x="1547578" y="124234"/>
                  </a:lnTo>
                  <a:lnTo>
                    <a:pt x="1617923" y="129101"/>
                  </a:lnTo>
                  <a:lnTo>
                    <a:pt x="1688267" y="133907"/>
                  </a:lnTo>
                  <a:lnTo>
                    <a:pt x="1758612" y="138652"/>
                  </a:lnTo>
                  <a:lnTo>
                    <a:pt x="1828956" y="143338"/>
                  </a:lnTo>
                  <a:lnTo>
                    <a:pt x="1899301" y="147965"/>
                  </a:lnTo>
                  <a:lnTo>
                    <a:pt x="1969645" y="152533"/>
                  </a:lnTo>
                  <a:lnTo>
                    <a:pt x="2039990" y="157045"/>
                  </a:lnTo>
                  <a:lnTo>
                    <a:pt x="2110334" y="161499"/>
                  </a:lnTo>
                  <a:lnTo>
                    <a:pt x="2180679" y="165898"/>
                  </a:lnTo>
                  <a:lnTo>
                    <a:pt x="2251023" y="170241"/>
                  </a:lnTo>
                  <a:lnTo>
                    <a:pt x="2321368" y="174530"/>
                  </a:lnTo>
                  <a:lnTo>
                    <a:pt x="2391712" y="178765"/>
                  </a:lnTo>
                  <a:lnTo>
                    <a:pt x="2462057" y="182946"/>
                  </a:lnTo>
                  <a:lnTo>
                    <a:pt x="2532401" y="187075"/>
                  </a:lnTo>
                  <a:lnTo>
                    <a:pt x="2602746" y="191152"/>
                  </a:lnTo>
                  <a:lnTo>
                    <a:pt x="2673090" y="195178"/>
                  </a:lnTo>
                  <a:lnTo>
                    <a:pt x="2743435" y="199154"/>
                  </a:lnTo>
                  <a:lnTo>
                    <a:pt x="2813779" y="203079"/>
                  </a:lnTo>
                  <a:lnTo>
                    <a:pt x="2884124" y="206955"/>
                  </a:lnTo>
                  <a:lnTo>
                    <a:pt x="2954468" y="210782"/>
                  </a:lnTo>
                  <a:lnTo>
                    <a:pt x="3024813" y="212263"/>
                  </a:lnTo>
                  <a:lnTo>
                    <a:pt x="3095157" y="212442"/>
                  </a:lnTo>
                  <a:lnTo>
                    <a:pt x="3165502" y="212621"/>
                  </a:lnTo>
                  <a:lnTo>
                    <a:pt x="3235846" y="212799"/>
                  </a:lnTo>
                  <a:lnTo>
                    <a:pt x="3306191" y="212978"/>
                  </a:lnTo>
                  <a:lnTo>
                    <a:pt x="3376535" y="213157"/>
                  </a:lnTo>
                  <a:lnTo>
                    <a:pt x="3446880" y="213335"/>
                  </a:lnTo>
                  <a:lnTo>
                    <a:pt x="3517224" y="213513"/>
                  </a:lnTo>
                  <a:lnTo>
                    <a:pt x="3587569" y="213692"/>
                  </a:lnTo>
                  <a:lnTo>
                    <a:pt x="3657913" y="213870"/>
                  </a:lnTo>
                  <a:lnTo>
                    <a:pt x="3728257" y="214048"/>
                  </a:lnTo>
                  <a:lnTo>
                    <a:pt x="3798602" y="214226"/>
                  </a:lnTo>
                  <a:lnTo>
                    <a:pt x="3868946" y="214403"/>
                  </a:lnTo>
                  <a:lnTo>
                    <a:pt x="3939291" y="214581"/>
                  </a:lnTo>
                  <a:lnTo>
                    <a:pt x="4009635" y="214759"/>
                  </a:lnTo>
                  <a:lnTo>
                    <a:pt x="4079980" y="214936"/>
                  </a:lnTo>
                  <a:lnTo>
                    <a:pt x="4150324" y="215114"/>
                  </a:lnTo>
                  <a:lnTo>
                    <a:pt x="4220669" y="215291"/>
                  </a:lnTo>
                  <a:lnTo>
                    <a:pt x="4291013" y="215468"/>
                  </a:lnTo>
                  <a:lnTo>
                    <a:pt x="4361358" y="215645"/>
                  </a:lnTo>
                  <a:lnTo>
                    <a:pt x="4431702" y="215822"/>
                  </a:lnTo>
                  <a:lnTo>
                    <a:pt x="4502047" y="215999"/>
                  </a:lnTo>
                  <a:lnTo>
                    <a:pt x="4572391" y="216176"/>
                  </a:lnTo>
                  <a:lnTo>
                    <a:pt x="4642736" y="216352"/>
                  </a:lnTo>
                  <a:lnTo>
                    <a:pt x="4713080" y="216529"/>
                  </a:lnTo>
                  <a:lnTo>
                    <a:pt x="4783425" y="216705"/>
                  </a:lnTo>
                  <a:lnTo>
                    <a:pt x="4853769" y="216882"/>
                  </a:lnTo>
                  <a:lnTo>
                    <a:pt x="4924114" y="217058"/>
                  </a:lnTo>
                  <a:lnTo>
                    <a:pt x="4994458" y="217234"/>
                  </a:lnTo>
                  <a:lnTo>
                    <a:pt x="5064803" y="217410"/>
                  </a:lnTo>
                  <a:lnTo>
                    <a:pt x="5135147" y="217586"/>
                  </a:lnTo>
                  <a:lnTo>
                    <a:pt x="5205492" y="217762"/>
                  </a:lnTo>
                  <a:lnTo>
                    <a:pt x="5275836" y="217937"/>
                  </a:lnTo>
                  <a:lnTo>
                    <a:pt x="5346181" y="218113"/>
                  </a:lnTo>
                  <a:lnTo>
                    <a:pt x="5416525" y="218288"/>
                  </a:lnTo>
                  <a:lnTo>
                    <a:pt x="5486870" y="218464"/>
                  </a:lnTo>
                  <a:lnTo>
                    <a:pt x="5557214" y="218639"/>
                  </a:lnTo>
                  <a:lnTo>
                    <a:pt x="5627559" y="218814"/>
                  </a:lnTo>
                  <a:lnTo>
                    <a:pt x="5697903" y="218989"/>
                  </a:lnTo>
                  <a:lnTo>
                    <a:pt x="5768248" y="219164"/>
                  </a:lnTo>
                  <a:lnTo>
                    <a:pt x="5838592" y="219339"/>
                  </a:lnTo>
                  <a:lnTo>
                    <a:pt x="5908937" y="219514"/>
                  </a:lnTo>
                  <a:lnTo>
                    <a:pt x="5979281" y="219688"/>
                  </a:lnTo>
                  <a:lnTo>
                    <a:pt x="6049626" y="219863"/>
                  </a:lnTo>
                  <a:lnTo>
                    <a:pt x="6119970" y="220037"/>
                  </a:lnTo>
                  <a:lnTo>
                    <a:pt x="6190315" y="220212"/>
                  </a:lnTo>
                  <a:lnTo>
                    <a:pt x="6260659" y="220386"/>
                  </a:lnTo>
                  <a:lnTo>
                    <a:pt x="6331004" y="220560"/>
                  </a:lnTo>
                  <a:lnTo>
                    <a:pt x="6401348" y="220734"/>
                  </a:lnTo>
                  <a:lnTo>
                    <a:pt x="6471693" y="220908"/>
                  </a:lnTo>
                  <a:lnTo>
                    <a:pt x="6542037" y="221082"/>
                  </a:lnTo>
                  <a:lnTo>
                    <a:pt x="6612382" y="221255"/>
                  </a:lnTo>
                  <a:lnTo>
                    <a:pt x="6682726" y="221429"/>
                  </a:lnTo>
                  <a:lnTo>
                    <a:pt x="6753071" y="221603"/>
                  </a:lnTo>
                  <a:lnTo>
                    <a:pt x="6823415" y="221776"/>
                  </a:lnTo>
                  <a:lnTo>
                    <a:pt x="6893760" y="221949"/>
                  </a:lnTo>
                  <a:lnTo>
                    <a:pt x="6964104" y="222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86669"/>
              <a:ext cx="6964104" cy="160785"/>
            </a:xfrm>
            <a:custGeom>
              <a:avLst/>
              <a:pathLst>
                <a:path w="6964104" h="160785">
                  <a:moveTo>
                    <a:pt x="6964104" y="160785"/>
                  </a:moveTo>
                  <a:lnTo>
                    <a:pt x="6893760" y="158924"/>
                  </a:lnTo>
                  <a:lnTo>
                    <a:pt x="6823415" y="157039"/>
                  </a:lnTo>
                  <a:lnTo>
                    <a:pt x="6753071" y="155130"/>
                  </a:lnTo>
                  <a:lnTo>
                    <a:pt x="6682726" y="153196"/>
                  </a:lnTo>
                  <a:lnTo>
                    <a:pt x="6612382" y="151239"/>
                  </a:lnTo>
                  <a:lnTo>
                    <a:pt x="6542037" y="149256"/>
                  </a:lnTo>
                  <a:lnTo>
                    <a:pt x="6471693" y="147248"/>
                  </a:lnTo>
                  <a:lnTo>
                    <a:pt x="6401348" y="145214"/>
                  </a:lnTo>
                  <a:lnTo>
                    <a:pt x="6331004" y="143155"/>
                  </a:lnTo>
                  <a:lnTo>
                    <a:pt x="6260659" y="141069"/>
                  </a:lnTo>
                  <a:lnTo>
                    <a:pt x="6190315" y="138957"/>
                  </a:lnTo>
                  <a:lnTo>
                    <a:pt x="6119970" y="136818"/>
                  </a:lnTo>
                  <a:lnTo>
                    <a:pt x="6049626" y="134652"/>
                  </a:lnTo>
                  <a:lnTo>
                    <a:pt x="5979281" y="132458"/>
                  </a:lnTo>
                  <a:lnTo>
                    <a:pt x="5908937" y="130236"/>
                  </a:lnTo>
                  <a:lnTo>
                    <a:pt x="5838592" y="127986"/>
                  </a:lnTo>
                  <a:lnTo>
                    <a:pt x="5768248" y="125707"/>
                  </a:lnTo>
                  <a:lnTo>
                    <a:pt x="5697903" y="123400"/>
                  </a:lnTo>
                  <a:lnTo>
                    <a:pt x="5627559" y="121063"/>
                  </a:lnTo>
                  <a:lnTo>
                    <a:pt x="5557214" y="118696"/>
                  </a:lnTo>
                  <a:lnTo>
                    <a:pt x="5486870" y="116299"/>
                  </a:lnTo>
                  <a:lnTo>
                    <a:pt x="5416525" y="113871"/>
                  </a:lnTo>
                  <a:lnTo>
                    <a:pt x="5346181" y="111413"/>
                  </a:lnTo>
                  <a:lnTo>
                    <a:pt x="5275836" y="108923"/>
                  </a:lnTo>
                  <a:lnTo>
                    <a:pt x="5205492" y="106402"/>
                  </a:lnTo>
                  <a:lnTo>
                    <a:pt x="5135147" y="103849"/>
                  </a:lnTo>
                  <a:lnTo>
                    <a:pt x="5064803" y="101263"/>
                  </a:lnTo>
                  <a:lnTo>
                    <a:pt x="4994458" y="98644"/>
                  </a:lnTo>
                  <a:lnTo>
                    <a:pt x="4924114" y="95992"/>
                  </a:lnTo>
                  <a:lnTo>
                    <a:pt x="4853769" y="93306"/>
                  </a:lnTo>
                  <a:lnTo>
                    <a:pt x="4783425" y="90586"/>
                  </a:lnTo>
                  <a:lnTo>
                    <a:pt x="4713080" y="87831"/>
                  </a:lnTo>
                  <a:lnTo>
                    <a:pt x="4642736" y="85041"/>
                  </a:lnTo>
                  <a:lnTo>
                    <a:pt x="4572391" y="82216"/>
                  </a:lnTo>
                  <a:lnTo>
                    <a:pt x="4502047" y="79355"/>
                  </a:lnTo>
                  <a:lnTo>
                    <a:pt x="4431702" y="76457"/>
                  </a:lnTo>
                  <a:lnTo>
                    <a:pt x="4361358" y="73522"/>
                  </a:lnTo>
                  <a:lnTo>
                    <a:pt x="4291013" y="70550"/>
                  </a:lnTo>
                  <a:lnTo>
                    <a:pt x="4220669" y="67541"/>
                  </a:lnTo>
                  <a:lnTo>
                    <a:pt x="4150324" y="64493"/>
                  </a:lnTo>
                  <a:lnTo>
                    <a:pt x="4079980" y="61406"/>
                  </a:lnTo>
                  <a:lnTo>
                    <a:pt x="4009635" y="58280"/>
                  </a:lnTo>
                  <a:lnTo>
                    <a:pt x="3939291" y="55114"/>
                  </a:lnTo>
                  <a:lnTo>
                    <a:pt x="3868946" y="51908"/>
                  </a:lnTo>
                  <a:lnTo>
                    <a:pt x="3798602" y="48661"/>
                  </a:lnTo>
                  <a:lnTo>
                    <a:pt x="3728257" y="45372"/>
                  </a:lnTo>
                  <a:lnTo>
                    <a:pt x="3657913" y="42042"/>
                  </a:lnTo>
                  <a:lnTo>
                    <a:pt x="3587569" y="38669"/>
                  </a:lnTo>
                  <a:lnTo>
                    <a:pt x="3517224" y="35254"/>
                  </a:lnTo>
                  <a:lnTo>
                    <a:pt x="3446880" y="31795"/>
                  </a:lnTo>
                  <a:lnTo>
                    <a:pt x="3376535" y="28292"/>
                  </a:lnTo>
                  <a:lnTo>
                    <a:pt x="3306191" y="24744"/>
                  </a:lnTo>
                  <a:lnTo>
                    <a:pt x="3235846" y="21151"/>
                  </a:lnTo>
                  <a:lnTo>
                    <a:pt x="3165502" y="17513"/>
                  </a:lnTo>
                  <a:lnTo>
                    <a:pt x="3095157" y="13828"/>
                  </a:lnTo>
                  <a:lnTo>
                    <a:pt x="3024813" y="10097"/>
                  </a:lnTo>
                  <a:lnTo>
                    <a:pt x="2954468" y="7619"/>
                  </a:lnTo>
                  <a:lnTo>
                    <a:pt x="2884124" y="7439"/>
                  </a:lnTo>
                  <a:lnTo>
                    <a:pt x="2813779" y="7260"/>
                  </a:lnTo>
                  <a:lnTo>
                    <a:pt x="2743435" y="7081"/>
                  </a:lnTo>
                  <a:lnTo>
                    <a:pt x="2673090" y="6901"/>
                  </a:lnTo>
                  <a:lnTo>
                    <a:pt x="2602746" y="6722"/>
                  </a:lnTo>
                  <a:lnTo>
                    <a:pt x="2532401" y="6542"/>
                  </a:lnTo>
                  <a:lnTo>
                    <a:pt x="2462057" y="6362"/>
                  </a:lnTo>
                  <a:lnTo>
                    <a:pt x="2391712" y="6182"/>
                  </a:lnTo>
                  <a:lnTo>
                    <a:pt x="2321368" y="6002"/>
                  </a:lnTo>
                  <a:lnTo>
                    <a:pt x="2251023" y="5822"/>
                  </a:lnTo>
                  <a:lnTo>
                    <a:pt x="2180679" y="5642"/>
                  </a:lnTo>
                  <a:lnTo>
                    <a:pt x="2110334" y="5461"/>
                  </a:lnTo>
                  <a:lnTo>
                    <a:pt x="2039990" y="5281"/>
                  </a:lnTo>
                  <a:lnTo>
                    <a:pt x="1969645" y="5100"/>
                  </a:lnTo>
                  <a:lnTo>
                    <a:pt x="1899301" y="4919"/>
                  </a:lnTo>
                  <a:lnTo>
                    <a:pt x="1828956" y="4739"/>
                  </a:lnTo>
                  <a:lnTo>
                    <a:pt x="1758612" y="4558"/>
                  </a:lnTo>
                  <a:lnTo>
                    <a:pt x="1688267" y="4377"/>
                  </a:lnTo>
                  <a:lnTo>
                    <a:pt x="1617923" y="4196"/>
                  </a:lnTo>
                  <a:lnTo>
                    <a:pt x="1547578" y="4014"/>
                  </a:lnTo>
                  <a:lnTo>
                    <a:pt x="1477234" y="3833"/>
                  </a:lnTo>
                  <a:lnTo>
                    <a:pt x="1406889" y="3652"/>
                  </a:lnTo>
                  <a:lnTo>
                    <a:pt x="1336545" y="3470"/>
                  </a:lnTo>
                  <a:lnTo>
                    <a:pt x="1266200" y="3288"/>
                  </a:lnTo>
                  <a:lnTo>
                    <a:pt x="1195856" y="3107"/>
                  </a:lnTo>
                  <a:lnTo>
                    <a:pt x="1125511" y="2925"/>
                  </a:lnTo>
                  <a:lnTo>
                    <a:pt x="1055167" y="2743"/>
                  </a:lnTo>
                  <a:lnTo>
                    <a:pt x="984822" y="2561"/>
                  </a:lnTo>
                  <a:lnTo>
                    <a:pt x="914478" y="2378"/>
                  </a:lnTo>
                  <a:lnTo>
                    <a:pt x="844133" y="2196"/>
                  </a:lnTo>
                  <a:lnTo>
                    <a:pt x="773789" y="2014"/>
                  </a:lnTo>
                  <a:lnTo>
                    <a:pt x="703444" y="1831"/>
                  </a:lnTo>
                  <a:lnTo>
                    <a:pt x="633100" y="1648"/>
                  </a:lnTo>
                  <a:lnTo>
                    <a:pt x="562755" y="1466"/>
                  </a:lnTo>
                  <a:lnTo>
                    <a:pt x="492411" y="1283"/>
                  </a:lnTo>
                  <a:lnTo>
                    <a:pt x="422066" y="1100"/>
                  </a:lnTo>
                  <a:lnTo>
                    <a:pt x="351722" y="917"/>
                  </a:lnTo>
                  <a:lnTo>
                    <a:pt x="281377" y="733"/>
                  </a:lnTo>
                  <a:lnTo>
                    <a:pt x="211033" y="550"/>
                  </a:lnTo>
                  <a:lnTo>
                    <a:pt x="140688" y="367"/>
                  </a:lnTo>
                  <a:lnTo>
                    <a:pt x="70344" y="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97411"/>
              <a:ext cx="6964104" cy="190572"/>
            </a:xfrm>
            <a:custGeom>
              <a:avLst/>
              <a:pathLst>
                <a:path w="6964104" h="190572">
                  <a:moveTo>
                    <a:pt x="0" y="0"/>
                  </a:moveTo>
                  <a:lnTo>
                    <a:pt x="70344" y="2615"/>
                  </a:lnTo>
                  <a:lnTo>
                    <a:pt x="140688" y="5214"/>
                  </a:lnTo>
                  <a:lnTo>
                    <a:pt x="211033" y="7795"/>
                  </a:lnTo>
                  <a:lnTo>
                    <a:pt x="281377" y="10360"/>
                  </a:lnTo>
                  <a:lnTo>
                    <a:pt x="351722" y="12907"/>
                  </a:lnTo>
                  <a:lnTo>
                    <a:pt x="422066" y="15438"/>
                  </a:lnTo>
                  <a:lnTo>
                    <a:pt x="492411" y="17952"/>
                  </a:lnTo>
                  <a:lnTo>
                    <a:pt x="562755" y="20449"/>
                  </a:lnTo>
                  <a:lnTo>
                    <a:pt x="633100" y="22930"/>
                  </a:lnTo>
                  <a:lnTo>
                    <a:pt x="703444" y="25395"/>
                  </a:lnTo>
                  <a:lnTo>
                    <a:pt x="773789" y="27843"/>
                  </a:lnTo>
                  <a:lnTo>
                    <a:pt x="844133" y="30275"/>
                  </a:lnTo>
                  <a:lnTo>
                    <a:pt x="914478" y="32691"/>
                  </a:lnTo>
                  <a:lnTo>
                    <a:pt x="984822" y="35091"/>
                  </a:lnTo>
                  <a:lnTo>
                    <a:pt x="1055167" y="37475"/>
                  </a:lnTo>
                  <a:lnTo>
                    <a:pt x="1125511" y="39844"/>
                  </a:lnTo>
                  <a:lnTo>
                    <a:pt x="1195856" y="42196"/>
                  </a:lnTo>
                  <a:lnTo>
                    <a:pt x="1266200" y="44534"/>
                  </a:lnTo>
                  <a:lnTo>
                    <a:pt x="1336545" y="46856"/>
                  </a:lnTo>
                  <a:lnTo>
                    <a:pt x="1406889" y="49162"/>
                  </a:lnTo>
                  <a:lnTo>
                    <a:pt x="1477234" y="51453"/>
                  </a:lnTo>
                  <a:lnTo>
                    <a:pt x="1547578" y="53730"/>
                  </a:lnTo>
                  <a:lnTo>
                    <a:pt x="1617923" y="55991"/>
                  </a:lnTo>
                  <a:lnTo>
                    <a:pt x="1688267" y="58237"/>
                  </a:lnTo>
                  <a:lnTo>
                    <a:pt x="1758612" y="60469"/>
                  </a:lnTo>
                  <a:lnTo>
                    <a:pt x="1828956" y="62685"/>
                  </a:lnTo>
                  <a:lnTo>
                    <a:pt x="1899301" y="64887"/>
                  </a:lnTo>
                  <a:lnTo>
                    <a:pt x="1969645" y="67075"/>
                  </a:lnTo>
                  <a:lnTo>
                    <a:pt x="2039990" y="69248"/>
                  </a:lnTo>
                  <a:lnTo>
                    <a:pt x="2110334" y="71407"/>
                  </a:lnTo>
                  <a:lnTo>
                    <a:pt x="2180679" y="73551"/>
                  </a:lnTo>
                  <a:lnTo>
                    <a:pt x="2251023" y="75681"/>
                  </a:lnTo>
                  <a:lnTo>
                    <a:pt x="2321368" y="77798"/>
                  </a:lnTo>
                  <a:lnTo>
                    <a:pt x="2391712" y="79900"/>
                  </a:lnTo>
                  <a:lnTo>
                    <a:pt x="2462057" y="81988"/>
                  </a:lnTo>
                  <a:lnTo>
                    <a:pt x="2532401" y="84063"/>
                  </a:lnTo>
                  <a:lnTo>
                    <a:pt x="2602746" y="86124"/>
                  </a:lnTo>
                  <a:lnTo>
                    <a:pt x="2673090" y="88171"/>
                  </a:lnTo>
                  <a:lnTo>
                    <a:pt x="2743435" y="90205"/>
                  </a:lnTo>
                  <a:lnTo>
                    <a:pt x="2813779" y="92226"/>
                  </a:lnTo>
                  <a:lnTo>
                    <a:pt x="2884124" y="94233"/>
                  </a:lnTo>
                  <a:lnTo>
                    <a:pt x="2954468" y="96226"/>
                  </a:lnTo>
                  <a:lnTo>
                    <a:pt x="3024813" y="98207"/>
                  </a:lnTo>
                  <a:lnTo>
                    <a:pt x="3095157" y="100175"/>
                  </a:lnTo>
                  <a:lnTo>
                    <a:pt x="3165502" y="102129"/>
                  </a:lnTo>
                  <a:lnTo>
                    <a:pt x="3235846" y="104071"/>
                  </a:lnTo>
                  <a:lnTo>
                    <a:pt x="3306191" y="106000"/>
                  </a:lnTo>
                  <a:lnTo>
                    <a:pt x="3376535" y="107916"/>
                  </a:lnTo>
                  <a:lnTo>
                    <a:pt x="3446880" y="109819"/>
                  </a:lnTo>
                  <a:lnTo>
                    <a:pt x="3517224" y="111710"/>
                  </a:lnTo>
                  <a:lnTo>
                    <a:pt x="3587569" y="113589"/>
                  </a:lnTo>
                  <a:lnTo>
                    <a:pt x="3657913" y="115455"/>
                  </a:lnTo>
                  <a:lnTo>
                    <a:pt x="3728257" y="117309"/>
                  </a:lnTo>
                  <a:lnTo>
                    <a:pt x="3798602" y="119150"/>
                  </a:lnTo>
                  <a:lnTo>
                    <a:pt x="3868946" y="120979"/>
                  </a:lnTo>
                  <a:lnTo>
                    <a:pt x="3939291" y="122797"/>
                  </a:lnTo>
                  <a:lnTo>
                    <a:pt x="4009635" y="124602"/>
                  </a:lnTo>
                  <a:lnTo>
                    <a:pt x="4079980" y="126395"/>
                  </a:lnTo>
                  <a:lnTo>
                    <a:pt x="4150324" y="128177"/>
                  </a:lnTo>
                  <a:lnTo>
                    <a:pt x="4220669" y="129946"/>
                  </a:lnTo>
                  <a:lnTo>
                    <a:pt x="4291013" y="131705"/>
                  </a:lnTo>
                  <a:lnTo>
                    <a:pt x="4361358" y="133451"/>
                  </a:lnTo>
                  <a:lnTo>
                    <a:pt x="4431702" y="135186"/>
                  </a:lnTo>
                  <a:lnTo>
                    <a:pt x="4502047" y="136909"/>
                  </a:lnTo>
                  <a:lnTo>
                    <a:pt x="4572391" y="138621"/>
                  </a:lnTo>
                  <a:lnTo>
                    <a:pt x="4642736" y="140322"/>
                  </a:lnTo>
                  <a:lnTo>
                    <a:pt x="4713080" y="142012"/>
                  </a:lnTo>
                  <a:lnTo>
                    <a:pt x="4783425" y="143690"/>
                  </a:lnTo>
                  <a:lnTo>
                    <a:pt x="4853769" y="145358"/>
                  </a:lnTo>
                  <a:lnTo>
                    <a:pt x="4924114" y="147014"/>
                  </a:lnTo>
                  <a:lnTo>
                    <a:pt x="4994458" y="148659"/>
                  </a:lnTo>
                  <a:lnTo>
                    <a:pt x="5064803" y="150294"/>
                  </a:lnTo>
                  <a:lnTo>
                    <a:pt x="5135147" y="151918"/>
                  </a:lnTo>
                  <a:lnTo>
                    <a:pt x="5205492" y="153531"/>
                  </a:lnTo>
                  <a:lnTo>
                    <a:pt x="5275836" y="155133"/>
                  </a:lnTo>
                  <a:lnTo>
                    <a:pt x="5346181" y="156725"/>
                  </a:lnTo>
                  <a:lnTo>
                    <a:pt x="5416525" y="158306"/>
                  </a:lnTo>
                  <a:lnTo>
                    <a:pt x="5486870" y="159877"/>
                  </a:lnTo>
                  <a:lnTo>
                    <a:pt x="5557214" y="161437"/>
                  </a:lnTo>
                  <a:lnTo>
                    <a:pt x="5627559" y="162988"/>
                  </a:lnTo>
                  <a:lnTo>
                    <a:pt x="5697903" y="164528"/>
                  </a:lnTo>
                  <a:lnTo>
                    <a:pt x="5768248" y="166057"/>
                  </a:lnTo>
                  <a:lnTo>
                    <a:pt x="5838592" y="167577"/>
                  </a:lnTo>
                  <a:lnTo>
                    <a:pt x="5908937" y="169087"/>
                  </a:lnTo>
                  <a:lnTo>
                    <a:pt x="5979281" y="170586"/>
                  </a:lnTo>
                  <a:lnTo>
                    <a:pt x="6049626" y="172076"/>
                  </a:lnTo>
                  <a:lnTo>
                    <a:pt x="6119970" y="173556"/>
                  </a:lnTo>
                  <a:lnTo>
                    <a:pt x="6190315" y="175026"/>
                  </a:lnTo>
                  <a:lnTo>
                    <a:pt x="6260659" y="176487"/>
                  </a:lnTo>
                  <a:lnTo>
                    <a:pt x="6331004" y="177938"/>
                  </a:lnTo>
                  <a:lnTo>
                    <a:pt x="6401348" y="179379"/>
                  </a:lnTo>
                  <a:lnTo>
                    <a:pt x="6471693" y="180811"/>
                  </a:lnTo>
                  <a:lnTo>
                    <a:pt x="6542037" y="182233"/>
                  </a:lnTo>
                  <a:lnTo>
                    <a:pt x="6612382" y="183646"/>
                  </a:lnTo>
                  <a:lnTo>
                    <a:pt x="6682726" y="185050"/>
                  </a:lnTo>
                  <a:lnTo>
                    <a:pt x="6753071" y="186444"/>
                  </a:lnTo>
                  <a:lnTo>
                    <a:pt x="6823415" y="187829"/>
                  </a:lnTo>
                  <a:lnTo>
                    <a:pt x="6893760" y="189205"/>
                  </a:lnTo>
                  <a:lnTo>
                    <a:pt x="6964104" y="1905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2026-07-22T07:54:44Z</dcterms:modified>
  <cp:category/>
</cp:coreProperties>
</file>