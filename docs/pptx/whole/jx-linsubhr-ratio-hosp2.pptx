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018"/>
            </a:xfrm>
            <a:custGeom>
              <a:avLst/>
              <a:pathLst>
                <a:path w="7235830" h="3396018">
                  <a:moveTo>
                    <a:pt x="1034415" y="0"/>
                  </a:moveTo>
                  <a:lnTo>
                    <a:pt x="1039987" y="11740"/>
                  </a:lnTo>
                  <a:lnTo>
                    <a:pt x="1113747" y="160494"/>
                  </a:lnTo>
                  <a:lnTo>
                    <a:pt x="1187508" y="302874"/>
                  </a:lnTo>
                  <a:lnTo>
                    <a:pt x="1261268" y="439155"/>
                  </a:lnTo>
                  <a:lnTo>
                    <a:pt x="1335028" y="569596"/>
                  </a:lnTo>
                  <a:lnTo>
                    <a:pt x="1408788" y="694449"/>
                  </a:lnTo>
                  <a:lnTo>
                    <a:pt x="1482548" y="813953"/>
                  </a:lnTo>
                  <a:lnTo>
                    <a:pt x="1556308" y="928337"/>
                  </a:lnTo>
                  <a:lnTo>
                    <a:pt x="1630068" y="1037820"/>
                  </a:lnTo>
                  <a:lnTo>
                    <a:pt x="1703828" y="1142613"/>
                  </a:lnTo>
                  <a:lnTo>
                    <a:pt x="1777588" y="1242916"/>
                  </a:lnTo>
                  <a:lnTo>
                    <a:pt x="1851348" y="1338921"/>
                  </a:lnTo>
                  <a:lnTo>
                    <a:pt x="1925108" y="1430814"/>
                  </a:lnTo>
                  <a:lnTo>
                    <a:pt x="1998868" y="1518769"/>
                  </a:lnTo>
                  <a:lnTo>
                    <a:pt x="2072628" y="1602956"/>
                  </a:lnTo>
                  <a:lnTo>
                    <a:pt x="2146388" y="1683536"/>
                  </a:lnTo>
                  <a:lnTo>
                    <a:pt x="2220148" y="1760664"/>
                  </a:lnTo>
                  <a:lnTo>
                    <a:pt x="2293908" y="1834487"/>
                  </a:lnTo>
                  <a:lnTo>
                    <a:pt x="2367668" y="1905147"/>
                  </a:lnTo>
                  <a:lnTo>
                    <a:pt x="2441428" y="1972781"/>
                  </a:lnTo>
                  <a:lnTo>
                    <a:pt x="2515188" y="2037516"/>
                  </a:lnTo>
                  <a:lnTo>
                    <a:pt x="2588948" y="2099478"/>
                  </a:lnTo>
                  <a:lnTo>
                    <a:pt x="2662708" y="2158785"/>
                  </a:lnTo>
                  <a:lnTo>
                    <a:pt x="2736468" y="2215551"/>
                  </a:lnTo>
                  <a:lnTo>
                    <a:pt x="2810228" y="2269886"/>
                  </a:lnTo>
                  <a:lnTo>
                    <a:pt x="2883988" y="2321892"/>
                  </a:lnTo>
                  <a:lnTo>
                    <a:pt x="2957748" y="2371670"/>
                  </a:lnTo>
                  <a:lnTo>
                    <a:pt x="3031508" y="2419316"/>
                  </a:lnTo>
                  <a:lnTo>
                    <a:pt x="3105268" y="2464920"/>
                  </a:lnTo>
                  <a:lnTo>
                    <a:pt x="3179028" y="2508570"/>
                  </a:lnTo>
                  <a:lnTo>
                    <a:pt x="3252788" y="2550350"/>
                  </a:lnTo>
                  <a:lnTo>
                    <a:pt x="3326548" y="2590340"/>
                  </a:lnTo>
                  <a:lnTo>
                    <a:pt x="3400308" y="2628617"/>
                  </a:lnTo>
                  <a:lnTo>
                    <a:pt x="3474068" y="2656926"/>
                  </a:lnTo>
                  <a:lnTo>
                    <a:pt x="3547828" y="2665561"/>
                  </a:lnTo>
                  <a:lnTo>
                    <a:pt x="3621588" y="2674105"/>
                  </a:lnTo>
                  <a:lnTo>
                    <a:pt x="3695348" y="2682560"/>
                  </a:lnTo>
                  <a:lnTo>
                    <a:pt x="3769108" y="2690926"/>
                  </a:lnTo>
                  <a:lnTo>
                    <a:pt x="3842868" y="2699206"/>
                  </a:lnTo>
                  <a:lnTo>
                    <a:pt x="3916628" y="2707398"/>
                  </a:lnTo>
                  <a:lnTo>
                    <a:pt x="3990388" y="2715506"/>
                  </a:lnTo>
                  <a:lnTo>
                    <a:pt x="4064149" y="2723528"/>
                  </a:lnTo>
                  <a:lnTo>
                    <a:pt x="4137909" y="2731467"/>
                  </a:lnTo>
                  <a:lnTo>
                    <a:pt x="4211669" y="2739323"/>
                  </a:lnTo>
                  <a:lnTo>
                    <a:pt x="4285429" y="2747097"/>
                  </a:lnTo>
                  <a:lnTo>
                    <a:pt x="4359189" y="2754789"/>
                  </a:lnTo>
                  <a:lnTo>
                    <a:pt x="4432949" y="2762402"/>
                  </a:lnTo>
                  <a:lnTo>
                    <a:pt x="4506709" y="2769934"/>
                  </a:lnTo>
                  <a:lnTo>
                    <a:pt x="4580469" y="2777389"/>
                  </a:lnTo>
                  <a:lnTo>
                    <a:pt x="4654229" y="2784765"/>
                  </a:lnTo>
                  <a:lnTo>
                    <a:pt x="4727989" y="2792064"/>
                  </a:lnTo>
                  <a:lnTo>
                    <a:pt x="4801749" y="2799287"/>
                  </a:lnTo>
                  <a:lnTo>
                    <a:pt x="4875509" y="2806435"/>
                  </a:lnTo>
                  <a:lnTo>
                    <a:pt x="4949269" y="2813508"/>
                  </a:lnTo>
                  <a:lnTo>
                    <a:pt x="5023029" y="2820507"/>
                  </a:lnTo>
                  <a:lnTo>
                    <a:pt x="5096789" y="2827433"/>
                  </a:lnTo>
                  <a:lnTo>
                    <a:pt x="5170549" y="2834287"/>
                  </a:lnTo>
                  <a:lnTo>
                    <a:pt x="5244309" y="2841069"/>
                  </a:lnTo>
                  <a:lnTo>
                    <a:pt x="5318069" y="2847780"/>
                  </a:lnTo>
                  <a:lnTo>
                    <a:pt x="5391829" y="2854421"/>
                  </a:lnTo>
                  <a:lnTo>
                    <a:pt x="5465589" y="2860993"/>
                  </a:lnTo>
                  <a:lnTo>
                    <a:pt x="5539349" y="2867497"/>
                  </a:lnTo>
                  <a:lnTo>
                    <a:pt x="5613109" y="2873932"/>
                  </a:lnTo>
                  <a:lnTo>
                    <a:pt x="5686869" y="2880300"/>
                  </a:lnTo>
                  <a:lnTo>
                    <a:pt x="5760629" y="2886602"/>
                  </a:lnTo>
                  <a:lnTo>
                    <a:pt x="5834389" y="2892838"/>
                  </a:lnTo>
                  <a:lnTo>
                    <a:pt x="5908149" y="2899008"/>
                  </a:lnTo>
                  <a:lnTo>
                    <a:pt x="5981909" y="2905115"/>
                  </a:lnTo>
                  <a:lnTo>
                    <a:pt x="6055669" y="2911157"/>
                  </a:lnTo>
                  <a:lnTo>
                    <a:pt x="6129429" y="2917137"/>
                  </a:lnTo>
                  <a:lnTo>
                    <a:pt x="6203189" y="2923054"/>
                  </a:lnTo>
                  <a:lnTo>
                    <a:pt x="6276949" y="2928909"/>
                  </a:lnTo>
                  <a:lnTo>
                    <a:pt x="6350709" y="2934703"/>
                  </a:lnTo>
                  <a:lnTo>
                    <a:pt x="6424469" y="2940436"/>
                  </a:lnTo>
                  <a:lnTo>
                    <a:pt x="6498229" y="2946110"/>
                  </a:lnTo>
                  <a:lnTo>
                    <a:pt x="6571989" y="2951724"/>
                  </a:lnTo>
                  <a:lnTo>
                    <a:pt x="6645749" y="2957280"/>
                  </a:lnTo>
                  <a:lnTo>
                    <a:pt x="6719509" y="2962778"/>
                  </a:lnTo>
                  <a:lnTo>
                    <a:pt x="6793269" y="2968218"/>
                  </a:lnTo>
                  <a:lnTo>
                    <a:pt x="6867029" y="2973602"/>
                  </a:lnTo>
                  <a:lnTo>
                    <a:pt x="6940789" y="2978929"/>
                  </a:lnTo>
                  <a:lnTo>
                    <a:pt x="7014550" y="2984201"/>
                  </a:lnTo>
                  <a:lnTo>
                    <a:pt x="7088310" y="2989417"/>
                  </a:lnTo>
                  <a:lnTo>
                    <a:pt x="7162070" y="2994580"/>
                  </a:lnTo>
                  <a:lnTo>
                    <a:pt x="7235830" y="2999688"/>
                  </a:lnTo>
                  <a:lnTo>
                    <a:pt x="7235830" y="3396018"/>
                  </a:lnTo>
                  <a:lnTo>
                    <a:pt x="7162070" y="3392091"/>
                  </a:lnTo>
                  <a:lnTo>
                    <a:pt x="7088310" y="3387989"/>
                  </a:lnTo>
                  <a:lnTo>
                    <a:pt x="7014550" y="3383702"/>
                  </a:lnTo>
                  <a:lnTo>
                    <a:pt x="6940789" y="3379224"/>
                  </a:lnTo>
                  <a:lnTo>
                    <a:pt x="6867029" y="3374546"/>
                  </a:lnTo>
                  <a:lnTo>
                    <a:pt x="6793269" y="3369658"/>
                  </a:lnTo>
                  <a:lnTo>
                    <a:pt x="6719509" y="3364551"/>
                  </a:lnTo>
                  <a:lnTo>
                    <a:pt x="6645749" y="3359216"/>
                  </a:lnTo>
                  <a:lnTo>
                    <a:pt x="6571989" y="3353641"/>
                  </a:lnTo>
                  <a:lnTo>
                    <a:pt x="6498229" y="3347818"/>
                  </a:lnTo>
                  <a:lnTo>
                    <a:pt x="6424469" y="3341733"/>
                  </a:lnTo>
                  <a:lnTo>
                    <a:pt x="6350709" y="3335377"/>
                  </a:lnTo>
                  <a:lnTo>
                    <a:pt x="6276949" y="3328735"/>
                  </a:lnTo>
                  <a:lnTo>
                    <a:pt x="6203189" y="3321797"/>
                  </a:lnTo>
                  <a:lnTo>
                    <a:pt x="6129429" y="3314548"/>
                  </a:lnTo>
                  <a:lnTo>
                    <a:pt x="6055669" y="3306974"/>
                  </a:lnTo>
                  <a:lnTo>
                    <a:pt x="5981909" y="3299061"/>
                  </a:lnTo>
                  <a:lnTo>
                    <a:pt x="5908149" y="3290795"/>
                  </a:lnTo>
                  <a:lnTo>
                    <a:pt x="5834389" y="3282158"/>
                  </a:lnTo>
                  <a:lnTo>
                    <a:pt x="5760629" y="3273134"/>
                  </a:lnTo>
                  <a:lnTo>
                    <a:pt x="5686869" y="3263707"/>
                  </a:lnTo>
                  <a:lnTo>
                    <a:pt x="5613109" y="3253858"/>
                  </a:lnTo>
                  <a:lnTo>
                    <a:pt x="5539349" y="3243568"/>
                  </a:lnTo>
                  <a:lnTo>
                    <a:pt x="5465589" y="3232817"/>
                  </a:lnTo>
                  <a:lnTo>
                    <a:pt x="5391829" y="3221585"/>
                  </a:lnTo>
                  <a:lnTo>
                    <a:pt x="5318069" y="3209850"/>
                  </a:lnTo>
                  <a:lnTo>
                    <a:pt x="5244309" y="3197590"/>
                  </a:lnTo>
                  <a:lnTo>
                    <a:pt x="5170549" y="3184782"/>
                  </a:lnTo>
                  <a:lnTo>
                    <a:pt x="5096789" y="3171399"/>
                  </a:lnTo>
                  <a:lnTo>
                    <a:pt x="5023029" y="3157418"/>
                  </a:lnTo>
                  <a:lnTo>
                    <a:pt x="4949269" y="3142811"/>
                  </a:lnTo>
                  <a:lnTo>
                    <a:pt x="4875509" y="3127551"/>
                  </a:lnTo>
                  <a:lnTo>
                    <a:pt x="4801749" y="3111607"/>
                  </a:lnTo>
                  <a:lnTo>
                    <a:pt x="4727989" y="3094949"/>
                  </a:lnTo>
                  <a:lnTo>
                    <a:pt x="4654229" y="3077546"/>
                  </a:lnTo>
                  <a:lnTo>
                    <a:pt x="4580469" y="3059364"/>
                  </a:lnTo>
                  <a:lnTo>
                    <a:pt x="4506709" y="3040368"/>
                  </a:lnTo>
                  <a:lnTo>
                    <a:pt x="4432949" y="3020522"/>
                  </a:lnTo>
                  <a:lnTo>
                    <a:pt x="4359189" y="2999787"/>
                  </a:lnTo>
                  <a:lnTo>
                    <a:pt x="4285429" y="2978124"/>
                  </a:lnTo>
                  <a:lnTo>
                    <a:pt x="4211669" y="2955492"/>
                  </a:lnTo>
                  <a:lnTo>
                    <a:pt x="4137909" y="2931847"/>
                  </a:lnTo>
                  <a:lnTo>
                    <a:pt x="4064149" y="2907143"/>
                  </a:lnTo>
                  <a:lnTo>
                    <a:pt x="3990388" y="2881333"/>
                  </a:lnTo>
                  <a:lnTo>
                    <a:pt x="3916628" y="2854368"/>
                  </a:lnTo>
                  <a:lnTo>
                    <a:pt x="3842868" y="2826196"/>
                  </a:lnTo>
                  <a:lnTo>
                    <a:pt x="3769108" y="2796763"/>
                  </a:lnTo>
                  <a:lnTo>
                    <a:pt x="3695348" y="2766013"/>
                  </a:lnTo>
                  <a:lnTo>
                    <a:pt x="3621588" y="2733886"/>
                  </a:lnTo>
                  <a:lnTo>
                    <a:pt x="3547828" y="2700321"/>
                  </a:lnTo>
                  <a:lnTo>
                    <a:pt x="3474068" y="2665254"/>
                  </a:lnTo>
                  <a:lnTo>
                    <a:pt x="3400308" y="2648201"/>
                  </a:lnTo>
                  <a:lnTo>
                    <a:pt x="3326548" y="2639384"/>
                  </a:lnTo>
                  <a:lnTo>
                    <a:pt x="3252788" y="2630473"/>
                  </a:lnTo>
                  <a:lnTo>
                    <a:pt x="3179028" y="2621468"/>
                  </a:lnTo>
                  <a:lnTo>
                    <a:pt x="3105268" y="2612369"/>
                  </a:lnTo>
                  <a:lnTo>
                    <a:pt x="3031508" y="2603173"/>
                  </a:lnTo>
                  <a:lnTo>
                    <a:pt x="2957748" y="2593881"/>
                  </a:lnTo>
                  <a:lnTo>
                    <a:pt x="2883988" y="2584490"/>
                  </a:lnTo>
                  <a:lnTo>
                    <a:pt x="2810228" y="2575000"/>
                  </a:lnTo>
                  <a:lnTo>
                    <a:pt x="2736468" y="2565410"/>
                  </a:lnTo>
                  <a:lnTo>
                    <a:pt x="2662708" y="2555719"/>
                  </a:lnTo>
                  <a:lnTo>
                    <a:pt x="2588948" y="2545925"/>
                  </a:lnTo>
                  <a:lnTo>
                    <a:pt x="2515188" y="2536029"/>
                  </a:lnTo>
                  <a:lnTo>
                    <a:pt x="2441428" y="2526027"/>
                  </a:lnTo>
                  <a:lnTo>
                    <a:pt x="2367668" y="2515921"/>
                  </a:lnTo>
                  <a:lnTo>
                    <a:pt x="2293908" y="2505707"/>
                  </a:lnTo>
                  <a:lnTo>
                    <a:pt x="2220148" y="2495386"/>
                  </a:lnTo>
                  <a:lnTo>
                    <a:pt x="2146388" y="2484956"/>
                  </a:lnTo>
                  <a:lnTo>
                    <a:pt x="2072628" y="2474416"/>
                  </a:lnTo>
                  <a:lnTo>
                    <a:pt x="1998868" y="2463764"/>
                  </a:lnTo>
                  <a:lnTo>
                    <a:pt x="1925108" y="2453000"/>
                  </a:lnTo>
                  <a:lnTo>
                    <a:pt x="1851348" y="2442123"/>
                  </a:lnTo>
                  <a:lnTo>
                    <a:pt x="1777588" y="2431131"/>
                  </a:lnTo>
                  <a:lnTo>
                    <a:pt x="1703828" y="2420023"/>
                  </a:lnTo>
                  <a:lnTo>
                    <a:pt x="1630068" y="2408797"/>
                  </a:lnTo>
                  <a:lnTo>
                    <a:pt x="1556308" y="2397453"/>
                  </a:lnTo>
                  <a:lnTo>
                    <a:pt x="1482548" y="2385990"/>
                  </a:lnTo>
                  <a:lnTo>
                    <a:pt x="1408788" y="2374405"/>
                  </a:lnTo>
                  <a:lnTo>
                    <a:pt x="1335028" y="2362698"/>
                  </a:lnTo>
                  <a:lnTo>
                    <a:pt x="1261268" y="2350868"/>
                  </a:lnTo>
                  <a:lnTo>
                    <a:pt x="1187508" y="2338913"/>
                  </a:lnTo>
                  <a:lnTo>
                    <a:pt x="1113747" y="2326831"/>
                  </a:lnTo>
                  <a:lnTo>
                    <a:pt x="1039987" y="2314622"/>
                  </a:lnTo>
                  <a:lnTo>
                    <a:pt x="966227" y="2302285"/>
                  </a:lnTo>
                  <a:lnTo>
                    <a:pt x="892467" y="2289817"/>
                  </a:lnTo>
                  <a:lnTo>
                    <a:pt x="818707" y="2277217"/>
                  </a:lnTo>
                  <a:lnTo>
                    <a:pt x="744947" y="2264485"/>
                  </a:lnTo>
                  <a:lnTo>
                    <a:pt x="671187" y="2251618"/>
                  </a:lnTo>
                  <a:lnTo>
                    <a:pt x="597427" y="2238615"/>
                  </a:lnTo>
                  <a:lnTo>
                    <a:pt x="523667" y="2225476"/>
                  </a:lnTo>
                  <a:lnTo>
                    <a:pt x="449907" y="2212197"/>
                  </a:lnTo>
                  <a:lnTo>
                    <a:pt x="376147" y="2198778"/>
                  </a:lnTo>
                  <a:lnTo>
                    <a:pt x="302387" y="2185218"/>
                  </a:lnTo>
                  <a:lnTo>
                    <a:pt x="228627" y="2171515"/>
                  </a:lnTo>
                  <a:lnTo>
                    <a:pt x="154867" y="2157667"/>
                  </a:lnTo>
                  <a:lnTo>
                    <a:pt x="81107" y="2143673"/>
                  </a:lnTo>
                  <a:lnTo>
                    <a:pt x="7347" y="2129531"/>
                  </a:lnTo>
                  <a:lnTo>
                    <a:pt x="0" y="2128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51933" y="2073503"/>
              <a:ext cx="6201414" cy="2999688"/>
            </a:xfrm>
            <a:custGeom>
              <a:avLst/>
              <a:pathLst>
                <a:path w="6201414" h="2999688">
                  <a:moveTo>
                    <a:pt x="0" y="0"/>
                  </a:moveTo>
                  <a:lnTo>
                    <a:pt x="5572" y="11740"/>
                  </a:lnTo>
                  <a:lnTo>
                    <a:pt x="79332" y="160494"/>
                  </a:lnTo>
                  <a:lnTo>
                    <a:pt x="153092" y="302874"/>
                  </a:lnTo>
                  <a:lnTo>
                    <a:pt x="226852" y="439155"/>
                  </a:lnTo>
                  <a:lnTo>
                    <a:pt x="300612" y="569596"/>
                  </a:lnTo>
                  <a:lnTo>
                    <a:pt x="374372" y="694449"/>
                  </a:lnTo>
                  <a:lnTo>
                    <a:pt x="448132" y="813953"/>
                  </a:lnTo>
                  <a:lnTo>
                    <a:pt x="521892" y="928337"/>
                  </a:lnTo>
                  <a:lnTo>
                    <a:pt x="595652" y="1037820"/>
                  </a:lnTo>
                  <a:lnTo>
                    <a:pt x="669412" y="1142613"/>
                  </a:lnTo>
                  <a:lnTo>
                    <a:pt x="743172" y="1242916"/>
                  </a:lnTo>
                  <a:lnTo>
                    <a:pt x="816932" y="1338921"/>
                  </a:lnTo>
                  <a:lnTo>
                    <a:pt x="890692" y="1430814"/>
                  </a:lnTo>
                  <a:lnTo>
                    <a:pt x="964452" y="1518769"/>
                  </a:lnTo>
                  <a:lnTo>
                    <a:pt x="1038212" y="1602956"/>
                  </a:lnTo>
                  <a:lnTo>
                    <a:pt x="1111972" y="1683536"/>
                  </a:lnTo>
                  <a:lnTo>
                    <a:pt x="1185732" y="1760664"/>
                  </a:lnTo>
                  <a:lnTo>
                    <a:pt x="1259492" y="1834487"/>
                  </a:lnTo>
                  <a:lnTo>
                    <a:pt x="1333252" y="1905147"/>
                  </a:lnTo>
                  <a:lnTo>
                    <a:pt x="1407012" y="1972781"/>
                  </a:lnTo>
                  <a:lnTo>
                    <a:pt x="1480772" y="2037516"/>
                  </a:lnTo>
                  <a:lnTo>
                    <a:pt x="1554532" y="2099478"/>
                  </a:lnTo>
                  <a:lnTo>
                    <a:pt x="1628292" y="2158785"/>
                  </a:lnTo>
                  <a:lnTo>
                    <a:pt x="1702052" y="2215551"/>
                  </a:lnTo>
                  <a:lnTo>
                    <a:pt x="1775812" y="2269886"/>
                  </a:lnTo>
                  <a:lnTo>
                    <a:pt x="1849572" y="2321892"/>
                  </a:lnTo>
                  <a:lnTo>
                    <a:pt x="1923332" y="2371670"/>
                  </a:lnTo>
                  <a:lnTo>
                    <a:pt x="1997092" y="2419316"/>
                  </a:lnTo>
                  <a:lnTo>
                    <a:pt x="2070852" y="2464920"/>
                  </a:lnTo>
                  <a:lnTo>
                    <a:pt x="2144612" y="2508570"/>
                  </a:lnTo>
                  <a:lnTo>
                    <a:pt x="2218372" y="2550350"/>
                  </a:lnTo>
                  <a:lnTo>
                    <a:pt x="2292133" y="2590340"/>
                  </a:lnTo>
                  <a:lnTo>
                    <a:pt x="2365893" y="2628617"/>
                  </a:lnTo>
                  <a:lnTo>
                    <a:pt x="2439653" y="2656926"/>
                  </a:lnTo>
                  <a:lnTo>
                    <a:pt x="2513413" y="2665561"/>
                  </a:lnTo>
                  <a:lnTo>
                    <a:pt x="2587173" y="2674105"/>
                  </a:lnTo>
                  <a:lnTo>
                    <a:pt x="2660933" y="2682560"/>
                  </a:lnTo>
                  <a:lnTo>
                    <a:pt x="2734693" y="2690926"/>
                  </a:lnTo>
                  <a:lnTo>
                    <a:pt x="2808453" y="2699206"/>
                  </a:lnTo>
                  <a:lnTo>
                    <a:pt x="2882213" y="2707398"/>
                  </a:lnTo>
                  <a:lnTo>
                    <a:pt x="2955973" y="2715506"/>
                  </a:lnTo>
                  <a:lnTo>
                    <a:pt x="3029733" y="2723528"/>
                  </a:lnTo>
                  <a:lnTo>
                    <a:pt x="3103493" y="2731467"/>
                  </a:lnTo>
                  <a:lnTo>
                    <a:pt x="3177253" y="2739323"/>
                  </a:lnTo>
                  <a:lnTo>
                    <a:pt x="3251013" y="2747097"/>
                  </a:lnTo>
                  <a:lnTo>
                    <a:pt x="3324773" y="2754789"/>
                  </a:lnTo>
                  <a:lnTo>
                    <a:pt x="3398533" y="2762402"/>
                  </a:lnTo>
                  <a:lnTo>
                    <a:pt x="3472293" y="2769934"/>
                  </a:lnTo>
                  <a:lnTo>
                    <a:pt x="3546053" y="2777389"/>
                  </a:lnTo>
                  <a:lnTo>
                    <a:pt x="3619813" y="2784765"/>
                  </a:lnTo>
                  <a:lnTo>
                    <a:pt x="3693573" y="2792064"/>
                  </a:lnTo>
                  <a:lnTo>
                    <a:pt x="3767333" y="2799287"/>
                  </a:lnTo>
                  <a:lnTo>
                    <a:pt x="3841093" y="2806435"/>
                  </a:lnTo>
                  <a:lnTo>
                    <a:pt x="3914853" y="2813508"/>
                  </a:lnTo>
                  <a:lnTo>
                    <a:pt x="3988613" y="2820507"/>
                  </a:lnTo>
                  <a:lnTo>
                    <a:pt x="4062373" y="2827433"/>
                  </a:lnTo>
                  <a:lnTo>
                    <a:pt x="4136133" y="2834287"/>
                  </a:lnTo>
                  <a:lnTo>
                    <a:pt x="4209893" y="2841069"/>
                  </a:lnTo>
                  <a:lnTo>
                    <a:pt x="4283653" y="2847780"/>
                  </a:lnTo>
                  <a:lnTo>
                    <a:pt x="4357413" y="2854421"/>
                  </a:lnTo>
                  <a:lnTo>
                    <a:pt x="4431173" y="2860993"/>
                  </a:lnTo>
                  <a:lnTo>
                    <a:pt x="4504933" y="2867497"/>
                  </a:lnTo>
                  <a:lnTo>
                    <a:pt x="4578693" y="2873932"/>
                  </a:lnTo>
                  <a:lnTo>
                    <a:pt x="4652453" y="2880300"/>
                  </a:lnTo>
                  <a:lnTo>
                    <a:pt x="4726213" y="2886602"/>
                  </a:lnTo>
                  <a:lnTo>
                    <a:pt x="4799973" y="2892838"/>
                  </a:lnTo>
                  <a:lnTo>
                    <a:pt x="4873733" y="2899008"/>
                  </a:lnTo>
                  <a:lnTo>
                    <a:pt x="4947493" y="2905115"/>
                  </a:lnTo>
                  <a:lnTo>
                    <a:pt x="5021253" y="2911157"/>
                  </a:lnTo>
                  <a:lnTo>
                    <a:pt x="5095013" y="2917137"/>
                  </a:lnTo>
                  <a:lnTo>
                    <a:pt x="5168773" y="2923054"/>
                  </a:lnTo>
                  <a:lnTo>
                    <a:pt x="5242534" y="2928909"/>
                  </a:lnTo>
                  <a:lnTo>
                    <a:pt x="5316294" y="2934703"/>
                  </a:lnTo>
                  <a:lnTo>
                    <a:pt x="5390054" y="2940436"/>
                  </a:lnTo>
                  <a:lnTo>
                    <a:pt x="5463814" y="2946110"/>
                  </a:lnTo>
                  <a:lnTo>
                    <a:pt x="5537574" y="2951724"/>
                  </a:lnTo>
                  <a:lnTo>
                    <a:pt x="5611334" y="2957280"/>
                  </a:lnTo>
                  <a:lnTo>
                    <a:pt x="5685094" y="2962778"/>
                  </a:lnTo>
                  <a:lnTo>
                    <a:pt x="5758854" y="2968218"/>
                  </a:lnTo>
                  <a:lnTo>
                    <a:pt x="5832614" y="2973602"/>
                  </a:lnTo>
                  <a:lnTo>
                    <a:pt x="5906374" y="2978929"/>
                  </a:lnTo>
                  <a:lnTo>
                    <a:pt x="5980134" y="2984201"/>
                  </a:lnTo>
                  <a:lnTo>
                    <a:pt x="6053894" y="2989417"/>
                  </a:lnTo>
                  <a:lnTo>
                    <a:pt x="6127654" y="2994580"/>
                  </a:lnTo>
                  <a:lnTo>
                    <a:pt x="6201414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01611"/>
              <a:ext cx="7235830" cy="1267910"/>
            </a:xfrm>
            <a:custGeom>
              <a:avLst/>
              <a:pathLst>
                <a:path w="7235830" h="1267910">
                  <a:moveTo>
                    <a:pt x="7235830" y="1267910"/>
                  </a:moveTo>
                  <a:lnTo>
                    <a:pt x="7162070" y="1263983"/>
                  </a:lnTo>
                  <a:lnTo>
                    <a:pt x="7088310" y="1259880"/>
                  </a:lnTo>
                  <a:lnTo>
                    <a:pt x="7014550" y="1255594"/>
                  </a:lnTo>
                  <a:lnTo>
                    <a:pt x="6940789" y="1251116"/>
                  </a:lnTo>
                  <a:lnTo>
                    <a:pt x="6867029" y="1246438"/>
                  </a:lnTo>
                  <a:lnTo>
                    <a:pt x="6793269" y="1241550"/>
                  </a:lnTo>
                  <a:lnTo>
                    <a:pt x="6719509" y="1236443"/>
                  </a:lnTo>
                  <a:lnTo>
                    <a:pt x="6645749" y="1231107"/>
                  </a:lnTo>
                  <a:lnTo>
                    <a:pt x="6571989" y="1225533"/>
                  </a:lnTo>
                  <a:lnTo>
                    <a:pt x="6498229" y="1219710"/>
                  </a:lnTo>
                  <a:lnTo>
                    <a:pt x="6424469" y="1213625"/>
                  </a:lnTo>
                  <a:lnTo>
                    <a:pt x="6350709" y="1207268"/>
                  </a:lnTo>
                  <a:lnTo>
                    <a:pt x="6276949" y="1200627"/>
                  </a:lnTo>
                  <a:lnTo>
                    <a:pt x="6203189" y="1193689"/>
                  </a:lnTo>
                  <a:lnTo>
                    <a:pt x="6129429" y="1186440"/>
                  </a:lnTo>
                  <a:lnTo>
                    <a:pt x="6055669" y="1178866"/>
                  </a:lnTo>
                  <a:lnTo>
                    <a:pt x="5981909" y="1170953"/>
                  </a:lnTo>
                  <a:lnTo>
                    <a:pt x="5908149" y="1162687"/>
                  </a:lnTo>
                  <a:lnTo>
                    <a:pt x="5834389" y="1154050"/>
                  </a:lnTo>
                  <a:lnTo>
                    <a:pt x="5760629" y="1145026"/>
                  </a:lnTo>
                  <a:lnTo>
                    <a:pt x="5686869" y="1135599"/>
                  </a:lnTo>
                  <a:lnTo>
                    <a:pt x="5613109" y="1125750"/>
                  </a:lnTo>
                  <a:lnTo>
                    <a:pt x="5539349" y="1115460"/>
                  </a:lnTo>
                  <a:lnTo>
                    <a:pt x="5465589" y="1104709"/>
                  </a:lnTo>
                  <a:lnTo>
                    <a:pt x="5391829" y="1093477"/>
                  </a:lnTo>
                  <a:lnTo>
                    <a:pt x="5318069" y="1081742"/>
                  </a:lnTo>
                  <a:lnTo>
                    <a:pt x="5244309" y="1069482"/>
                  </a:lnTo>
                  <a:lnTo>
                    <a:pt x="5170549" y="1056673"/>
                  </a:lnTo>
                  <a:lnTo>
                    <a:pt x="5096789" y="1043291"/>
                  </a:lnTo>
                  <a:lnTo>
                    <a:pt x="5023029" y="1029310"/>
                  </a:lnTo>
                  <a:lnTo>
                    <a:pt x="4949269" y="1014703"/>
                  </a:lnTo>
                  <a:lnTo>
                    <a:pt x="4875509" y="999443"/>
                  </a:lnTo>
                  <a:lnTo>
                    <a:pt x="4801749" y="983499"/>
                  </a:lnTo>
                  <a:lnTo>
                    <a:pt x="4727989" y="966841"/>
                  </a:lnTo>
                  <a:lnTo>
                    <a:pt x="4654229" y="949438"/>
                  </a:lnTo>
                  <a:lnTo>
                    <a:pt x="4580469" y="931256"/>
                  </a:lnTo>
                  <a:lnTo>
                    <a:pt x="4506709" y="912260"/>
                  </a:lnTo>
                  <a:lnTo>
                    <a:pt x="4432949" y="892414"/>
                  </a:lnTo>
                  <a:lnTo>
                    <a:pt x="4359189" y="871679"/>
                  </a:lnTo>
                  <a:lnTo>
                    <a:pt x="4285429" y="850016"/>
                  </a:lnTo>
                  <a:lnTo>
                    <a:pt x="4211669" y="827384"/>
                  </a:lnTo>
                  <a:lnTo>
                    <a:pt x="4137909" y="803739"/>
                  </a:lnTo>
                  <a:lnTo>
                    <a:pt x="4064149" y="779035"/>
                  </a:lnTo>
                  <a:lnTo>
                    <a:pt x="3990388" y="753225"/>
                  </a:lnTo>
                  <a:lnTo>
                    <a:pt x="3916628" y="726260"/>
                  </a:lnTo>
                  <a:lnTo>
                    <a:pt x="3842868" y="698088"/>
                  </a:lnTo>
                  <a:lnTo>
                    <a:pt x="3769108" y="668655"/>
                  </a:lnTo>
                  <a:lnTo>
                    <a:pt x="3695348" y="637905"/>
                  </a:lnTo>
                  <a:lnTo>
                    <a:pt x="3621588" y="605778"/>
                  </a:lnTo>
                  <a:lnTo>
                    <a:pt x="3547828" y="572213"/>
                  </a:lnTo>
                  <a:lnTo>
                    <a:pt x="3474068" y="537146"/>
                  </a:lnTo>
                  <a:lnTo>
                    <a:pt x="3400308" y="520093"/>
                  </a:lnTo>
                  <a:lnTo>
                    <a:pt x="3326548" y="511275"/>
                  </a:lnTo>
                  <a:lnTo>
                    <a:pt x="3252788" y="502365"/>
                  </a:lnTo>
                  <a:lnTo>
                    <a:pt x="3179028" y="493360"/>
                  </a:lnTo>
                  <a:lnTo>
                    <a:pt x="3105268" y="484261"/>
                  </a:lnTo>
                  <a:lnTo>
                    <a:pt x="3031508" y="475065"/>
                  </a:lnTo>
                  <a:lnTo>
                    <a:pt x="2957748" y="465772"/>
                  </a:lnTo>
                  <a:lnTo>
                    <a:pt x="2883988" y="456382"/>
                  </a:lnTo>
                  <a:lnTo>
                    <a:pt x="2810228" y="446892"/>
                  </a:lnTo>
                  <a:lnTo>
                    <a:pt x="2736468" y="437302"/>
                  </a:lnTo>
                  <a:lnTo>
                    <a:pt x="2662708" y="427611"/>
                  </a:lnTo>
                  <a:lnTo>
                    <a:pt x="2588948" y="417817"/>
                  </a:lnTo>
                  <a:lnTo>
                    <a:pt x="2515188" y="407921"/>
                  </a:lnTo>
                  <a:lnTo>
                    <a:pt x="2441428" y="397919"/>
                  </a:lnTo>
                  <a:lnTo>
                    <a:pt x="2367668" y="387813"/>
                  </a:lnTo>
                  <a:lnTo>
                    <a:pt x="2293908" y="377599"/>
                  </a:lnTo>
                  <a:lnTo>
                    <a:pt x="2220148" y="367278"/>
                  </a:lnTo>
                  <a:lnTo>
                    <a:pt x="2146388" y="356848"/>
                  </a:lnTo>
                  <a:lnTo>
                    <a:pt x="2072628" y="346308"/>
                  </a:lnTo>
                  <a:lnTo>
                    <a:pt x="1998868" y="335656"/>
                  </a:lnTo>
                  <a:lnTo>
                    <a:pt x="1925108" y="324892"/>
                  </a:lnTo>
                  <a:lnTo>
                    <a:pt x="1851348" y="314015"/>
                  </a:lnTo>
                  <a:lnTo>
                    <a:pt x="1777588" y="303023"/>
                  </a:lnTo>
                  <a:lnTo>
                    <a:pt x="1703828" y="291915"/>
                  </a:lnTo>
                  <a:lnTo>
                    <a:pt x="1630068" y="280689"/>
                  </a:lnTo>
                  <a:lnTo>
                    <a:pt x="1556308" y="269345"/>
                  </a:lnTo>
                  <a:lnTo>
                    <a:pt x="1482548" y="257882"/>
                  </a:lnTo>
                  <a:lnTo>
                    <a:pt x="1408788" y="246297"/>
                  </a:lnTo>
                  <a:lnTo>
                    <a:pt x="1335028" y="234590"/>
                  </a:lnTo>
                  <a:lnTo>
                    <a:pt x="1261268" y="222760"/>
                  </a:lnTo>
                  <a:lnTo>
                    <a:pt x="1187508" y="210805"/>
                  </a:lnTo>
                  <a:lnTo>
                    <a:pt x="1113747" y="198723"/>
                  </a:lnTo>
                  <a:lnTo>
                    <a:pt x="1039987" y="186514"/>
                  </a:lnTo>
                  <a:lnTo>
                    <a:pt x="966227" y="174177"/>
                  </a:lnTo>
                  <a:lnTo>
                    <a:pt x="892467" y="161709"/>
                  </a:lnTo>
                  <a:lnTo>
                    <a:pt x="818707" y="149109"/>
                  </a:lnTo>
                  <a:lnTo>
                    <a:pt x="744947" y="136377"/>
                  </a:lnTo>
                  <a:lnTo>
                    <a:pt x="671187" y="123510"/>
                  </a:lnTo>
                  <a:lnTo>
                    <a:pt x="597427" y="110507"/>
                  </a:lnTo>
                  <a:lnTo>
                    <a:pt x="523667" y="97367"/>
                  </a:lnTo>
                  <a:lnTo>
                    <a:pt x="449907" y="84089"/>
                  </a:lnTo>
                  <a:lnTo>
                    <a:pt x="376147" y="70670"/>
                  </a:lnTo>
                  <a:lnTo>
                    <a:pt x="302387" y="57110"/>
                  </a:lnTo>
                  <a:lnTo>
                    <a:pt x="228627" y="43407"/>
                  </a:lnTo>
                  <a:lnTo>
                    <a:pt x="154867" y="29559"/>
                  </a:lnTo>
                  <a:lnTo>
                    <a:pt x="81107" y="15565"/>
                  </a:lnTo>
                  <a:lnTo>
                    <a:pt x="7347" y="14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03029"/>
              <a:ext cx="7235830" cy="2748148"/>
            </a:xfrm>
            <a:custGeom>
              <a:avLst/>
              <a:pathLst>
                <a:path w="7235830" h="2748148">
                  <a:moveTo>
                    <a:pt x="0" y="0"/>
                  </a:moveTo>
                  <a:lnTo>
                    <a:pt x="7347" y="8075"/>
                  </a:lnTo>
                  <a:lnTo>
                    <a:pt x="81107" y="86967"/>
                  </a:lnTo>
                  <a:lnTo>
                    <a:pt x="154867" y="163746"/>
                  </a:lnTo>
                  <a:lnTo>
                    <a:pt x="228627" y="238470"/>
                  </a:lnTo>
                  <a:lnTo>
                    <a:pt x="302387" y="311192"/>
                  </a:lnTo>
                  <a:lnTo>
                    <a:pt x="376147" y="381967"/>
                  </a:lnTo>
                  <a:lnTo>
                    <a:pt x="449907" y="450847"/>
                  </a:lnTo>
                  <a:lnTo>
                    <a:pt x="523667" y="517883"/>
                  </a:lnTo>
                  <a:lnTo>
                    <a:pt x="597427" y="583123"/>
                  </a:lnTo>
                  <a:lnTo>
                    <a:pt x="671187" y="646617"/>
                  </a:lnTo>
                  <a:lnTo>
                    <a:pt x="744947" y="708410"/>
                  </a:lnTo>
                  <a:lnTo>
                    <a:pt x="818707" y="768548"/>
                  </a:lnTo>
                  <a:lnTo>
                    <a:pt x="892467" y="827076"/>
                  </a:lnTo>
                  <a:lnTo>
                    <a:pt x="966227" y="884037"/>
                  </a:lnTo>
                  <a:lnTo>
                    <a:pt x="1039987" y="939473"/>
                  </a:lnTo>
                  <a:lnTo>
                    <a:pt x="1113747" y="993424"/>
                  </a:lnTo>
                  <a:lnTo>
                    <a:pt x="1187508" y="1045930"/>
                  </a:lnTo>
                  <a:lnTo>
                    <a:pt x="1261268" y="1097030"/>
                  </a:lnTo>
                  <a:lnTo>
                    <a:pt x="1335028" y="1146762"/>
                  </a:lnTo>
                  <a:lnTo>
                    <a:pt x="1408788" y="1195162"/>
                  </a:lnTo>
                  <a:lnTo>
                    <a:pt x="1482548" y="1242267"/>
                  </a:lnTo>
                  <a:lnTo>
                    <a:pt x="1556308" y="1288109"/>
                  </a:lnTo>
                  <a:lnTo>
                    <a:pt x="1630068" y="1332725"/>
                  </a:lnTo>
                  <a:lnTo>
                    <a:pt x="1703828" y="1376145"/>
                  </a:lnTo>
                  <a:lnTo>
                    <a:pt x="1777588" y="1418403"/>
                  </a:lnTo>
                  <a:lnTo>
                    <a:pt x="1851348" y="1459529"/>
                  </a:lnTo>
                  <a:lnTo>
                    <a:pt x="1925108" y="1499554"/>
                  </a:lnTo>
                  <a:lnTo>
                    <a:pt x="1998868" y="1538507"/>
                  </a:lnTo>
                  <a:lnTo>
                    <a:pt x="2072628" y="1576417"/>
                  </a:lnTo>
                  <a:lnTo>
                    <a:pt x="2146388" y="1613312"/>
                  </a:lnTo>
                  <a:lnTo>
                    <a:pt x="2220148" y="1649219"/>
                  </a:lnTo>
                  <a:lnTo>
                    <a:pt x="2293908" y="1684165"/>
                  </a:lnTo>
                  <a:lnTo>
                    <a:pt x="2367668" y="1718174"/>
                  </a:lnTo>
                  <a:lnTo>
                    <a:pt x="2441428" y="1751273"/>
                  </a:lnTo>
                  <a:lnTo>
                    <a:pt x="2515188" y="1783486"/>
                  </a:lnTo>
                  <a:lnTo>
                    <a:pt x="2588948" y="1814836"/>
                  </a:lnTo>
                  <a:lnTo>
                    <a:pt x="2662708" y="1845346"/>
                  </a:lnTo>
                  <a:lnTo>
                    <a:pt x="2736468" y="1875040"/>
                  </a:lnTo>
                  <a:lnTo>
                    <a:pt x="2810228" y="1903938"/>
                  </a:lnTo>
                  <a:lnTo>
                    <a:pt x="2883988" y="1932063"/>
                  </a:lnTo>
                  <a:lnTo>
                    <a:pt x="2957748" y="1959434"/>
                  </a:lnTo>
                  <a:lnTo>
                    <a:pt x="3031508" y="1986072"/>
                  </a:lnTo>
                  <a:lnTo>
                    <a:pt x="3105268" y="2011997"/>
                  </a:lnTo>
                  <a:lnTo>
                    <a:pt x="3179028" y="2037228"/>
                  </a:lnTo>
                  <a:lnTo>
                    <a:pt x="3252788" y="2061784"/>
                  </a:lnTo>
                  <a:lnTo>
                    <a:pt x="3326548" y="2085681"/>
                  </a:lnTo>
                  <a:lnTo>
                    <a:pt x="3400308" y="2108939"/>
                  </a:lnTo>
                  <a:lnTo>
                    <a:pt x="3474068" y="2131574"/>
                  </a:lnTo>
                  <a:lnTo>
                    <a:pt x="3547828" y="2153603"/>
                  </a:lnTo>
                  <a:lnTo>
                    <a:pt x="3621588" y="2175042"/>
                  </a:lnTo>
                  <a:lnTo>
                    <a:pt x="3695348" y="2195907"/>
                  </a:lnTo>
                  <a:lnTo>
                    <a:pt x="3769108" y="2216213"/>
                  </a:lnTo>
                  <a:lnTo>
                    <a:pt x="3842868" y="2235975"/>
                  </a:lnTo>
                  <a:lnTo>
                    <a:pt x="3916628" y="2255209"/>
                  </a:lnTo>
                  <a:lnTo>
                    <a:pt x="3990388" y="2273927"/>
                  </a:lnTo>
                  <a:lnTo>
                    <a:pt x="4064149" y="2292144"/>
                  </a:lnTo>
                  <a:lnTo>
                    <a:pt x="4137909" y="2309873"/>
                  </a:lnTo>
                  <a:lnTo>
                    <a:pt x="4211669" y="2327127"/>
                  </a:lnTo>
                  <a:lnTo>
                    <a:pt x="4285429" y="2343920"/>
                  </a:lnTo>
                  <a:lnTo>
                    <a:pt x="4359189" y="2360262"/>
                  </a:lnTo>
                  <a:lnTo>
                    <a:pt x="4432949" y="2376167"/>
                  </a:lnTo>
                  <a:lnTo>
                    <a:pt x="4506709" y="2391646"/>
                  </a:lnTo>
                  <a:lnTo>
                    <a:pt x="4580469" y="2406711"/>
                  </a:lnTo>
                  <a:lnTo>
                    <a:pt x="4654229" y="2421372"/>
                  </a:lnTo>
                  <a:lnTo>
                    <a:pt x="4727989" y="2435641"/>
                  </a:lnTo>
                  <a:lnTo>
                    <a:pt x="4801749" y="2449527"/>
                  </a:lnTo>
                  <a:lnTo>
                    <a:pt x="4875509" y="2463042"/>
                  </a:lnTo>
                  <a:lnTo>
                    <a:pt x="4949269" y="2476195"/>
                  </a:lnTo>
                  <a:lnTo>
                    <a:pt x="5023029" y="2488995"/>
                  </a:lnTo>
                  <a:lnTo>
                    <a:pt x="5096789" y="2501453"/>
                  </a:lnTo>
                  <a:lnTo>
                    <a:pt x="5170549" y="2513577"/>
                  </a:lnTo>
                  <a:lnTo>
                    <a:pt x="5244309" y="2525377"/>
                  </a:lnTo>
                  <a:lnTo>
                    <a:pt x="5318069" y="2536861"/>
                  </a:lnTo>
                  <a:lnTo>
                    <a:pt x="5391829" y="2548037"/>
                  </a:lnTo>
                  <a:lnTo>
                    <a:pt x="5465589" y="2558913"/>
                  </a:lnTo>
                  <a:lnTo>
                    <a:pt x="5539349" y="2569499"/>
                  </a:lnTo>
                  <a:lnTo>
                    <a:pt x="5613109" y="2579801"/>
                  </a:lnTo>
                  <a:lnTo>
                    <a:pt x="5686869" y="2589827"/>
                  </a:lnTo>
                  <a:lnTo>
                    <a:pt x="5760629" y="2599585"/>
                  </a:lnTo>
                  <a:lnTo>
                    <a:pt x="5834389" y="2609081"/>
                  </a:lnTo>
                  <a:lnTo>
                    <a:pt x="5908149" y="2618324"/>
                  </a:lnTo>
                  <a:lnTo>
                    <a:pt x="5981909" y="2627318"/>
                  </a:lnTo>
                  <a:lnTo>
                    <a:pt x="6055669" y="2636072"/>
                  </a:lnTo>
                  <a:lnTo>
                    <a:pt x="6129429" y="2644591"/>
                  </a:lnTo>
                  <a:lnTo>
                    <a:pt x="6203189" y="2652883"/>
                  </a:lnTo>
                  <a:lnTo>
                    <a:pt x="6276949" y="2660952"/>
                  </a:lnTo>
                  <a:lnTo>
                    <a:pt x="6350709" y="2668805"/>
                  </a:lnTo>
                  <a:lnTo>
                    <a:pt x="6424469" y="2676448"/>
                  </a:lnTo>
                  <a:lnTo>
                    <a:pt x="6498229" y="2683886"/>
                  </a:lnTo>
                  <a:lnTo>
                    <a:pt x="6571989" y="2691125"/>
                  </a:lnTo>
                  <a:lnTo>
                    <a:pt x="6645749" y="2698170"/>
                  </a:lnTo>
                  <a:lnTo>
                    <a:pt x="6719509" y="2705027"/>
                  </a:lnTo>
                  <a:lnTo>
                    <a:pt x="6793269" y="2711700"/>
                  </a:lnTo>
                  <a:lnTo>
                    <a:pt x="6867029" y="2718194"/>
                  </a:lnTo>
                  <a:lnTo>
                    <a:pt x="6940789" y="2724514"/>
                  </a:lnTo>
                  <a:lnTo>
                    <a:pt x="7014550" y="2730665"/>
                  </a:lnTo>
                  <a:lnTo>
                    <a:pt x="7088310" y="2736652"/>
                  </a:lnTo>
                  <a:lnTo>
                    <a:pt x="7162070" y="2742478"/>
                  </a:lnTo>
                  <a:lnTo>
                    <a:pt x="7235830" y="27481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(1.13-1.69), p = 0.001  |  per IQR decline (Δ = 0.29): 2.60 (1.45-4.67)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2026-06-08T09:51:42Z</dcterms:modified>
  <cp:category/>
</cp:coreProperties>
</file>