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235830" cy="3560662"/>
            </a:xfrm>
            <a:custGeom>
              <a:avLst/>
              <a:pathLst>
                <a:path w="7235830" h="3560662">
                  <a:moveTo>
                    <a:pt x="1034415" y="0"/>
                  </a:moveTo>
                  <a:lnTo>
                    <a:pt x="1039987" y="12309"/>
                  </a:lnTo>
                  <a:lnTo>
                    <a:pt x="1113747" y="168275"/>
                  </a:lnTo>
                  <a:lnTo>
                    <a:pt x="1187508" y="317558"/>
                  </a:lnTo>
                  <a:lnTo>
                    <a:pt x="1261268" y="460446"/>
                  </a:lnTo>
                  <a:lnTo>
                    <a:pt x="1335028" y="597211"/>
                  </a:lnTo>
                  <a:lnTo>
                    <a:pt x="1408788" y="728117"/>
                  </a:lnTo>
                  <a:lnTo>
                    <a:pt x="1482548" y="853415"/>
                  </a:lnTo>
                  <a:lnTo>
                    <a:pt x="1556308" y="973344"/>
                  </a:lnTo>
                  <a:lnTo>
                    <a:pt x="1630068" y="1088135"/>
                  </a:lnTo>
                  <a:lnTo>
                    <a:pt x="1703828" y="1198009"/>
                  </a:lnTo>
                  <a:lnTo>
                    <a:pt x="1777588" y="1303174"/>
                  </a:lnTo>
                  <a:lnTo>
                    <a:pt x="1851348" y="1403834"/>
                  </a:lnTo>
                  <a:lnTo>
                    <a:pt x="1925108" y="1500182"/>
                  </a:lnTo>
                  <a:lnTo>
                    <a:pt x="1998868" y="1592401"/>
                  </a:lnTo>
                  <a:lnTo>
                    <a:pt x="2072628" y="1680670"/>
                  </a:lnTo>
                  <a:lnTo>
                    <a:pt x="2146388" y="1765156"/>
                  </a:lnTo>
                  <a:lnTo>
                    <a:pt x="2220148" y="1846023"/>
                  </a:lnTo>
                  <a:lnTo>
                    <a:pt x="2293908" y="1923426"/>
                  </a:lnTo>
                  <a:lnTo>
                    <a:pt x="2367668" y="1997512"/>
                  </a:lnTo>
                  <a:lnTo>
                    <a:pt x="2441428" y="2068424"/>
                  </a:lnTo>
                  <a:lnTo>
                    <a:pt x="2515188" y="2136298"/>
                  </a:lnTo>
                  <a:lnTo>
                    <a:pt x="2588948" y="2201263"/>
                  </a:lnTo>
                  <a:lnTo>
                    <a:pt x="2662708" y="2263446"/>
                  </a:lnTo>
                  <a:lnTo>
                    <a:pt x="2736468" y="2322964"/>
                  </a:lnTo>
                  <a:lnTo>
                    <a:pt x="2810228" y="2379933"/>
                  </a:lnTo>
                  <a:lnTo>
                    <a:pt x="2883988" y="2434460"/>
                  </a:lnTo>
                  <a:lnTo>
                    <a:pt x="2957748" y="2486652"/>
                  </a:lnTo>
                  <a:lnTo>
                    <a:pt x="3031508" y="2536607"/>
                  </a:lnTo>
                  <a:lnTo>
                    <a:pt x="3105268" y="2584422"/>
                  </a:lnTo>
                  <a:lnTo>
                    <a:pt x="3179028" y="2630189"/>
                  </a:lnTo>
                  <a:lnTo>
                    <a:pt x="3252788" y="2673995"/>
                  </a:lnTo>
                  <a:lnTo>
                    <a:pt x="3326548" y="2715924"/>
                  </a:lnTo>
                  <a:lnTo>
                    <a:pt x="3400308" y="2756056"/>
                  </a:lnTo>
                  <a:lnTo>
                    <a:pt x="3474068" y="2785738"/>
                  </a:lnTo>
                  <a:lnTo>
                    <a:pt x="3547828" y="2794791"/>
                  </a:lnTo>
                  <a:lnTo>
                    <a:pt x="3621588" y="2803749"/>
                  </a:lnTo>
                  <a:lnTo>
                    <a:pt x="3695348" y="2812614"/>
                  </a:lnTo>
                  <a:lnTo>
                    <a:pt x="3769108" y="2821386"/>
                  </a:lnTo>
                  <a:lnTo>
                    <a:pt x="3842868" y="2830067"/>
                  </a:lnTo>
                  <a:lnTo>
                    <a:pt x="3916628" y="2838657"/>
                  </a:lnTo>
                  <a:lnTo>
                    <a:pt x="3990388" y="2847157"/>
                  </a:lnTo>
                  <a:lnTo>
                    <a:pt x="4064149" y="2855569"/>
                  </a:lnTo>
                  <a:lnTo>
                    <a:pt x="4137909" y="2863892"/>
                  </a:lnTo>
                  <a:lnTo>
                    <a:pt x="4211669" y="2872129"/>
                  </a:lnTo>
                  <a:lnTo>
                    <a:pt x="4285429" y="2880280"/>
                  </a:lnTo>
                  <a:lnTo>
                    <a:pt x="4359189" y="2888345"/>
                  </a:lnTo>
                  <a:lnTo>
                    <a:pt x="4432949" y="2896327"/>
                  </a:lnTo>
                  <a:lnTo>
                    <a:pt x="4506709" y="2904225"/>
                  </a:lnTo>
                  <a:lnTo>
                    <a:pt x="4580469" y="2912040"/>
                  </a:lnTo>
                  <a:lnTo>
                    <a:pt x="4654229" y="2919774"/>
                  </a:lnTo>
                  <a:lnTo>
                    <a:pt x="4727989" y="2927427"/>
                  </a:lnTo>
                  <a:lnTo>
                    <a:pt x="4801749" y="2935001"/>
                  </a:lnTo>
                  <a:lnTo>
                    <a:pt x="4875509" y="2942495"/>
                  </a:lnTo>
                  <a:lnTo>
                    <a:pt x="4949269" y="2949911"/>
                  </a:lnTo>
                  <a:lnTo>
                    <a:pt x="5023029" y="2957249"/>
                  </a:lnTo>
                  <a:lnTo>
                    <a:pt x="5096789" y="2964511"/>
                  </a:lnTo>
                  <a:lnTo>
                    <a:pt x="5170549" y="2971697"/>
                  </a:lnTo>
                  <a:lnTo>
                    <a:pt x="5244309" y="2978808"/>
                  </a:lnTo>
                  <a:lnTo>
                    <a:pt x="5318069" y="2985845"/>
                  </a:lnTo>
                  <a:lnTo>
                    <a:pt x="5391829" y="2992808"/>
                  </a:lnTo>
                  <a:lnTo>
                    <a:pt x="5465589" y="2999698"/>
                  </a:lnTo>
                  <a:lnTo>
                    <a:pt x="5539349" y="3006517"/>
                  </a:lnTo>
                  <a:lnTo>
                    <a:pt x="5613109" y="3013264"/>
                  </a:lnTo>
                  <a:lnTo>
                    <a:pt x="5686869" y="3019941"/>
                  </a:lnTo>
                  <a:lnTo>
                    <a:pt x="5760629" y="3026548"/>
                  </a:lnTo>
                  <a:lnTo>
                    <a:pt x="5834389" y="3033086"/>
                  </a:lnTo>
                  <a:lnTo>
                    <a:pt x="5908149" y="3039556"/>
                  </a:lnTo>
                  <a:lnTo>
                    <a:pt x="5981909" y="3045959"/>
                  </a:lnTo>
                  <a:lnTo>
                    <a:pt x="6055669" y="3052294"/>
                  </a:lnTo>
                  <a:lnTo>
                    <a:pt x="6129429" y="3058563"/>
                  </a:lnTo>
                  <a:lnTo>
                    <a:pt x="6203189" y="3064767"/>
                  </a:lnTo>
                  <a:lnTo>
                    <a:pt x="6276949" y="3070906"/>
                  </a:lnTo>
                  <a:lnTo>
                    <a:pt x="6350709" y="3076981"/>
                  </a:lnTo>
                  <a:lnTo>
                    <a:pt x="6424469" y="3082993"/>
                  </a:lnTo>
                  <a:lnTo>
                    <a:pt x="6498229" y="3088941"/>
                  </a:lnTo>
                  <a:lnTo>
                    <a:pt x="6571989" y="3094828"/>
                  </a:lnTo>
                  <a:lnTo>
                    <a:pt x="6645749" y="3100653"/>
                  </a:lnTo>
                  <a:lnTo>
                    <a:pt x="6719509" y="3106417"/>
                  </a:lnTo>
                  <a:lnTo>
                    <a:pt x="6793269" y="3112122"/>
                  </a:lnTo>
                  <a:lnTo>
                    <a:pt x="6867029" y="3117766"/>
                  </a:lnTo>
                  <a:lnTo>
                    <a:pt x="6940789" y="3123352"/>
                  </a:lnTo>
                  <a:lnTo>
                    <a:pt x="7014550" y="3128879"/>
                  </a:lnTo>
                  <a:lnTo>
                    <a:pt x="7088310" y="3134349"/>
                  </a:lnTo>
                  <a:lnTo>
                    <a:pt x="7162070" y="3139761"/>
                  </a:lnTo>
                  <a:lnTo>
                    <a:pt x="7235830" y="3145117"/>
                  </a:lnTo>
                  <a:lnTo>
                    <a:pt x="7235830" y="3560662"/>
                  </a:lnTo>
                  <a:lnTo>
                    <a:pt x="7162070" y="3556545"/>
                  </a:lnTo>
                  <a:lnTo>
                    <a:pt x="7088310" y="3552243"/>
                  </a:lnTo>
                  <a:lnTo>
                    <a:pt x="7014550" y="3547749"/>
                  </a:lnTo>
                  <a:lnTo>
                    <a:pt x="6940789" y="3543054"/>
                  </a:lnTo>
                  <a:lnTo>
                    <a:pt x="6867029" y="3538148"/>
                  </a:lnTo>
                  <a:lnTo>
                    <a:pt x="6793269" y="3533023"/>
                  </a:lnTo>
                  <a:lnTo>
                    <a:pt x="6719509" y="3527669"/>
                  </a:lnTo>
                  <a:lnTo>
                    <a:pt x="6645749" y="3522075"/>
                  </a:lnTo>
                  <a:lnTo>
                    <a:pt x="6571989" y="3516231"/>
                  </a:lnTo>
                  <a:lnTo>
                    <a:pt x="6498229" y="3510124"/>
                  </a:lnTo>
                  <a:lnTo>
                    <a:pt x="6424469" y="3503745"/>
                  </a:lnTo>
                  <a:lnTo>
                    <a:pt x="6350709" y="3497080"/>
                  </a:lnTo>
                  <a:lnTo>
                    <a:pt x="6276949" y="3490117"/>
                  </a:lnTo>
                  <a:lnTo>
                    <a:pt x="6203189" y="3482842"/>
                  </a:lnTo>
                  <a:lnTo>
                    <a:pt x="6129429" y="3475242"/>
                  </a:lnTo>
                  <a:lnTo>
                    <a:pt x="6055669" y="3467301"/>
                  </a:lnTo>
                  <a:lnTo>
                    <a:pt x="5981909" y="3459005"/>
                  </a:lnTo>
                  <a:lnTo>
                    <a:pt x="5908149" y="3450337"/>
                  </a:lnTo>
                  <a:lnTo>
                    <a:pt x="5834389" y="3441281"/>
                  </a:lnTo>
                  <a:lnTo>
                    <a:pt x="5760629" y="3431821"/>
                  </a:lnTo>
                  <a:lnTo>
                    <a:pt x="5686869" y="3421936"/>
                  </a:lnTo>
                  <a:lnTo>
                    <a:pt x="5613109" y="3411609"/>
                  </a:lnTo>
                  <a:lnTo>
                    <a:pt x="5539349" y="3400820"/>
                  </a:lnTo>
                  <a:lnTo>
                    <a:pt x="5465589" y="3389549"/>
                  </a:lnTo>
                  <a:lnTo>
                    <a:pt x="5391829" y="3377772"/>
                  </a:lnTo>
                  <a:lnTo>
                    <a:pt x="5318069" y="3365468"/>
                  </a:lnTo>
                  <a:lnTo>
                    <a:pt x="5244309" y="3352614"/>
                  </a:lnTo>
                  <a:lnTo>
                    <a:pt x="5170549" y="3339184"/>
                  </a:lnTo>
                  <a:lnTo>
                    <a:pt x="5096789" y="3325153"/>
                  </a:lnTo>
                  <a:lnTo>
                    <a:pt x="5023029" y="3310494"/>
                  </a:lnTo>
                  <a:lnTo>
                    <a:pt x="4949269" y="3295179"/>
                  </a:lnTo>
                  <a:lnTo>
                    <a:pt x="4875509" y="3279179"/>
                  </a:lnTo>
                  <a:lnTo>
                    <a:pt x="4801749" y="3262462"/>
                  </a:lnTo>
                  <a:lnTo>
                    <a:pt x="4727989" y="3244997"/>
                  </a:lnTo>
                  <a:lnTo>
                    <a:pt x="4654229" y="3226750"/>
                  </a:lnTo>
                  <a:lnTo>
                    <a:pt x="4580469" y="3207686"/>
                  </a:lnTo>
                  <a:lnTo>
                    <a:pt x="4506709" y="3187769"/>
                  </a:lnTo>
                  <a:lnTo>
                    <a:pt x="4432949" y="3166961"/>
                  </a:lnTo>
                  <a:lnTo>
                    <a:pt x="4359189" y="3145221"/>
                  </a:lnTo>
                  <a:lnTo>
                    <a:pt x="4285429" y="3122508"/>
                  </a:lnTo>
                  <a:lnTo>
                    <a:pt x="4211669" y="3098778"/>
                  </a:lnTo>
                  <a:lnTo>
                    <a:pt x="4137909" y="3073987"/>
                  </a:lnTo>
                  <a:lnTo>
                    <a:pt x="4064149" y="3048085"/>
                  </a:lnTo>
                  <a:lnTo>
                    <a:pt x="3990388" y="3021024"/>
                  </a:lnTo>
                  <a:lnTo>
                    <a:pt x="3916628" y="2992752"/>
                  </a:lnTo>
                  <a:lnTo>
                    <a:pt x="3842868" y="2963214"/>
                  </a:lnTo>
                  <a:lnTo>
                    <a:pt x="3769108" y="2932354"/>
                  </a:lnTo>
                  <a:lnTo>
                    <a:pt x="3695348" y="2900113"/>
                  </a:lnTo>
                  <a:lnTo>
                    <a:pt x="3621588" y="2866429"/>
                  </a:lnTo>
                  <a:lnTo>
                    <a:pt x="3547828" y="2831237"/>
                  </a:lnTo>
                  <a:lnTo>
                    <a:pt x="3474068" y="2794469"/>
                  </a:lnTo>
                  <a:lnTo>
                    <a:pt x="3400308" y="2776589"/>
                  </a:lnTo>
                  <a:lnTo>
                    <a:pt x="3326548" y="2767345"/>
                  </a:lnTo>
                  <a:lnTo>
                    <a:pt x="3252788" y="2758002"/>
                  </a:lnTo>
                  <a:lnTo>
                    <a:pt x="3179028" y="2748561"/>
                  </a:lnTo>
                  <a:lnTo>
                    <a:pt x="3105268" y="2739020"/>
                  </a:lnTo>
                  <a:lnTo>
                    <a:pt x="3031508" y="2729379"/>
                  </a:lnTo>
                  <a:lnTo>
                    <a:pt x="2957748" y="2719636"/>
                  </a:lnTo>
                  <a:lnTo>
                    <a:pt x="2883988" y="2709790"/>
                  </a:lnTo>
                  <a:lnTo>
                    <a:pt x="2810228" y="2699840"/>
                  </a:lnTo>
                  <a:lnTo>
                    <a:pt x="2736468" y="2689785"/>
                  </a:lnTo>
                  <a:lnTo>
                    <a:pt x="2662708" y="2679624"/>
                  </a:lnTo>
                  <a:lnTo>
                    <a:pt x="2588948" y="2669355"/>
                  </a:lnTo>
                  <a:lnTo>
                    <a:pt x="2515188" y="2658979"/>
                  </a:lnTo>
                  <a:lnTo>
                    <a:pt x="2441428" y="2648493"/>
                  </a:lnTo>
                  <a:lnTo>
                    <a:pt x="2367668" y="2637896"/>
                  </a:lnTo>
                  <a:lnTo>
                    <a:pt x="2293908" y="2627187"/>
                  </a:lnTo>
                  <a:lnTo>
                    <a:pt x="2220148" y="2616366"/>
                  </a:lnTo>
                  <a:lnTo>
                    <a:pt x="2146388" y="2605430"/>
                  </a:lnTo>
                  <a:lnTo>
                    <a:pt x="2072628" y="2594379"/>
                  </a:lnTo>
                  <a:lnTo>
                    <a:pt x="1998868" y="2583211"/>
                  </a:lnTo>
                  <a:lnTo>
                    <a:pt x="1925108" y="2571925"/>
                  </a:lnTo>
                  <a:lnTo>
                    <a:pt x="1851348" y="2560521"/>
                  </a:lnTo>
                  <a:lnTo>
                    <a:pt x="1777588" y="2548995"/>
                  </a:lnTo>
                  <a:lnTo>
                    <a:pt x="1703828" y="2537349"/>
                  </a:lnTo>
                  <a:lnTo>
                    <a:pt x="1630068" y="2525579"/>
                  </a:lnTo>
                  <a:lnTo>
                    <a:pt x="1556308" y="2513685"/>
                  </a:lnTo>
                  <a:lnTo>
                    <a:pt x="1482548" y="2501666"/>
                  </a:lnTo>
                  <a:lnTo>
                    <a:pt x="1408788" y="2489520"/>
                  </a:lnTo>
                  <a:lnTo>
                    <a:pt x="1335028" y="2477245"/>
                  </a:lnTo>
                  <a:lnTo>
                    <a:pt x="1261268" y="2464841"/>
                  </a:lnTo>
                  <a:lnTo>
                    <a:pt x="1187508" y="2452306"/>
                  </a:lnTo>
                  <a:lnTo>
                    <a:pt x="1113747" y="2439639"/>
                  </a:lnTo>
                  <a:lnTo>
                    <a:pt x="1039987" y="2426839"/>
                  </a:lnTo>
                  <a:lnTo>
                    <a:pt x="966227" y="2413903"/>
                  </a:lnTo>
                  <a:lnTo>
                    <a:pt x="892467" y="2400830"/>
                  </a:lnTo>
                  <a:lnTo>
                    <a:pt x="818707" y="2387620"/>
                  </a:lnTo>
                  <a:lnTo>
                    <a:pt x="744947" y="2374270"/>
                  </a:lnTo>
                  <a:lnTo>
                    <a:pt x="671187" y="2360780"/>
                  </a:lnTo>
                  <a:lnTo>
                    <a:pt x="597427" y="2347147"/>
                  </a:lnTo>
                  <a:lnTo>
                    <a:pt x="523667" y="2333370"/>
                  </a:lnTo>
                  <a:lnTo>
                    <a:pt x="449907" y="2319447"/>
                  </a:lnTo>
                  <a:lnTo>
                    <a:pt x="376147" y="2305378"/>
                  </a:lnTo>
                  <a:lnTo>
                    <a:pt x="302387" y="2291161"/>
                  </a:lnTo>
                  <a:lnTo>
                    <a:pt x="228627" y="2276793"/>
                  </a:lnTo>
                  <a:lnTo>
                    <a:pt x="154867" y="2262274"/>
                  </a:lnTo>
                  <a:lnTo>
                    <a:pt x="81107" y="2247601"/>
                  </a:lnTo>
                  <a:lnTo>
                    <a:pt x="7347" y="2232774"/>
                  </a:lnTo>
                  <a:lnTo>
                    <a:pt x="0" y="223128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51933" y="1896563"/>
              <a:ext cx="6201414" cy="3145117"/>
            </a:xfrm>
            <a:custGeom>
              <a:avLst/>
              <a:pathLst>
                <a:path w="6201414" h="3145117">
                  <a:moveTo>
                    <a:pt x="0" y="0"/>
                  </a:moveTo>
                  <a:lnTo>
                    <a:pt x="5572" y="12309"/>
                  </a:lnTo>
                  <a:lnTo>
                    <a:pt x="79332" y="168275"/>
                  </a:lnTo>
                  <a:lnTo>
                    <a:pt x="153092" y="317558"/>
                  </a:lnTo>
                  <a:lnTo>
                    <a:pt x="226852" y="460446"/>
                  </a:lnTo>
                  <a:lnTo>
                    <a:pt x="300612" y="597211"/>
                  </a:lnTo>
                  <a:lnTo>
                    <a:pt x="374372" y="728117"/>
                  </a:lnTo>
                  <a:lnTo>
                    <a:pt x="448132" y="853415"/>
                  </a:lnTo>
                  <a:lnTo>
                    <a:pt x="521892" y="973344"/>
                  </a:lnTo>
                  <a:lnTo>
                    <a:pt x="595652" y="1088135"/>
                  </a:lnTo>
                  <a:lnTo>
                    <a:pt x="669412" y="1198009"/>
                  </a:lnTo>
                  <a:lnTo>
                    <a:pt x="743172" y="1303174"/>
                  </a:lnTo>
                  <a:lnTo>
                    <a:pt x="816932" y="1403834"/>
                  </a:lnTo>
                  <a:lnTo>
                    <a:pt x="890692" y="1500182"/>
                  </a:lnTo>
                  <a:lnTo>
                    <a:pt x="964452" y="1592401"/>
                  </a:lnTo>
                  <a:lnTo>
                    <a:pt x="1038212" y="1680670"/>
                  </a:lnTo>
                  <a:lnTo>
                    <a:pt x="1111972" y="1765156"/>
                  </a:lnTo>
                  <a:lnTo>
                    <a:pt x="1185732" y="1846023"/>
                  </a:lnTo>
                  <a:lnTo>
                    <a:pt x="1259492" y="1923426"/>
                  </a:lnTo>
                  <a:lnTo>
                    <a:pt x="1333252" y="1997512"/>
                  </a:lnTo>
                  <a:lnTo>
                    <a:pt x="1407012" y="2068424"/>
                  </a:lnTo>
                  <a:lnTo>
                    <a:pt x="1480772" y="2136298"/>
                  </a:lnTo>
                  <a:lnTo>
                    <a:pt x="1554532" y="2201263"/>
                  </a:lnTo>
                  <a:lnTo>
                    <a:pt x="1628292" y="2263446"/>
                  </a:lnTo>
                  <a:lnTo>
                    <a:pt x="1702052" y="2322964"/>
                  </a:lnTo>
                  <a:lnTo>
                    <a:pt x="1775812" y="2379933"/>
                  </a:lnTo>
                  <a:lnTo>
                    <a:pt x="1849572" y="2434460"/>
                  </a:lnTo>
                  <a:lnTo>
                    <a:pt x="1923332" y="2486652"/>
                  </a:lnTo>
                  <a:lnTo>
                    <a:pt x="1997092" y="2536607"/>
                  </a:lnTo>
                  <a:lnTo>
                    <a:pt x="2070852" y="2584422"/>
                  </a:lnTo>
                  <a:lnTo>
                    <a:pt x="2144612" y="2630189"/>
                  </a:lnTo>
                  <a:lnTo>
                    <a:pt x="2218372" y="2673995"/>
                  </a:lnTo>
                  <a:lnTo>
                    <a:pt x="2292133" y="2715924"/>
                  </a:lnTo>
                  <a:lnTo>
                    <a:pt x="2365893" y="2756056"/>
                  </a:lnTo>
                  <a:lnTo>
                    <a:pt x="2439653" y="2785738"/>
                  </a:lnTo>
                  <a:lnTo>
                    <a:pt x="2513413" y="2794791"/>
                  </a:lnTo>
                  <a:lnTo>
                    <a:pt x="2587173" y="2803749"/>
                  </a:lnTo>
                  <a:lnTo>
                    <a:pt x="2660933" y="2812614"/>
                  </a:lnTo>
                  <a:lnTo>
                    <a:pt x="2734693" y="2821386"/>
                  </a:lnTo>
                  <a:lnTo>
                    <a:pt x="2808453" y="2830067"/>
                  </a:lnTo>
                  <a:lnTo>
                    <a:pt x="2882213" y="2838657"/>
                  </a:lnTo>
                  <a:lnTo>
                    <a:pt x="2955973" y="2847157"/>
                  </a:lnTo>
                  <a:lnTo>
                    <a:pt x="3029733" y="2855569"/>
                  </a:lnTo>
                  <a:lnTo>
                    <a:pt x="3103493" y="2863892"/>
                  </a:lnTo>
                  <a:lnTo>
                    <a:pt x="3177253" y="2872129"/>
                  </a:lnTo>
                  <a:lnTo>
                    <a:pt x="3251013" y="2880280"/>
                  </a:lnTo>
                  <a:lnTo>
                    <a:pt x="3324773" y="2888345"/>
                  </a:lnTo>
                  <a:lnTo>
                    <a:pt x="3398533" y="2896327"/>
                  </a:lnTo>
                  <a:lnTo>
                    <a:pt x="3472293" y="2904225"/>
                  </a:lnTo>
                  <a:lnTo>
                    <a:pt x="3546053" y="2912040"/>
                  </a:lnTo>
                  <a:lnTo>
                    <a:pt x="3619813" y="2919774"/>
                  </a:lnTo>
                  <a:lnTo>
                    <a:pt x="3693573" y="2927427"/>
                  </a:lnTo>
                  <a:lnTo>
                    <a:pt x="3767333" y="2935001"/>
                  </a:lnTo>
                  <a:lnTo>
                    <a:pt x="3841093" y="2942495"/>
                  </a:lnTo>
                  <a:lnTo>
                    <a:pt x="3914853" y="2949911"/>
                  </a:lnTo>
                  <a:lnTo>
                    <a:pt x="3988613" y="2957249"/>
                  </a:lnTo>
                  <a:lnTo>
                    <a:pt x="4062373" y="2964511"/>
                  </a:lnTo>
                  <a:lnTo>
                    <a:pt x="4136133" y="2971697"/>
                  </a:lnTo>
                  <a:lnTo>
                    <a:pt x="4209893" y="2978808"/>
                  </a:lnTo>
                  <a:lnTo>
                    <a:pt x="4283653" y="2985845"/>
                  </a:lnTo>
                  <a:lnTo>
                    <a:pt x="4357413" y="2992808"/>
                  </a:lnTo>
                  <a:lnTo>
                    <a:pt x="4431173" y="2999698"/>
                  </a:lnTo>
                  <a:lnTo>
                    <a:pt x="4504933" y="3006517"/>
                  </a:lnTo>
                  <a:lnTo>
                    <a:pt x="4578693" y="3013264"/>
                  </a:lnTo>
                  <a:lnTo>
                    <a:pt x="4652453" y="3019941"/>
                  </a:lnTo>
                  <a:lnTo>
                    <a:pt x="4726213" y="3026548"/>
                  </a:lnTo>
                  <a:lnTo>
                    <a:pt x="4799973" y="3033086"/>
                  </a:lnTo>
                  <a:lnTo>
                    <a:pt x="4873733" y="3039556"/>
                  </a:lnTo>
                  <a:lnTo>
                    <a:pt x="4947493" y="3045959"/>
                  </a:lnTo>
                  <a:lnTo>
                    <a:pt x="5021253" y="3052294"/>
                  </a:lnTo>
                  <a:lnTo>
                    <a:pt x="5095013" y="3058563"/>
                  </a:lnTo>
                  <a:lnTo>
                    <a:pt x="5168773" y="3064767"/>
                  </a:lnTo>
                  <a:lnTo>
                    <a:pt x="5242534" y="3070906"/>
                  </a:lnTo>
                  <a:lnTo>
                    <a:pt x="5316294" y="3076981"/>
                  </a:lnTo>
                  <a:lnTo>
                    <a:pt x="5390054" y="3082993"/>
                  </a:lnTo>
                  <a:lnTo>
                    <a:pt x="5463814" y="3088941"/>
                  </a:lnTo>
                  <a:lnTo>
                    <a:pt x="5537574" y="3094828"/>
                  </a:lnTo>
                  <a:lnTo>
                    <a:pt x="5611334" y="3100653"/>
                  </a:lnTo>
                  <a:lnTo>
                    <a:pt x="5685094" y="3106417"/>
                  </a:lnTo>
                  <a:lnTo>
                    <a:pt x="5758854" y="3112122"/>
                  </a:lnTo>
                  <a:lnTo>
                    <a:pt x="5832614" y="3117766"/>
                  </a:lnTo>
                  <a:lnTo>
                    <a:pt x="5906374" y="3123352"/>
                  </a:lnTo>
                  <a:lnTo>
                    <a:pt x="5980134" y="3128879"/>
                  </a:lnTo>
                  <a:lnTo>
                    <a:pt x="6053894" y="3134349"/>
                  </a:lnTo>
                  <a:lnTo>
                    <a:pt x="6127654" y="3139761"/>
                  </a:lnTo>
                  <a:lnTo>
                    <a:pt x="6201414" y="314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27845"/>
              <a:ext cx="7235830" cy="1329380"/>
            </a:xfrm>
            <a:custGeom>
              <a:avLst/>
              <a:pathLst>
                <a:path w="7235830" h="1329380">
                  <a:moveTo>
                    <a:pt x="7235830" y="1329380"/>
                  </a:moveTo>
                  <a:lnTo>
                    <a:pt x="7162070" y="1325263"/>
                  </a:lnTo>
                  <a:lnTo>
                    <a:pt x="7088310" y="1320961"/>
                  </a:lnTo>
                  <a:lnTo>
                    <a:pt x="7014550" y="1316467"/>
                  </a:lnTo>
                  <a:lnTo>
                    <a:pt x="6940789" y="1311772"/>
                  </a:lnTo>
                  <a:lnTo>
                    <a:pt x="6867029" y="1306867"/>
                  </a:lnTo>
                  <a:lnTo>
                    <a:pt x="6793269" y="1301742"/>
                  </a:lnTo>
                  <a:lnTo>
                    <a:pt x="6719509" y="1296387"/>
                  </a:lnTo>
                  <a:lnTo>
                    <a:pt x="6645749" y="1290793"/>
                  </a:lnTo>
                  <a:lnTo>
                    <a:pt x="6571989" y="1284949"/>
                  </a:lnTo>
                  <a:lnTo>
                    <a:pt x="6498229" y="1278843"/>
                  </a:lnTo>
                  <a:lnTo>
                    <a:pt x="6424469" y="1272463"/>
                  </a:lnTo>
                  <a:lnTo>
                    <a:pt x="6350709" y="1265799"/>
                  </a:lnTo>
                  <a:lnTo>
                    <a:pt x="6276949" y="1258835"/>
                  </a:lnTo>
                  <a:lnTo>
                    <a:pt x="6203189" y="1251560"/>
                  </a:lnTo>
                  <a:lnTo>
                    <a:pt x="6129429" y="1243960"/>
                  </a:lnTo>
                  <a:lnTo>
                    <a:pt x="6055669" y="1236019"/>
                  </a:lnTo>
                  <a:lnTo>
                    <a:pt x="5981909" y="1227723"/>
                  </a:lnTo>
                  <a:lnTo>
                    <a:pt x="5908149" y="1219055"/>
                  </a:lnTo>
                  <a:lnTo>
                    <a:pt x="5834389" y="1210000"/>
                  </a:lnTo>
                  <a:lnTo>
                    <a:pt x="5760629" y="1200539"/>
                  </a:lnTo>
                  <a:lnTo>
                    <a:pt x="5686869" y="1190655"/>
                  </a:lnTo>
                  <a:lnTo>
                    <a:pt x="5613109" y="1180328"/>
                  </a:lnTo>
                  <a:lnTo>
                    <a:pt x="5539349" y="1169539"/>
                  </a:lnTo>
                  <a:lnTo>
                    <a:pt x="5465589" y="1158267"/>
                  </a:lnTo>
                  <a:lnTo>
                    <a:pt x="5391829" y="1146490"/>
                  </a:lnTo>
                  <a:lnTo>
                    <a:pt x="5318069" y="1134187"/>
                  </a:lnTo>
                  <a:lnTo>
                    <a:pt x="5244309" y="1121332"/>
                  </a:lnTo>
                  <a:lnTo>
                    <a:pt x="5170549" y="1107902"/>
                  </a:lnTo>
                  <a:lnTo>
                    <a:pt x="5096789" y="1093872"/>
                  </a:lnTo>
                  <a:lnTo>
                    <a:pt x="5023029" y="1079213"/>
                  </a:lnTo>
                  <a:lnTo>
                    <a:pt x="4949269" y="1063898"/>
                  </a:lnTo>
                  <a:lnTo>
                    <a:pt x="4875509" y="1047897"/>
                  </a:lnTo>
                  <a:lnTo>
                    <a:pt x="4801749" y="1031180"/>
                  </a:lnTo>
                  <a:lnTo>
                    <a:pt x="4727989" y="1013715"/>
                  </a:lnTo>
                  <a:lnTo>
                    <a:pt x="4654229" y="995468"/>
                  </a:lnTo>
                  <a:lnTo>
                    <a:pt x="4580469" y="976405"/>
                  </a:lnTo>
                  <a:lnTo>
                    <a:pt x="4506709" y="956488"/>
                  </a:lnTo>
                  <a:lnTo>
                    <a:pt x="4432949" y="935679"/>
                  </a:lnTo>
                  <a:lnTo>
                    <a:pt x="4359189" y="913939"/>
                  </a:lnTo>
                  <a:lnTo>
                    <a:pt x="4285429" y="891226"/>
                  </a:lnTo>
                  <a:lnTo>
                    <a:pt x="4211669" y="867497"/>
                  </a:lnTo>
                  <a:lnTo>
                    <a:pt x="4137909" y="842705"/>
                  </a:lnTo>
                  <a:lnTo>
                    <a:pt x="4064149" y="816803"/>
                  </a:lnTo>
                  <a:lnTo>
                    <a:pt x="3990388" y="789742"/>
                  </a:lnTo>
                  <a:lnTo>
                    <a:pt x="3916628" y="761470"/>
                  </a:lnTo>
                  <a:lnTo>
                    <a:pt x="3842868" y="731933"/>
                  </a:lnTo>
                  <a:lnTo>
                    <a:pt x="3769108" y="701073"/>
                  </a:lnTo>
                  <a:lnTo>
                    <a:pt x="3695348" y="668832"/>
                  </a:lnTo>
                  <a:lnTo>
                    <a:pt x="3621588" y="635147"/>
                  </a:lnTo>
                  <a:lnTo>
                    <a:pt x="3547828" y="599955"/>
                  </a:lnTo>
                  <a:lnTo>
                    <a:pt x="3474068" y="563188"/>
                  </a:lnTo>
                  <a:lnTo>
                    <a:pt x="3400308" y="545308"/>
                  </a:lnTo>
                  <a:lnTo>
                    <a:pt x="3326548" y="536063"/>
                  </a:lnTo>
                  <a:lnTo>
                    <a:pt x="3252788" y="526720"/>
                  </a:lnTo>
                  <a:lnTo>
                    <a:pt x="3179028" y="517279"/>
                  </a:lnTo>
                  <a:lnTo>
                    <a:pt x="3105268" y="507738"/>
                  </a:lnTo>
                  <a:lnTo>
                    <a:pt x="3031508" y="498097"/>
                  </a:lnTo>
                  <a:lnTo>
                    <a:pt x="2957748" y="488354"/>
                  </a:lnTo>
                  <a:lnTo>
                    <a:pt x="2883988" y="478508"/>
                  </a:lnTo>
                  <a:lnTo>
                    <a:pt x="2810228" y="468558"/>
                  </a:lnTo>
                  <a:lnTo>
                    <a:pt x="2736468" y="458503"/>
                  </a:lnTo>
                  <a:lnTo>
                    <a:pt x="2662708" y="448342"/>
                  </a:lnTo>
                  <a:lnTo>
                    <a:pt x="2588948" y="438074"/>
                  </a:lnTo>
                  <a:lnTo>
                    <a:pt x="2515188" y="427697"/>
                  </a:lnTo>
                  <a:lnTo>
                    <a:pt x="2441428" y="417211"/>
                  </a:lnTo>
                  <a:lnTo>
                    <a:pt x="2367668" y="406614"/>
                  </a:lnTo>
                  <a:lnTo>
                    <a:pt x="2293908" y="395906"/>
                  </a:lnTo>
                  <a:lnTo>
                    <a:pt x="2220148" y="385084"/>
                  </a:lnTo>
                  <a:lnTo>
                    <a:pt x="2146388" y="374148"/>
                  </a:lnTo>
                  <a:lnTo>
                    <a:pt x="2072628" y="363097"/>
                  </a:lnTo>
                  <a:lnTo>
                    <a:pt x="1998868" y="351929"/>
                  </a:lnTo>
                  <a:lnTo>
                    <a:pt x="1925108" y="340644"/>
                  </a:lnTo>
                  <a:lnTo>
                    <a:pt x="1851348" y="329239"/>
                  </a:lnTo>
                  <a:lnTo>
                    <a:pt x="1777588" y="317714"/>
                  </a:lnTo>
                  <a:lnTo>
                    <a:pt x="1703828" y="306067"/>
                  </a:lnTo>
                  <a:lnTo>
                    <a:pt x="1630068" y="294297"/>
                  </a:lnTo>
                  <a:lnTo>
                    <a:pt x="1556308" y="282403"/>
                  </a:lnTo>
                  <a:lnTo>
                    <a:pt x="1482548" y="270384"/>
                  </a:lnTo>
                  <a:lnTo>
                    <a:pt x="1408788" y="258238"/>
                  </a:lnTo>
                  <a:lnTo>
                    <a:pt x="1335028" y="245963"/>
                  </a:lnTo>
                  <a:lnTo>
                    <a:pt x="1261268" y="233560"/>
                  </a:lnTo>
                  <a:lnTo>
                    <a:pt x="1187508" y="221025"/>
                  </a:lnTo>
                  <a:lnTo>
                    <a:pt x="1113747" y="208358"/>
                  </a:lnTo>
                  <a:lnTo>
                    <a:pt x="1039987" y="195557"/>
                  </a:lnTo>
                  <a:lnTo>
                    <a:pt x="966227" y="182621"/>
                  </a:lnTo>
                  <a:lnTo>
                    <a:pt x="892467" y="169549"/>
                  </a:lnTo>
                  <a:lnTo>
                    <a:pt x="818707" y="156338"/>
                  </a:lnTo>
                  <a:lnTo>
                    <a:pt x="744947" y="142988"/>
                  </a:lnTo>
                  <a:lnTo>
                    <a:pt x="671187" y="129498"/>
                  </a:lnTo>
                  <a:lnTo>
                    <a:pt x="597427" y="115865"/>
                  </a:lnTo>
                  <a:lnTo>
                    <a:pt x="523667" y="102088"/>
                  </a:lnTo>
                  <a:lnTo>
                    <a:pt x="449907" y="88166"/>
                  </a:lnTo>
                  <a:lnTo>
                    <a:pt x="376147" y="74097"/>
                  </a:lnTo>
                  <a:lnTo>
                    <a:pt x="302387" y="59879"/>
                  </a:lnTo>
                  <a:lnTo>
                    <a:pt x="228627" y="45511"/>
                  </a:lnTo>
                  <a:lnTo>
                    <a:pt x="154867" y="30992"/>
                  </a:lnTo>
                  <a:lnTo>
                    <a:pt x="81107" y="16319"/>
                  </a:lnTo>
                  <a:lnTo>
                    <a:pt x="7347" y="149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451762"/>
              <a:ext cx="7235830" cy="2881382"/>
            </a:xfrm>
            <a:custGeom>
              <a:avLst/>
              <a:pathLst>
                <a:path w="7235830" h="2881382">
                  <a:moveTo>
                    <a:pt x="0" y="0"/>
                  </a:moveTo>
                  <a:lnTo>
                    <a:pt x="7347" y="8466"/>
                  </a:lnTo>
                  <a:lnTo>
                    <a:pt x="81107" y="91183"/>
                  </a:lnTo>
                  <a:lnTo>
                    <a:pt x="154867" y="171685"/>
                  </a:lnTo>
                  <a:lnTo>
                    <a:pt x="228627" y="250031"/>
                  </a:lnTo>
                  <a:lnTo>
                    <a:pt x="302387" y="326279"/>
                  </a:lnTo>
                  <a:lnTo>
                    <a:pt x="376147" y="400486"/>
                  </a:lnTo>
                  <a:lnTo>
                    <a:pt x="449907" y="472705"/>
                  </a:lnTo>
                  <a:lnTo>
                    <a:pt x="523667" y="542991"/>
                  </a:lnTo>
                  <a:lnTo>
                    <a:pt x="597427" y="611394"/>
                  </a:lnTo>
                  <a:lnTo>
                    <a:pt x="671187" y="677966"/>
                  </a:lnTo>
                  <a:lnTo>
                    <a:pt x="744947" y="742755"/>
                  </a:lnTo>
                  <a:lnTo>
                    <a:pt x="818707" y="805809"/>
                  </a:lnTo>
                  <a:lnTo>
                    <a:pt x="892467" y="867174"/>
                  </a:lnTo>
                  <a:lnTo>
                    <a:pt x="966227" y="926896"/>
                  </a:lnTo>
                  <a:lnTo>
                    <a:pt x="1039987" y="985020"/>
                  </a:lnTo>
                  <a:lnTo>
                    <a:pt x="1113747" y="1041586"/>
                  </a:lnTo>
                  <a:lnTo>
                    <a:pt x="1187508" y="1096638"/>
                  </a:lnTo>
                  <a:lnTo>
                    <a:pt x="1261268" y="1150216"/>
                  </a:lnTo>
                  <a:lnTo>
                    <a:pt x="1335028" y="1202359"/>
                  </a:lnTo>
                  <a:lnTo>
                    <a:pt x="1408788" y="1253106"/>
                  </a:lnTo>
                  <a:lnTo>
                    <a:pt x="1482548" y="1302493"/>
                  </a:lnTo>
                  <a:lnTo>
                    <a:pt x="1556308" y="1350559"/>
                  </a:lnTo>
                  <a:lnTo>
                    <a:pt x="1630068" y="1397337"/>
                  </a:lnTo>
                  <a:lnTo>
                    <a:pt x="1703828" y="1442863"/>
                  </a:lnTo>
                  <a:lnTo>
                    <a:pt x="1777588" y="1487169"/>
                  </a:lnTo>
                  <a:lnTo>
                    <a:pt x="1851348" y="1530289"/>
                  </a:lnTo>
                  <a:lnTo>
                    <a:pt x="1925108" y="1572255"/>
                  </a:lnTo>
                  <a:lnTo>
                    <a:pt x="1998868" y="1613096"/>
                  </a:lnTo>
                  <a:lnTo>
                    <a:pt x="2072628" y="1652844"/>
                  </a:lnTo>
                  <a:lnTo>
                    <a:pt x="2146388" y="1691528"/>
                  </a:lnTo>
                  <a:lnTo>
                    <a:pt x="2220148" y="1729176"/>
                  </a:lnTo>
                  <a:lnTo>
                    <a:pt x="2293908" y="1765815"/>
                  </a:lnTo>
                  <a:lnTo>
                    <a:pt x="2367668" y="1801474"/>
                  </a:lnTo>
                  <a:lnTo>
                    <a:pt x="2441428" y="1836177"/>
                  </a:lnTo>
                  <a:lnTo>
                    <a:pt x="2515188" y="1869952"/>
                  </a:lnTo>
                  <a:lnTo>
                    <a:pt x="2588948" y="1902821"/>
                  </a:lnTo>
                  <a:lnTo>
                    <a:pt x="2662708" y="1934811"/>
                  </a:lnTo>
                  <a:lnTo>
                    <a:pt x="2736468" y="1965944"/>
                  </a:lnTo>
                  <a:lnTo>
                    <a:pt x="2810228" y="1996244"/>
                  </a:lnTo>
                  <a:lnTo>
                    <a:pt x="2883988" y="2025732"/>
                  </a:lnTo>
                  <a:lnTo>
                    <a:pt x="2957748" y="2054430"/>
                  </a:lnTo>
                  <a:lnTo>
                    <a:pt x="3031508" y="2082360"/>
                  </a:lnTo>
                  <a:lnTo>
                    <a:pt x="3105268" y="2109542"/>
                  </a:lnTo>
                  <a:lnTo>
                    <a:pt x="3179028" y="2135996"/>
                  </a:lnTo>
                  <a:lnTo>
                    <a:pt x="3252788" y="2161742"/>
                  </a:lnTo>
                  <a:lnTo>
                    <a:pt x="3326548" y="2186798"/>
                  </a:lnTo>
                  <a:lnTo>
                    <a:pt x="3400308" y="2211183"/>
                  </a:lnTo>
                  <a:lnTo>
                    <a:pt x="3474068" y="2234916"/>
                  </a:lnTo>
                  <a:lnTo>
                    <a:pt x="3547828" y="2258013"/>
                  </a:lnTo>
                  <a:lnTo>
                    <a:pt x="3621588" y="2280491"/>
                  </a:lnTo>
                  <a:lnTo>
                    <a:pt x="3695348" y="2302367"/>
                  </a:lnTo>
                  <a:lnTo>
                    <a:pt x="3769108" y="2323658"/>
                  </a:lnTo>
                  <a:lnTo>
                    <a:pt x="3842868" y="2344379"/>
                  </a:lnTo>
                  <a:lnTo>
                    <a:pt x="3916628" y="2364544"/>
                  </a:lnTo>
                  <a:lnTo>
                    <a:pt x="3990388" y="2384170"/>
                  </a:lnTo>
                  <a:lnTo>
                    <a:pt x="4064149" y="2403270"/>
                  </a:lnTo>
                  <a:lnTo>
                    <a:pt x="4137909" y="2421859"/>
                  </a:lnTo>
                  <a:lnTo>
                    <a:pt x="4211669" y="2439950"/>
                  </a:lnTo>
                  <a:lnTo>
                    <a:pt x="4285429" y="2457556"/>
                  </a:lnTo>
                  <a:lnTo>
                    <a:pt x="4359189" y="2474691"/>
                  </a:lnTo>
                  <a:lnTo>
                    <a:pt x="4432949" y="2491367"/>
                  </a:lnTo>
                  <a:lnTo>
                    <a:pt x="4506709" y="2507597"/>
                  </a:lnTo>
                  <a:lnTo>
                    <a:pt x="4580469" y="2523392"/>
                  </a:lnTo>
                  <a:lnTo>
                    <a:pt x="4654229" y="2538764"/>
                  </a:lnTo>
                  <a:lnTo>
                    <a:pt x="4727989" y="2553724"/>
                  </a:lnTo>
                  <a:lnTo>
                    <a:pt x="4801749" y="2568284"/>
                  </a:lnTo>
                  <a:lnTo>
                    <a:pt x="4875509" y="2582454"/>
                  </a:lnTo>
                  <a:lnTo>
                    <a:pt x="4949269" y="2596244"/>
                  </a:lnTo>
                  <a:lnTo>
                    <a:pt x="5023029" y="2609665"/>
                  </a:lnTo>
                  <a:lnTo>
                    <a:pt x="5096789" y="2622727"/>
                  </a:lnTo>
                  <a:lnTo>
                    <a:pt x="5170549" y="2635439"/>
                  </a:lnTo>
                  <a:lnTo>
                    <a:pt x="5244309" y="2647811"/>
                  </a:lnTo>
                  <a:lnTo>
                    <a:pt x="5318069" y="2659851"/>
                  </a:lnTo>
                  <a:lnTo>
                    <a:pt x="5391829" y="2671569"/>
                  </a:lnTo>
                  <a:lnTo>
                    <a:pt x="5465589" y="2682973"/>
                  </a:lnTo>
                  <a:lnTo>
                    <a:pt x="5539349" y="2694072"/>
                  </a:lnTo>
                  <a:lnTo>
                    <a:pt x="5613109" y="2704873"/>
                  </a:lnTo>
                  <a:lnTo>
                    <a:pt x="5686869" y="2715386"/>
                  </a:lnTo>
                  <a:lnTo>
                    <a:pt x="5760629" y="2725617"/>
                  </a:lnTo>
                  <a:lnTo>
                    <a:pt x="5834389" y="2735573"/>
                  </a:lnTo>
                  <a:lnTo>
                    <a:pt x="5908149" y="2745264"/>
                  </a:lnTo>
                  <a:lnTo>
                    <a:pt x="5981909" y="2754694"/>
                  </a:lnTo>
                  <a:lnTo>
                    <a:pt x="6055669" y="2763872"/>
                  </a:lnTo>
                  <a:lnTo>
                    <a:pt x="6129429" y="2772805"/>
                  </a:lnTo>
                  <a:lnTo>
                    <a:pt x="6203189" y="2781498"/>
                  </a:lnTo>
                  <a:lnTo>
                    <a:pt x="6276949" y="2789959"/>
                  </a:lnTo>
                  <a:lnTo>
                    <a:pt x="6350709" y="2798192"/>
                  </a:lnTo>
                  <a:lnTo>
                    <a:pt x="6424469" y="2806206"/>
                  </a:lnTo>
                  <a:lnTo>
                    <a:pt x="6498229" y="2814005"/>
                  </a:lnTo>
                  <a:lnTo>
                    <a:pt x="6571989" y="2821595"/>
                  </a:lnTo>
                  <a:lnTo>
                    <a:pt x="6645749" y="2828981"/>
                  </a:lnTo>
                  <a:lnTo>
                    <a:pt x="6719509" y="2836170"/>
                  </a:lnTo>
                  <a:lnTo>
                    <a:pt x="6793269" y="2843167"/>
                  </a:lnTo>
                  <a:lnTo>
                    <a:pt x="6867029" y="2849976"/>
                  </a:lnTo>
                  <a:lnTo>
                    <a:pt x="6940789" y="2856602"/>
                  </a:lnTo>
                  <a:lnTo>
                    <a:pt x="7014550" y="2863052"/>
                  </a:lnTo>
                  <a:lnTo>
                    <a:pt x="7088310" y="2869328"/>
                  </a:lnTo>
                  <a:lnTo>
                    <a:pt x="7162070" y="2875437"/>
                  </a:lnTo>
                  <a:lnTo>
                    <a:pt x="7235830" y="28813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2026-05-21T09:01:16Z</dcterms:modified>
  <cp:category/>
</cp:coreProperties>
</file>