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5543"/>
            </a:xfrm>
            <a:custGeom>
              <a:avLst/>
              <a:pathLst>
                <a:path w="6964104" h="1225543">
                  <a:moveTo>
                    <a:pt x="1049853" y="0"/>
                  </a:moveTo>
                  <a:lnTo>
                    <a:pt x="1055167" y="4236"/>
                  </a:lnTo>
                  <a:lnTo>
                    <a:pt x="1125511" y="57918"/>
                  </a:lnTo>
                  <a:lnTo>
                    <a:pt x="1195856" y="109300"/>
                  </a:lnTo>
                  <a:lnTo>
                    <a:pt x="1266200" y="158480"/>
                  </a:lnTo>
                  <a:lnTo>
                    <a:pt x="1336545" y="205554"/>
                  </a:lnTo>
                  <a:lnTo>
                    <a:pt x="1406889" y="250610"/>
                  </a:lnTo>
                  <a:lnTo>
                    <a:pt x="1477234" y="293736"/>
                  </a:lnTo>
                  <a:lnTo>
                    <a:pt x="1547578" y="335015"/>
                  </a:lnTo>
                  <a:lnTo>
                    <a:pt x="1617923" y="374525"/>
                  </a:lnTo>
                  <a:lnTo>
                    <a:pt x="1688267" y="412342"/>
                  </a:lnTo>
                  <a:lnTo>
                    <a:pt x="1758612" y="448539"/>
                  </a:lnTo>
                  <a:lnTo>
                    <a:pt x="1828956" y="483185"/>
                  </a:lnTo>
                  <a:lnTo>
                    <a:pt x="1899301" y="516347"/>
                  </a:lnTo>
                  <a:lnTo>
                    <a:pt x="1969645" y="548088"/>
                  </a:lnTo>
                  <a:lnTo>
                    <a:pt x="2039990" y="578469"/>
                  </a:lnTo>
                  <a:lnTo>
                    <a:pt x="2110334" y="607548"/>
                  </a:lnTo>
                  <a:lnTo>
                    <a:pt x="2180679" y="635382"/>
                  </a:lnTo>
                  <a:lnTo>
                    <a:pt x="2251023" y="662023"/>
                  </a:lnTo>
                  <a:lnTo>
                    <a:pt x="2321368" y="687523"/>
                  </a:lnTo>
                  <a:lnTo>
                    <a:pt x="2391712" y="711930"/>
                  </a:lnTo>
                  <a:lnTo>
                    <a:pt x="2462057" y="735291"/>
                  </a:lnTo>
                  <a:lnTo>
                    <a:pt x="2532401" y="757652"/>
                  </a:lnTo>
                  <a:lnTo>
                    <a:pt x="2602746" y="779054"/>
                  </a:lnTo>
                  <a:lnTo>
                    <a:pt x="2673090" y="799540"/>
                  </a:lnTo>
                  <a:lnTo>
                    <a:pt x="2743435" y="819148"/>
                  </a:lnTo>
                  <a:lnTo>
                    <a:pt x="2813779" y="837916"/>
                  </a:lnTo>
                  <a:lnTo>
                    <a:pt x="2884124" y="855880"/>
                  </a:lnTo>
                  <a:lnTo>
                    <a:pt x="2954468" y="873074"/>
                  </a:lnTo>
                  <a:lnTo>
                    <a:pt x="3024813" y="889531"/>
                  </a:lnTo>
                  <a:lnTo>
                    <a:pt x="3095157" y="905284"/>
                  </a:lnTo>
                  <a:lnTo>
                    <a:pt x="3165502" y="920361"/>
                  </a:lnTo>
                  <a:lnTo>
                    <a:pt x="3235846" y="934793"/>
                  </a:lnTo>
                  <a:lnTo>
                    <a:pt x="3306191" y="948606"/>
                  </a:lnTo>
                  <a:lnTo>
                    <a:pt x="3376535" y="958822"/>
                  </a:lnTo>
                  <a:lnTo>
                    <a:pt x="3446880" y="961938"/>
                  </a:lnTo>
                  <a:lnTo>
                    <a:pt x="3517224" y="965021"/>
                  </a:lnTo>
                  <a:lnTo>
                    <a:pt x="3587569" y="968072"/>
                  </a:lnTo>
                  <a:lnTo>
                    <a:pt x="3657913" y="971092"/>
                  </a:lnTo>
                  <a:lnTo>
                    <a:pt x="3728257" y="974079"/>
                  </a:lnTo>
                  <a:lnTo>
                    <a:pt x="3798602" y="977036"/>
                  </a:lnTo>
                  <a:lnTo>
                    <a:pt x="3868946" y="979962"/>
                  </a:lnTo>
                  <a:lnTo>
                    <a:pt x="3939291" y="982857"/>
                  </a:lnTo>
                  <a:lnTo>
                    <a:pt x="4009635" y="985722"/>
                  </a:lnTo>
                  <a:lnTo>
                    <a:pt x="4079980" y="988557"/>
                  </a:lnTo>
                  <a:lnTo>
                    <a:pt x="4150324" y="991362"/>
                  </a:lnTo>
                  <a:lnTo>
                    <a:pt x="4220669" y="994138"/>
                  </a:lnTo>
                  <a:lnTo>
                    <a:pt x="4291013" y="996885"/>
                  </a:lnTo>
                  <a:lnTo>
                    <a:pt x="4361358" y="999604"/>
                  </a:lnTo>
                  <a:lnTo>
                    <a:pt x="4431702" y="1002294"/>
                  </a:lnTo>
                  <a:lnTo>
                    <a:pt x="4502047" y="1004956"/>
                  </a:lnTo>
                  <a:lnTo>
                    <a:pt x="4572391" y="1007590"/>
                  </a:lnTo>
                  <a:lnTo>
                    <a:pt x="4642736" y="1010197"/>
                  </a:lnTo>
                  <a:lnTo>
                    <a:pt x="4713080" y="1012776"/>
                  </a:lnTo>
                  <a:lnTo>
                    <a:pt x="4783425" y="1015328"/>
                  </a:lnTo>
                  <a:lnTo>
                    <a:pt x="4853769" y="1017854"/>
                  </a:lnTo>
                  <a:lnTo>
                    <a:pt x="4924114" y="1020354"/>
                  </a:lnTo>
                  <a:lnTo>
                    <a:pt x="4994458" y="1022827"/>
                  </a:lnTo>
                  <a:lnTo>
                    <a:pt x="5064803" y="1025275"/>
                  </a:lnTo>
                  <a:lnTo>
                    <a:pt x="5135147" y="1027697"/>
                  </a:lnTo>
                  <a:lnTo>
                    <a:pt x="5205492" y="1030093"/>
                  </a:lnTo>
                  <a:lnTo>
                    <a:pt x="5275836" y="1032465"/>
                  </a:lnTo>
                  <a:lnTo>
                    <a:pt x="5346181" y="1034812"/>
                  </a:lnTo>
                  <a:lnTo>
                    <a:pt x="5416525" y="1037134"/>
                  </a:lnTo>
                  <a:lnTo>
                    <a:pt x="5486870" y="1039432"/>
                  </a:lnTo>
                  <a:lnTo>
                    <a:pt x="5557214" y="1041706"/>
                  </a:lnTo>
                  <a:lnTo>
                    <a:pt x="5627559" y="1043957"/>
                  </a:lnTo>
                  <a:lnTo>
                    <a:pt x="5697903" y="1046184"/>
                  </a:lnTo>
                  <a:lnTo>
                    <a:pt x="5768248" y="1048387"/>
                  </a:lnTo>
                  <a:lnTo>
                    <a:pt x="5838592" y="1050568"/>
                  </a:lnTo>
                  <a:lnTo>
                    <a:pt x="5908937" y="1052726"/>
                  </a:lnTo>
                  <a:lnTo>
                    <a:pt x="5979281" y="1054861"/>
                  </a:lnTo>
                  <a:lnTo>
                    <a:pt x="6049626" y="1056974"/>
                  </a:lnTo>
                  <a:lnTo>
                    <a:pt x="6119970" y="1059065"/>
                  </a:lnTo>
                  <a:lnTo>
                    <a:pt x="6190315" y="1061134"/>
                  </a:lnTo>
                  <a:lnTo>
                    <a:pt x="6260659" y="1063181"/>
                  </a:lnTo>
                  <a:lnTo>
                    <a:pt x="6331004" y="1065208"/>
                  </a:lnTo>
                  <a:lnTo>
                    <a:pt x="6401348" y="1067212"/>
                  </a:lnTo>
                  <a:lnTo>
                    <a:pt x="6471693" y="1069197"/>
                  </a:lnTo>
                  <a:lnTo>
                    <a:pt x="6542037" y="1071160"/>
                  </a:lnTo>
                  <a:lnTo>
                    <a:pt x="6612382" y="1073103"/>
                  </a:lnTo>
                  <a:lnTo>
                    <a:pt x="6682726" y="1075025"/>
                  </a:lnTo>
                  <a:lnTo>
                    <a:pt x="6753071" y="1076928"/>
                  </a:lnTo>
                  <a:lnTo>
                    <a:pt x="6823415" y="1078810"/>
                  </a:lnTo>
                  <a:lnTo>
                    <a:pt x="6893760" y="1080673"/>
                  </a:lnTo>
                  <a:lnTo>
                    <a:pt x="6964104" y="1082516"/>
                  </a:lnTo>
                  <a:lnTo>
                    <a:pt x="6964104" y="1225543"/>
                  </a:lnTo>
                  <a:lnTo>
                    <a:pt x="6893760" y="1224126"/>
                  </a:lnTo>
                  <a:lnTo>
                    <a:pt x="6823415" y="1222645"/>
                  </a:lnTo>
                  <a:lnTo>
                    <a:pt x="6753071" y="1221098"/>
                  </a:lnTo>
                  <a:lnTo>
                    <a:pt x="6682726" y="1219482"/>
                  </a:lnTo>
                  <a:lnTo>
                    <a:pt x="6612382" y="1217794"/>
                  </a:lnTo>
                  <a:lnTo>
                    <a:pt x="6542037" y="1216030"/>
                  </a:lnTo>
                  <a:lnTo>
                    <a:pt x="6471693" y="1214187"/>
                  </a:lnTo>
                  <a:lnTo>
                    <a:pt x="6401348" y="1212262"/>
                  </a:lnTo>
                  <a:lnTo>
                    <a:pt x="6331004" y="1210250"/>
                  </a:lnTo>
                  <a:lnTo>
                    <a:pt x="6260659" y="1208148"/>
                  </a:lnTo>
                  <a:lnTo>
                    <a:pt x="6190315" y="1205953"/>
                  </a:lnTo>
                  <a:lnTo>
                    <a:pt x="6119970" y="1203659"/>
                  </a:lnTo>
                  <a:lnTo>
                    <a:pt x="6049626" y="1201262"/>
                  </a:lnTo>
                  <a:lnTo>
                    <a:pt x="5979281" y="1198758"/>
                  </a:lnTo>
                  <a:lnTo>
                    <a:pt x="5908937" y="1196142"/>
                  </a:lnTo>
                  <a:lnTo>
                    <a:pt x="5838592" y="1193409"/>
                  </a:lnTo>
                  <a:lnTo>
                    <a:pt x="5768248" y="1190553"/>
                  </a:lnTo>
                  <a:lnTo>
                    <a:pt x="5697903" y="1187570"/>
                  </a:lnTo>
                  <a:lnTo>
                    <a:pt x="5627559" y="1184453"/>
                  </a:lnTo>
                  <a:lnTo>
                    <a:pt x="5557214" y="1181197"/>
                  </a:lnTo>
                  <a:lnTo>
                    <a:pt x="5486870" y="1177795"/>
                  </a:lnTo>
                  <a:lnTo>
                    <a:pt x="5416525" y="1174240"/>
                  </a:lnTo>
                  <a:lnTo>
                    <a:pt x="5346181" y="1170527"/>
                  </a:lnTo>
                  <a:lnTo>
                    <a:pt x="5275836" y="1166647"/>
                  </a:lnTo>
                  <a:lnTo>
                    <a:pt x="5205492" y="1162594"/>
                  </a:lnTo>
                  <a:lnTo>
                    <a:pt x="5135147" y="1158359"/>
                  </a:lnTo>
                  <a:lnTo>
                    <a:pt x="5064803" y="1153935"/>
                  </a:lnTo>
                  <a:lnTo>
                    <a:pt x="4994458" y="1149312"/>
                  </a:lnTo>
                  <a:lnTo>
                    <a:pt x="4924114" y="1144483"/>
                  </a:lnTo>
                  <a:lnTo>
                    <a:pt x="4853769" y="1139438"/>
                  </a:lnTo>
                  <a:lnTo>
                    <a:pt x="4783425" y="1134166"/>
                  </a:lnTo>
                  <a:lnTo>
                    <a:pt x="4713080" y="1128659"/>
                  </a:lnTo>
                  <a:lnTo>
                    <a:pt x="4642736" y="1122905"/>
                  </a:lnTo>
                  <a:lnTo>
                    <a:pt x="4572391" y="1116894"/>
                  </a:lnTo>
                  <a:lnTo>
                    <a:pt x="4502047" y="1110614"/>
                  </a:lnTo>
                  <a:lnTo>
                    <a:pt x="4431702" y="1104052"/>
                  </a:lnTo>
                  <a:lnTo>
                    <a:pt x="4361358" y="1097197"/>
                  </a:lnTo>
                  <a:lnTo>
                    <a:pt x="4291013" y="1090035"/>
                  </a:lnTo>
                  <a:lnTo>
                    <a:pt x="4220669" y="1082552"/>
                  </a:lnTo>
                  <a:lnTo>
                    <a:pt x="4150324" y="1074735"/>
                  </a:lnTo>
                  <a:lnTo>
                    <a:pt x="4079980" y="1066567"/>
                  </a:lnTo>
                  <a:lnTo>
                    <a:pt x="4009635" y="1058034"/>
                  </a:lnTo>
                  <a:lnTo>
                    <a:pt x="3939291" y="1049119"/>
                  </a:lnTo>
                  <a:lnTo>
                    <a:pt x="3868946" y="1039805"/>
                  </a:lnTo>
                  <a:lnTo>
                    <a:pt x="3798602" y="1030074"/>
                  </a:lnTo>
                  <a:lnTo>
                    <a:pt x="3728257" y="1019907"/>
                  </a:lnTo>
                  <a:lnTo>
                    <a:pt x="3657913" y="1009286"/>
                  </a:lnTo>
                  <a:lnTo>
                    <a:pt x="3587569" y="998189"/>
                  </a:lnTo>
                  <a:lnTo>
                    <a:pt x="3517224" y="986595"/>
                  </a:lnTo>
                  <a:lnTo>
                    <a:pt x="3446880" y="974482"/>
                  </a:lnTo>
                  <a:lnTo>
                    <a:pt x="3376535" y="961827"/>
                  </a:lnTo>
                  <a:lnTo>
                    <a:pt x="3306191" y="955673"/>
                  </a:lnTo>
                  <a:lnTo>
                    <a:pt x="3235846" y="952491"/>
                  </a:lnTo>
                  <a:lnTo>
                    <a:pt x="3165502" y="949275"/>
                  </a:lnTo>
                  <a:lnTo>
                    <a:pt x="3095157" y="946026"/>
                  </a:lnTo>
                  <a:lnTo>
                    <a:pt x="3024813" y="942742"/>
                  </a:lnTo>
                  <a:lnTo>
                    <a:pt x="2954468" y="939424"/>
                  </a:lnTo>
                  <a:lnTo>
                    <a:pt x="2884124" y="936070"/>
                  </a:lnTo>
                  <a:lnTo>
                    <a:pt x="2813779" y="932681"/>
                  </a:lnTo>
                  <a:lnTo>
                    <a:pt x="2743435" y="929257"/>
                  </a:lnTo>
                  <a:lnTo>
                    <a:pt x="2673090" y="925796"/>
                  </a:lnTo>
                  <a:lnTo>
                    <a:pt x="2602746" y="922299"/>
                  </a:lnTo>
                  <a:lnTo>
                    <a:pt x="2532401" y="918764"/>
                  </a:lnTo>
                  <a:lnTo>
                    <a:pt x="2462057" y="915193"/>
                  </a:lnTo>
                  <a:lnTo>
                    <a:pt x="2391712" y="911584"/>
                  </a:lnTo>
                  <a:lnTo>
                    <a:pt x="2321368" y="907936"/>
                  </a:lnTo>
                  <a:lnTo>
                    <a:pt x="2251023" y="904250"/>
                  </a:lnTo>
                  <a:lnTo>
                    <a:pt x="2180679" y="900526"/>
                  </a:lnTo>
                  <a:lnTo>
                    <a:pt x="2110334" y="896762"/>
                  </a:lnTo>
                  <a:lnTo>
                    <a:pt x="2039990" y="892958"/>
                  </a:lnTo>
                  <a:lnTo>
                    <a:pt x="1969645" y="889114"/>
                  </a:lnTo>
                  <a:lnTo>
                    <a:pt x="1899301" y="885230"/>
                  </a:lnTo>
                  <a:lnTo>
                    <a:pt x="1828956" y="881304"/>
                  </a:lnTo>
                  <a:lnTo>
                    <a:pt x="1758612" y="877338"/>
                  </a:lnTo>
                  <a:lnTo>
                    <a:pt x="1688267" y="873329"/>
                  </a:lnTo>
                  <a:lnTo>
                    <a:pt x="1617923" y="869278"/>
                  </a:lnTo>
                  <a:lnTo>
                    <a:pt x="1547578" y="865184"/>
                  </a:lnTo>
                  <a:lnTo>
                    <a:pt x="1477234" y="861047"/>
                  </a:lnTo>
                  <a:lnTo>
                    <a:pt x="1406889" y="856867"/>
                  </a:lnTo>
                  <a:lnTo>
                    <a:pt x="1336545" y="852642"/>
                  </a:lnTo>
                  <a:lnTo>
                    <a:pt x="1266200" y="848373"/>
                  </a:lnTo>
                  <a:lnTo>
                    <a:pt x="1195856" y="844058"/>
                  </a:lnTo>
                  <a:lnTo>
                    <a:pt x="1125511" y="839698"/>
                  </a:lnTo>
                  <a:lnTo>
                    <a:pt x="1055167" y="835292"/>
                  </a:lnTo>
                  <a:lnTo>
                    <a:pt x="984822" y="830840"/>
                  </a:lnTo>
                  <a:lnTo>
                    <a:pt x="914478" y="826341"/>
                  </a:lnTo>
                  <a:lnTo>
                    <a:pt x="844133" y="821794"/>
                  </a:lnTo>
                  <a:lnTo>
                    <a:pt x="773789" y="817199"/>
                  </a:lnTo>
                  <a:lnTo>
                    <a:pt x="703444" y="812556"/>
                  </a:lnTo>
                  <a:lnTo>
                    <a:pt x="633100" y="807863"/>
                  </a:lnTo>
                  <a:lnTo>
                    <a:pt x="562755" y="803121"/>
                  </a:lnTo>
                  <a:lnTo>
                    <a:pt x="492411" y="798330"/>
                  </a:lnTo>
                  <a:lnTo>
                    <a:pt x="422066" y="793487"/>
                  </a:lnTo>
                  <a:lnTo>
                    <a:pt x="351722" y="788594"/>
                  </a:lnTo>
                  <a:lnTo>
                    <a:pt x="281377" y="783648"/>
                  </a:lnTo>
                  <a:lnTo>
                    <a:pt x="211033" y="778651"/>
                  </a:lnTo>
                  <a:lnTo>
                    <a:pt x="140688" y="773601"/>
                  </a:lnTo>
                  <a:lnTo>
                    <a:pt x="70344" y="768497"/>
                  </a:lnTo>
                  <a:lnTo>
                    <a:pt x="0" y="7633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85165" y="2143092"/>
              <a:ext cx="5914251" cy="1082516"/>
            </a:xfrm>
            <a:custGeom>
              <a:avLst/>
              <a:pathLst>
                <a:path w="5914251" h="1082516">
                  <a:moveTo>
                    <a:pt x="0" y="0"/>
                  </a:moveTo>
                  <a:lnTo>
                    <a:pt x="5314" y="4236"/>
                  </a:lnTo>
                  <a:lnTo>
                    <a:pt x="75658" y="57918"/>
                  </a:lnTo>
                  <a:lnTo>
                    <a:pt x="146003" y="109300"/>
                  </a:lnTo>
                  <a:lnTo>
                    <a:pt x="216347" y="158480"/>
                  </a:lnTo>
                  <a:lnTo>
                    <a:pt x="286692" y="205554"/>
                  </a:lnTo>
                  <a:lnTo>
                    <a:pt x="357036" y="250610"/>
                  </a:lnTo>
                  <a:lnTo>
                    <a:pt x="427381" y="293736"/>
                  </a:lnTo>
                  <a:lnTo>
                    <a:pt x="497725" y="335015"/>
                  </a:lnTo>
                  <a:lnTo>
                    <a:pt x="568070" y="374525"/>
                  </a:lnTo>
                  <a:lnTo>
                    <a:pt x="638414" y="412342"/>
                  </a:lnTo>
                  <a:lnTo>
                    <a:pt x="708759" y="448539"/>
                  </a:lnTo>
                  <a:lnTo>
                    <a:pt x="779103" y="483185"/>
                  </a:lnTo>
                  <a:lnTo>
                    <a:pt x="849448" y="516347"/>
                  </a:lnTo>
                  <a:lnTo>
                    <a:pt x="919792" y="548088"/>
                  </a:lnTo>
                  <a:lnTo>
                    <a:pt x="990137" y="578469"/>
                  </a:lnTo>
                  <a:lnTo>
                    <a:pt x="1060481" y="607548"/>
                  </a:lnTo>
                  <a:lnTo>
                    <a:pt x="1130826" y="635382"/>
                  </a:lnTo>
                  <a:lnTo>
                    <a:pt x="1201170" y="662023"/>
                  </a:lnTo>
                  <a:lnTo>
                    <a:pt x="1271515" y="687523"/>
                  </a:lnTo>
                  <a:lnTo>
                    <a:pt x="1341859" y="711930"/>
                  </a:lnTo>
                  <a:lnTo>
                    <a:pt x="1412204" y="735291"/>
                  </a:lnTo>
                  <a:lnTo>
                    <a:pt x="1482548" y="757652"/>
                  </a:lnTo>
                  <a:lnTo>
                    <a:pt x="1552892" y="779054"/>
                  </a:lnTo>
                  <a:lnTo>
                    <a:pt x="1623237" y="799540"/>
                  </a:lnTo>
                  <a:lnTo>
                    <a:pt x="1693581" y="819148"/>
                  </a:lnTo>
                  <a:lnTo>
                    <a:pt x="1763926" y="837916"/>
                  </a:lnTo>
                  <a:lnTo>
                    <a:pt x="1834270" y="855880"/>
                  </a:lnTo>
                  <a:lnTo>
                    <a:pt x="1904615" y="873074"/>
                  </a:lnTo>
                  <a:lnTo>
                    <a:pt x="1974959" y="889531"/>
                  </a:lnTo>
                  <a:lnTo>
                    <a:pt x="2045304" y="905284"/>
                  </a:lnTo>
                  <a:lnTo>
                    <a:pt x="2115648" y="920361"/>
                  </a:lnTo>
                  <a:lnTo>
                    <a:pt x="2185993" y="934793"/>
                  </a:lnTo>
                  <a:lnTo>
                    <a:pt x="2256337" y="948606"/>
                  </a:lnTo>
                  <a:lnTo>
                    <a:pt x="2326682" y="958822"/>
                  </a:lnTo>
                  <a:lnTo>
                    <a:pt x="2397026" y="961938"/>
                  </a:lnTo>
                  <a:lnTo>
                    <a:pt x="2467371" y="965021"/>
                  </a:lnTo>
                  <a:lnTo>
                    <a:pt x="2537715" y="968072"/>
                  </a:lnTo>
                  <a:lnTo>
                    <a:pt x="2608060" y="971092"/>
                  </a:lnTo>
                  <a:lnTo>
                    <a:pt x="2678404" y="974079"/>
                  </a:lnTo>
                  <a:lnTo>
                    <a:pt x="2748749" y="977036"/>
                  </a:lnTo>
                  <a:lnTo>
                    <a:pt x="2819093" y="979962"/>
                  </a:lnTo>
                  <a:lnTo>
                    <a:pt x="2889438" y="982857"/>
                  </a:lnTo>
                  <a:lnTo>
                    <a:pt x="2959782" y="985722"/>
                  </a:lnTo>
                  <a:lnTo>
                    <a:pt x="3030127" y="988557"/>
                  </a:lnTo>
                  <a:lnTo>
                    <a:pt x="3100471" y="991362"/>
                  </a:lnTo>
                  <a:lnTo>
                    <a:pt x="3170816" y="994138"/>
                  </a:lnTo>
                  <a:lnTo>
                    <a:pt x="3241160" y="996885"/>
                  </a:lnTo>
                  <a:lnTo>
                    <a:pt x="3311505" y="999604"/>
                  </a:lnTo>
                  <a:lnTo>
                    <a:pt x="3381849" y="1002294"/>
                  </a:lnTo>
                  <a:lnTo>
                    <a:pt x="3452194" y="1004956"/>
                  </a:lnTo>
                  <a:lnTo>
                    <a:pt x="3522538" y="1007590"/>
                  </a:lnTo>
                  <a:lnTo>
                    <a:pt x="3592883" y="1010197"/>
                  </a:lnTo>
                  <a:lnTo>
                    <a:pt x="3663227" y="1012776"/>
                  </a:lnTo>
                  <a:lnTo>
                    <a:pt x="3733572" y="1015328"/>
                  </a:lnTo>
                  <a:lnTo>
                    <a:pt x="3803916" y="1017854"/>
                  </a:lnTo>
                  <a:lnTo>
                    <a:pt x="3874261" y="1020354"/>
                  </a:lnTo>
                  <a:lnTo>
                    <a:pt x="3944605" y="1022827"/>
                  </a:lnTo>
                  <a:lnTo>
                    <a:pt x="4014950" y="1025275"/>
                  </a:lnTo>
                  <a:lnTo>
                    <a:pt x="4085294" y="1027697"/>
                  </a:lnTo>
                  <a:lnTo>
                    <a:pt x="4155639" y="1030093"/>
                  </a:lnTo>
                  <a:lnTo>
                    <a:pt x="4225983" y="1032465"/>
                  </a:lnTo>
                  <a:lnTo>
                    <a:pt x="4296328" y="1034812"/>
                  </a:lnTo>
                  <a:lnTo>
                    <a:pt x="4366672" y="1037134"/>
                  </a:lnTo>
                  <a:lnTo>
                    <a:pt x="4437017" y="1039432"/>
                  </a:lnTo>
                  <a:lnTo>
                    <a:pt x="4507361" y="1041706"/>
                  </a:lnTo>
                  <a:lnTo>
                    <a:pt x="4577706" y="1043957"/>
                  </a:lnTo>
                  <a:lnTo>
                    <a:pt x="4648050" y="1046184"/>
                  </a:lnTo>
                  <a:lnTo>
                    <a:pt x="4718395" y="1048387"/>
                  </a:lnTo>
                  <a:lnTo>
                    <a:pt x="4788739" y="1050568"/>
                  </a:lnTo>
                  <a:lnTo>
                    <a:pt x="4859084" y="1052726"/>
                  </a:lnTo>
                  <a:lnTo>
                    <a:pt x="4929428" y="1054861"/>
                  </a:lnTo>
                  <a:lnTo>
                    <a:pt x="4999773" y="1056974"/>
                  </a:lnTo>
                  <a:lnTo>
                    <a:pt x="5070117" y="1059065"/>
                  </a:lnTo>
                  <a:lnTo>
                    <a:pt x="5140462" y="1061134"/>
                  </a:lnTo>
                  <a:lnTo>
                    <a:pt x="5210806" y="1063181"/>
                  </a:lnTo>
                  <a:lnTo>
                    <a:pt x="5281150" y="1065208"/>
                  </a:lnTo>
                  <a:lnTo>
                    <a:pt x="5351495" y="1067212"/>
                  </a:lnTo>
                  <a:lnTo>
                    <a:pt x="5421839" y="1069197"/>
                  </a:lnTo>
                  <a:lnTo>
                    <a:pt x="5492184" y="1071160"/>
                  </a:lnTo>
                  <a:lnTo>
                    <a:pt x="5562528" y="1073103"/>
                  </a:lnTo>
                  <a:lnTo>
                    <a:pt x="5632873" y="1075025"/>
                  </a:lnTo>
                  <a:lnTo>
                    <a:pt x="5703217" y="1076928"/>
                  </a:lnTo>
                  <a:lnTo>
                    <a:pt x="5773562" y="1078810"/>
                  </a:lnTo>
                  <a:lnTo>
                    <a:pt x="5843906" y="1080673"/>
                  </a:lnTo>
                  <a:lnTo>
                    <a:pt x="5914251" y="108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06432"/>
              <a:ext cx="6964104" cy="462202"/>
            </a:xfrm>
            <a:custGeom>
              <a:avLst/>
              <a:pathLst>
                <a:path w="6964104" h="462202">
                  <a:moveTo>
                    <a:pt x="6964104" y="462202"/>
                  </a:moveTo>
                  <a:lnTo>
                    <a:pt x="6893760" y="460785"/>
                  </a:lnTo>
                  <a:lnTo>
                    <a:pt x="6823415" y="459304"/>
                  </a:lnTo>
                  <a:lnTo>
                    <a:pt x="6753071" y="457758"/>
                  </a:lnTo>
                  <a:lnTo>
                    <a:pt x="6682726" y="456142"/>
                  </a:lnTo>
                  <a:lnTo>
                    <a:pt x="6612382" y="454453"/>
                  </a:lnTo>
                  <a:lnTo>
                    <a:pt x="6542037" y="452689"/>
                  </a:lnTo>
                  <a:lnTo>
                    <a:pt x="6471693" y="450846"/>
                  </a:lnTo>
                  <a:lnTo>
                    <a:pt x="6401348" y="448921"/>
                  </a:lnTo>
                  <a:lnTo>
                    <a:pt x="6331004" y="446909"/>
                  </a:lnTo>
                  <a:lnTo>
                    <a:pt x="6260659" y="444808"/>
                  </a:lnTo>
                  <a:lnTo>
                    <a:pt x="6190315" y="442612"/>
                  </a:lnTo>
                  <a:lnTo>
                    <a:pt x="6119970" y="440318"/>
                  </a:lnTo>
                  <a:lnTo>
                    <a:pt x="6049626" y="437921"/>
                  </a:lnTo>
                  <a:lnTo>
                    <a:pt x="5979281" y="435417"/>
                  </a:lnTo>
                  <a:lnTo>
                    <a:pt x="5908937" y="432801"/>
                  </a:lnTo>
                  <a:lnTo>
                    <a:pt x="5838592" y="430068"/>
                  </a:lnTo>
                  <a:lnTo>
                    <a:pt x="5768248" y="427213"/>
                  </a:lnTo>
                  <a:lnTo>
                    <a:pt x="5697903" y="424229"/>
                  </a:lnTo>
                  <a:lnTo>
                    <a:pt x="5627559" y="421113"/>
                  </a:lnTo>
                  <a:lnTo>
                    <a:pt x="5557214" y="417856"/>
                  </a:lnTo>
                  <a:lnTo>
                    <a:pt x="5486870" y="414454"/>
                  </a:lnTo>
                  <a:lnTo>
                    <a:pt x="5416525" y="410900"/>
                  </a:lnTo>
                  <a:lnTo>
                    <a:pt x="5346181" y="407186"/>
                  </a:lnTo>
                  <a:lnTo>
                    <a:pt x="5275836" y="403307"/>
                  </a:lnTo>
                  <a:lnTo>
                    <a:pt x="5205492" y="399253"/>
                  </a:lnTo>
                  <a:lnTo>
                    <a:pt x="5135147" y="395019"/>
                  </a:lnTo>
                  <a:lnTo>
                    <a:pt x="5064803" y="390594"/>
                  </a:lnTo>
                  <a:lnTo>
                    <a:pt x="4994458" y="385972"/>
                  </a:lnTo>
                  <a:lnTo>
                    <a:pt x="4924114" y="381143"/>
                  </a:lnTo>
                  <a:lnTo>
                    <a:pt x="4853769" y="376097"/>
                  </a:lnTo>
                  <a:lnTo>
                    <a:pt x="4783425" y="370826"/>
                  </a:lnTo>
                  <a:lnTo>
                    <a:pt x="4713080" y="365319"/>
                  </a:lnTo>
                  <a:lnTo>
                    <a:pt x="4642736" y="359565"/>
                  </a:lnTo>
                  <a:lnTo>
                    <a:pt x="4572391" y="353553"/>
                  </a:lnTo>
                  <a:lnTo>
                    <a:pt x="4502047" y="347273"/>
                  </a:lnTo>
                  <a:lnTo>
                    <a:pt x="4431702" y="340712"/>
                  </a:lnTo>
                  <a:lnTo>
                    <a:pt x="4361358" y="333856"/>
                  </a:lnTo>
                  <a:lnTo>
                    <a:pt x="4291013" y="326694"/>
                  </a:lnTo>
                  <a:lnTo>
                    <a:pt x="4220669" y="319212"/>
                  </a:lnTo>
                  <a:lnTo>
                    <a:pt x="4150324" y="311394"/>
                  </a:lnTo>
                  <a:lnTo>
                    <a:pt x="4079980" y="303227"/>
                  </a:lnTo>
                  <a:lnTo>
                    <a:pt x="4009635" y="294694"/>
                  </a:lnTo>
                  <a:lnTo>
                    <a:pt x="3939291" y="285779"/>
                  </a:lnTo>
                  <a:lnTo>
                    <a:pt x="3868946" y="276464"/>
                  </a:lnTo>
                  <a:lnTo>
                    <a:pt x="3798602" y="266733"/>
                  </a:lnTo>
                  <a:lnTo>
                    <a:pt x="3728257" y="256567"/>
                  </a:lnTo>
                  <a:lnTo>
                    <a:pt x="3657913" y="245945"/>
                  </a:lnTo>
                  <a:lnTo>
                    <a:pt x="3587569" y="234848"/>
                  </a:lnTo>
                  <a:lnTo>
                    <a:pt x="3517224" y="223254"/>
                  </a:lnTo>
                  <a:lnTo>
                    <a:pt x="3446880" y="211142"/>
                  </a:lnTo>
                  <a:lnTo>
                    <a:pt x="3376535" y="198487"/>
                  </a:lnTo>
                  <a:lnTo>
                    <a:pt x="3306191" y="192333"/>
                  </a:lnTo>
                  <a:lnTo>
                    <a:pt x="3235846" y="189150"/>
                  </a:lnTo>
                  <a:lnTo>
                    <a:pt x="3165502" y="185935"/>
                  </a:lnTo>
                  <a:lnTo>
                    <a:pt x="3095157" y="182685"/>
                  </a:lnTo>
                  <a:lnTo>
                    <a:pt x="3024813" y="179402"/>
                  </a:lnTo>
                  <a:lnTo>
                    <a:pt x="2954468" y="176083"/>
                  </a:lnTo>
                  <a:lnTo>
                    <a:pt x="2884124" y="172730"/>
                  </a:lnTo>
                  <a:lnTo>
                    <a:pt x="2813779" y="169341"/>
                  </a:lnTo>
                  <a:lnTo>
                    <a:pt x="2743435" y="165916"/>
                  </a:lnTo>
                  <a:lnTo>
                    <a:pt x="2673090" y="162455"/>
                  </a:lnTo>
                  <a:lnTo>
                    <a:pt x="2602746" y="158958"/>
                  </a:lnTo>
                  <a:lnTo>
                    <a:pt x="2532401" y="155424"/>
                  </a:lnTo>
                  <a:lnTo>
                    <a:pt x="2462057" y="151852"/>
                  </a:lnTo>
                  <a:lnTo>
                    <a:pt x="2391712" y="148243"/>
                  </a:lnTo>
                  <a:lnTo>
                    <a:pt x="2321368" y="144596"/>
                  </a:lnTo>
                  <a:lnTo>
                    <a:pt x="2251023" y="140910"/>
                  </a:lnTo>
                  <a:lnTo>
                    <a:pt x="2180679" y="137185"/>
                  </a:lnTo>
                  <a:lnTo>
                    <a:pt x="2110334" y="133421"/>
                  </a:lnTo>
                  <a:lnTo>
                    <a:pt x="2039990" y="129617"/>
                  </a:lnTo>
                  <a:lnTo>
                    <a:pt x="1969645" y="125774"/>
                  </a:lnTo>
                  <a:lnTo>
                    <a:pt x="1899301" y="121889"/>
                  </a:lnTo>
                  <a:lnTo>
                    <a:pt x="1828956" y="117964"/>
                  </a:lnTo>
                  <a:lnTo>
                    <a:pt x="1758612" y="113997"/>
                  </a:lnTo>
                  <a:lnTo>
                    <a:pt x="1688267" y="109988"/>
                  </a:lnTo>
                  <a:lnTo>
                    <a:pt x="1617923" y="105937"/>
                  </a:lnTo>
                  <a:lnTo>
                    <a:pt x="1547578" y="101844"/>
                  </a:lnTo>
                  <a:lnTo>
                    <a:pt x="1477234" y="97707"/>
                  </a:lnTo>
                  <a:lnTo>
                    <a:pt x="1406889" y="93526"/>
                  </a:lnTo>
                  <a:lnTo>
                    <a:pt x="1336545" y="89301"/>
                  </a:lnTo>
                  <a:lnTo>
                    <a:pt x="1266200" y="85032"/>
                  </a:lnTo>
                  <a:lnTo>
                    <a:pt x="1195856" y="80718"/>
                  </a:lnTo>
                  <a:lnTo>
                    <a:pt x="1125511" y="76358"/>
                  </a:lnTo>
                  <a:lnTo>
                    <a:pt x="1055167" y="71952"/>
                  </a:lnTo>
                  <a:lnTo>
                    <a:pt x="984822" y="67499"/>
                  </a:lnTo>
                  <a:lnTo>
                    <a:pt x="914478" y="63000"/>
                  </a:lnTo>
                  <a:lnTo>
                    <a:pt x="844133" y="58453"/>
                  </a:lnTo>
                  <a:lnTo>
                    <a:pt x="773789" y="53858"/>
                  </a:lnTo>
                  <a:lnTo>
                    <a:pt x="703444" y="49215"/>
                  </a:lnTo>
                  <a:lnTo>
                    <a:pt x="633100" y="44523"/>
                  </a:lnTo>
                  <a:lnTo>
                    <a:pt x="562755" y="39781"/>
                  </a:lnTo>
                  <a:lnTo>
                    <a:pt x="492411" y="34989"/>
                  </a:lnTo>
                  <a:lnTo>
                    <a:pt x="422066" y="30146"/>
                  </a:lnTo>
                  <a:lnTo>
                    <a:pt x="351722" y="25253"/>
                  </a:lnTo>
                  <a:lnTo>
                    <a:pt x="281377" y="20308"/>
                  </a:lnTo>
                  <a:lnTo>
                    <a:pt x="211033" y="15310"/>
                  </a:lnTo>
                  <a:lnTo>
                    <a:pt x="140688" y="10260"/>
                  </a:lnTo>
                  <a:lnTo>
                    <a:pt x="70344" y="51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307846"/>
              <a:ext cx="6964104" cy="1018081"/>
            </a:xfrm>
            <a:custGeom>
              <a:avLst/>
              <a:pathLst>
                <a:path w="6964104" h="1018081">
                  <a:moveTo>
                    <a:pt x="0" y="0"/>
                  </a:moveTo>
                  <a:lnTo>
                    <a:pt x="70344" y="29253"/>
                  </a:lnTo>
                  <a:lnTo>
                    <a:pt x="140688" y="57723"/>
                  </a:lnTo>
                  <a:lnTo>
                    <a:pt x="211033" y="85431"/>
                  </a:lnTo>
                  <a:lnTo>
                    <a:pt x="281377" y="112397"/>
                  </a:lnTo>
                  <a:lnTo>
                    <a:pt x="351722" y="138641"/>
                  </a:lnTo>
                  <a:lnTo>
                    <a:pt x="422066" y="164182"/>
                  </a:lnTo>
                  <a:lnTo>
                    <a:pt x="492411" y="189039"/>
                  </a:lnTo>
                  <a:lnTo>
                    <a:pt x="562755" y="213231"/>
                  </a:lnTo>
                  <a:lnTo>
                    <a:pt x="633100" y="236775"/>
                  </a:lnTo>
                  <a:lnTo>
                    <a:pt x="703444" y="259688"/>
                  </a:lnTo>
                  <a:lnTo>
                    <a:pt x="773789" y="281988"/>
                  </a:lnTo>
                  <a:lnTo>
                    <a:pt x="844133" y="303690"/>
                  </a:lnTo>
                  <a:lnTo>
                    <a:pt x="914478" y="324812"/>
                  </a:lnTo>
                  <a:lnTo>
                    <a:pt x="984822" y="345367"/>
                  </a:lnTo>
                  <a:lnTo>
                    <a:pt x="1055167" y="365373"/>
                  </a:lnTo>
                  <a:lnTo>
                    <a:pt x="1125511" y="384842"/>
                  </a:lnTo>
                  <a:lnTo>
                    <a:pt x="1195856" y="403791"/>
                  </a:lnTo>
                  <a:lnTo>
                    <a:pt x="1266200" y="422232"/>
                  </a:lnTo>
                  <a:lnTo>
                    <a:pt x="1336545" y="440179"/>
                  </a:lnTo>
                  <a:lnTo>
                    <a:pt x="1406889" y="457645"/>
                  </a:lnTo>
                  <a:lnTo>
                    <a:pt x="1477234" y="474644"/>
                  </a:lnTo>
                  <a:lnTo>
                    <a:pt x="1547578" y="491188"/>
                  </a:lnTo>
                  <a:lnTo>
                    <a:pt x="1617923" y="507288"/>
                  </a:lnTo>
                  <a:lnTo>
                    <a:pt x="1688267" y="522958"/>
                  </a:lnTo>
                  <a:lnTo>
                    <a:pt x="1758612" y="538207"/>
                  </a:lnTo>
                  <a:lnTo>
                    <a:pt x="1828956" y="553049"/>
                  </a:lnTo>
                  <a:lnTo>
                    <a:pt x="1899301" y="567493"/>
                  </a:lnTo>
                  <a:lnTo>
                    <a:pt x="1969645" y="581550"/>
                  </a:lnTo>
                  <a:lnTo>
                    <a:pt x="2039990" y="595231"/>
                  </a:lnTo>
                  <a:lnTo>
                    <a:pt x="2110334" y="608546"/>
                  </a:lnTo>
                  <a:lnTo>
                    <a:pt x="2180679" y="621504"/>
                  </a:lnTo>
                  <a:lnTo>
                    <a:pt x="2251023" y="634115"/>
                  </a:lnTo>
                  <a:lnTo>
                    <a:pt x="2321368" y="646388"/>
                  </a:lnTo>
                  <a:lnTo>
                    <a:pt x="2391712" y="658332"/>
                  </a:lnTo>
                  <a:lnTo>
                    <a:pt x="2462057" y="669957"/>
                  </a:lnTo>
                  <a:lnTo>
                    <a:pt x="2532401" y="681271"/>
                  </a:lnTo>
                  <a:lnTo>
                    <a:pt x="2602746" y="692281"/>
                  </a:lnTo>
                  <a:lnTo>
                    <a:pt x="2673090" y="702997"/>
                  </a:lnTo>
                  <a:lnTo>
                    <a:pt x="2743435" y="713426"/>
                  </a:lnTo>
                  <a:lnTo>
                    <a:pt x="2813779" y="723575"/>
                  </a:lnTo>
                  <a:lnTo>
                    <a:pt x="2884124" y="733453"/>
                  </a:lnTo>
                  <a:lnTo>
                    <a:pt x="2954468" y="743066"/>
                  </a:lnTo>
                  <a:lnTo>
                    <a:pt x="3024813" y="752422"/>
                  </a:lnTo>
                  <a:lnTo>
                    <a:pt x="3095157" y="761527"/>
                  </a:lnTo>
                  <a:lnTo>
                    <a:pt x="3165502" y="770388"/>
                  </a:lnTo>
                  <a:lnTo>
                    <a:pt x="3235846" y="779013"/>
                  </a:lnTo>
                  <a:lnTo>
                    <a:pt x="3306191" y="787406"/>
                  </a:lnTo>
                  <a:lnTo>
                    <a:pt x="3376535" y="795574"/>
                  </a:lnTo>
                  <a:lnTo>
                    <a:pt x="3446880" y="803524"/>
                  </a:lnTo>
                  <a:lnTo>
                    <a:pt x="3517224" y="811261"/>
                  </a:lnTo>
                  <a:lnTo>
                    <a:pt x="3587569" y="818790"/>
                  </a:lnTo>
                  <a:lnTo>
                    <a:pt x="3657913" y="826118"/>
                  </a:lnTo>
                  <a:lnTo>
                    <a:pt x="3728257" y="833250"/>
                  </a:lnTo>
                  <a:lnTo>
                    <a:pt x="3798602" y="840191"/>
                  </a:lnTo>
                  <a:lnTo>
                    <a:pt x="3868946" y="846946"/>
                  </a:lnTo>
                  <a:lnTo>
                    <a:pt x="3939291" y="853520"/>
                  </a:lnTo>
                  <a:lnTo>
                    <a:pt x="4009635" y="859918"/>
                  </a:lnTo>
                  <a:lnTo>
                    <a:pt x="4079980" y="866145"/>
                  </a:lnTo>
                  <a:lnTo>
                    <a:pt x="4150324" y="872205"/>
                  </a:lnTo>
                  <a:lnTo>
                    <a:pt x="4220669" y="878102"/>
                  </a:lnTo>
                  <a:lnTo>
                    <a:pt x="4291013" y="883842"/>
                  </a:lnTo>
                  <a:lnTo>
                    <a:pt x="4361358" y="889428"/>
                  </a:lnTo>
                  <a:lnTo>
                    <a:pt x="4431702" y="894865"/>
                  </a:lnTo>
                  <a:lnTo>
                    <a:pt x="4502047" y="900155"/>
                  </a:lnTo>
                  <a:lnTo>
                    <a:pt x="4572391" y="905305"/>
                  </a:lnTo>
                  <a:lnTo>
                    <a:pt x="4642736" y="910316"/>
                  </a:lnTo>
                  <a:lnTo>
                    <a:pt x="4713080" y="915193"/>
                  </a:lnTo>
                  <a:lnTo>
                    <a:pt x="4783425" y="919940"/>
                  </a:lnTo>
                  <a:lnTo>
                    <a:pt x="4853769" y="924559"/>
                  </a:lnTo>
                  <a:lnTo>
                    <a:pt x="4924114" y="929055"/>
                  </a:lnTo>
                  <a:lnTo>
                    <a:pt x="4994458" y="933430"/>
                  </a:lnTo>
                  <a:lnTo>
                    <a:pt x="5064803" y="937688"/>
                  </a:lnTo>
                  <a:lnTo>
                    <a:pt x="5135147" y="941833"/>
                  </a:lnTo>
                  <a:lnTo>
                    <a:pt x="5205492" y="945866"/>
                  </a:lnTo>
                  <a:lnTo>
                    <a:pt x="5275836" y="949791"/>
                  </a:lnTo>
                  <a:lnTo>
                    <a:pt x="5346181" y="953611"/>
                  </a:lnTo>
                  <a:lnTo>
                    <a:pt x="5416525" y="957329"/>
                  </a:lnTo>
                  <a:lnTo>
                    <a:pt x="5486870" y="960947"/>
                  </a:lnTo>
                  <a:lnTo>
                    <a:pt x="5557214" y="964468"/>
                  </a:lnTo>
                  <a:lnTo>
                    <a:pt x="5627559" y="967895"/>
                  </a:lnTo>
                  <a:lnTo>
                    <a:pt x="5697903" y="971231"/>
                  </a:lnTo>
                  <a:lnTo>
                    <a:pt x="5768248" y="974477"/>
                  </a:lnTo>
                  <a:lnTo>
                    <a:pt x="5838592" y="977636"/>
                  </a:lnTo>
                  <a:lnTo>
                    <a:pt x="5908937" y="980710"/>
                  </a:lnTo>
                  <a:lnTo>
                    <a:pt x="5979281" y="983702"/>
                  </a:lnTo>
                  <a:lnTo>
                    <a:pt x="6049626" y="986614"/>
                  </a:lnTo>
                  <a:lnTo>
                    <a:pt x="6119970" y="989448"/>
                  </a:lnTo>
                  <a:lnTo>
                    <a:pt x="6190315" y="992206"/>
                  </a:lnTo>
                  <a:lnTo>
                    <a:pt x="6260659" y="994891"/>
                  </a:lnTo>
                  <a:lnTo>
                    <a:pt x="6331004" y="997503"/>
                  </a:lnTo>
                  <a:lnTo>
                    <a:pt x="6401348" y="1000045"/>
                  </a:lnTo>
                  <a:lnTo>
                    <a:pt x="6471693" y="1002520"/>
                  </a:lnTo>
                  <a:lnTo>
                    <a:pt x="6542037" y="1004928"/>
                  </a:lnTo>
                  <a:lnTo>
                    <a:pt x="6612382" y="1007271"/>
                  </a:lnTo>
                  <a:lnTo>
                    <a:pt x="6682726" y="1009552"/>
                  </a:lnTo>
                  <a:lnTo>
                    <a:pt x="6753071" y="1011772"/>
                  </a:lnTo>
                  <a:lnTo>
                    <a:pt x="6823415" y="1013932"/>
                  </a:lnTo>
                  <a:lnTo>
                    <a:pt x="6893760" y="1016035"/>
                  </a:lnTo>
                  <a:lnTo>
                    <a:pt x="6964104" y="101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25543"/>
            </a:xfrm>
            <a:custGeom>
              <a:avLst/>
              <a:pathLst>
                <a:path w="6964104" h="1225543">
                  <a:moveTo>
                    <a:pt x="1049853" y="0"/>
                  </a:moveTo>
                  <a:lnTo>
                    <a:pt x="1055167" y="4236"/>
                  </a:lnTo>
                  <a:lnTo>
                    <a:pt x="1125511" y="57918"/>
                  </a:lnTo>
                  <a:lnTo>
                    <a:pt x="1195856" y="109300"/>
                  </a:lnTo>
                  <a:lnTo>
                    <a:pt x="1266200" y="158480"/>
                  </a:lnTo>
                  <a:lnTo>
                    <a:pt x="1336545" y="205554"/>
                  </a:lnTo>
                  <a:lnTo>
                    <a:pt x="1406889" y="250610"/>
                  </a:lnTo>
                  <a:lnTo>
                    <a:pt x="1477234" y="293736"/>
                  </a:lnTo>
                  <a:lnTo>
                    <a:pt x="1547578" y="335015"/>
                  </a:lnTo>
                  <a:lnTo>
                    <a:pt x="1617923" y="374525"/>
                  </a:lnTo>
                  <a:lnTo>
                    <a:pt x="1688267" y="412342"/>
                  </a:lnTo>
                  <a:lnTo>
                    <a:pt x="1758612" y="448539"/>
                  </a:lnTo>
                  <a:lnTo>
                    <a:pt x="1828956" y="483185"/>
                  </a:lnTo>
                  <a:lnTo>
                    <a:pt x="1899301" y="516347"/>
                  </a:lnTo>
                  <a:lnTo>
                    <a:pt x="1969645" y="548088"/>
                  </a:lnTo>
                  <a:lnTo>
                    <a:pt x="2039990" y="578469"/>
                  </a:lnTo>
                  <a:lnTo>
                    <a:pt x="2110334" y="607548"/>
                  </a:lnTo>
                  <a:lnTo>
                    <a:pt x="2180679" y="635382"/>
                  </a:lnTo>
                  <a:lnTo>
                    <a:pt x="2251023" y="662023"/>
                  </a:lnTo>
                  <a:lnTo>
                    <a:pt x="2321368" y="687523"/>
                  </a:lnTo>
                  <a:lnTo>
                    <a:pt x="2391712" y="711930"/>
                  </a:lnTo>
                  <a:lnTo>
                    <a:pt x="2462057" y="735291"/>
                  </a:lnTo>
                  <a:lnTo>
                    <a:pt x="2532401" y="757652"/>
                  </a:lnTo>
                  <a:lnTo>
                    <a:pt x="2602746" y="779054"/>
                  </a:lnTo>
                  <a:lnTo>
                    <a:pt x="2673090" y="799540"/>
                  </a:lnTo>
                  <a:lnTo>
                    <a:pt x="2743435" y="819148"/>
                  </a:lnTo>
                  <a:lnTo>
                    <a:pt x="2813779" y="837916"/>
                  </a:lnTo>
                  <a:lnTo>
                    <a:pt x="2884124" y="855880"/>
                  </a:lnTo>
                  <a:lnTo>
                    <a:pt x="2954468" y="873074"/>
                  </a:lnTo>
                  <a:lnTo>
                    <a:pt x="3024813" y="889531"/>
                  </a:lnTo>
                  <a:lnTo>
                    <a:pt x="3095157" y="905284"/>
                  </a:lnTo>
                  <a:lnTo>
                    <a:pt x="3165502" y="920361"/>
                  </a:lnTo>
                  <a:lnTo>
                    <a:pt x="3235846" y="934793"/>
                  </a:lnTo>
                  <a:lnTo>
                    <a:pt x="3306191" y="948606"/>
                  </a:lnTo>
                  <a:lnTo>
                    <a:pt x="3376535" y="958822"/>
                  </a:lnTo>
                  <a:lnTo>
                    <a:pt x="3446880" y="961938"/>
                  </a:lnTo>
                  <a:lnTo>
                    <a:pt x="3517224" y="965021"/>
                  </a:lnTo>
                  <a:lnTo>
                    <a:pt x="3587569" y="968072"/>
                  </a:lnTo>
                  <a:lnTo>
                    <a:pt x="3657913" y="971092"/>
                  </a:lnTo>
                  <a:lnTo>
                    <a:pt x="3728257" y="974079"/>
                  </a:lnTo>
                  <a:lnTo>
                    <a:pt x="3798602" y="977036"/>
                  </a:lnTo>
                  <a:lnTo>
                    <a:pt x="3868946" y="979962"/>
                  </a:lnTo>
                  <a:lnTo>
                    <a:pt x="3939291" y="982857"/>
                  </a:lnTo>
                  <a:lnTo>
                    <a:pt x="4009635" y="985722"/>
                  </a:lnTo>
                  <a:lnTo>
                    <a:pt x="4079980" y="988557"/>
                  </a:lnTo>
                  <a:lnTo>
                    <a:pt x="4150324" y="991362"/>
                  </a:lnTo>
                  <a:lnTo>
                    <a:pt x="4220669" y="994138"/>
                  </a:lnTo>
                  <a:lnTo>
                    <a:pt x="4291013" y="996885"/>
                  </a:lnTo>
                  <a:lnTo>
                    <a:pt x="4361358" y="999604"/>
                  </a:lnTo>
                  <a:lnTo>
                    <a:pt x="4431702" y="1002294"/>
                  </a:lnTo>
                  <a:lnTo>
                    <a:pt x="4502047" y="1004956"/>
                  </a:lnTo>
                  <a:lnTo>
                    <a:pt x="4572391" y="1007590"/>
                  </a:lnTo>
                  <a:lnTo>
                    <a:pt x="4642736" y="1010197"/>
                  </a:lnTo>
                  <a:lnTo>
                    <a:pt x="4713080" y="1012776"/>
                  </a:lnTo>
                  <a:lnTo>
                    <a:pt x="4783425" y="1015328"/>
                  </a:lnTo>
                  <a:lnTo>
                    <a:pt x="4853769" y="1017854"/>
                  </a:lnTo>
                  <a:lnTo>
                    <a:pt x="4924114" y="1020354"/>
                  </a:lnTo>
                  <a:lnTo>
                    <a:pt x="4994458" y="1022827"/>
                  </a:lnTo>
                  <a:lnTo>
                    <a:pt x="5064803" y="1025275"/>
                  </a:lnTo>
                  <a:lnTo>
                    <a:pt x="5135147" y="1027697"/>
                  </a:lnTo>
                  <a:lnTo>
                    <a:pt x="5205492" y="1030093"/>
                  </a:lnTo>
                  <a:lnTo>
                    <a:pt x="5275836" y="1032465"/>
                  </a:lnTo>
                  <a:lnTo>
                    <a:pt x="5346181" y="1034812"/>
                  </a:lnTo>
                  <a:lnTo>
                    <a:pt x="5416525" y="1037134"/>
                  </a:lnTo>
                  <a:lnTo>
                    <a:pt x="5486870" y="1039432"/>
                  </a:lnTo>
                  <a:lnTo>
                    <a:pt x="5557214" y="1041706"/>
                  </a:lnTo>
                  <a:lnTo>
                    <a:pt x="5627559" y="1043957"/>
                  </a:lnTo>
                  <a:lnTo>
                    <a:pt x="5697903" y="1046184"/>
                  </a:lnTo>
                  <a:lnTo>
                    <a:pt x="5768248" y="1048387"/>
                  </a:lnTo>
                  <a:lnTo>
                    <a:pt x="5838592" y="1050568"/>
                  </a:lnTo>
                  <a:lnTo>
                    <a:pt x="5908937" y="1052726"/>
                  </a:lnTo>
                  <a:lnTo>
                    <a:pt x="5979281" y="1054861"/>
                  </a:lnTo>
                  <a:lnTo>
                    <a:pt x="6049626" y="1056974"/>
                  </a:lnTo>
                  <a:lnTo>
                    <a:pt x="6119970" y="1059065"/>
                  </a:lnTo>
                  <a:lnTo>
                    <a:pt x="6190315" y="1061134"/>
                  </a:lnTo>
                  <a:lnTo>
                    <a:pt x="6260659" y="1063181"/>
                  </a:lnTo>
                  <a:lnTo>
                    <a:pt x="6331004" y="1065208"/>
                  </a:lnTo>
                  <a:lnTo>
                    <a:pt x="6401348" y="1067212"/>
                  </a:lnTo>
                  <a:lnTo>
                    <a:pt x="6471693" y="1069197"/>
                  </a:lnTo>
                  <a:lnTo>
                    <a:pt x="6542037" y="1071160"/>
                  </a:lnTo>
                  <a:lnTo>
                    <a:pt x="6612382" y="1073103"/>
                  </a:lnTo>
                  <a:lnTo>
                    <a:pt x="6682726" y="1075025"/>
                  </a:lnTo>
                  <a:lnTo>
                    <a:pt x="6753071" y="1076928"/>
                  </a:lnTo>
                  <a:lnTo>
                    <a:pt x="6823415" y="1078810"/>
                  </a:lnTo>
                  <a:lnTo>
                    <a:pt x="6893760" y="1080673"/>
                  </a:lnTo>
                  <a:lnTo>
                    <a:pt x="6964104" y="1082516"/>
                  </a:lnTo>
                  <a:lnTo>
                    <a:pt x="6964104" y="1225543"/>
                  </a:lnTo>
                  <a:lnTo>
                    <a:pt x="6893760" y="1224126"/>
                  </a:lnTo>
                  <a:lnTo>
                    <a:pt x="6823415" y="1222645"/>
                  </a:lnTo>
                  <a:lnTo>
                    <a:pt x="6753071" y="1221098"/>
                  </a:lnTo>
                  <a:lnTo>
                    <a:pt x="6682726" y="1219482"/>
                  </a:lnTo>
                  <a:lnTo>
                    <a:pt x="6612382" y="1217794"/>
                  </a:lnTo>
                  <a:lnTo>
                    <a:pt x="6542037" y="1216030"/>
                  </a:lnTo>
                  <a:lnTo>
                    <a:pt x="6471693" y="1214187"/>
                  </a:lnTo>
                  <a:lnTo>
                    <a:pt x="6401348" y="1212262"/>
                  </a:lnTo>
                  <a:lnTo>
                    <a:pt x="6331004" y="1210250"/>
                  </a:lnTo>
                  <a:lnTo>
                    <a:pt x="6260659" y="1208148"/>
                  </a:lnTo>
                  <a:lnTo>
                    <a:pt x="6190315" y="1205953"/>
                  </a:lnTo>
                  <a:lnTo>
                    <a:pt x="6119970" y="1203659"/>
                  </a:lnTo>
                  <a:lnTo>
                    <a:pt x="6049626" y="1201262"/>
                  </a:lnTo>
                  <a:lnTo>
                    <a:pt x="5979281" y="1198758"/>
                  </a:lnTo>
                  <a:lnTo>
                    <a:pt x="5908937" y="1196142"/>
                  </a:lnTo>
                  <a:lnTo>
                    <a:pt x="5838592" y="1193409"/>
                  </a:lnTo>
                  <a:lnTo>
                    <a:pt x="5768248" y="1190553"/>
                  </a:lnTo>
                  <a:lnTo>
                    <a:pt x="5697903" y="1187570"/>
                  </a:lnTo>
                  <a:lnTo>
                    <a:pt x="5627559" y="1184453"/>
                  </a:lnTo>
                  <a:lnTo>
                    <a:pt x="5557214" y="1181197"/>
                  </a:lnTo>
                  <a:lnTo>
                    <a:pt x="5486870" y="1177795"/>
                  </a:lnTo>
                  <a:lnTo>
                    <a:pt x="5416525" y="1174240"/>
                  </a:lnTo>
                  <a:lnTo>
                    <a:pt x="5346181" y="1170527"/>
                  </a:lnTo>
                  <a:lnTo>
                    <a:pt x="5275836" y="1166647"/>
                  </a:lnTo>
                  <a:lnTo>
                    <a:pt x="5205492" y="1162594"/>
                  </a:lnTo>
                  <a:lnTo>
                    <a:pt x="5135147" y="1158359"/>
                  </a:lnTo>
                  <a:lnTo>
                    <a:pt x="5064803" y="1153935"/>
                  </a:lnTo>
                  <a:lnTo>
                    <a:pt x="4994458" y="1149312"/>
                  </a:lnTo>
                  <a:lnTo>
                    <a:pt x="4924114" y="1144483"/>
                  </a:lnTo>
                  <a:lnTo>
                    <a:pt x="4853769" y="1139438"/>
                  </a:lnTo>
                  <a:lnTo>
                    <a:pt x="4783425" y="1134166"/>
                  </a:lnTo>
                  <a:lnTo>
                    <a:pt x="4713080" y="1128659"/>
                  </a:lnTo>
                  <a:lnTo>
                    <a:pt x="4642736" y="1122905"/>
                  </a:lnTo>
                  <a:lnTo>
                    <a:pt x="4572391" y="1116894"/>
                  </a:lnTo>
                  <a:lnTo>
                    <a:pt x="4502047" y="1110614"/>
                  </a:lnTo>
                  <a:lnTo>
                    <a:pt x="4431702" y="1104052"/>
                  </a:lnTo>
                  <a:lnTo>
                    <a:pt x="4361358" y="1097197"/>
                  </a:lnTo>
                  <a:lnTo>
                    <a:pt x="4291013" y="1090035"/>
                  </a:lnTo>
                  <a:lnTo>
                    <a:pt x="4220669" y="1082552"/>
                  </a:lnTo>
                  <a:lnTo>
                    <a:pt x="4150324" y="1074735"/>
                  </a:lnTo>
                  <a:lnTo>
                    <a:pt x="4079980" y="1066567"/>
                  </a:lnTo>
                  <a:lnTo>
                    <a:pt x="4009635" y="1058034"/>
                  </a:lnTo>
                  <a:lnTo>
                    <a:pt x="3939291" y="1049119"/>
                  </a:lnTo>
                  <a:lnTo>
                    <a:pt x="3868946" y="1039805"/>
                  </a:lnTo>
                  <a:lnTo>
                    <a:pt x="3798602" y="1030074"/>
                  </a:lnTo>
                  <a:lnTo>
                    <a:pt x="3728257" y="1019907"/>
                  </a:lnTo>
                  <a:lnTo>
                    <a:pt x="3657913" y="1009286"/>
                  </a:lnTo>
                  <a:lnTo>
                    <a:pt x="3587569" y="998189"/>
                  </a:lnTo>
                  <a:lnTo>
                    <a:pt x="3517224" y="986595"/>
                  </a:lnTo>
                  <a:lnTo>
                    <a:pt x="3446880" y="974482"/>
                  </a:lnTo>
                  <a:lnTo>
                    <a:pt x="3376535" y="961827"/>
                  </a:lnTo>
                  <a:lnTo>
                    <a:pt x="3306191" y="955673"/>
                  </a:lnTo>
                  <a:lnTo>
                    <a:pt x="3235846" y="952491"/>
                  </a:lnTo>
                  <a:lnTo>
                    <a:pt x="3165502" y="949275"/>
                  </a:lnTo>
                  <a:lnTo>
                    <a:pt x="3095157" y="946026"/>
                  </a:lnTo>
                  <a:lnTo>
                    <a:pt x="3024813" y="942742"/>
                  </a:lnTo>
                  <a:lnTo>
                    <a:pt x="2954468" y="939424"/>
                  </a:lnTo>
                  <a:lnTo>
                    <a:pt x="2884124" y="936070"/>
                  </a:lnTo>
                  <a:lnTo>
                    <a:pt x="2813779" y="932681"/>
                  </a:lnTo>
                  <a:lnTo>
                    <a:pt x="2743435" y="929257"/>
                  </a:lnTo>
                  <a:lnTo>
                    <a:pt x="2673090" y="925796"/>
                  </a:lnTo>
                  <a:lnTo>
                    <a:pt x="2602746" y="922299"/>
                  </a:lnTo>
                  <a:lnTo>
                    <a:pt x="2532401" y="918764"/>
                  </a:lnTo>
                  <a:lnTo>
                    <a:pt x="2462057" y="915193"/>
                  </a:lnTo>
                  <a:lnTo>
                    <a:pt x="2391712" y="911584"/>
                  </a:lnTo>
                  <a:lnTo>
                    <a:pt x="2321368" y="907936"/>
                  </a:lnTo>
                  <a:lnTo>
                    <a:pt x="2251023" y="904250"/>
                  </a:lnTo>
                  <a:lnTo>
                    <a:pt x="2180679" y="900526"/>
                  </a:lnTo>
                  <a:lnTo>
                    <a:pt x="2110334" y="896762"/>
                  </a:lnTo>
                  <a:lnTo>
                    <a:pt x="2039990" y="892958"/>
                  </a:lnTo>
                  <a:lnTo>
                    <a:pt x="1969645" y="889114"/>
                  </a:lnTo>
                  <a:lnTo>
                    <a:pt x="1899301" y="885230"/>
                  </a:lnTo>
                  <a:lnTo>
                    <a:pt x="1828956" y="881304"/>
                  </a:lnTo>
                  <a:lnTo>
                    <a:pt x="1758612" y="877338"/>
                  </a:lnTo>
                  <a:lnTo>
                    <a:pt x="1688267" y="873329"/>
                  </a:lnTo>
                  <a:lnTo>
                    <a:pt x="1617923" y="869278"/>
                  </a:lnTo>
                  <a:lnTo>
                    <a:pt x="1547578" y="865184"/>
                  </a:lnTo>
                  <a:lnTo>
                    <a:pt x="1477234" y="861047"/>
                  </a:lnTo>
                  <a:lnTo>
                    <a:pt x="1406889" y="856867"/>
                  </a:lnTo>
                  <a:lnTo>
                    <a:pt x="1336545" y="852642"/>
                  </a:lnTo>
                  <a:lnTo>
                    <a:pt x="1266200" y="848373"/>
                  </a:lnTo>
                  <a:lnTo>
                    <a:pt x="1195856" y="844058"/>
                  </a:lnTo>
                  <a:lnTo>
                    <a:pt x="1125511" y="839698"/>
                  </a:lnTo>
                  <a:lnTo>
                    <a:pt x="1055167" y="835292"/>
                  </a:lnTo>
                  <a:lnTo>
                    <a:pt x="984822" y="830840"/>
                  </a:lnTo>
                  <a:lnTo>
                    <a:pt x="914478" y="826341"/>
                  </a:lnTo>
                  <a:lnTo>
                    <a:pt x="844133" y="821794"/>
                  </a:lnTo>
                  <a:lnTo>
                    <a:pt x="773789" y="817199"/>
                  </a:lnTo>
                  <a:lnTo>
                    <a:pt x="703444" y="812556"/>
                  </a:lnTo>
                  <a:lnTo>
                    <a:pt x="633100" y="807863"/>
                  </a:lnTo>
                  <a:lnTo>
                    <a:pt x="562755" y="803121"/>
                  </a:lnTo>
                  <a:lnTo>
                    <a:pt x="492411" y="798330"/>
                  </a:lnTo>
                  <a:lnTo>
                    <a:pt x="422066" y="793487"/>
                  </a:lnTo>
                  <a:lnTo>
                    <a:pt x="351722" y="788594"/>
                  </a:lnTo>
                  <a:lnTo>
                    <a:pt x="281377" y="783648"/>
                  </a:lnTo>
                  <a:lnTo>
                    <a:pt x="211033" y="778651"/>
                  </a:lnTo>
                  <a:lnTo>
                    <a:pt x="140688" y="773601"/>
                  </a:lnTo>
                  <a:lnTo>
                    <a:pt x="70344" y="768497"/>
                  </a:lnTo>
                  <a:lnTo>
                    <a:pt x="0" y="7633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285165" y="4336484"/>
              <a:ext cx="5914251" cy="1082516"/>
            </a:xfrm>
            <a:custGeom>
              <a:avLst/>
              <a:pathLst>
                <a:path w="5914251" h="1082516">
                  <a:moveTo>
                    <a:pt x="0" y="0"/>
                  </a:moveTo>
                  <a:lnTo>
                    <a:pt x="5314" y="4236"/>
                  </a:lnTo>
                  <a:lnTo>
                    <a:pt x="75658" y="57918"/>
                  </a:lnTo>
                  <a:lnTo>
                    <a:pt x="146003" y="109300"/>
                  </a:lnTo>
                  <a:lnTo>
                    <a:pt x="216347" y="158480"/>
                  </a:lnTo>
                  <a:lnTo>
                    <a:pt x="286692" y="205554"/>
                  </a:lnTo>
                  <a:lnTo>
                    <a:pt x="357036" y="250610"/>
                  </a:lnTo>
                  <a:lnTo>
                    <a:pt x="427381" y="293736"/>
                  </a:lnTo>
                  <a:lnTo>
                    <a:pt x="497725" y="335015"/>
                  </a:lnTo>
                  <a:lnTo>
                    <a:pt x="568070" y="374525"/>
                  </a:lnTo>
                  <a:lnTo>
                    <a:pt x="638414" y="412342"/>
                  </a:lnTo>
                  <a:lnTo>
                    <a:pt x="708759" y="448539"/>
                  </a:lnTo>
                  <a:lnTo>
                    <a:pt x="779103" y="483185"/>
                  </a:lnTo>
                  <a:lnTo>
                    <a:pt x="849448" y="516347"/>
                  </a:lnTo>
                  <a:lnTo>
                    <a:pt x="919792" y="548088"/>
                  </a:lnTo>
                  <a:lnTo>
                    <a:pt x="990137" y="578469"/>
                  </a:lnTo>
                  <a:lnTo>
                    <a:pt x="1060481" y="607548"/>
                  </a:lnTo>
                  <a:lnTo>
                    <a:pt x="1130826" y="635382"/>
                  </a:lnTo>
                  <a:lnTo>
                    <a:pt x="1201170" y="662023"/>
                  </a:lnTo>
                  <a:lnTo>
                    <a:pt x="1271515" y="687523"/>
                  </a:lnTo>
                  <a:lnTo>
                    <a:pt x="1341859" y="711930"/>
                  </a:lnTo>
                  <a:lnTo>
                    <a:pt x="1412204" y="735291"/>
                  </a:lnTo>
                  <a:lnTo>
                    <a:pt x="1482548" y="757652"/>
                  </a:lnTo>
                  <a:lnTo>
                    <a:pt x="1552892" y="779054"/>
                  </a:lnTo>
                  <a:lnTo>
                    <a:pt x="1623237" y="799540"/>
                  </a:lnTo>
                  <a:lnTo>
                    <a:pt x="1693581" y="819148"/>
                  </a:lnTo>
                  <a:lnTo>
                    <a:pt x="1763926" y="837916"/>
                  </a:lnTo>
                  <a:lnTo>
                    <a:pt x="1834270" y="855880"/>
                  </a:lnTo>
                  <a:lnTo>
                    <a:pt x="1904615" y="873074"/>
                  </a:lnTo>
                  <a:lnTo>
                    <a:pt x="1974959" y="889531"/>
                  </a:lnTo>
                  <a:lnTo>
                    <a:pt x="2045304" y="905284"/>
                  </a:lnTo>
                  <a:lnTo>
                    <a:pt x="2115648" y="920361"/>
                  </a:lnTo>
                  <a:lnTo>
                    <a:pt x="2185993" y="934793"/>
                  </a:lnTo>
                  <a:lnTo>
                    <a:pt x="2256337" y="948606"/>
                  </a:lnTo>
                  <a:lnTo>
                    <a:pt x="2326682" y="958822"/>
                  </a:lnTo>
                  <a:lnTo>
                    <a:pt x="2397026" y="961938"/>
                  </a:lnTo>
                  <a:lnTo>
                    <a:pt x="2467371" y="965021"/>
                  </a:lnTo>
                  <a:lnTo>
                    <a:pt x="2537715" y="968072"/>
                  </a:lnTo>
                  <a:lnTo>
                    <a:pt x="2608060" y="971092"/>
                  </a:lnTo>
                  <a:lnTo>
                    <a:pt x="2678404" y="974079"/>
                  </a:lnTo>
                  <a:lnTo>
                    <a:pt x="2748749" y="977036"/>
                  </a:lnTo>
                  <a:lnTo>
                    <a:pt x="2819093" y="979962"/>
                  </a:lnTo>
                  <a:lnTo>
                    <a:pt x="2889438" y="982857"/>
                  </a:lnTo>
                  <a:lnTo>
                    <a:pt x="2959782" y="985722"/>
                  </a:lnTo>
                  <a:lnTo>
                    <a:pt x="3030127" y="988557"/>
                  </a:lnTo>
                  <a:lnTo>
                    <a:pt x="3100471" y="991362"/>
                  </a:lnTo>
                  <a:lnTo>
                    <a:pt x="3170816" y="994138"/>
                  </a:lnTo>
                  <a:lnTo>
                    <a:pt x="3241160" y="996885"/>
                  </a:lnTo>
                  <a:lnTo>
                    <a:pt x="3311505" y="999604"/>
                  </a:lnTo>
                  <a:lnTo>
                    <a:pt x="3381849" y="1002294"/>
                  </a:lnTo>
                  <a:lnTo>
                    <a:pt x="3452194" y="1004956"/>
                  </a:lnTo>
                  <a:lnTo>
                    <a:pt x="3522538" y="1007590"/>
                  </a:lnTo>
                  <a:lnTo>
                    <a:pt x="3592883" y="1010197"/>
                  </a:lnTo>
                  <a:lnTo>
                    <a:pt x="3663227" y="1012776"/>
                  </a:lnTo>
                  <a:lnTo>
                    <a:pt x="3733572" y="1015328"/>
                  </a:lnTo>
                  <a:lnTo>
                    <a:pt x="3803916" y="1017854"/>
                  </a:lnTo>
                  <a:lnTo>
                    <a:pt x="3874261" y="1020354"/>
                  </a:lnTo>
                  <a:lnTo>
                    <a:pt x="3944605" y="1022827"/>
                  </a:lnTo>
                  <a:lnTo>
                    <a:pt x="4014950" y="1025275"/>
                  </a:lnTo>
                  <a:lnTo>
                    <a:pt x="4085294" y="1027697"/>
                  </a:lnTo>
                  <a:lnTo>
                    <a:pt x="4155639" y="1030093"/>
                  </a:lnTo>
                  <a:lnTo>
                    <a:pt x="4225983" y="1032465"/>
                  </a:lnTo>
                  <a:lnTo>
                    <a:pt x="4296328" y="1034812"/>
                  </a:lnTo>
                  <a:lnTo>
                    <a:pt x="4366672" y="1037134"/>
                  </a:lnTo>
                  <a:lnTo>
                    <a:pt x="4437017" y="1039432"/>
                  </a:lnTo>
                  <a:lnTo>
                    <a:pt x="4507361" y="1041706"/>
                  </a:lnTo>
                  <a:lnTo>
                    <a:pt x="4577706" y="1043957"/>
                  </a:lnTo>
                  <a:lnTo>
                    <a:pt x="4648050" y="1046184"/>
                  </a:lnTo>
                  <a:lnTo>
                    <a:pt x="4718395" y="1048387"/>
                  </a:lnTo>
                  <a:lnTo>
                    <a:pt x="4788739" y="1050568"/>
                  </a:lnTo>
                  <a:lnTo>
                    <a:pt x="4859084" y="1052726"/>
                  </a:lnTo>
                  <a:lnTo>
                    <a:pt x="4929428" y="1054861"/>
                  </a:lnTo>
                  <a:lnTo>
                    <a:pt x="4999773" y="1056974"/>
                  </a:lnTo>
                  <a:lnTo>
                    <a:pt x="5070117" y="1059065"/>
                  </a:lnTo>
                  <a:lnTo>
                    <a:pt x="5140462" y="1061134"/>
                  </a:lnTo>
                  <a:lnTo>
                    <a:pt x="5210806" y="1063181"/>
                  </a:lnTo>
                  <a:lnTo>
                    <a:pt x="5281150" y="1065208"/>
                  </a:lnTo>
                  <a:lnTo>
                    <a:pt x="5351495" y="1067212"/>
                  </a:lnTo>
                  <a:lnTo>
                    <a:pt x="5421839" y="1069197"/>
                  </a:lnTo>
                  <a:lnTo>
                    <a:pt x="5492184" y="1071160"/>
                  </a:lnTo>
                  <a:lnTo>
                    <a:pt x="5562528" y="1073103"/>
                  </a:lnTo>
                  <a:lnTo>
                    <a:pt x="5632873" y="1075025"/>
                  </a:lnTo>
                  <a:lnTo>
                    <a:pt x="5703217" y="1076928"/>
                  </a:lnTo>
                  <a:lnTo>
                    <a:pt x="5773562" y="1078810"/>
                  </a:lnTo>
                  <a:lnTo>
                    <a:pt x="5843906" y="1080673"/>
                  </a:lnTo>
                  <a:lnTo>
                    <a:pt x="5914251" y="108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099825"/>
              <a:ext cx="6964104" cy="462202"/>
            </a:xfrm>
            <a:custGeom>
              <a:avLst/>
              <a:pathLst>
                <a:path w="6964104" h="462202">
                  <a:moveTo>
                    <a:pt x="6964104" y="462202"/>
                  </a:moveTo>
                  <a:lnTo>
                    <a:pt x="6893760" y="460785"/>
                  </a:lnTo>
                  <a:lnTo>
                    <a:pt x="6823415" y="459304"/>
                  </a:lnTo>
                  <a:lnTo>
                    <a:pt x="6753071" y="457758"/>
                  </a:lnTo>
                  <a:lnTo>
                    <a:pt x="6682726" y="456142"/>
                  </a:lnTo>
                  <a:lnTo>
                    <a:pt x="6612382" y="454453"/>
                  </a:lnTo>
                  <a:lnTo>
                    <a:pt x="6542037" y="452689"/>
                  </a:lnTo>
                  <a:lnTo>
                    <a:pt x="6471693" y="450846"/>
                  </a:lnTo>
                  <a:lnTo>
                    <a:pt x="6401348" y="448921"/>
                  </a:lnTo>
                  <a:lnTo>
                    <a:pt x="6331004" y="446909"/>
                  </a:lnTo>
                  <a:lnTo>
                    <a:pt x="6260659" y="444808"/>
                  </a:lnTo>
                  <a:lnTo>
                    <a:pt x="6190315" y="442612"/>
                  </a:lnTo>
                  <a:lnTo>
                    <a:pt x="6119970" y="440318"/>
                  </a:lnTo>
                  <a:lnTo>
                    <a:pt x="6049626" y="437921"/>
                  </a:lnTo>
                  <a:lnTo>
                    <a:pt x="5979281" y="435417"/>
                  </a:lnTo>
                  <a:lnTo>
                    <a:pt x="5908937" y="432801"/>
                  </a:lnTo>
                  <a:lnTo>
                    <a:pt x="5838592" y="430068"/>
                  </a:lnTo>
                  <a:lnTo>
                    <a:pt x="5768248" y="427213"/>
                  </a:lnTo>
                  <a:lnTo>
                    <a:pt x="5697903" y="424229"/>
                  </a:lnTo>
                  <a:lnTo>
                    <a:pt x="5627559" y="421113"/>
                  </a:lnTo>
                  <a:lnTo>
                    <a:pt x="5557214" y="417856"/>
                  </a:lnTo>
                  <a:lnTo>
                    <a:pt x="5486870" y="414454"/>
                  </a:lnTo>
                  <a:lnTo>
                    <a:pt x="5416525" y="410900"/>
                  </a:lnTo>
                  <a:lnTo>
                    <a:pt x="5346181" y="407186"/>
                  </a:lnTo>
                  <a:lnTo>
                    <a:pt x="5275836" y="403307"/>
                  </a:lnTo>
                  <a:lnTo>
                    <a:pt x="5205492" y="399253"/>
                  </a:lnTo>
                  <a:lnTo>
                    <a:pt x="5135147" y="395019"/>
                  </a:lnTo>
                  <a:lnTo>
                    <a:pt x="5064803" y="390594"/>
                  </a:lnTo>
                  <a:lnTo>
                    <a:pt x="4994458" y="385972"/>
                  </a:lnTo>
                  <a:lnTo>
                    <a:pt x="4924114" y="381143"/>
                  </a:lnTo>
                  <a:lnTo>
                    <a:pt x="4853769" y="376097"/>
                  </a:lnTo>
                  <a:lnTo>
                    <a:pt x="4783425" y="370826"/>
                  </a:lnTo>
                  <a:lnTo>
                    <a:pt x="4713080" y="365319"/>
                  </a:lnTo>
                  <a:lnTo>
                    <a:pt x="4642736" y="359565"/>
                  </a:lnTo>
                  <a:lnTo>
                    <a:pt x="4572391" y="353553"/>
                  </a:lnTo>
                  <a:lnTo>
                    <a:pt x="4502047" y="347273"/>
                  </a:lnTo>
                  <a:lnTo>
                    <a:pt x="4431702" y="340712"/>
                  </a:lnTo>
                  <a:lnTo>
                    <a:pt x="4361358" y="333856"/>
                  </a:lnTo>
                  <a:lnTo>
                    <a:pt x="4291013" y="326694"/>
                  </a:lnTo>
                  <a:lnTo>
                    <a:pt x="4220669" y="319212"/>
                  </a:lnTo>
                  <a:lnTo>
                    <a:pt x="4150324" y="311394"/>
                  </a:lnTo>
                  <a:lnTo>
                    <a:pt x="4079980" y="303227"/>
                  </a:lnTo>
                  <a:lnTo>
                    <a:pt x="4009635" y="294694"/>
                  </a:lnTo>
                  <a:lnTo>
                    <a:pt x="3939291" y="285779"/>
                  </a:lnTo>
                  <a:lnTo>
                    <a:pt x="3868946" y="276464"/>
                  </a:lnTo>
                  <a:lnTo>
                    <a:pt x="3798602" y="266733"/>
                  </a:lnTo>
                  <a:lnTo>
                    <a:pt x="3728257" y="256567"/>
                  </a:lnTo>
                  <a:lnTo>
                    <a:pt x="3657913" y="245945"/>
                  </a:lnTo>
                  <a:lnTo>
                    <a:pt x="3587569" y="234848"/>
                  </a:lnTo>
                  <a:lnTo>
                    <a:pt x="3517224" y="223254"/>
                  </a:lnTo>
                  <a:lnTo>
                    <a:pt x="3446880" y="211142"/>
                  </a:lnTo>
                  <a:lnTo>
                    <a:pt x="3376535" y="198487"/>
                  </a:lnTo>
                  <a:lnTo>
                    <a:pt x="3306191" y="192333"/>
                  </a:lnTo>
                  <a:lnTo>
                    <a:pt x="3235846" y="189150"/>
                  </a:lnTo>
                  <a:lnTo>
                    <a:pt x="3165502" y="185935"/>
                  </a:lnTo>
                  <a:lnTo>
                    <a:pt x="3095157" y="182685"/>
                  </a:lnTo>
                  <a:lnTo>
                    <a:pt x="3024813" y="179402"/>
                  </a:lnTo>
                  <a:lnTo>
                    <a:pt x="2954468" y="176083"/>
                  </a:lnTo>
                  <a:lnTo>
                    <a:pt x="2884124" y="172730"/>
                  </a:lnTo>
                  <a:lnTo>
                    <a:pt x="2813779" y="169341"/>
                  </a:lnTo>
                  <a:lnTo>
                    <a:pt x="2743435" y="165916"/>
                  </a:lnTo>
                  <a:lnTo>
                    <a:pt x="2673090" y="162455"/>
                  </a:lnTo>
                  <a:lnTo>
                    <a:pt x="2602746" y="158958"/>
                  </a:lnTo>
                  <a:lnTo>
                    <a:pt x="2532401" y="155424"/>
                  </a:lnTo>
                  <a:lnTo>
                    <a:pt x="2462057" y="151852"/>
                  </a:lnTo>
                  <a:lnTo>
                    <a:pt x="2391712" y="148243"/>
                  </a:lnTo>
                  <a:lnTo>
                    <a:pt x="2321368" y="144596"/>
                  </a:lnTo>
                  <a:lnTo>
                    <a:pt x="2251023" y="140910"/>
                  </a:lnTo>
                  <a:lnTo>
                    <a:pt x="2180679" y="137185"/>
                  </a:lnTo>
                  <a:lnTo>
                    <a:pt x="2110334" y="133421"/>
                  </a:lnTo>
                  <a:lnTo>
                    <a:pt x="2039990" y="129617"/>
                  </a:lnTo>
                  <a:lnTo>
                    <a:pt x="1969645" y="125774"/>
                  </a:lnTo>
                  <a:lnTo>
                    <a:pt x="1899301" y="121889"/>
                  </a:lnTo>
                  <a:lnTo>
                    <a:pt x="1828956" y="117964"/>
                  </a:lnTo>
                  <a:lnTo>
                    <a:pt x="1758612" y="113997"/>
                  </a:lnTo>
                  <a:lnTo>
                    <a:pt x="1688267" y="109988"/>
                  </a:lnTo>
                  <a:lnTo>
                    <a:pt x="1617923" y="105937"/>
                  </a:lnTo>
                  <a:lnTo>
                    <a:pt x="1547578" y="101844"/>
                  </a:lnTo>
                  <a:lnTo>
                    <a:pt x="1477234" y="97707"/>
                  </a:lnTo>
                  <a:lnTo>
                    <a:pt x="1406889" y="93526"/>
                  </a:lnTo>
                  <a:lnTo>
                    <a:pt x="1336545" y="89301"/>
                  </a:lnTo>
                  <a:lnTo>
                    <a:pt x="1266200" y="85032"/>
                  </a:lnTo>
                  <a:lnTo>
                    <a:pt x="1195856" y="80718"/>
                  </a:lnTo>
                  <a:lnTo>
                    <a:pt x="1125511" y="76358"/>
                  </a:lnTo>
                  <a:lnTo>
                    <a:pt x="1055167" y="71952"/>
                  </a:lnTo>
                  <a:lnTo>
                    <a:pt x="984822" y="67499"/>
                  </a:lnTo>
                  <a:lnTo>
                    <a:pt x="914478" y="63000"/>
                  </a:lnTo>
                  <a:lnTo>
                    <a:pt x="844133" y="58453"/>
                  </a:lnTo>
                  <a:lnTo>
                    <a:pt x="773789" y="53858"/>
                  </a:lnTo>
                  <a:lnTo>
                    <a:pt x="703444" y="49215"/>
                  </a:lnTo>
                  <a:lnTo>
                    <a:pt x="633100" y="44523"/>
                  </a:lnTo>
                  <a:lnTo>
                    <a:pt x="562755" y="39781"/>
                  </a:lnTo>
                  <a:lnTo>
                    <a:pt x="492411" y="34989"/>
                  </a:lnTo>
                  <a:lnTo>
                    <a:pt x="422066" y="30146"/>
                  </a:lnTo>
                  <a:lnTo>
                    <a:pt x="351722" y="25253"/>
                  </a:lnTo>
                  <a:lnTo>
                    <a:pt x="281377" y="20308"/>
                  </a:lnTo>
                  <a:lnTo>
                    <a:pt x="211033" y="15310"/>
                  </a:lnTo>
                  <a:lnTo>
                    <a:pt x="140688" y="10260"/>
                  </a:lnTo>
                  <a:lnTo>
                    <a:pt x="70344" y="51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501238"/>
              <a:ext cx="6964104" cy="1018081"/>
            </a:xfrm>
            <a:custGeom>
              <a:avLst/>
              <a:pathLst>
                <a:path w="6964104" h="1018081">
                  <a:moveTo>
                    <a:pt x="0" y="0"/>
                  </a:moveTo>
                  <a:lnTo>
                    <a:pt x="70344" y="29253"/>
                  </a:lnTo>
                  <a:lnTo>
                    <a:pt x="140688" y="57723"/>
                  </a:lnTo>
                  <a:lnTo>
                    <a:pt x="211033" y="85431"/>
                  </a:lnTo>
                  <a:lnTo>
                    <a:pt x="281377" y="112397"/>
                  </a:lnTo>
                  <a:lnTo>
                    <a:pt x="351722" y="138641"/>
                  </a:lnTo>
                  <a:lnTo>
                    <a:pt x="422066" y="164182"/>
                  </a:lnTo>
                  <a:lnTo>
                    <a:pt x="492411" y="189039"/>
                  </a:lnTo>
                  <a:lnTo>
                    <a:pt x="562755" y="213231"/>
                  </a:lnTo>
                  <a:lnTo>
                    <a:pt x="633100" y="236775"/>
                  </a:lnTo>
                  <a:lnTo>
                    <a:pt x="703444" y="259688"/>
                  </a:lnTo>
                  <a:lnTo>
                    <a:pt x="773789" y="281988"/>
                  </a:lnTo>
                  <a:lnTo>
                    <a:pt x="844133" y="303690"/>
                  </a:lnTo>
                  <a:lnTo>
                    <a:pt x="914478" y="324812"/>
                  </a:lnTo>
                  <a:lnTo>
                    <a:pt x="984822" y="345367"/>
                  </a:lnTo>
                  <a:lnTo>
                    <a:pt x="1055167" y="365373"/>
                  </a:lnTo>
                  <a:lnTo>
                    <a:pt x="1125511" y="384842"/>
                  </a:lnTo>
                  <a:lnTo>
                    <a:pt x="1195856" y="403791"/>
                  </a:lnTo>
                  <a:lnTo>
                    <a:pt x="1266200" y="422232"/>
                  </a:lnTo>
                  <a:lnTo>
                    <a:pt x="1336545" y="440179"/>
                  </a:lnTo>
                  <a:lnTo>
                    <a:pt x="1406889" y="457645"/>
                  </a:lnTo>
                  <a:lnTo>
                    <a:pt x="1477234" y="474644"/>
                  </a:lnTo>
                  <a:lnTo>
                    <a:pt x="1547578" y="491188"/>
                  </a:lnTo>
                  <a:lnTo>
                    <a:pt x="1617923" y="507288"/>
                  </a:lnTo>
                  <a:lnTo>
                    <a:pt x="1688267" y="522958"/>
                  </a:lnTo>
                  <a:lnTo>
                    <a:pt x="1758612" y="538207"/>
                  </a:lnTo>
                  <a:lnTo>
                    <a:pt x="1828956" y="553049"/>
                  </a:lnTo>
                  <a:lnTo>
                    <a:pt x="1899301" y="567493"/>
                  </a:lnTo>
                  <a:lnTo>
                    <a:pt x="1969645" y="581550"/>
                  </a:lnTo>
                  <a:lnTo>
                    <a:pt x="2039990" y="595231"/>
                  </a:lnTo>
                  <a:lnTo>
                    <a:pt x="2110334" y="608546"/>
                  </a:lnTo>
                  <a:lnTo>
                    <a:pt x="2180679" y="621504"/>
                  </a:lnTo>
                  <a:lnTo>
                    <a:pt x="2251023" y="634115"/>
                  </a:lnTo>
                  <a:lnTo>
                    <a:pt x="2321368" y="646388"/>
                  </a:lnTo>
                  <a:lnTo>
                    <a:pt x="2391712" y="658332"/>
                  </a:lnTo>
                  <a:lnTo>
                    <a:pt x="2462057" y="669957"/>
                  </a:lnTo>
                  <a:lnTo>
                    <a:pt x="2532401" y="681271"/>
                  </a:lnTo>
                  <a:lnTo>
                    <a:pt x="2602746" y="692281"/>
                  </a:lnTo>
                  <a:lnTo>
                    <a:pt x="2673090" y="702997"/>
                  </a:lnTo>
                  <a:lnTo>
                    <a:pt x="2743435" y="713426"/>
                  </a:lnTo>
                  <a:lnTo>
                    <a:pt x="2813779" y="723575"/>
                  </a:lnTo>
                  <a:lnTo>
                    <a:pt x="2884124" y="733453"/>
                  </a:lnTo>
                  <a:lnTo>
                    <a:pt x="2954468" y="743066"/>
                  </a:lnTo>
                  <a:lnTo>
                    <a:pt x="3024813" y="752422"/>
                  </a:lnTo>
                  <a:lnTo>
                    <a:pt x="3095157" y="761527"/>
                  </a:lnTo>
                  <a:lnTo>
                    <a:pt x="3165502" y="770388"/>
                  </a:lnTo>
                  <a:lnTo>
                    <a:pt x="3235846" y="779013"/>
                  </a:lnTo>
                  <a:lnTo>
                    <a:pt x="3306191" y="787406"/>
                  </a:lnTo>
                  <a:lnTo>
                    <a:pt x="3376535" y="795574"/>
                  </a:lnTo>
                  <a:lnTo>
                    <a:pt x="3446880" y="803524"/>
                  </a:lnTo>
                  <a:lnTo>
                    <a:pt x="3517224" y="811261"/>
                  </a:lnTo>
                  <a:lnTo>
                    <a:pt x="3587569" y="818790"/>
                  </a:lnTo>
                  <a:lnTo>
                    <a:pt x="3657913" y="826118"/>
                  </a:lnTo>
                  <a:lnTo>
                    <a:pt x="3728257" y="833250"/>
                  </a:lnTo>
                  <a:lnTo>
                    <a:pt x="3798602" y="840191"/>
                  </a:lnTo>
                  <a:lnTo>
                    <a:pt x="3868946" y="846946"/>
                  </a:lnTo>
                  <a:lnTo>
                    <a:pt x="3939291" y="853520"/>
                  </a:lnTo>
                  <a:lnTo>
                    <a:pt x="4009635" y="859918"/>
                  </a:lnTo>
                  <a:lnTo>
                    <a:pt x="4079980" y="866145"/>
                  </a:lnTo>
                  <a:lnTo>
                    <a:pt x="4150324" y="872205"/>
                  </a:lnTo>
                  <a:lnTo>
                    <a:pt x="4220669" y="878102"/>
                  </a:lnTo>
                  <a:lnTo>
                    <a:pt x="4291013" y="883842"/>
                  </a:lnTo>
                  <a:lnTo>
                    <a:pt x="4361358" y="889428"/>
                  </a:lnTo>
                  <a:lnTo>
                    <a:pt x="4431702" y="894865"/>
                  </a:lnTo>
                  <a:lnTo>
                    <a:pt x="4502047" y="900155"/>
                  </a:lnTo>
                  <a:lnTo>
                    <a:pt x="4572391" y="905305"/>
                  </a:lnTo>
                  <a:lnTo>
                    <a:pt x="4642736" y="910316"/>
                  </a:lnTo>
                  <a:lnTo>
                    <a:pt x="4713080" y="915193"/>
                  </a:lnTo>
                  <a:lnTo>
                    <a:pt x="4783425" y="919940"/>
                  </a:lnTo>
                  <a:lnTo>
                    <a:pt x="4853769" y="924559"/>
                  </a:lnTo>
                  <a:lnTo>
                    <a:pt x="4924114" y="929055"/>
                  </a:lnTo>
                  <a:lnTo>
                    <a:pt x="4994458" y="933430"/>
                  </a:lnTo>
                  <a:lnTo>
                    <a:pt x="5064803" y="937688"/>
                  </a:lnTo>
                  <a:lnTo>
                    <a:pt x="5135147" y="941833"/>
                  </a:lnTo>
                  <a:lnTo>
                    <a:pt x="5205492" y="945866"/>
                  </a:lnTo>
                  <a:lnTo>
                    <a:pt x="5275836" y="949791"/>
                  </a:lnTo>
                  <a:lnTo>
                    <a:pt x="5346181" y="953611"/>
                  </a:lnTo>
                  <a:lnTo>
                    <a:pt x="5416525" y="957329"/>
                  </a:lnTo>
                  <a:lnTo>
                    <a:pt x="5486870" y="960947"/>
                  </a:lnTo>
                  <a:lnTo>
                    <a:pt x="5557214" y="964468"/>
                  </a:lnTo>
                  <a:lnTo>
                    <a:pt x="5627559" y="967895"/>
                  </a:lnTo>
                  <a:lnTo>
                    <a:pt x="5697903" y="971231"/>
                  </a:lnTo>
                  <a:lnTo>
                    <a:pt x="5768248" y="974477"/>
                  </a:lnTo>
                  <a:lnTo>
                    <a:pt x="5838592" y="977636"/>
                  </a:lnTo>
                  <a:lnTo>
                    <a:pt x="5908937" y="980710"/>
                  </a:lnTo>
                  <a:lnTo>
                    <a:pt x="5979281" y="983702"/>
                  </a:lnTo>
                  <a:lnTo>
                    <a:pt x="6049626" y="986614"/>
                  </a:lnTo>
                  <a:lnTo>
                    <a:pt x="6119970" y="989448"/>
                  </a:lnTo>
                  <a:lnTo>
                    <a:pt x="6190315" y="992206"/>
                  </a:lnTo>
                  <a:lnTo>
                    <a:pt x="6260659" y="994891"/>
                  </a:lnTo>
                  <a:lnTo>
                    <a:pt x="6331004" y="997503"/>
                  </a:lnTo>
                  <a:lnTo>
                    <a:pt x="6401348" y="1000045"/>
                  </a:lnTo>
                  <a:lnTo>
                    <a:pt x="6471693" y="1002520"/>
                  </a:lnTo>
                  <a:lnTo>
                    <a:pt x="6542037" y="1004928"/>
                  </a:lnTo>
                  <a:lnTo>
                    <a:pt x="6612382" y="1007271"/>
                  </a:lnTo>
                  <a:lnTo>
                    <a:pt x="6682726" y="1009552"/>
                  </a:lnTo>
                  <a:lnTo>
                    <a:pt x="6753071" y="1011772"/>
                  </a:lnTo>
                  <a:lnTo>
                    <a:pt x="6823415" y="1013932"/>
                  </a:lnTo>
                  <a:lnTo>
                    <a:pt x="6893760" y="1016035"/>
                  </a:lnTo>
                  <a:lnTo>
                    <a:pt x="6964104" y="101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2026-07-22T07:54:34Z</dcterms:modified>
  <cp:category/>
</cp:coreProperties>
</file>