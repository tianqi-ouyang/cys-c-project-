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70507"/>
            </a:xfrm>
            <a:custGeom>
              <a:avLst/>
              <a:pathLst>
                <a:path w="7090630" h="3370507">
                  <a:moveTo>
                    <a:pt x="768195" y="0"/>
                  </a:moveTo>
                  <a:lnTo>
                    <a:pt x="787847" y="37425"/>
                  </a:lnTo>
                  <a:lnTo>
                    <a:pt x="859470" y="168625"/>
                  </a:lnTo>
                  <a:lnTo>
                    <a:pt x="931092" y="294830"/>
                  </a:lnTo>
                  <a:lnTo>
                    <a:pt x="1002715" y="416230"/>
                  </a:lnTo>
                  <a:lnTo>
                    <a:pt x="1074337" y="533009"/>
                  </a:lnTo>
                  <a:lnTo>
                    <a:pt x="1145960" y="645343"/>
                  </a:lnTo>
                  <a:lnTo>
                    <a:pt x="1217582" y="753399"/>
                  </a:lnTo>
                  <a:lnTo>
                    <a:pt x="1289205" y="857342"/>
                  </a:lnTo>
                  <a:lnTo>
                    <a:pt x="1360827" y="957329"/>
                  </a:lnTo>
                  <a:lnTo>
                    <a:pt x="1432450" y="1053508"/>
                  </a:lnTo>
                  <a:lnTo>
                    <a:pt x="1504073" y="1146026"/>
                  </a:lnTo>
                  <a:lnTo>
                    <a:pt x="1575695" y="1235022"/>
                  </a:lnTo>
                  <a:lnTo>
                    <a:pt x="1647318" y="1320630"/>
                  </a:lnTo>
                  <a:lnTo>
                    <a:pt x="1718940" y="1402979"/>
                  </a:lnTo>
                  <a:lnTo>
                    <a:pt x="1790563" y="1482193"/>
                  </a:lnTo>
                  <a:lnTo>
                    <a:pt x="1862185" y="1558391"/>
                  </a:lnTo>
                  <a:lnTo>
                    <a:pt x="1933808" y="1631689"/>
                  </a:lnTo>
                  <a:lnTo>
                    <a:pt x="2005430" y="1702196"/>
                  </a:lnTo>
                  <a:lnTo>
                    <a:pt x="2077053" y="1770018"/>
                  </a:lnTo>
                  <a:lnTo>
                    <a:pt x="2148675" y="1835259"/>
                  </a:lnTo>
                  <a:lnTo>
                    <a:pt x="2220298" y="1898016"/>
                  </a:lnTo>
                  <a:lnTo>
                    <a:pt x="2291920" y="1958384"/>
                  </a:lnTo>
                  <a:lnTo>
                    <a:pt x="2363543" y="2016454"/>
                  </a:lnTo>
                  <a:lnTo>
                    <a:pt x="2435165" y="2072313"/>
                  </a:lnTo>
                  <a:lnTo>
                    <a:pt x="2506788" y="2126046"/>
                  </a:lnTo>
                  <a:lnTo>
                    <a:pt x="2578410" y="2177733"/>
                  </a:lnTo>
                  <a:lnTo>
                    <a:pt x="2650033" y="2227452"/>
                  </a:lnTo>
                  <a:lnTo>
                    <a:pt x="2721655" y="2275279"/>
                  </a:lnTo>
                  <a:lnTo>
                    <a:pt x="2793278" y="2321285"/>
                  </a:lnTo>
                  <a:lnTo>
                    <a:pt x="2864901" y="2365539"/>
                  </a:lnTo>
                  <a:lnTo>
                    <a:pt x="2936523" y="2408109"/>
                  </a:lnTo>
                  <a:lnTo>
                    <a:pt x="3008146" y="2449058"/>
                  </a:lnTo>
                  <a:lnTo>
                    <a:pt x="3079768" y="2488448"/>
                  </a:lnTo>
                  <a:lnTo>
                    <a:pt x="3151391" y="2526339"/>
                  </a:lnTo>
                  <a:lnTo>
                    <a:pt x="3223013" y="2562787"/>
                  </a:lnTo>
                  <a:lnTo>
                    <a:pt x="3294636" y="2597847"/>
                  </a:lnTo>
                  <a:lnTo>
                    <a:pt x="3366258" y="2631573"/>
                  </a:lnTo>
                  <a:lnTo>
                    <a:pt x="3437881" y="2656495"/>
                  </a:lnTo>
                  <a:lnTo>
                    <a:pt x="3509503" y="2663727"/>
                  </a:lnTo>
                  <a:lnTo>
                    <a:pt x="3581126" y="2670896"/>
                  </a:lnTo>
                  <a:lnTo>
                    <a:pt x="3652748" y="2678002"/>
                  </a:lnTo>
                  <a:lnTo>
                    <a:pt x="3724371" y="2685046"/>
                  </a:lnTo>
                  <a:lnTo>
                    <a:pt x="3795993" y="2692029"/>
                  </a:lnTo>
                  <a:lnTo>
                    <a:pt x="3867616" y="2698950"/>
                  </a:lnTo>
                  <a:lnTo>
                    <a:pt x="3939238" y="2705811"/>
                  </a:lnTo>
                  <a:lnTo>
                    <a:pt x="4010861" y="2712612"/>
                  </a:lnTo>
                  <a:lnTo>
                    <a:pt x="4082483" y="2719354"/>
                  </a:lnTo>
                  <a:lnTo>
                    <a:pt x="4154106" y="2726036"/>
                  </a:lnTo>
                  <a:lnTo>
                    <a:pt x="4225729" y="2732660"/>
                  </a:lnTo>
                  <a:lnTo>
                    <a:pt x="4297351" y="2739227"/>
                  </a:lnTo>
                  <a:lnTo>
                    <a:pt x="4368974" y="2745736"/>
                  </a:lnTo>
                  <a:lnTo>
                    <a:pt x="4440596" y="2752188"/>
                  </a:lnTo>
                  <a:lnTo>
                    <a:pt x="4512219" y="2758583"/>
                  </a:lnTo>
                  <a:lnTo>
                    <a:pt x="4583841" y="2764923"/>
                  </a:lnTo>
                  <a:lnTo>
                    <a:pt x="4655464" y="2771207"/>
                  </a:lnTo>
                  <a:lnTo>
                    <a:pt x="4727086" y="2777436"/>
                  </a:lnTo>
                  <a:lnTo>
                    <a:pt x="4798709" y="2783611"/>
                  </a:lnTo>
                  <a:lnTo>
                    <a:pt x="4870331" y="2789732"/>
                  </a:lnTo>
                  <a:lnTo>
                    <a:pt x="4941954" y="2795799"/>
                  </a:lnTo>
                  <a:lnTo>
                    <a:pt x="5013576" y="2801814"/>
                  </a:lnTo>
                  <a:lnTo>
                    <a:pt x="5085199" y="2807775"/>
                  </a:lnTo>
                  <a:lnTo>
                    <a:pt x="5156821" y="2813685"/>
                  </a:lnTo>
                  <a:lnTo>
                    <a:pt x="5228444" y="2819543"/>
                  </a:lnTo>
                  <a:lnTo>
                    <a:pt x="5300066" y="2825350"/>
                  </a:lnTo>
                  <a:lnTo>
                    <a:pt x="5371689" y="2831106"/>
                  </a:lnTo>
                  <a:lnTo>
                    <a:pt x="5443311" y="2836811"/>
                  </a:lnTo>
                  <a:lnTo>
                    <a:pt x="5514934" y="2842467"/>
                  </a:lnTo>
                  <a:lnTo>
                    <a:pt x="5586557" y="2848073"/>
                  </a:lnTo>
                  <a:lnTo>
                    <a:pt x="5658179" y="2853631"/>
                  </a:lnTo>
                  <a:lnTo>
                    <a:pt x="5729802" y="2859139"/>
                  </a:lnTo>
                  <a:lnTo>
                    <a:pt x="5801424" y="2864600"/>
                  </a:lnTo>
                  <a:lnTo>
                    <a:pt x="5873047" y="2870013"/>
                  </a:lnTo>
                  <a:lnTo>
                    <a:pt x="5944669" y="2875378"/>
                  </a:lnTo>
                  <a:lnTo>
                    <a:pt x="6016292" y="2880697"/>
                  </a:lnTo>
                  <a:lnTo>
                    <a:pt x="6087914" y="2885969"/>
                  </a:lnTo>
                  <a:lnTo>
                    <a:pt x="6159537" y="2891195"/>
                  </a:lnTo>
                  <a:lnTo>
                    <a:pt x="6231159" y="2896375"/>
                  </a:lnTo>
                  <a:lnTo>
                    <a:pt x="6302782" y="2901510"/>
                  </a:lnTo>
                  <a:lnTo>
                    <a:pt x="6374404" y="2906600"/>
                  </a:lnTo>
                  <a:lnTo>
                    <a:pt x="6446027" y="2911646"/>
                  </a:lnTo>
                  <a:lnTo>
                    <a:pt x="6517649" y="2916647"/>
                  </a:lnTo>
                  <a:lnTo>
                    <a:pt x="6589272" y="2921605"/>
                  </a:lnTo>
                  <a:lnTo>
                    <a:pt x="6660894" y="2926520"/>
                  </a:lnTo>
                  <a:lnTo>
                    <a:pt x="6732517" y="2931391"/>
                  </a:lnTo>
                  <a:lnTo>
                    <a:pt x="6804139" y="2936220"/>
                  </a:lnTo>
                  <a:lnTo>
                    <a:pt x="6875762" y="2941007"/>
                  </a:lnTo>
                  <a:lnTo>
                    <a:pt x="6947385" y="2945752"/>
                  </a:lnTo>
                  <a:lnTo>
                    <a:pt x="7019007" y="2950455"/>
                  </a:lnTo>
                  <a:lnTo>
                    <a:pt x="7090630" y="2955117"/>
                  </a:lnTo>
                  <a:lnTo>
                    <a:pt x="7090630" y="3370507"/>
                  </a:lnTo>
                  <a:lnTo>
                    <a:pt x="7019007" y="3366025"/>
                  </a:lnTo>
                  <a:lnTo>
                    <a:pt x="6947385" y="3361366"/>
                  </a:lnTo>
                  <a:lnTo>
                    <a:pt x="6875762" y="3356523"/>
                  </a:lnTo>
                  <a:lnTo>
                    <a:pt x="6804139" y="3351488"/>
                  </a:lnTo>
                  <a:lnTo>
                    <a:pt x="6732517" y="3346253"/>
                  </a:lnTo>
                  <a:lnTo>
                    <a:pt x="6660894" y="3340812"/>
                  </a:lnTo>
                  <a:lnTo>
                    <a:pt x="6589272" y="3335155"/>
                  </a:lnTo>
                  <a:lnTo>
                    <a:pt x="6517649" y="3329275"/>
                  </a:lnTo>
                  <a:lnTo>
                    <a:pt x="6446027" y="3323161"/>
                  </a:lnTo>
                  <a:lnTo>
                    <a:pt x="6374404" y="3316806"/>
                  </a:lnTo>
                  <a:lnTo>
                    <a:pt x="6302782" y="3310199"/>
                  </a:lnTo>
                  <a:lnTo>
                    <a:pt x="6231159" y="3303331"/>
                  </a:lnTo>
                  <a:lnTo>
                    <a:pt x="6159537" y="3296190"/>
                  </a:lnTo>
                  <a:lnTo>
                    <a:pt x="6087914" y="3288768"/>
                  </a:lnTo>
                  <a:lnTo>
                    <a:pt x="6016292" y="3281051"/>
                  </a:lnTo>
                  <a:lnTo>
                    <a:pt x="5944669" y="3273029"/>
                  </a:lnTo>
                  <a:lnTo>
                    <a:pt x="5873047" y="3264690"/>
                  </a:lnTo>
                  <a:lnTo>
                    <a:pt x="5801424" y="3256020"/>
                  </a:lnTo>
                  <a:lnTo>
                    <a:pt x="5729802" y="3247008"/>
                  </a:lnTo>
                  <a:lnTo>
                    <a:pt x="5658179" y="3237639"/>
                  </a:lnTo>
                  <a:lnTo>
                    <a:pt x="5586557" y="3227899"/>
                  </a:lnTo>
                  <a:lnTo>
                    <a:pt x="5514934" y="3217773"/>
                  </a:lnTo>
                  <a:lnTo>
                    <a:pt x="5443311" y="3207247"/>
                  </a:lnTo>
                  <a:lnTo>
                    <a:pt x="5371689" y="3196304"/>
                  </a:lnTo>
                  <a:lnTo>
                    <a:pt x="5300066" y="3184928"/>
                  </a:lnTo>
                  <a:lnTo>
                    <a:pt x="5228444" y="3173102"/>
                  </a:lnTo>
                  <a:lnTo>
                    <a:pt x="5156821" y="3160808"/>
                  </a:lnTo>
                  <a:lnTo>
                    <a:pt x="5085199" y="3148027"/>
                  </a:lnTo>
                  <a:lnTo>
                    <a:pt x="5013576" y="3134741"/>
                  </a:lnTo>
                  <a:lnTo>
                    <a:pt x="4941954" y="3120929"/>
                  </a:lnTo>
                  <a:lnTo>
                    <a:pt x="4870331" y="3106570"/>
                  </a:lnTo>
                  <a:lnTo>
                    <a:pt x="4798709" y="3091642"/>
                  </a:lnTo>
                  <a:lnTo>
                    <a:pt x="4727086" y="3076124"/>
                  </a:lnTo>
                  <a:lnTo>
                    <a:pt x="4655464" y="3059992"/>
                  </a:lnTo>
                  <a:lnTo>
                    <a:pt x="4583841" y="3043222"/>
                  </a:lnTo>
                  <a:lnTo>
                    <a:pt x="4512219" y="3025787"/>
                  </a:lnTo>
                  <a:lnTo>
                    <a:pt x="4440596" y="3007663"/>
                  </a:lnTo>
                  <a:lnTo>
                    <a:pt x="4368974" y="2988821"/>
                  </a:lnTo>
                  <a:lnTo>
                    <a:pt x="4297351" y="2969234"/>
                  </a:lnTo>
                  <a:lnTo>
                    <a:pt x="4225729" y="2948872"/>
                  </a:lnTo>
                  <a:lnTo>
                    <a:pt x="4154106" y="2927703"/>
                  </a:lnTo>
                  <a:lnTo>
                    <a:pt x="4082483" y="2905697"/>
                  </a:lnTo>
                  <a:lnTo>
                    <a:pt x="4010861" y="2882820"/>
                  </a:lnTo>
                  <a:lnTo>
                    <a:pt x="3939238" y="2859038"/>
                  </a:lnTo>
                  <a:lnTo>
                    <a:pt x="3867616" y="2834314"/>
                  </a:lnTo>
                  <a:lnTo>
                    <a:pt x="3795993" y="2808612"/>
                  </a:lnTo>
                  <a:lnTo>
                    <a:pt x="3724371" y="2781893"/>
                  </a:lnTo>
                  <a:lnTo>
                    <a:pt x="3652748" y="2754116"/>
                  </a:lnTo>
                  <a:lnTo>
                    <a:pt x="3581126" y="2725240"/>
                  </a:lnTo>
                  <a:lnTo>
                    <a:pt x="3509503" y="2695222"/>
                  </a:lnTo>
                  <a:lnTo>
                    <a:pt x="3437881" y="2664015"/>
                  </a:lnTo>
                  <a:lnTo>
                    <a:pt x="3366258" y="2649199"/>
                  </a:lnTo>
                  <a:lnTo>
                    <a:pt x="3294636" y="2641838"/>
                  </a:lnTo>
                  <a:lnTo>
                    <a:pt x="3223013" y="2634413"/>
                  </a:lnTo>
                  <a:lnTo>
                    <a:pt x="3151391" y="2626923"/>
                  </a:lnTo>
                  <a:lnTo>
                    <a:pt x="3079768" y="2619366"/>
                  </a:lnTo>
                  <a:lnTo>
                    <a:pt x="3008146" y="2611742"/>
                  </a:lnTo>
                  <a:lnTo>
                    <a:pt x="2936523" y="2604052"/>
                  </a:lnTo>
                  <a:lnTo>
                    <a:pt x="2864901" y="2596293"/>
                  </a:lnTo>
                  <a:lnTo>
                    <a:pt x="2793278" y="2588466"/>
                  </a:lnTo>
                  <a:lnTo>
                    <a:pt x="2721655" y="2580571"/>
                  </a:lnTo>
                  <a:lnTo>
                    <a:pt x="2650033" y="2572605"/>
                  </a:lnTo>
                  <a:lnTo>
                    <a:pt x="2578410" y="2564569"/>
                  </a:lnTo>
                  <a:lnTo>
                    <a:pt x="2506788" y="2556463"/>
                  </a:lnTo>
                  <a:lnTo>
                    <a:pt x="2435165" y="2548284"/>
                  </a:lnTo>
                  <a:lnTo>
                    <a:pt x="2363543" y="2540034"/>
                  </a:lnTo>
                  <a:lnTo>
                    <a:pt x="2291920" y="2531711"/>
                  </a:lnTo>
                  <a:lnTo>
                    <a:pt x="2220298" y="2523315"/>
                  </a:lnTo>
                  <a:lnTo>
                    <a:pt x="2148675" y="2514844"/>
                  </a:lnTo>
                  <a:lnTo>
                    <a:pt x="2077053" y="2506299"/>
                  </a:lnTo>
                  <a:lnTo>
                    <a:pt x="2005430" y="2497678"/>
                  </a:lnTo>
                  <a:lnTo>
                    <a:pt x="1933808" y="2488982"/>
                  </a:lnTo>
                  <a:lnTo>
                    <a:pt x="1862185" y="2480208"/>
                  </a:lnTo>
                  <a:lnTo>
                    <a:pt x="1790563" y="2471358"/>
                  </a:lnTo>
                  <a:lnTo>
                    <a:pt x="1718940" y="2462429"/>
                  </a:lnTo>
                  <a:lnTo>
                    <a:pt x="1647318" y="2453421"/>
                  </a:lnTo>
                  <a:lnTo>
                    <a:pt x="1575695" y="2444334"/>
                  </a:lnTo>
                  <a:lnTo>
                    <a:pt x="1504073" y="2435167"/>
                  </a:lnTo>
                  <a:lnTo>
                    <a:pt x="1432450" y="2425919"/>
                  </a:lnTo>
                  <a:lnTo>
                    <a:pt x="1360827" y="2416590"/>
                  </a:lnTo>
                  <a:lnTo>
                    <a:pt x="1289205" y="2407178"/>
                  </a:lnTo>
                  <a:lnTo>
                    <a:pt x="1217582" y="2397683"/>
                  </a:lnTo>
                  <a:lnTo>
                    <a:pt x="1145960" y="2388105"/>
                  </a:lnTo>
                  <a:lnTo>
                    <a:pt x="1074337" y="2378442"/>
                  </a:lnTo>
                  <a:lnTo>
                    <a:pt x="1002715" y="2368694"/>
                  </a:lnTo>
                  <a:lnTo>
                    <a:pt x="931092" y="2358859"/>
                  </a:lnTo>
                  <a:lnTo>
                    <a:pt x="859470" y="2348939"/>
                  </a:lnTo>
                  <a:lnTo>
                    <a:pt x="787847" y="2338930"/>
                  </a:lnTo>
                  <a:lnTo>
                    <a:pt x="716225" y="2328833"/>
                  </a:lnTo>
                  <a:lnTo>
                    <a:pt x="644602" y="2318648"/>
                  </a:lnTo>
                  <a:lnTo>
                    <a:pt x="572980" y="2308372"/>
                  </a:lnTo>
                  <a:lnTo>
                    <a:pt x="501357" y="2298006"/>
                  </a:lnTo>
                  <a:lnTo>
                    <a:pt x="429735" y="2287548"/>
                  </a:lnTo>
                  <a:lnTo>
                    <a:pt x="358112" y="2276998"/>
                  </a:lnTo>
                  <a:lnTo>
                    <a:pt x="286490" y="2266356"/>
                  </a:lnTo>
                  <a:lnTo>
                    <a:pt x="214867" y="2255619"/>
                  </a:lnTo>
                  <a:lnTo>
                    <a:pt x="143245" y="2244787"/>
                  </a:lnTo>
                  <a:lnTo>
                    <a:pt x="71622" y="2233860"/>
                  </a:lnTo>
                  <a:lnTo>
                    <a:pt x="0" y="22228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40244" y="2073503"/>
              <a:ext cx="6322435" cy="2955117"/>
            </a:xfrm>
            <a:custGeom>
              <a:avLst/>
              <a:pathLst>
                <a:path w="6322435" h="2955117">
                  <a:moveTo>
                    <a:pt x="0" y="0"/>
                  </a:moveTo>
                  <a:lnTo>
                    <a:pt x="19652" y="37425"/>
                  </a:lnTo>
                  <a:lnTo>
                    <a:pt x="91275" y="168625"/>
                  </a:lnTo>
                  <a:lnTo>
                    <a:pt x="162897" y="294830"/>
                  </a:lnTo>
                  <a:lnTo>
                    <a:pt x="234520" y="416230"/>
                  </a:lnTo>
                  <a:lnTo>
                    <a:pt x="306142" y="533009"/>
                  </a:lnTo>
                  <a:lnTo>
                    <a:pt x="377765" y="645343"/>
                  </a:lnTo>
                  <a:lnTo>
                    <a:pt x="449387" y="753399"/>
                  </a:lnTo>
                  <a:lnTo>
                    <a:pt x="521010" y="857342"/>
                  </a:lnTo>
                  <a:lnTo>
                    <a:pt x="592632" y="957329"/>
                  </a:lnTo>
                  <a:lnTo>
                    <a:pt x="664255" y="1053508"/>
                  </a:lnTo>
                  <a:lnTo>
                    <a:pt x="735877" y="1146026"/>
                  </a:lnTo>
                  <a:lnTo>
                    <a:pt x="807500" y="1235022"/>
                  </a:lnTo>
                  <a:lnTo>
                    <a:pt x="879123" y="1320630"/>
                  </a:lnTo>
                  <a:lnTo>
                    <a:pt x="950745" y="1402979"/>
                  </a:lnTo>
                  <a:lnTo>
                    <a:pt x="1022368" y="1482193"/>
                  </a:lnTo>
                  <a:lnTo>
                    <a:pt x="1093990" y="1558391"/>
                  </a:lnTo>
                  <a:lnTo>
                    <a:pt x="1165613" y="1631689"/>
                  </a:lnTo>
                  <a:lnTo>
                    <a:pt x="1237235" y="1702196"/>
                  </a:lnTo>
                  <a:lnTo>
                    <a:pt x="1308858" y="1770018"/>
                  </a:lnTo>
                  <a:lnTo>
                    <a:pt x="1380480" y="1835259"/>
                  </a:lnTo>
                  <a:lnTo>
                    <a:pt x="1452103" y="1898016"/>
                  </a:lnTo>
                  <a:lnTo>
                    <a:pt x="1523725" y="1958384"/>
                  </a:lnTo>
                  <a:lnTo>
                    <a:pt x="1595348" y="2016454"/>
                  </a:lnTo>
                  <a:lnTo>
                    <a:pt x="1666970" y="2072313"/>
                  </a:lnTo>
                  <a:lnTo>
                    <a:pt x="1738593" y="2126046"/>
                  </a:lnTo>
                  <a:lnTo>
                    <a:pt x="1810215" y="2177733"/>
                  </a:lnTo>
                  <a:lnTo>
                    <a:pt x="1881838" y="2227452"/>
                  </a:lnTo>
                  <a:lnTo>
                    <a:pt x="1953460" y="2275279"/>
                  </a:lnTo>
                  <a:lnTo>
                    <a:pt x="2025083" y="2321285"/>
                  </a:lnTo>
                  <a:lnTo>
                    <a:pt x="2096705" y="2365539"/>
                  </a:lnTo>
                  <a:lnTo>
                    <a:pt x="2168328" y="2408109"/>
                  </a:lnTo>
                  <a:lnTo>
                    <a:pt x="2239951" y="2449058"/>
                  </a:lnTo>
                  <a:lnTo>
                    <a:pt x="2311573" y="2488448"/>
                  </a:lnTo>
                  <a:lnTo>
                    <a:pt x="2383196" y="2526339"/>
                  </a:lnTo>
                  <a:lnTo>
                    <a:pt x="2454818" y="2562787"/>
                  </a:lnTo>
                  <a:lnTo>
                    <a:pt x="2526441" y="2597847"/>
                  </a:lnTo>
                  <a:lnTo>
                    <a:pt x="2598063" y="2631573"/>
                  </a:lnTo>
                  <a:lnTo>
                    <a:pt x="2669686" y="2656495"/>
                  </a:lnTo>
                  <a:lnTo>
                    <a:pt x="2741308" y="2663727"/>
                  </a:lnTo>
                  <a:lnTo>
                    <a:pt x="2812931" y="2670896"/>
                  </a:lnTo>
                  <a:lnTo>
                    <a:pt x="2884553" y="2678002"/>
                  </a:lnTo>
                  <a:lnTo>
                    <a:pt x="2956176" y="2685046"/>
                  </a:lnTo>
                  <a:lnTo>
                    <a:pt x="3027798" y="2692029"/>
                  </a:lnTo>
                  <a:lnTo>
                    <a:pt x="3099421" y="2698950"/>
                  </a:lnTo>
                  <a:lnTo>
                    <a:pt x="3171043" y="2705811"/>
                  </a:lnTo>
                  <a:lnTo>
                    <a:pt x="3242666" y="2712612"/>
                  </a:lnTo>
                  <a:lnTo>
                    <a:pt x="3314288" y="2719354"/>
                  </a:lnTo>
                  <a:lnTo>
                    <a:pt x="3385911" y="2726036"/>
                  </a:lnTo>
                  <a:lnTo>
                    <a:pt x="3457533" y="2732660"/>
                  </a:lnTo>
                  <a:lnTo>
                    <a:pt x="3529156" y="2739227"/>
                  </a:lnTo>
                  <a:lnTo>
                    <a:pt x="3600779" y="2745736"/>
                  </a:lnTo>
                  <a:lnTo>
                    <a:pt x="3672401" y="2752188"/>
                  </a:lnTo>
                  <a:lnTo>
                    <a:pt x="3744024" y="2758583"/>
                  </a:lnTo>
                  <a:lnTo>
                    <a:pt x="3815646" y="2764923"/>
                  </a:lnTo>
                  <a:lnTo>
                    <a:pt x="3887269" y="2771207"/>
                  </a:lnTo>
                  <a:lnTo>
                    <a:pt x="3958891" y="2777436"/>
                  </a:lnTo>
                  <a:lnTo>
                    <a:pt x="4030514" y="2783611"/>
                  </a:lnTo>
                  <a:lnTo>
                    <a:pt x="4102136" y="2789732"/>
                  </a:lnTo>
                  <a:lnTo>
                    <a:pt x="4173759" y="2795799"/>
                  </a:lnTo>
                  <a:lnTo>
                    <a:pt x="4245381" y="2801814"/>
                  </a:lnTo>
                  <a:lnTo>
                    <a:pt x="4317004" y="2807775"/>
                  </a:lnTo>
                  <a:lnTo>
                    <a:pt x="4388626" y="2813685"/>
                  </a:lnTo>
                  <a:lnTo>
                    <a:pt x="4460249" y="2819543"/>
                  </a:lnTo>
                  <a:lnTo>
                    <a:pt x="4531871" y="2825350"/>
                  </a:lnTo>
                  <a:lnTo>
                    <a:pt x="4603494" y="2831106"/>
                  </a:lnTo>
                  <a:lnTo>
                    <a:pt x="4675116" y="2836811"/>
                  </a:lnTo>
                  <a:lnTo>
                    <a:pt x="4746739" y="2842467"/>
                  </a:lnTo>
                  <a:lnTo>
                    <a:pt x="4818361" y="2848073"/>
                  </a:lnTo>
                  <a:lnTo>
                    <a:pt x="4889984" y="2853631"/>
                  </a:lnTo>
                  <a:lnTo>
                    <a:pt x="4961607" y="2859139"/>
                  </a:lnTo>
                  <a:lnTo>
                    <a:pt x="5033229" y="2864600"/>
                  </a:lnTo>
                  <a:lnTo>
                    <a:pt x="5104852" y="2870013"/>
                  </a:lnTo>
                  <a:lnTo>
                    <a:pt x="5176474" y="2875378"/>
                  </a:lnTo>
                  <a:lnTo>
                    <a:pt x="5248097" y="2880697"/>
                  </a:lnTo>
                  <a:lnTo>
                    <a:pt x="5319719" y="2885969"/>
                  </a:lnTo>
                  <a:lnTo>
                    <a:pt x="5391342" y="2891195"/>
                  </a:lnTo>
                  <a:lnTo>
                    <a:pt x="5462964" y="2896375"/>
                  </a:lnTo>
                  <a:lnTo>
                    <a:pt x="5534587" y="2901510"/>
                  </a:lnTo>
                  <a:lnTo>
                    <a:pt x="5606209" y="2906600"/>
                  </a:lnTo>
                  <a:lnTo>
                    <a:pt x="5677832" y="2911646"/>
                  </a:lnTo>
                  <a:lnTo>
                    <a:pt x="5749454" y="2916647"/>
                  </a:lnTo>
                  <a:lnTo>
                    <a:pt x="5821077" y="2921605"/>
                  </a:lnTo>
                  <a:lnTo>
                    <a:pt x="5892699" y="2926520"/>
                  </a:lnTo>
                  <a:lnTo>
                    <a:pt x="5964322" y="2931391"/>
                  </a:lnTo>
                  <a:lnTo>
                    <a:pt x="6035944" y="2936220"/>
                  </a:lnTo>
                  <a:lnTo>
                    <a:pt x="6107567" y="2941007"/>
                  </a:lnTo>
                  <a:lnTo>
                    <a:pt x="6179189" y="2945752"/>
                  </a:lnTo>
                  <a:lnTo>
                    <a:pt x="6250812" y="2950455"/>
                  </a:lnTo>
                  <a:lnTo>
                    <a:pt x="6322435" y="2955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96340"/>
              <a:ext cx="7090630" cy="1147669"/>
            </a:xfrm>
            <a:custGeom>
              <a:avLst/>
              <a:pathLst>
                <a:path w="7090630" h="1147669">
                  <a:moveTo>
                    <a:pt x="7090630" y="1147669"/>
                  </a:moveTo>
                  <a:lnTo>
                    <a:pt x="7019007" y="1143188"/>
                  </a:lnTo>
                  <a:lnTo>
                    <a:pt x="6947385" y="1138529"/>
                  </a:lnTo>
                  <a:lnTo>
                    <a:pt x="6875762" y="1133685"/>
                  </a:lnTo>
                  <a:lnTo>
                    <a:pt x="6804139" y="1128650"/>
                  </a:lnTo>
                  <a:lnTo>
                    <a:pt x="6732517" y="1123416"/>
                  </a:lnTo>
                  <a:lnTo>
                    <a:pt x="6660894" y="1117975"/>
                  </a:lnTo>
                  <a:lnTo>
                    <a:pt x="6589272" y="1112318"/>
                  </a:lnTo>
                  <a:lnTo>
                    <a:pt x="6517649" y="1106437"/>
                  </a:lnTo>
                  <a:lnTo>
                    <a:pt x="6446027" y="1100324"/>
                  </a:lnTo>
                  <a:lnTo>
                    <a:pt x="6374404" y="1093968"/>
                  </a:lnTo>
                  <a:lnTo>
                    <a:pt x="6302782" y="1087361"/>
                  </a:lnTo>
                  <a:lnTo>
                    <a:pt x="6231159" y="1080493"/>
                  </a:lnTo>
                  <a:lnTo>
                    <a:pt x="6159537" y="1073353"/>
                  </a:lnTo>
                  <a:lnTo>
                    <a:pt x="6087914" y="1065930"/>
                  </a:lnTo>
                  <a:lnTo>
                    <a:pt x="6016292" y="1058214"/>
                  </a:lnTo>
                  <a:lnTo>
                    <a:pt x="5944669" y="1050192"/>
                  </a:lnTo>
                  <a:lnTo>
                    <a:pt x="5873047" y="1041852"/>
                  </a:lnTo>
                  <a:lnTo>
                    <a:pt x="5801424" y="1033183"/>
                  </a:lnTo>
                  <a:lnTo>
                    <a:pt x="5729802" y="1024170"/>
                  </a:lnTo>
                  <a:lnTo>
                    <a:pt x="5658179" y="1014801"/>
                  </a:lnTo>
                  <a:lnTo>
                    <a:pt x="5586557" y="1005061"/>
                  </a:lnTo>
                  <a:lnTo>
                    <a:pt x="5514934" y="994936"/>
                  </a:lnTo>
                  <a:lnTo>
                    <a:pt x="5443311" y="984409"/>
                  </a:lnTo>
                  <a:lnTo>
                    <a:pt x="5371689" y="973467"/>
                  </a:lnTo>
                  <a:lnTo>
                    <a:pt x="5300066" y="962091"/>
                  </a:lnTo>
                  <a:lnTo>
                    <a:pt x="5228444" y="950265"/>
                  </a:lnTo>
                  <a:lnTo>
                    <a:pt x="5156821" y="937970"/>
                  </a:lnTo>
                  <a:lnTo>
                    <a:pt x="5085199" y="925190"/>
                  </a:lnTo>
                  <a:lnTo>
                    <a:pt x="5013576" y="911903"/>
                  </a:lnTo>
                  <a:lnTo>
                    <a:pt x="4941954" y="898091"/>
                  </a:lnTo>
                  <a:lnTo>
                    <a:pt x="4870331" y="883732"/>
                  </a:lnTo>
                  <a:lnTo>
                    <a:pt x="4798709" y="868805"/>
                  </a:lnTo>
                  <a:lnTo>
                    <a:pt x="4727086" y="853287"/>
                  </a:lnTo>
                  <a:lnTo>
                    <a:pt x="4655464" y="837155"/>
                  </a:lnTo>
                  <a:lnTo>
                    <a:pt x="4583841" y="820384"/>
                  </a:lnTo>
                  <a:lnTo>
                    <a:pt x="4512219" y="802950"/>
                  </a:lnTo>
                  <a:lnTo>
                    <a:pt x="4440596" y="784826"/>
                  </a:lnTo>
                  <a:lnTo>
                    <a:pt x="4368974" y="765984"/>
                  </a:lnTo>
                  <a:lnTo>
                    <a:pt x="4297351" y="746397"/>
                  </a:lnTo>
                  <a:lnTo>
                    <a:pt x="4225729" y="726034"/>
                  </a:lnTo>
                  <a:lnTo>
                    <a:pt x="4154106" y="704866"/>
                  </a:lnTo>
                  <a:lnTo>
                    <a:pt x="4082483" y="682860"/>
                  </a:lnTo>
                  <a:lnTo>
                    <a:pt x="4010861" y="659983"/>
                  </a:lnTo>
                  <a:lnTo>
                    <a:pt x="3939238" y="636201"/>
                  </a:lnTo>
                  <a:lnTo>
                    <a:pt x="3867616" y="611477"/>
                  </a:lnTo>
                  <a:lnTo>
                    <a:pt x="3795993" y="585775"/>
                  </a:lnTo>
                  <a:lnTo>
                    <a:pt x="3724371" y="559056"/>
                  </a:lnTo>
                  <a:lnTo>
                    <a:pt x="3652748" y="531279"/>
                  </a:lnTo>
                  <a:lnTo>
                    <a:pt x="3581126" y="502403"/>
                  </a:lnTo>
                  <a:lnTo>
                    <a:pt x="3509503" y="472384"/>
                  </a:lnTo>
                  <a:lnTo>
                    <a:pt x="3437881" y="441177"/>
                  </a:lnTo>
                  <a:lnTo>
                    <a:pt x="3366258" y="426361"/>
                  </a:lnTo>
                  <a:lnTo>
                    <a:pt x="3294636" y="419001"/>
                  </a:lnTo>
                  <a:lnTo>
                    <a:pt x="3223013" y="411576"/>
                  </a:lnTo>
                  <a:lnTo>
                    <a:pt x="3151391" y="404085"/>
                  </a:lnTo>
                  <a:lnTo>
                    <a:pt x="3079768" y="396528"/>
                  </a:lnTo>
                  <a:lnTo>
                    <a:pt x="3008146" y="388905"/>
                  </a:lnTo>
                  <a:lnTo>
                    <a:pt x="2936523" y="381214"/>
                  </a:lnTo>
                  <a:lnTo>
                    <a:pt x="2864901" y="373456"/>
                  </a:lnTo>
                  <a:lnTo>
                    <a:pt x="2793278" y="365629"/>
                  </a:lnTo>
                  <a:lnTo>
                    <a:pt x="2721655" y="357733"/>
                  </a:lnTo>
                  <a:lnTo>
                    <a:pt x="2650033" y="349767"/>
                  </a:lnTo>
                  <a:lnTo>
                    <a:pt x="2578410" y="341732"/>
                  </a:lnTo>
                  <a:lnTo>
                    <a:pt x="2506788" y="333625"/>
                  </a:lnTo>
                  <a:lnTo>
                    <a:pt x="2435165" y="325447"/>
                  </a:lnTo>
                  <a:lnTo>
                    <a:pt x="2363543" y="317197"/>
                  </a:lnTo>
                  <a:lnTo>
                    <a:pt x="2291920" y="308874"/>
                  </a:lnTo>
                  <a:lnTo>
                    <a:pt x="2220298" y="300477"/>
                  </a:lnTo>
                  <a:lnTo>
                    <a:pt x="2148675" y="292007"/>
                  </a:lnTo>
                  <a:lnTo>
                    <a:pt x="2077053" y="283461"/>
                  </a:lnTo>
                  <a:lnTo>
                    <a:pt x="2005430" y="274841"/>
                  </a:lnTo>
                  <a:lnTo>
                    <a:pt x="1933808" y="266144"/>
                  </a:lnTo>
                  <a:lnTo>
                    <a:pt x="1862185" y="257371"/>
                  </a:lnTo>
                  <a:lnTo>
                    <a:pt x="1790563" y="248520"/>
                  </a:lnTo>
                  <a:lnTo>
                    <a:pt x="1718940" y="239591"/>
                  </a:lnTo>
                  <a:lnTo>
                    <a:pt x="1647318" y="230584"/>
                  </a:lnTo>
                  <a:lnTo>
                    <a:pt x="1575695" y="221497"/>
                  </a:lnTo>
                  <a:lnTo>
                    <a:pt x="1504073" y="212330"/>
                  </a:lnTo>
                  <a:lnTo>
                    <a:pt x="1432450" y="203082"/>
                  </a:lnTo>
                  <a:lnTo>
                    <a:pt x="1360827" y="193752"/>
                  </a:lnTo>
                  <a:lnTo>
                    <a:pt x="1289205" y="184341"/>
                  </a:lnTo>
                  <a:lnTo>
                    <a:pt x="1217582" y="174846"/>
                  </a:lnTo>
                  <a:lnTo>
                    <a:pt x="1145960" y="165267"/>
                  </a:lnTo>
                  <a:lnTo>
                    <a:pt x="1074337" y="155604"/>
                  </a:lnTo>
                  <a:lnTo>
                    <a:pt x="1002715" y="145856"/>
                  </a:lnTo>
                  <a:lnTo>
                    <a:pt x="931092" y="136022"/>
                  </a:lnTo>
                  <a:lnTo>
                    <a:pt x="859470" y="126101"/>
                  </a:lnTo>
                  <a:lnTo>
                    <a:pt x="787847" y="116093"/>
                  </a:lnTo>
                  <a:lnTo>
                    <a:pt x="716225" y="105996"/>
                  </a:lnTo>
                  <a:lnTo>
                    <a:pt x="644602" y="95810"/>
                  </a:lnTo>
                  <a:lnTo>
                    <a:pt x="572980" y="85535"/>
                  </a:lnTo>
                  <a:lnTo>
                    <a:pt x="501357" y="75168"/>
                  </a:lnTo>
                  <a:lnTo>
                    <a:pt x="429735" y="64711"/>
                  </a:lnTo>
                  <a:lnTo>
                    <a:pt x="358112" y="54161"/>
                  </a:lnTo>
                  <a:lnTo>
                    <a:pt x="286490" y="43518"/>
                  </a:lnTo>
                  <a:lnTo>
                    <a:pt x="214867" y="32781"/>
                  </a:lnTo>
                  <a:lnTo>
                    <a:pt x="143245" y="21950"/>
                  </a:lnTo>
                  <a:lnTo>
                    <a:pt x="71622" y="1102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976596"/>
              <a:ext cx="7090630" cy="2335986"/>
            </a:xfrm>
            <a:custGeom>
              <a:avLst/>
              <a:pathLst>
                <a:path w="7090630" h="2335986">
                  <a:moveTo>
                    <a:pt x="0" y="0"/>
                  </a:moveTo>
                  <a:lnTo>
                    <a:pt x="71622" y="60686"/>
                  </a:lnTo>
                  <a:lnTo>
                    <a:pt x="143245" y="119946"/>
                  </a:lnTo>
                  <a:lnTo>
                    <a:pt x="214867" y="177812"/>
                  </a:lnTo>
                  <a:lnTo>
                    <a:pt x="286490" y="234317"/>
                  </a:lnTo>
                  <a:lnTo>
                    <a:pt x="358112" y="289494"/>
                  </a:lnTo>
                  <a:lnTo>
                    <a:pt x="429735" y="343373"/>
                  </a:lnTo>
                  <a:lnTo>
                    <a:pt x="501357" y="395985"/>
                  </a:lnTo>
                  <a:lnTo>
                    <a:pt x="572980" y="447360"/>
                  </a:lnTo>
                  <a:lnTo>
                    <a:pt x="644602" y="497527"/>
                  </a:lnTo>
                  <a:lnTo>
                    <a:pt x="716225" y="546513"/>
                  </a:lnTo>
                  <a:lnTo>
                    <a:pt x="787847" y="594348"/>
                  </a:lnTo>
                  <a:lnTo>
                    <a:pt x="859470" y="641058"/>
                  </a:lnTo>
                  <a:lnTo>
                    <a:pt x="931092" y="686670"/>
                  </a:lnTo>
                  <a:lnTo>
                    <a:pt x="1002715" y="731209"/>
                  </a:lnTo>
                  <a:lnTo>
                    <a:pt x="1074337" y="774701"/>
                  </a:lnTo>
                  <a:lnTo>
                    <a:pt x="1145960" y="817170"/>
                  </a:lnTo>
                  <a:lnTo>
                    <a:pt x="1217582" y="858640"/>
                  </a:lnTo>
                  <a:lnTo>
                    <a:pt x="1289205" y="899135"/>
                  </a:lnTo>
                  <a:lnTo>
                    <a:pt x="1360827" y="938677"/>
                  </a:lnTo>
                  <a:lnTo>
                    <a:pt x="1432450" y="977290"/>
                  </a:lnTo>
                  <a:lnTo>
                    <a:pt x="1504073" y="1014995"/>
                  </a:lnTo>
                  <a:lnTo>
                    <a:pt x="1575695" y="1051813"/>
                  </a:lnTo>
                  <a:lnTo>
                    <a:pt x="1647318" y="1087765"/>
                  </a:lnTo>
                  <a:lnTo>
                    <a:pt x="1718940" y="1122872"/>
                  </a:lnTo>
                  <a:lnTo>
                    <a:pt x="1790563" y="1157153"/>
                  </a:lnTo>
                  <a:lnTo>
                    <a:pt x="1862185" y="1190629"/>
                  </a:lnTo>
                  <a:lnTo>
                    <a:pt x="1933808" y="1223316"/>
                  </a:lnTo>
                  <a:lnTo>
                    <a:pt x="2005430" y="1255236"/>
                  </a:lnTo>
                  <a:lnTo>
                    <a:pt x="2077053" y="1286404"/>
                  </a:lnTo>
                  <a:lnTo>
                    <a:pt x="2148675" y="1316840"/>
                  </a:lnTo>
                  <a:lnTo>
                    <a:pt x="2220298" y="1346560"/>
                  </a:lnTo>
                  <a:lnTo>
                    <a:pt x="2291920" y="1375581"/>
                  </a:lnTo>
                  <a:lnTo>
                    <a:pt x="2363543" y="1403919"/>
                  </a:lnTo>
                  <a:lnTo>
                    <a:pt x="2435165" y="1431592"/>
                  </a:lnTo>
                  <a:lnTo>
                    <a:pt x="2506788" y="1458613"/>
                  </a:lnTo>
                  <a:lnTo>
                    <a:pt x="2578410" y="1484999"/>
                  </a:lnTo>
                  <a:lnTo>
                    <a:pt x="2650033" y="1510764"/>
                  </a:lnTo>
                  <a:lnTo>
                    <a:pt x="2721655" y="1535924"/>
                  </a:lnTo>
                  <a:lnTo>
                    <a:pt x="2793278" y="1560492"/>
                  </a:lnTo>
                  <a:lnTo>
                    <a:pt x="2864901" y="1584482"/>
                  </a:lnTo>
                  <a:lnTo>
                    <a:pt x="2936523" y="1607908"/>
                  </a:lnTo>
                  <a:lnTo>
                    <a:pt x="3008146" y="1630783"/>
                  </a:lnTo>
                  <a:lnTo>
                    <a:pt x="3079768" y="1653120"/>
                  </a:lnTo>
                  <a:lnTo>
                    <a:pt x="3151391" y="1674932"/>
                  </a:lnTo>
                  <a:lnTo>
                    <a:pt x="3223013" y="1696231"/>
                  </a:lnTo>
                  <a:lnTo>
                    <a:pt x="3294636" y="1717029"/>
                  </a:lnTo>
                  <a:lnTo>
                    <a:pt x="3366258" y="1737338"/>
                  </a:lnTo>
                  <a:lnTo>
                    <a:pt x="3437881" y="1757170"/>
                  </a:lnTo>
                  <a:lnTo>
                    <a:pt x="3509503" y="1776535"/>
                  </a:lnTo>
                  <a:lnTo>
                    <a:pt x="3581126" y="1795445"/>
                  </a:lnTo>
                  <a:lnTo>
                    <a:pt x="3652748" y="1813910"/>
                  </a:lnTo>
                  <a:lnTo>
                    <a:pt x="3724371" y="1831940"/>
                  </a:lnTo>
                  <a:lnTo>
                    <a:pt x="3795993" y="1849547"/>
                  </a:lnTo>
                  <a:lnTo>
                    <a:pt x="3867616" y="1866740"/>
                  </a:lnTo>
                  <a:lnTo>
                    <a:pt x="3939238" y="1883528"/>
                  </a:lnTo>
                  <a:lnTo>
                    <a:pt x="4010861" y="1899922"/>
                  </a:lnTo>
                  <a:lnTo>
                    <a:pt x="4082483" y="1915930"/>
                  </a:lnTo>
                  <a:lnTo>
                    <a:pt x="4154106" y="1931562"/>
                  </a:lnTo>
                  <a:lnTo>
                    <a:pt x="4225729" y="1946826"/>
                  </a:lnTo>
                  <a:lnTo>
                    <a:pt x="4297351" y="1961731"/>
                  </a:lnTo>
                  <a:lnTo>
                    <a:pt x="4368974" y="1976285"/>
                  </a:lnTo>
                  <a:lnTo>
                    <a:pt x="4440596" y="1990498"/>
                  </a:lnTo>
                  <a:lnTo>
                    <a:pt x="4512219" y="2004376"/>
                  </a:lnTo>
                  <a:lnTo>
                    <a:pt x="4583841" y="2017928"/>
                  </a:lnTo>
                  <a:lnTo>
                    <a:pt x="4655464" y="2031161"/>
                  </a:lnTo>
                  <a:lnTo>
                    <a:pt x="4727086" y="2044083"/>
                  </a:lnTo>
                  <a:lnTo>
                    <a:pt x="4798709" y="2056701"/>
                  </a:lnTo>
                  <a:lnTo>
                    <a:pt x="4870331" y="2069022"/>
                  </a:lnTo>
                  <a:lnTo>
                    <a:pt x="4941954" y="2081054"/>
                  </a:lnTo>
                  <a:lnTo>
                    <a:pt x="5013576" y="2092802"/>
                  </a:lnTo>
                  <a:lnTo>
                    <a:pt x="5085199" y="2104274"/>
                  </a:lnTo>
                  <a:lnTo>
                    <a:pt x="5156821" y="2115477"/>
                  </a:lnTo>
                  <a:lnTo>
                    <a:pt x="5228444" y="2126416"/>
                  </a:lnTo>
                  <a:lnTo>
                    <a:pt x="5300066" y="2137098"/>
                  </a:lnTo>
                  <a:lnTo>
                    <a:pt x="5371689" y="2147529"/>
                  </a:lnTo>
                  <a:lnTo>
                    <a:pt x="5443311" y="2157714"/>
                  </a:lnTo>
                  <a:lnTo>
                    <a:pt x="5514934" y="2167660"/>
                  </a:lnTo>
                  <a:lnTo>
                    <a:pt x="5586557" y="2177372"/>
                  </a:lnTo>
                  <a:lnTo>
                    <a:pt x="5658179" y="2186855"/>
                  </a:lnTo>
                  <a:lnTo>
                    <a:pt x="5729802" y="2196116"/>
                  </a:lnTo>
                  <a:lnTo>
                    <a:pt x="5801424" y="2205159"/>
                  </a:lnTo>
                  <a:lnTo>
                    <a:pt x="5873047" y="2213989"/>
                  </a:lnTo>
                  <a:lnTo>
                    <a:pt x="5944669" y="2222611"/>
                  </a:lnTo>
                  <a:lnTo>
                    <a:pt x="6016292" y="2231031"/>
                  </a:lnTo>
                  <a:lnTo>
                    <a:pt x="6087914" y="2239253"/>
                  </a:lnTo>
                  <a:lnTo>
                    <a:pt x="6159537" y="2247281"/>
                  </a:lnTo>
                  <a:lnTo>
                    <a:pt x="6231159" y="2255121"/>
                  </a:lnTo>
                  <a:lnTo>
                    <a:pt x="6302782" y="2262776"/>
                  </a:lnTo>
                  <a:lnTo>
                    <a:pt x="6374404" y="2270251"/>
                  </a:lnTo>
                  <a:lnTo>
                    <a:pt x="6446027" y="2277551"/>
                  </a:lnTo>
                  <a:lnTo>
                    <a:pt x="6517649" y="2284678"/>
                  </a:lnTo>
                  <a:lnTo>
                    <a:pt x="6589272" y="2291639"/>
                  </a:lnTo>
                  <a:lnTo>
                    <a:pt x="6660894" y="2298435"/>
                  </a:lnTo>
                  <a:lnTo>
                    <a:pt x="6732517" y="2305072"/>
                  </a:lnTo>
                  <a:lnTo>
                    <a:pt x="6804139" y="2311552"/>
                  </a:lnTo>
                  <a:lnTo>
                    <a:pt x="6875762" y="2317880"/>
                  </a:lnTo>
                  <a:lnTo>
                    <a:pt x="6947385" y="2324060"/>
                  </a:lnTo>
                  <a:lnTo>
                    <a:pt x="7019007" y="2330094"/>
                  </a:lnTo>
                  <a:lnTo>
                    <a:pt x="7090630" y="233598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(1.11-1.59), p = 0.002  |  per IQR decline (Δ = 29.3 %): 2.31 (1.36-3.92)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0670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2026-09-28T16:57:42Z</dcterms:modified>
  <cp:category/>
</cp:coreProperties>
</file>