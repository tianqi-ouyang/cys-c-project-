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619927"/>
            </a:xfrm>
            <a:custGeom>
              <a:avLst/>
              <a:pathLst>
                <a:path w="7235830" h="3619927">
                  <a:moveTo>
                    <a:pt x="1796529" y="0"/>
                  </a:moveTo>
                  <a:lnTo>
                    <a:pt x="1851348" y="170852"/>
                  </a:lnTo>
                  <a:lnTo>
                    <a:pt x="1925108" y="386501"/>
                  </a:lnTo>
                  <a:lnTo>
                    <a:pt x="1998868" y="588793"/>
                  </a:lnTo>
                  <a:lnTo>
                    <a:pt x="2072628" y="778557"/>
                  </a:lnTo>
                  <a:lnTo>
                    <a:pt x="2146388" y="956567"/>
                  </a:lnTo>
                  <a:lnTo>
                    <a:pt x="2220148" y="1123552"/>
                  </a:lnTo>
                  <a:lnTo>
                    <a:pt x="2293908" y="1280194"/>
                  </a:lnTo>
                  <a:lnTo>
                    <a:pt x="2367668" y="1427135"/>
                  </a:lnTo>
                  <a:lnTo>
                    <a:pt x="2441428" y="1564975"/>
                  </a:lnTo>
                  <a:lnTo>
                    <a:pt x="2515188" y="1694277"/>
                  </a:lnTo>
                  <a:lnTo>
                    <a:pt x="2588948" y="1815571"/>
                  </a:lnTo>
                  <a:lnTo>
                    <a:pt x="2662708" y="1929352"/>
                  </a:lnTo>
                  <a:lnTo>
                    <a:pt x="2736468" y="2036087"/>
                  </a:lnTo>
                  <a:lnTo>
                    <a:pt x="2810228" y="2136210"/>
                  </a:lnTo>
                  <a:lnTo>
                    <a:pt x="2883988" y="2230132"/>
                  </a:lnTo>
                  <a:lnTo>
                    <a:pt x="2957748" y="2318237"/>
                  </a:lnTo>
                  <a:lnTo>
                    <a:pt x="3031508" y="2400885"/>
                  </a:lnTo>
                  <a:lnTo>
                    <a:pt x="3105268" y="2478415"/>
                  </a:lnTo>
                  <a:lnTo>
                    <a:pt x="3179028" y="2551142"/>
                  </a:lnTo>
                  <a:lnTo>
                    <a:pt x="3252788" y="2619365"/>
                  </a:lnTo>
                  <a:lnTo>
                    <a:pt x="3326548" y="2683362"/>
                  </a:lnTo>
                  <a:lnTo>
                    <a:pt x="3400308" y="2743396"/>
                  </a:lnTo>
                  <a:lnTo>
                    <a:pt x="3474068" y="2789140"/>
                  </a:lnTo>
                  <a:lnTo>
                    <a:pt x="3547828" y="2809135"/>
                  </a:lnTo>
                  <a:lnTo>
                    <a:pt x="3621588" y="2828667"/>
                  </a:lnTo>
                  <a:lnTo>
                    <a:pt x="3695348" y="2847747"/>
                  </a:lnTo>
                  <a:lnTo>
                    <a:pt x="3769108" y="2866385"/>
                  </a:lnTo>
                  <a:lnTo>
                    <a:pt x="3842868" y="2884592"/>
                  </a:lnTo>
                  <a:lnTo>
                    <a:pt x="3916628" y="2902377"/>
                  </a:lnTo>
                  <a:lnTo>
                    <a:pt x="3990388" y="2919750"/>
                  </a:lnTo>
                  <a:lnTo>
                    <a:pt x="4064149" y="2936721"/>
                  </a:lnTo>
                  <a:lnTo>
                    <a:pt x="4137909" y="2953298"/>
                  </a:lnTo>
                  <a:lnTo>
                    <a:pt x="4211669" y="2969492"/>
                  </a:lnTo>
                  <a:lnTo>
                    <a:pt x="4285429" y="2985311"/>
                  </a:lnTo>
                  <a:lnTo>
                    <a:pt x="4359189" y="3000764"/>
                  </a:lnTo>
                  <a:lnTo>
                    <a:pt x="4432949" y="3015859"/>
                  </a:lnTo>
                  <a:lnTo>
                    <a:pt x="4506709" y="3030604"/>
                  </a:lnTo>
                  <a:lnTo>
                    <a:pt x="4580469" y="3045008"/>
                  </a:lnTo>
                  <a:lnTo>
                    <a:pt x="4654229" y="3059078"/>
                  </a:lnTo>
                  <a:lnTo>
                    <a:pt x="4727989" y="3072823"/>
                  </a:lnTo>
                  <a:lnTo>
                    <a:pt x="4801749" y="3086249"/>
                  </a:lnTo>
                  <a:lnTo>
                    <a:pt x="4875509" y="3099365"/>
                  </a:lnTo>
                  <a:lnTo>
                    <a:pt x="4949269" y="3112176"/>
                  </a:lnTo>
                  <a:lnTo>
                    <a:pt x="5023029" y="3124691"/>
                  </a:lnTo>
                  <a:lnTo>
                    <a:pt x="5096789" y="3136917"/>
                  </a:lnTo>
                  <a:lnTo>
                    <a:pt x="5170549" y="3148859"/>
                  </a:lnTo>
                  <a:lnTo>
                    <a:pt x="5244309" y="3160524"/>
                  </a:lnTo>
                  <a:lnTo>
                    <a:pt x="5318069" y="3171920"/>
                  </a:lnTo>
                  <a:lnTo>
                    <a:pt x="5391829" y="3183051"/>
                  </a:lnTo>
                  <a:lnTo>
                    <a:pt x="5465589" y="3193925"/>
                  </a:lnTo>
                  <a:lnTo>
                    <a:pt x="5539349" y="3204547"/>
                  </a:lnTo>
                  <a:lnTo>
                    <a:pt x="5613109" y="3214923"/>
                  </a:lnTo>
                  <a:lnTo>
                    <a:pt x="5686869" y="3225059"/>
                  </a:lnTo>
                  <a:lnTo>
                    <a:pt x="5760629" y="3234960"/>
                  </a:lnTo>
                  <a:lnTo>
                    <a:pt x="5834389" y="3244632"/>
                  </a:lnTo>
                  <a:lnTo>
                    <a:pt x="5908149" y="3254080"/>
                  </a:lnTo>
                  <a:lnTo>
                    <a:pt x="5981909" y="3263309"/>
                  </a:lnTo>
                  <a:lnTo>
                    <a:pt x="6055669" y="3272324"/>
                  </a:lnTo>
                  <a:lnTo>
                    <a:pt x="6129429" y="3281131"/>
                  </a:lnTo>
                  <a:lnTo>
                    <a:pt x="6203189" y="3289734"/>
                  </a:lnTo>
                  <a:lnTo>
                    <a:pt x="6276949" y="3298137"/>
                  </a:lnTo>
                  <a:lnTo>
                    <a:pt x="6350709" y="3306346"/>
                  </a:lnTo>
                  <a:lnTo>
                    <a:pt x="6424469" y="3314365"/>
                  </a:lnTo>
                  <a:lnTo>
                    <a:pt x="6498229" y="3322198"/>
                  </a:lnTo>
                  <a:lnTo>
                    <a:pt x="6571989" y="3329850"/>
                  </a:lnTo>
                  <a:lnTo>
                    <a:pt x="6645749" y="3337324"/>
                  </a:lnTo>
                  <a:lnTo>
                    <a:pt x="6719509" y="3344626"/>
                  </a:lnTo>
                  <a:lnTo>
                    <a:pt x="6793269" y="3351758"/>
                  </a:lnTo>
                  <a:lnTo>
                    <a:pt x="6867029" y="3358726"/>
                  </a:lnTo>
                  <a:lnTo>
                    <a:pt x="6940789" y="3365532"/>
                  </a:lnTo>
                  <a:lnTo>
                    <a:pt x="7014550" y="3372180"/>
                  </a:lnTo>
                  <a:lnTo>
                    <a:pt x="7088310" y="3378674"/>
                  </a:lnTo>
                  <a:lnTo>
                    <a:pt x="7162070" y="3385018"/>
                  </a:lnTo>
                  <a:lnTo>
                    <a:pt x="7235830" y="3391215"/>
                  </a:lnTo>
                  <a:lnTo>
                    <a:pt x="7235830" y="3619927"/>
                  </a:lnTo>
                  <a:lnTo>
                    <a:pt x="7162070" y="3617767"/>
                  </a:lnTo>
                  <a:lnTo>
                    <a:pt x="7088310" y="3615464"/>
                  </a:lnTo>
                  <a:lnTo>
                    <a:pt x="7014550" y="3613009"/>
                  </a:lnTo>
                  <a:lnTo>
                    <a:pt x="6940789" y="3610393"/>
                  </a:lnTo>
                  <a:lnTo>
                    <a:pt x="6867029" y="3607603"/>
                  </a:lnTo>
                  <a:lnTo>
                    <a:pt x="6793269" y="3604629"/>
                  </a:lnTo>
                  <a:lnTo>
                    <a:pt x="6719509" y="3601459"/>
                  </a:lnTo>
                  <a:lnTo>
                    <a:pt x="6645749" y="3598079"/>
                  </a:lnTo>
                  <a:lnTo>
                    <a:pt x="6571989" y="3594477"/>
                  </a:lnTo>
                  <a:lnTo>
                    <a:pt x="6498229" y="3590636"/>
                  </a:lnTo>
                  <a:lnTo>
                    <a:pt x="6424469" y="3586542"/>
                  </a:lnTo>
                  <a:lnTo>
                    <a:pt x="6350709" y="3582178"/>
                  </a:lnTo>
                  <a:lnTo>
                    <a:pt x="6276949" y="3577525"/>
                  </a:lnTo>
                  <a:lnTo>
                    <a:pt x="6203189" y="3572566"/>
                  </a:lnTo>
                  <a:lnTo>
                    <a:pt x="6129429" y="3567278"/>
                  </a:lnTo>
                  <a:lnTo>
                    <a:pt x="6055669" y="3561642"/>
                  </a:lnTo>
                  <a:lnTo>
                    <a:pt x="5981909" y="3555634"/>
                  </a:lnTo>
                  <a:lnTo>
                    <a:pt x="5908149" y="3549229"/>
                  </a:lnTo>
                  <a:lnTo>
                    <a:pt x="5834389" y="3542401"/>
                  </a:lnTo>
                  <a:lnTo>
                    <a:pt x="5760629" y="3535122"/>
                  </a:lnTo>
                  <a:lnTo>
                    <a:pt x="5686869" y="3527362"/>
                  </a:lnTo>
                  <a:lnTo>
                    <a:pt x="5613109" y="3519091"/>
                  </a:lnTo>
                  <a:lnTo>
                    <a:pt x="5539349" y="3510273"/>
                  </a:lnTo>
                  <a:lnTo>
                    <a:pt x="5465589" y="3500873"/>
                  </a:lnTo>
                  <a:lnTo>
                    <a:pt x="5391829" y="3490852"/>
                  </a:lnTo>
                  <a:lnTo>
                    <a:pt x="5318069" y="3480169"/>
                  </a:lnTo>
                  <a:lnTo>
                    <a:pt x="5244309" y="3468782"/>
                  </a:lnTo>
                  <a:lnTo>
                    <a:pt x="5170549" y="3456642"/>
                  </a:lnTo>
                  <a:lnTo>
                    <a:pt x="5096789" y="3443701"/>
                  </a:lnTo>
                  <a:lnTo>
                    <a:pt x="5023029" y="3429906"/>
                  </a:lnTo>
                  <a:lnTo>
                    <a:pt x="4949269" y="3415199"/>
                  </a:lnTo>
                  <a:lnTo>
                    <a:pt x="4875509" y="3399522"/>
                  </a:lnTo>
                  <a:lnTo>
                    <a:pt x="4801749" y="3382809"/>
                  </a:lnTo>
                  <a:lnTo>
                    <a:pt x="4727989" y="3364993"/>
                  </a:lnTo>
                  <a:lnTo>
                    <a:pt x="4654229" y="3346001"/>
                  </a:lnTo>
                  <a:lnTo>
                    <a:pt x="4580469" y="3325755"/>
                  </a:lnTo>
                  <a:lnTo>
                    <a:pt x="4506709" y="3304172"/>
                  </a:lnTo>
                  <a:lnTo>
                    <a:pt x="4432949" y="3281164"/>
                  </a:lnTo>
                  <a:lnTo>
                    <a:pt x="4359189" y="3256637"/>
                  </a:lnTo>
                  <a:lnTo>
                    <a:pt x="4285429" y="3230490"/>
                  </a:lnTo>
                  <a:lnTo>
                    <a:pt x="4211669" y="3202617"/>
                  </a:lnTo>
                  <a:lnTo>
                    <a:pt x="4137909" y="3172904"/>
                  </a:lnTo>
                  <a:lnTo>
                    <a:pt x="4064149" y="3141229"/>
                  </a:lnTo>
                  <a:lnTo>
                    <a:pt x="3990388" y="3107462"/>
                  </a:lnTo>
                  <a:lnTo>
                    <a:pt x="3916628" y="3071466"/>
                  </a:lnTo>
                  <a:lnTo>
                    <a:pt x="3842868" y="3033094"/>
                  </a:lnTo>
                  <a:lnTo>
                    <a:pt x="3769108" y="2992187"/>
                  </a:lnTo>
                  <a:lnTo>
                    <a:pt x="3695348" y="2948580"/>
                  </a:lnTo>
                  <a:lnTo>
                    <a:pt x="3621588" y="2902094"/>
                  </a:lnTo>
                  <a:lnTo>
                    <a:pt x="3547828" y="2852539"/>
                  </a:lnTo>
                  <a:lnTo>
                    <a:pt x="3474068" y="2799711"/>
                  </a:lnTo>
                  <a:lnTo>
                    <a:pt x="3400308" y="2768671"/>
                  </a:lnTo>
                  <a:lnTo>
                    <a:pt x="3326548" y="2747716"/>
                  </a:lnTo>
                  <a:lnTo>
                    <a:pt x="3252788" y="2726265"/>
                  </a:lnTo>
                  <a:lnTo>
                    <a:pt x="3179028" y="2704305"/>
                  </a:lnTo>
                  <a:lnTo>
                    <a:pt x="3105268" y="2681825"/>
                  </a:lnTo>
                  <a:lnTo>
                    <a:pt x="3031508" y="2658812"/>
                  </a:lnTo>
                  <a:lnTo>
                    <a:pt x="2957748" y="2635254"/>
                  </a:lnTo>
                  <a:lnTo>
                    <a:pt x="2883988" y="2611137"/>
                  </a:lnTo>
                  <a:lnTo>
                    <a:pt x="2810228" y="2586448"/>
                  </a:lnTo>
                  <a:lnTo>
                    <a:pt x="2736468" y="2561174"/>
                  </a:lnTo>
                  <a:lnTo>
                    <a:pt x="2662708" y="2535301"/>
                  </a:lnTo>
                  <a:lnTo>
                    <a:pt x="2588948" y="2508814"/>
                  </a:lnTo>
                  <a:lnTo>
                    <a:pt x="2515188" y="2481700"/>
                  </a:lnTo>
                  <a:lnTo>
                    <a:pt x="2441428" y="2453943"/>
                  </a:lnTo>
                  <a:lnTo>
                    <a:pt x="2367668" y="2425528"/>
                  </a:lnTo>
                  <a:lnTo>
                    <a:pt x="2293908" y="2396440"/>
                  </a:lnTo>
                  <a:lnTo>
                    <a:pt x="2220148" y="2366662"/>
                  </a:lnTo>
                  <a:lnTo>
                    <a:pt x="2146388" y="2336178"/>
                  </a:lnTo>
                  <a:lnTo>
                    <a:pt x="2072628" y="2304971"/>
                  </a:lnTo>
                  <a:lnTo>
                    <a:pt x="1998868" y="2273025"/>
                  </a:lnTo>
                  <a:lnTo>
                    <a:pt x="1925108" y="2240321"/>
                  </a:lnTo>
                  <a:lnTo>
                    <a:pt x="1851348" y="2206842"/>
                  </a:lnTo>
                  <a:lnTo>
                    <a:pt x="1777588" y="2172570"/>
                  </a:lnTo>
                  <a:lnTo>
                    <a:pt x="1703828" y="2137485"/>
                  </a:lnTo>
                  <a:lnTo>
                    <a:pt x="1630068" y="2101569"/>
                  </a:lnTo>
                  <a:lnTo>
                    <a:pt x="1556308" y="2064801"/>
                  </a:lnTo>
                  <a:lnTo>
                    <a:pt x="1482548" y="2027161"/>
                  </a:lnTo>
                  <a:lnTo>
                    <a:pt x="1408788" y="1988629"/>
                  </a:lnTo>
                  <a:lnTo>
                    <a:pt x="1335028" y="1949184"/>
                  </a:lnTo>
                  <a:lnTo>
                    <a:pt x="1261268" y="1908804"/>
                  </a:lnTo>
                  <a:lnTo>
                    <a:pt x="1187508" y="1867467"/>
                  </a:lnTo>
                  <a:lnTo>
                    <a:pt x="1113747" y="1825149"/>
                  </a:lnTo>
                  <a:lnTo>
                    <a:pt x="1039987" y="1781829"/>
                  </a:lnTo>
                  <a:lnTo>
                    <a:pt x="966227" y="1737482"/>
                  </a:lnTo>
                  <a:lnTo>
                    <a:pt x="892467" y="1692083"/>
                  </a:lnTo>
                  <a:lnTo>
                    <a:pt x="818707" y="1645608"/>
                  </a:lnTo>
                  <a:lnTo>
                    <a:pt x="744947" y="1598032"/>
                  </a:lnTo>
                  <a:lnTo>
                    <a:pt x="671187" y="1549328"/>
                  </a:lnTo>
                  <a:lnTo>
                    <a:pt x="597427" y="1499469"/>
                  </a:lnTo>
                  <a:lnTo>
                    <a:pt x="523667" y="1448428"/>
                  </a:lnTo>
                  <a:lnTo>
                    <a:pt x="449907" y="1396178"/>
                  </a:lnTo>
                  <a:lnTo>
                    <a:pt x="376147" y="1342689"/>
                  </a:lnTo>
                  <a:lnTo>
                    <a:pt x="302387" y="1287932"/>
                  </a:lnTo>
                  <a:lnTo>
                    <a:pt x="228627" y="1231877"/>
                  </a:lnTo>
                  <a:lnTo>
                    <a:pt x="154867" y="1174493"/>
                  </a:lnTo>
                  <a:lnTo>
                    <a:pt x="81107" y="1115749"/>
                  </a:lnTo>
                  <a:lnTo>
                    <a:pt x="7347" y="1055612"/>
                  </a:lnTo>
                  <a:lnTo>
                    <a:pt x="0" y="10494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14047" y="1896563"/>
              <a:ext cx="5439300" cy="3391215"/>
            </a:xfrm>
            <a:custGeom>
              <a:avLst/>
              <a:pathLst>
                <a:path w="5439300" h="3391215">
                  <a:moveTo>
                    <a:pt x="0" y="0"/>
                  </a:moveTo>
                  <a:lnTo>
                    <a:pt x="54818" y="170852"/>
                  </a:lnTo>
                  <a:lnTo>
                    <a:pt x="128578" y="386501"/>
                  </a:lnTo>
                  <a:lnTo>
                    <a:pt x="202338" y="588793"/>
                  </a:lnTo>
                  <a:lnTo>
                    <a:pt x="276098" y="778557"/>
                  </a:lnTo>
                  <a:lnTo>
                    <a:pt x="349858" y="956567"/>
                  </a:lnTo>
                  <a:lnTo>
                    <a:pt x="423618" y="1123552"/>
                  </a:lnTo>
                  <a:lnTo>
                    <a:pt x="497378" y="1280194"/>
                  </a:lnTo>
                  <a:lnTo>
                    <a:pt x="571138" y="1427135"/>
                  </a:lnTo>
                  <a:lnTo>
                    <a:pt x="644898" y="1564975"/>
                  </a:lnTo>
                  <a:lnTo>
                    <a:pt x="718658" y="1694277"/>
                  </a:lnTo>
                  <a:lnTo>
                    <a:pt x="792418" y="1815571"/>
                  </a:lnTo>
                  <a:lnTo>
                    <a:pt x="866178" y="1929352"/>
                  </a:lnTo>
                  <a:lnTo>
                    <a:pt x="939938" y="2036087"/>
                  </a:lnTo>
                  <a:lnTo>
                    <a:pt x="1013698" y="2136210"/>
                  </a:lnTo>
                  <a:lnTo>
                    <a:pt x="1087458" y="2230132"/>
                  </a:lnTo>
                  <a:lnTo>
                    <a:pt x="1161218" y="2318237"/>
                  </a:lnTo>
                  <a:lnTo>
                    <a:pt x="1234978" y="2400885"/>
                  </a:lnTo>
                  <a:lnTo>
                    <a:pt x="1308738" y="2478415"/>
                  </a:lnTo>
                  <a:lnTo>
                    <a:pt x="1382498" y="2551142"/>
                  </a:lnTo>
                  <a:lnTo>
                    <a:pt x="1456258" y="2619365"/>
                  </a:lnTo>
                  <a:lnTo>
                    <a:pt x="1530018" y="2683362"/>
                  </a:lnTo>
                  <a:lnTo>
                    <a:pt x="1603778" y="2743396"/>
                  </a:lnTo>
                  <a:lnTo>
                    <a:pt x="1677538" y="2789140"/>
                  </a:lnTo>
                  <a:lnTo>
                    <a:pt x="1751298" y="2809135"/>
                  </a:lnTo>
                  <a:lnTo>
                    <a:pt x="1825058" y="2828667"/>
                  </a:lnTo>
                  <a:lnTo>
                    <a:pt x="1898819" y="2847747"/>
                  </a:lnTo>
                  <a:lnTo>
                    <a:pt x="1972579" y="2866385"/>
                  </a:lnTo>
                  <a:lnTo>
                    <a:pt x="2046339" y="2884592"/>
                  </a:lnTo>
                  <a:lnTo>
                    <a:pt x="2120099" y="2902377"/>
                  </a:lnTo>
                  <a:lnTo>
                    <a:pt x="2193859" y="2919750"/>
                  </a:lnTo>
                  <a:lnTo>
                    <a:pt x="2267619" y="2936721"/>
                  </a:lnTo>
                  <a:lnTo>
                    <a:pt x="2341379" y="2953298"/>
                  </a:lnTo>
                  <a:lnTo>
                    <a:pt x="2415139" y="2969492"/>
                  </a:lnTo>
                  <a:lnTo>
                    <a:pt x="2488899" y="2985311"/>
                  </a:lnTo>
                  <a:lnTo>
                    <a:pt x="2562659" y="3000764"/>
                  </a:lnTo>
                  <a:lnTo>
                    <a:pt x="2636419" y="3015859"/>
                  </a:lnTo>
                  <a:lnTo>
                    <a:pt x="2710179" y="3030604"/>
                  </a:lnTo>
                  <a:lnTo>
                    <a:pt x="2783939" y="3045008"/>
                  </a:lnTo>
                  <a:lnTo>
                    <a:pt x="2857699" y="3059078"/>
                  </a:lnTo>
                  <a:lnTo>
                    <a:pt x="2931459" y="3072823"/>
                  </a:lnTo>
                  <a:lnTo>
                    <a:pt x="3005219" y="3086249"/>
                  </a:lnTo>
                  <a:lnTo>
                    <a:pt x="3078979" y="3099365"/>
                  </a:lnTo>
                  <a:lnTo>
                    <a:pt x="3152739" y="3112176"/>
                  </a:lnTo>
                  <a:lnTo>
                    <a:pt x="3226499" y="3124691"/>
                  </a:lnTo>
                  <a:lnTo>
                    <a:pt x="3300259" y="3136917"/>
                  </a:lnTo>
                  <a:lnTo>
                    <a:pt x="3374019" y="3148859"/>
                  </a:lnTo>
                  <a:lnTo>
                    <a:pt x="3447779" y="3160524"/>
                  </a:lnTo>
                  <a:lnTo>
                    <a:pt x="3521539" y="3171920"/>
                  </a:lnTo>
                  <a:lnTo>
                    <a:pt x="3595299" y="3183051"/>
                  </a:lnTo>
                  <a:lnTo>
                    <a:pt x="3669059" y="3193925"/>
                  </a:lnTo>
                  <a:lnTo>
                    <a:pt x="3742819" y="3204547"/>
                  </a:lnTo>
                  <a:lnTo>
                    <a:pt x="3816579" y="3214923"/>
                  </a:lnTo>
                  <a:lnTo>
                    <a:pt x="3890339" y="3225059"/>
                  </a:lnTo>
                  <a:lnTo>
                    <a:pt x="3964099" y="3234960"/>
                  </a:lnTo>
                  <a:lnTo>
                    <a:pt x="4037859" y="3244632"/>
                  </a:lnTo>
                  <a:lnTo>
                    <a:pt x="4111619" y="3254080"/>
                  </a:lnTo>
                  <a:lnTo>
                    <a:pt x="4185379" y="3263309"/>
                  </a:lnTo>
                  <a:lnTo>
                    <a:pt x="4259139" y="3272324"/>
                  </a:lnTo>
                  <a:lnTo>
                    <a:pt x="4332899" y="3281131"/>
                  </a:lnTo>
                  <a:lnTo>
                    <a:pt x="4406659" y="3289734"/>
                  </a:lnTo>
                  <a:lnTo>
                    <a:pt x="4480419" y="3298137"/>
                  </a:lnTo>
                  <a:lnTo>
                    <a:pt x="4554179" y="3306346"/>
                  </a:lnTo>
                  <a:lnTo>
                    <a:pt x="4627939" y="3314365"/>
                  </a:lnTo>
                  <a:lnTo>
                    <a:pt x="4701699" y="3322198"/>
                  </a:lnTo>
                  <a:lnTo>
                    <a:pt x="4775459" y="3329850"/>
                  </a:lnTo>
                  <a:lnTo>
                    <a:pt x="4849220" y="3337324"/>
                  </a:lnTo>
                  <a:lnTo>
                    <a:pt x="4922980" y="3344626"/>
                  </a:lnTo>
                  <a:lnTo>
                    <a:pt x="4996740" y="3351758"/>
                  </a:lnTo>
                  <a:lnTo>
                    <a:pt x="5070500" y="3358726"/>
                  </a:lnTo>
                  <a:lnTo>
                    <a:pt x="5144260" y="3365532"/>
                  </a:lnTo>
                  <a:lnTo>
                    <a:pt x="5218020" y="3372180"/>
                  </a:lnTo>
                  <a:lnTo>
                    <a:pt x="5291780" y="3378674"/>
                  </a:lnTo>
                  <a:lnTo>
                    <a:pt x="5365540" y="3385018"/>
                  </a:lnTo>
                  <a:lnTo>
                    <a:pt x="5439300" y="3391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946043"/>
              <a:ext cx="7235830" cy="2570447"/>
            </a:xfrm>
            <a:custGeom>
              <a:avLst/>
              <a:pathLst>
                <a:path w="7235830" h="2570447">
                  <a:moveTo>
                    <a:pt x="7235830" y="2570447"/>
                  </a:moveTo>
                  <a:lnTo>
                    <a:pt x="7162070" y="2568287"/>
                  </a:lnTo>
                  <a:lnTo>
                    <a:pt x="7088310" y="2565984"/>
                  </a:lnTo>
                  <a:lnTo>
                    <a:pt x="7014550" y="2563529"/>
                  </a:lnTo>
                  <a:lnTo>
                    <a:pt x="6940789" y="2560912"/>
                  </a:lnTo>
                  <a:lnTo>
                    <a:pt x="6867029" y="2558123"/>
                  </a:lnTo>
                  <a:lnTo>
                    <a:pt x="6793269" y="2555149"/>
                  </a:lnTo>
                  <a:lnTo>
                    <a:pt x="6719509" y="2551979"/>
                  </a:lnTo>
                  <a:lnTo>
                    <a:pt x="6645749" y="2548599"/>
                  </a:lnTo>
                  <a:lnTo>
                    <a:pt x="6571989" y="2544997"/>
                  </a:lnTo>
                  <a:lnTo>
                    <a:pt x="6498229" y="2541156"/>
                  </a:lnTo>
                  <a:lnTo>
                    <a:pt x="6424469" y="2537062"/>
                  </a:lnTo>
                  <a:lnTo>
                    <a:pt x="6350709" y="2532698"/>
                  </a:lnTo>
                  <a:lnTo>
                    <a:pt x="6276949" y="2528045"/>
                  </a:lnTo>
                  <a:lnTo>
                    <a:pt x="6203189" y="2523085"/>
                  </a:lnTo>
                  <a:lnTo>
                    <a:pt x="6129429" y="2517798"/>
                  </a:lnTo>
                  <a:lnTo>
                    <a:pt x="6055669" y="2512162"/>
                  </a:lnTo>
                  <a:lnTo>
                    <a:pt x="5981909" y="2506154"/>
                  </a:lnTo>
                  <a:lnTo>
                    <a:pt x="5908149" y="2499749"/>
                  </a:lnTo>
                  <a:lnTo>
                    <a:pt x="5834389" y="2492920"/>
                  </a:lnTo>
                  <a:lnTo>
                    <a:pt x="5760629" y="2485642"/>
                  </a:lnTo>
                  <a:lnTo>
                    <a:pt x="5686869" y="2477882"/>
                  </a:lnTo>
                  <a:lnTo>
                    <a:pt x="5613109" y="2469610"/>
                  </a:lnTo>
                  <a:lnTo>
                    <a:pt x="5539349" y="2460793"/>
                  </a:lnTo>
                  <a:lnTo>
                    <a:pt x="5465589" y="2451392"/>
                  </a:lnTo>
                  <a:lnTo>
                    <a:pt x="5391829" y="2441372"/>
                  </a:lnTo>
                  <a:lnTo>
                    <a:pt x="5318069" y="2430689"/>
                  </a:lnTo>
                  <a:lnTo>
                    <a:pt x="5244309" y="2419302"/>
                  </a:lnTo>
                  <a:lnTo>
                    <a:pt x="5170549" y="2407162"/>
                  </a:lnTo>
                  <a:lnTo>
                    <a:pt x="5096789" y="2394221"/>
                  </a:lnTo>
                  <a:lnTo>
                    <a:pt x="5023029" y="2380425"/>
                  </a:lnTo>
                  <a:lnTo>
                    <a:pt x="4949269" y="2365719"/>
                  </a:lnTo>
                  <a:lnTo>
                    <a:pt x="4875509" y="2350042"/>
                  </a:lnTo>
                  <a:lnTo>
                    <a:pt x="4801749" y="2333329"/>
                  </a:lnTo>
                  <a:lnTo>
                    <a:pt x="4727989" y="2315513"/>
                  </a:lnTo>
                  <a:lnTo>
                    <a:pt x="4654229" y="2296521"/>
                  </a:lnTo>
                  <a:lnTo>
                    <a:pt x="4580469" y="2276275"/>
                  </a:lnTo>
                  <a:lnTo>
                    <a:pt x="4506709" y="2254692"/>
                  </a:lnTo>
                  <a:lnTo>
                    <a:pt x="4432949" y="2231684"/>
                  </a:lnTo>
                  <a:lnTo>
                    <a:pt x="4359189" y="2207156"/>
                  </a:lnTo>
                  <a:lnTo>
                    <a:pt x="4285429" y="2181010"/>
                  </a:lnTo>
                  <a:lnTo>
                    <a:pt x="4211669" y="2153137"/>
                  </a:lnTo>
                  <a:lnTo>
                    <a:pt x="4137909" y="2123424"/>
                  </a:lnTo>
                  <a:lnTo>
                    <a:pt x="4064149" y="2091748"/>
                  </a:lnTo>
                  <a:lnTo>
                    <a:pt x="3990388" y="2057982"/>
                  </a:lnTo>
                  <a:lnTo>
                    <a:pt x="3916628" y="2021986"/>
                  </a:lnTo>
                  <a:lnTo>
                    <a:pt x="3842868" y="1983613"/>
                  </a:lnTo>
                  <a:lnTo>
                    <a:pt x="3769108" y="1942707"/>
                  </a:lnTo>
                  <a:lnTo>
                    <a:pt x="3695348" y="1899100"/>
                  </a:lnTo>
                  <a:lnTo>
                    <a:pt x="3621588" y="1852614"/>
                  </a:lnTo>
                  <a:lnTo>
                    <a:pt x="3547828" y="1803058"/>
                  </a:lnTo>
                  <a:lnTo>
                    <a:pt x="3474068" y="1750231"/>
                  </a:lnTo>
                  <a:lnTo>
                    <a:pt x="3400308" y="1719190"/>
                  </a:lnTo>
                  <a:lnTo>
                    <a:pt x="3326548" y="1698236"/>
                  </a:lnTo>
                  <a:lnTo>
                    <a:pt x="3252788" y="1676785"/>
                  </a:lnTo>
                  <a:lnTo>
                    <a:pt x="3179028" y="1654825"/>
                  </a:lnTo>
                  <a:lnTo>
                    <a:pt x="3105268" y="1632345"/>
                  </a:lnTo>
                  <a:lnTo>
                    <a:pt x="3031508" y="1609332"/>
                  </a:lnTo>
                  <a:lnTo>
                    <a:pt x="2957748" y="1585773"/>
                  </a:lnTo>
                  <a:lnTo>
                    <a:pt x="2883988" y="1561656"/>
                  </a:lnTo>
                  <a:lnTo>
                    <a:pt x="2810228" y="1536968"/>
                  </a:lnTo>
                  <a:lnTo>
                    <a:pt x="2736468" y="1511694"/>
                  </a:lnTo>
                  <a:lnTo>
                    <a:pt x="2662708" y="1485821"/>
                  </a:lnTo>
                  <a:lnTo>
                    <a:pt x="2588948" y="1459334"/>
                  </a:lnTo>
                  <a:lnTo>
                    <a:pt x="2515188" y="1432220"/>
                  </a:lnTo>
                  <a:lnTo>
                    <a:pt x="2441428" y="1404463"/>
                  </a:lnTo>
                  <a:lnTo>
                    <a:pt x="2367668" y="1376048"/>
                  </a:lnTo>
                  <a:lnTo>
                    <a:pt x="2293908" y="1346960"/>
                  </a:lnTo>
                  <a:lnTo>
                    <a:pt x="2220148" y="1317181"/>
                  </a:lnTo>
                  <a:lnTo>
                    <a:pt x="2146388" y="1286698"/>
                  </a:lnTo>
                  <a:lnTo>
                    <a:pt x="2072628" y="1255491"/>
                  </a:lnTo>
                  <a:lnTo>
                    <a:pt x="1998868" y="1223545"/>
                  </a:lnTo>
                  <a:lnTo>
                    <a:pt x="1925108" y="1190841"/>
                  </a:lnTo>
                  <a:lnTo>
                    <a:pt x="1851348" y="1157362"/>
                  </a:lnTo>
                  <a:lnTo>
                    <a:pt x="1777588" y="1123090"/>
                  </a:lnTo>
                  <a:lnTo>
                    <a:pt x="1703828" y="1088005"/>
                  </a:lnTo>
                  <a:lnTo>
                    <a:pt x="1630068" y="1052088"/>
                  </a:lnTo>
                  <a:lnTo>
                    <a:pt x="1556308" y="1015320"/>
                  </a:lnTo>
                  <a:lnTo>
                    <a:pt x="1482548" y="977681"/>
                  </a:lnTo>
                  <a:lnTo>
                    <a:pt x="1408788" y="939149"/>
                  </a:lnTo>
                  <a:lnTo>
                    <a:pt x="1335028" y="899704"/>
                  </a:lnTo>
                  <a:lnTo>
                    <a:pt x="1261268" y="859324"/>
                  </a:lnTo>
                  <a:lnTo>
                    <a:pt x="1187508" y="817986"/>
                  </a:lnTo>
                  <a:lnTo>
                    <a:pt x="1113747" y="775669"/>
                  </a:lnTo>
                  <a:lnTo>
                    <a:pt x="1039987" y="732349"/>
                  </a:lnTo>
                  <a:lnTo>
                    <a:pt x="966227" y="688001"/>
                  </a:lnTo>
                  <a:lnTo>
                    <a:pt x="892467" y="642603"/>
                  </a:lnTo>
                  <a:lnTo>
                    <a:pt x="818707" y="596128"/>
                  </a:lnTo>
                  <a:lnTo>
                    <a:pt x="744947" y="548552"/>
                  </a:lnTo>
                  <a:lnTo>
                    <a:pt x="671187" y="499848"/>
                  </a:lnTo>
                  <a:lnTo>
                    <a:pt x="597427" y="449989"/>
                  </a:lnTo>
                  <a:lnTo>
                    <a:pt x="523667" y="398948"/>
                  </a:lnTo>
                  <a:lnTo>
                    <a:pt x="449907" y="346698"/>
                  </a:lnTo>
                  <a:lnTo>
                    <a:pt x="376147" y="293209"/>
                  </a:lnTo>
                  <a:lnTo>
                    <a:pt x="302387" y="238452"/>
                  </a:lnTo>
                  <a:lnTo>
                    <a:pt x="228627" y="182397"/>
                  </a:lnTo>
                  <a:lnTo>
                    <a:pt x="154867" y="125013"/>
                  </a:lnTo>
                  <a:lnTo>
                    <a:pt x="81107" y="66269"/>
                  </a:lnTo>
                  <a:lnTo>
                    <a:pt x="7347" y="61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6175" y="1896563"/>
              <a:ext cx="6207172" cy="3560161"/>
            </a:xfrm>
            <a:custGeom>
              <a:avLst/>
              <a:pathLst>
                <a:path w="6207172" h="3560161">
                  <a:moveTo>
                    <a:pt x="0" y="0"/>
                  </a:moveTo>
                  <a:lnTo>
                    <a:pt x="11329" y="24881"/>
                  </a:lnTo>
                  <a:lnTo>
                    <a:pt x="85089" y="179940"/>
                  </a:lnTo>
                  <a:lnTo>
                    <a:pt x="158849" y="328372"/>
                  </a:lnTo>
                  <a:lnTo>
                    <a:pt x="232610" y="470460"/>
                  </a:lnTo>
                  <a:lnTo>
                    <a:pt x="306370" y="606474"/>
                  </a:lnTo>
                  <a:lnTo>
                    <a:pt x="380130" y="736675"/>
                  </a:lnTo>
                  <a:lnTo>
                    <a:pt x="453890" y="861310"/>
                  </a:lnTo>
                  <a:lnTo>
                    <a:pt x="527650" y="980619"/>
                  </a:lnTo>
                  <a:lnTo>
                    <a:pt x="601410" y="1094828"/>
                  </a:lnTo>
                  <a:lnTo>
                    <a:pt x="675170" y="1204155"/>
                  </a:lnTo>
                  <a:lnTo>
                    <a:pt x="748930" y="1308809"/>
                  </a:lnTo>
                  <a:lnTo>
                    <a:pt x="822690" y="1408991"/>
                  </a:lnTo>
                  <a:lnTo>
                    <a:pt x="896450" y="1504890"/>
                  </a:lnTo>
                  <a:lnTo>
                    <a:pt x="970210" y="1596690"/>
                  </a:lnTo>
                  <a:lnTo>
                    <a:pt x="1043970" y="1684566"/>
                  </a:lnTo>
                  <a:lnTo>
                    <a:pt x="1117730" y="1768687"/>
                  </a:lnTo>
                  <a:lnTo>
                    <a:pt x="1191490" y="1849212"/>
                  </a:lnTo>
                  <a:lnTo>
                    <a:pt x="1265250" y="1926295"/>
                  </a:lnTo>
                  <a:lnTo>
                    <a:pt x="1339010" y="2000083"/>
                  </a:lnTo>
                  <a:lnTo>
                    <a:pt x="1412770" y="2070718"/>
                  </a:lnTo>
                  <a:lnTo>
                    <a:pt x="1486530" y="2138333"/>
                  </a:lnTo>
                  <a:lnTo>
                    <a:pt x="1560290" y="2203058"/>
                  </a:lnTo>
                  <a:lnTo>
                    <a:pt x="1634050" y="2265017"/>
                  </a:lnTo>
                  <a:lnTo>
                    <a:pt x="1707810" y="2324328"/>
                  </a:lnTo>
                  <a:lnTo>
                    <a:pt x="1781570" y="2381103"/>
                  </a:lnTo>
                  <a:lnTo>
                    <a:pt x="1855330" y="2435452"/>
                  </a:lnTo>
                  <a:lnTo>
                    <a:pt x="1929090" y="2487478"/>
                  </a:lnTo>
                  <a:lnTo>
                    <a:pt x="2002850" y="2537280"/>
                  </a:lnTo>
                  <a:lnTo>
                    <a:pt x="2076610" y="2584953"/>
                  </a:lnTo>
                  <a:lnTo>
                    <a:pt x="2150370" y="2630589"/>
                  </a:lnTo>
                  <a:lnTo>
                    <a:pt x="2224130" y="2674274"/>
                  </a:lnTo>
                  <a:lnTo>
                    <a:pt x="2297890" y="2716092"/>
                  </a:lnTo>
                  <a:lnTo>
                    <a:pt x="2371650" y="2756122"/>
                  </a:lnTo>
                  <a:lnTo>
                    <a:pt x="2445410" y="2794442"/>
                  </a:lnTo>
                  <a:lnTo>
                    <a:pt x="2519170" y="2831123"/>
                  </a:lnTo>
                  <a:lnTo>
                    <a:pt x="2592930" y="2866237"/>
                  </a:lnTo>
                  <a:lnTo>
                    <a:pt x="2666690" y="2899850"/>
                  </a:lnTo>
                  <a:lnTo>
                    <a:pt x="2740450" y="2932026"/>
                  </a:lnTo>
                  <a:lnTo>
                    <a:pt x="2814210" y="2962827"/>
                  </a:lnTo>
                  <a:lnTo>
                    <a:pt x="2887970" y="2992312"/>
                  </a:lnTo>
                  <a:lnTo>
                    <a:pt x="2961730" y="3020536"/>
                  </a:lnTo>
                  <a:lnTo>
                    <a:pt x="3035490" y="3047554"/>
                  </a:lnTo>
                  <a:lnTo>
                    <a:pt x="3109250" y="3073417"/>
                  </a:lnTo>
                  <a:lnTo>
                    <a:pt x="3183011" y="3098174"/>
                  </a:lnTo>
                  <a:lnTo>
                    <a:pt x="3256771" y="3121874"/>
                  </a:lnTo>
                  <a:lnTo>
                    <a:pt x="3330531" y="3144560"/>
                  </a:lnTo>
                  <a:lnTo>
                    <a:pt x="3404291" y="3166277"/>
                  </a:lnTo>
                  <a:lnTo>
                    <a:pt x="3478051" y="3187065"/>
                  </a:lnTo>
                  <a:lnTo>
                    <a:pt x="3551811" y="3206965"/>
                  </a:lnTo>
                  <a:lnTo>
                    <a:pt x="3625571" y="3226015"/>
                  </a:lnTo>
                  <a:lnTo>
                    <a:pt x="3699331" y="3244250"/>
                  </a:lnTo>
                  <a:lnTo>
                    <a:pt x="3773091" y="3261705"/>
                  </a:lnTo>
                  <a:lnTo>
                    <a:pt x="3846851" y="3278415"/>
                  </a:lnTo>
                  <a:lnTo>
                    <a:pt x="3920611" y="3294411"/>
                  </a:lnTo>
                  <a:lnTo>
                    <a:pt x="3994371" y="3309722"/>
                  </a:lnTo>
                  <a:lnTo>
                    <a:pt x="4068131" y="3324380"/>
                  </a:lnTo>
                  <a:lnTo>
                    <a:pt x="4141891" y="3338410"/>
                  </a:lnTo>
                  <a:lnTo>
                    <a:pt x="4215651" y="3351841"/>
                  </a:lnTo>
                  <a:lnTo>
                    <a:pt x="4289411" y="3364698"/>
                  </a:lnTo>
                  <a:lnTo>
                    <a:pt x="4363171" y="3377006"/>
                  </a:lnTo>
                  <a:lnTo>
                    <a:pt x="4436931" y="3388787"/>
                  </a:lnTo>
                  <a:lnTo>
                    <a:pt x="4510691" y="3400065"/>
                  </a:lnTo>
                  <a:lnTo>
                    <a:pt x="4584451" y="3410861"/>
                  </a:lnTo>
                  <a:lnTo>
                    <a:pt x="4658211" y="3421195"/>
                  </a:lnTo>
                  <a:lnTo>
                    <a:pt x="4731971" y="3431088"/>
                  </a:lnTo>
                  <a:lnTo>
                    <a:pt x="4805731" y="3440558"/>
                  </a:lnTo>
                  <a:lnTo>
                    <a:pt x="4879491" y="3449623"/>
                  </a:lnTo>
                  <a:lnTo>
                    <a:pt x="4953251" y="3458300"/>
                  </a:lnTo>
                  <a:lnTo>
                    <a:pt x="5027011" y="3466607"/>
                  </a:lnTo>
                  <a:lnTo>
                    <a:pt x="5100771" y="3474559"/>
                  </a:lnTo>
                  <a:lnTo>
                    <a:pt x="5174531" y="3482171"/>
                  </a:lnTo>
                  <a:lnTo>
                    <a:pt x="5248291" y="3489457"/>
                  </a:lnTo>
                  <a:lnTo>
                    <a:pt x="5322051" y="3496432"/>
                  </a:lnTo>
                  <a:lnTo>
                    <a:pt x="5395811" y="3503109"/>
                  </a:lnTo>
                  <a:lnTo>
                    <a:pt x="5469571" y="3509500"/>
                  </a:lnTo>
                  <a:lnTo>
                    <a:pt x="5543331" y="3515619"/>
                  </a:lnTo>
                  <a:lnTo>
                    <a:pt x="5617091" y="3521475"/>
                  </a:lnTo>
                  <a:lnTo>
                    <a:pt x="5690851" y="3527082"/>
                  </a:lnTo>
                  <a:lnTo>
                    <a:pt x="5764611" y="3532449"/>
                  </a:lnTo>
                  <a:lnTo>
                    <a:pt x="5838371" y="3537586"/>
                  </a:lnTo>
                  <a:lnTo>
                    <a:pt x="5912131" y="3542504"/>
                  </a:lnTo>
                  <a:lnTo>
                    <a:pt x="5985891" y="3547211"/>
                  </a:lnTo>
                  <a:lnTo>
                    <a:pt x="6059652" y="3551718"/>
                  </a:lnTo>
                  <a:lnTo>
                    <a:pt x="6133412" y="3556032"/>
                  </a:lnTo>
                  <a:lnTo>
                    <a:pt x="6207172" y="35601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2026-05-21T09:01:17Z</dcterms:modified>
  <cp:category/>
</cp:coreProperties>
</file>