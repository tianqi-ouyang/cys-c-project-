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45941"/>
            </a:xfrm>
            <a:custGeom>
              <a:avLst/>
              <a:pathLst>
                <a:path w="6964104" h="1245941">
                  <a:moveTo>
                    <a:pt x="1776676" y="0"/>
                  </a:moveTo>
                  <a:lnTo>
                    <a:pt x="1828956" y="58805"/>
                  </a:lnTo>
                  <a:lnTo>
                    <a:pt x="1899301" y="133029"/>
                  </a:lnTo>
                  <a:lnTo>
                    <a:pt x="1969645" y="202656"/>
                  </a:lnTo>
                  <a:lnTo>
                    <a:pt x="2039990" y="267971"/>
                  </a:lnTo>
                  <a:lnTo>
                    <a:pt x="2110334" y="329240"/>
                  </a:lnTo>
                  <a:lnTo>
                    <a:pt x="2180679" y="386715"/>
                  </a:lnTo>
                  <a:lnTo>
                    <a:pt x="2251023" y="440629"/>
                  </a:lnTo>
                  <a:lnTo>
                    <a:pt x="2321368" y="491205"/>
                  </a:lnTo>
                  <a:lnTo>
                    <a:pt x="2391712" y="538648"/>
                  </a:lnTo>
                  <a:lnTo>
                    <a:pt x="2462057" y="583152"/>
                  </a:lnTo>
                  <a:lnTo>
                    <a:pt x="2532401" y="624900"/>
                  </a:lnTo>
                  <a:lnTo>
                    <a:pt x="2602746" y="664063"/>
                  </a:lnTo>
                  <a:lnTo>
                    <a:pt x="2673090" y="700800"/>
                  </a:lnTo>
                  <a:lnTo>
                    <a:pt x="2743435" y="735261"/>
                  </a:lnTo>
                  <a:lnTo>
                    <a:pt x="2813779" y="767588"/>
                  </a:lnTo>
                  <a:lnTo>
                    <a:pt x="2884124" y="797913"/>
                  </a:lnTo>
                  <a:lnTo>
                    <a:pt x="2954468" y="826360"/>
                  </a:lnTo>
                  <a:lnTo>
                    <a:pt x="3024813" y="853044"/>
                  </a:lnTo>
                  <a:lnTo>
                    <a:pt x="3095157" y="878076"/>
                  </a:lnTo>
                  <a:lnTo>
                    <a:pt x="3165502" y="901558"/>
                  </a:lnTo>
                  <a:lnTo>
                    <a:pt x="3235846" y="923585"/>
                  </a:lnTo>
                  <a:lnTo>
                    <a:pt x="3306191" y="944248"/>
                  </a:lnTo>
                  <a:lnTo>
                    <a:pt x="3376535" y="959993"/>
                  </a:lnTo>
                  <a:lnTo>
                    <a:pt x="3446880" y="966875"/>
                  </a:lnTo>
                  <a:lnTo>
                    <a:pt x="3517224" y="973598"/>
                  </a:lnTo>
                  <a:lnTo>
                    <a:pt x="3587569" y="980165"/>
                  </a:lnTo>
                  <a:lnTo>
                    <a:pt x="3657913" y="986580"/>
                  </a:lnTo>
                  <a:lnTo>
                    <a:pt x="3728257" y="992846"/>
                  </a:lnTo>
                  <a:lnTo>
                    <a:pt x="3798602" y="998968"/>
                  </a:lnTo>
                  <a:lnTo>
                    <a:pt x="3868946" y="1004947"/>
                  </a:lnTo>
                  <a:lnTo>
                    <a:pt x="3939291" y="1010789"/>
                  </a:lnTo>
                  <a:lnTo>
                    <a:pt x="4009635" y="1016495"/>
                  </a:lnTo>
                  <a:lnTo>
                    <a:pt x="4079980" y="1022068"/>
                  </a:lnTo>
                  <a:lnTo>
                    <a:pt x="4150324" y="1027513"/>
                  </a:lnTo>
                  <a:lnTo>
                    <a:pt x="4220669" y="1032832"/>
                  </a:lnTo>
                  <a:lnTo>
                    <a:pt x="4291013" y="1038027"/>
                  </a:lnTo>
                  <a:lnTo>
                    <a:pt x="4361358" y="1043102"/>
                  </a:lnTo>
                  <a:lnTo>
                    <a:pt x="4431702" y="1048060"/>
                  </a:lnTo>
                  <a:lnTo>
                    <a:pt x="4502047" y="1052903"/>
                  </a:lnTo>
                  <a:lnTo>
                    <a:pt x="4572391" y="1057634"/>
                  </a:lnTo>
                  <a:lnTo>
                    <a:pt x="4642736" y="1062255"/>
                  </a:lnTo>
                  <a:lnTo>
                    <a:pt x="4713080" y="1066769"/>
                  </a:lnTo>
                  <a:lnTo>
                    <a:pt x="4783425" y="1071179"/>
                  </a:lnTo>
                  <a:lnTo>
                    <a:pt x="4853769" y="1075486"/>
                  </a:lnTo>
                  <a:lnTo>
                    <a:pt x="4924114" y="1079694"/>
                  </a:lnTo>
                  <a:lnTo>
                    <a:pt x="4994458" y="1083804"/>
                  </a:lnTo>
                  <a:lnTo>
                    <a:pt x="5064803" y="1087819"/>
                  </a:lnTo>
                  <a:lnTo>
                    <a:pt x="5135147" y="1091742"/>
                  </a:lnTo>
                  <a:lnTo>
                    <a:pt x="5205492" y="1095573"/>
                  </a:lnTo>
                  <a:lnTo>
                    <a:pt x="5275836" y="1099316"/>
                  </a:lnTo>
                  <a:lnTo>
                    <a:pt x="5346181" y="1102972"/>
                  </a:lnTo>
                  <a:lnTo>
                    <a:pt x="5416525" y="1106543"/>
                  </a:lnTo>
                  <a:lnTo>
                    <a:pt x="5486870" y="1110032"/>
                  </a:lnTo>
                  <a:lnTo>
                    <a:pt x="5557214" y="1113440"/>
                  </a:lnTo>
                  <a:lnTo>
                    <a:pt x="5627559" y="1116769"/>
                  </a:lnTo>
                  <a:lnTo>
                    <a:pt x="5697903" y="1120020"/>
                  </a:lnTo>
                  <a:lnTo>
                    <a:pt x="5768248" y="1123197"/>
                  </a:lnTo>
                  <a:lnTo>
                    <a:pt x="5838592" y="1126300"/>
                  </a:lnTo>
                  <a:lnTo>
                    <a:pt x="5908937" y="1129331"/>
                  </a:lnTo>
                  <a:lnTo>
                    <a:pt x="5979281" y="1132292"/>
                  </a:lnTo>
                  <a:lnTo>
                    <a:pt x="6049626" y="1135184"/>
                  </a:lnTo>
                  <a:lnTo>
                    <a:pt x="6119970" y="1138010"/>
                  </a:lnTo>
                  <a:lnTo>
                    <a:pt x="6190315" y="1140770"/>
                  </a:lnTo>
                  <a:lnTo>
                    <a:pt x="6260659" y="1143466"/>
                  </a:lnTo>
                  <a:lnTo>
                    <a:pt x="6331004" y="1146100"/>
                  </a:lnTo>
                  <a:lnTo>
                    <a:pt x="6401348" y="1148672"/>
                  </a:lnTo>
                  <a:lnTo>
                    <a:pt x="6471693" y="1151185"/>
                  </a:lnTo>
                  <a:lnTo>
                    <a:pt x="6542037" y="1153640"/>
                  </a:lnTo>
                  <a:lnTo>
                    <a:pt x="6612382" y="1156038"/>
                  </a:lnTo>
                  <a:lnTo>
                    <a:pt x="6682726" y="1158381"/>
                  </a:lnTo>
                  <a:lnTo>
                    <a:pt x="6753071" y="1160669"/>
                  </a:lnTo>
                  <a:lnTo>
                    <a:pt x="6823415" y="1162904"/>
                  </a:lnTo>
                  <a:lnTo>
                    <a:pt x="6893760" y="1165088"/>
                  </a:lnTo>
                  <a:lnTo>
                    <a:pt x="6964104" y="1167221"/>
                  </a:lnTo>
                  <a:lnTo>
                    <a:pt x="6964104" y="1245941"/>
                  </a:lnTo>
                  <a:lnTo>
                    <a:pt x="6893760" y="1245198"/>
                  </a:lnTo>
                  <a:lnTo>
                    <a:pt x="6823415" y="1244405"/>
                  </a:lnTo>
                  <a:lnTo>
                    <a:pt x="6753071" y="1243560"/>
                  </a:lnTo>
                  <a:lnTo>
                    <a:pt x="6682726" y="1242660"/>
                  </a:lnTo>
                  <a:lnTo>
                    <a:pt x="6612382" y="1241699"/>
                  </a:lnTo>
                  <a:lnTo>
                    <a:pt x="6542037" y="1240676"/>
                  </a:lnTo>
                  <a:lnTo>
                    <a:pt x="6471693" y="1239585"/>
                  </a:lnTo>
                  <a:lnTo>
                    <a:pt x="6401348" y="1238421"/>
                  </a:lnTo>
                  <a:lnTo>
                    <a:pt x="6331004" y="1237181"/>
                  </a:lnTo>
                  <a:lnTo>
                    <a:pt x="6260659" y="1235860"/>
                  </a:lnTo>
                  <a:lnTo>
                    <a:pt x="6190315" y="1234451"/>
                  </a:lnTo>
                  <a:lnTo>
                    <a:pt x="6119970" y="1232948"/>
                  </a:lnTo>
                  <a:lnTo>
                    <a:pt x="6049626" y="1231347"/>
                  </a:lnTo>
                  <a:lnTo>
                    <a:pt x="5979281" y="1229640"/>
                  </a:lnTo>
                  <a:lnTo>
                    <a:pt x="5908937" y="1227820"/>
                  </a:lnTo>
                  <a:lnTo>
                    <a:pt x="5838592" y="1225880"/>
                  </a:lnTo>
                  <a:lnTo>
                    <a:pt x="5768248" y="1223812"/>
                  </a:lnTo>
                  <a:lnTo>
                    <a:pt x="5697903" y="1221608"/>
                  </a:lnTo>
                  <a:lnTo>
                    <a:pt x="5627559" y="1219257"/>
                  </a:lnTo>
                  <a:lnTo>
                    <a:pt x="5557214" y="1216752"/>
                  </a:lnTo>
                  <a:lnTo>
                    <a:pt x="5486870" y="1214081"/>
                  </a:lnTo>
                  <a:lnTo>
                    <a:pt x="5416525" y="1211234"/>
                  </a:lnTo>
                  <a:lnTo>
                    <a:pt x="5346181" y="1208199"/>
                  </a:lnTo>
                  <a:lnTo>
                    <a:pt x="5275836" y="1204964"/>
                  </a:lnTo>
                  <a:lnTo>
                    <a:pt x="5205492" y="1201515"/>
                  </a:lnTo>
                  <a:lnTo>
                    <a:pt x="5135147" y="1197838"/>
                  </a:lnTo>
                  <a:lnTo>
                    <a:pt x="5064803" y="1193919"/>
                  </a:lnTo>
                  <a:lnTo>
                    <a:pt x="4994458" y="1189740"/>
                  </a:lnTo>
                  <a:lnTo>
                    <a:pt x="4924114" y="1185286"/>
                  </a:lnTo>
                  <a:lnTo>
                    <a:pt x="4853769" y="1180538"/>
                  </a:lnTo>
                  <a:lnTo>
                    <a:pt x="4783425" y="1175476"/>
                  </a:lnTo>
                  <a:lnTo>
                    <a:pt x="4713080" y="1170080"/>
                  </a:lnTo>
                  <a:lnTo>
                    <a:pt x="4642736" y="1164328"/>
                  </a:lnTo>
                  <a:lnTo>
                    <a:pt x="4572391" y="1158196"/>
                  </a:lnTo>
                  <a:lnTo>
                    <a:pt x="4502047" y="1151659"/>
                  </a:lnTo>
                  <a:lnTo>
                    <a:pt x="4431702" y="1144690"/>
                  </a:lnTo>
                  <a:lnTo>
                    <a:pt x="4361358" y="1137261"/>
                  </a:lnTo>
                  <a:lnTo>
                    <a:pt x="4291013" y="1129342"/>
                  </a:lnTo>
                  <a:lnTo>
                    <a:pt x="4220669" y="1120900"/>
                  </a:lnTo>
                  <a:lnTo>
                    <a:pt x="4150324" y="1111901"/>
                  </a:lnTo>
                  <a:lnTo>
                    <a:pt x="4079980" y="1102307"/>
                  </a:lnTo>
                  <a:lnTo>
                    <a:pt x="4009635" y="1092080"/>
                  </a:lnTo>
                  <a:lnTo>
                    <a:pt x="3939291" y="1081178"/>
                  </a:lnTo>
                  <a:lnTo>
                    <a:pt x="3868946" y="1069556"/>
                  </a:lnTo>
                  <a:lnTo>
                    <a:pt x="3798602" y="1057167"/>
                  </a:lnTo>
                  <a:lnTo>
                    <a:pt x="3728257" y="1043959"/>
                  </a:lnTo>
                  <a:lnTo>
                    <a:pt x="3657913" y="1029880"/>
                  </a:lnTo>
                  <a:lnTo>
                    <a:pt x="3587569" y="1014871"/>
                  </a:lnTo>
                  <a:lnTo>
                    <a:pt x="3517224" y="998871"/>
                  </a:lnTo>
                  <a:lnTo>
                    <a:pt x="3446880" y="981814"/>
                  </a:lnTo>
                  <a:lnTo>
                    <a:pt x="3376535" y="963631"/>
                  </a:lnTo>
                  <a:lnTo>
                    <a:pt x="3306191" y="952948"/>
                  </a:lnTo>
                  <a:lnTo>
                    <a:pt x="3235846" y="945735"/>
                  </a:lnTo>
                  <a:lnTo>
                    <a:pt x="3165502" y="938352"/>
                  </a:lnTo>
                  <a:lnTo>
                    <a:pt x="3095157" y="930794"/>
                  </a:lnTo>
                  <a:lnTo>
                    <a:pt x="3024813" y="923056"/>
                  </a:lnTo>
                  <a:lnTo>
                    <a:pt x="2954468" y="915135"/>
                  </a:lnTo>
                  <a:lnTo>
                    <a:pt x="2884124" y="907027"/>
                  </a:lnTo>
                  <a:lnTo>
                    <a:pt x="2813779" y="898726"/>
                  </a:lnTo>
                  <a:lnTo>
                    <a:pt x="2743435" y="890228"/>
                  </a:lnTo>
                  <a:lnTo>
                    <a:pt x="2673090" y="881529"/>
                  </a:lnTo>
                  <a:lnTo>
                    <a:pt x="2602746" y="872624"/>
                  </a:lnTo>
                  <a:lnTo>
                    <a:pt x="2532401" y="863508"/>
                  </a:lnTo>
                  <a:lnTo>
                    <a:pt x="2462057" y="854175"/>
                  </a:lnTo>
                  <a:lnTo>
                    <a:pt x="2391712" y="844622"/>
                  </a:lnTo>
                  <a:lnTo>
                    <a:pt x="2321368" y="834841"/>
                  </a:lnTo>
                  <a:lnTo>
                    <a:pt x="2251023" y="824829"/>
                  </a:lnTo>
                  <a:lnTo>
                    <a:pt x="2180679" y="814580"/>
                  </a:lnTo>
                  <a:lnTo>
                    <a:pt x="2110334" y="804088"/>
                  </a:lnTo>
                  <a:lnTo>
                    <a:pt x="2039990" y="793347"/>
                  </a:lnTo>
                  <a:lnTo>
                    <a:pt x="1969645" y="782351"/>
                  </a:lnTo>
                  <a:lnTo>
                    <a:pt x="1899301" y="771095"/>
                  </a:lnTo>
                  <a:lnTo>
                    <a:pt x="1828956" y="759572"/>
                  </a:lnTo>
                  <a:lnTo>
                    <a:pt x="1758612" y="747776"/>
                  </a:lnTo>
                  <a:lnTo>
                    <a:pt x="1688267" y="735700"/>
                  </a:lnTo>
                  <a:lnTo>
                    <a:pt x="1617923" y="723338"/>
                  </a:lnTo>
                  <a:lnTo>
                    <a:pt x="1547578" y="710683"/>
                  </a:lnTo>
                  <a:lnTo>
                    <a:pt x="1477234" y="697728"/>
                  </a:lnTo>
                  <a:lnTo>
                    <a:pt x="1406889" y="684465"/>
                  </a:lnTo>
                  <a:lnTo>
                    <a:pt x="1336545" y="670889"/>
                  </a:lnTo>
                  <a:lnTo>
                    <a:pt x="1266200" y="656990"/>
                  </a:lnTo>
                  <a:lnTo>
                    <a:pt x="1195856" y="642762"/>
                  </a:lnTo>
                  <a:lnTo>
                    <a:pt x="1125511" y="628197"/>
                  </a:lnTo>
                  <a:lnTo>
                    <a:pt x="1055167" y="613287"/>
                  </a:lnTo>
                  <a:lnTo>
                    <a:pt x="984822" y="598023"/>
                  </a:lnTo>
                  <a:lnTo>
                    <a:pt x="914478" y="582397"/>
                  </a:lnTo>
                  <a:lnTo>
                    <a:pt x="844133" y="566401"/>
                  </a:lnTo>
                  <a:lnTo>
                    <a:pt x="773789" y="550026"/>
                  </a:lnTo>
                  <a:lnTo>
                    <a:pt x="703444" y="533262"/>
                  </a:lnTo>
                  <a:lnTo>
                    <a:pt x="633100" y="516101"/>
                  </a:lnTo>
                  <a:lnTo>
                    <a:pt x="562755" y="498534"/>
                  </a:lnTo>
                  <a:lnTo>
                    <a:pt x="492411" y="480550"/>
                  </a:lnTo>
                  <a:lnTo>
                    <a:pt x="422066" y="462139"/>
                  </a:lnTo>
                  <a:lnTo>
                    <a:pt x="351722" y="443292"/>
                  </a:lnTo>
                  <a:lnTo>
                    <a:pt x="281377" y="423999"/>
                  </a:lnTo>
                  <a:lnTo>
                    <a:pt x="211033" y="404248"/>
                  </a:lnTo>
                  <a:lnTo>
                    <a:pt x="140688" y="384029"/>
                  </a:lnTo>
                  <a:lnTo>
                    <a:pt x="70344" y="363330"/>
                  </a:lnTo>
                  <a:lnTo>
                    <a:pt x="0" y="3421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11988" y="2143092"/>
              <a:ext cx="5187427" cy="1167221"/>
            </a:xfrm>
            <a:custGeom>
              <a:avLst/>
              <a:pathLst>
                <a:path w="5187427" h="1167221">
                  <a:moveTo>
                    <a:pt x="0" y="0"/>
                  </a:moveTo>
                  <a:lnTo>
                    <a:pt x="52279" y="58805"/>
                  </a:lnTo>
                  <a:lnTo>
                    <a:pt x="122624" y="133029"/>
                  </a:lnTo>
                  <a:lnTo>
                    <a:pt x="192968" y="202656"/>
                  </a:lnTo>
                  <a:lnTo>
                    <a:pt x="263313" y="267971"/>
                  </a:lnTo>
                  <a:lnTo>
                    <a:pt x="333657" y="329240"/>
                  </a:lnTo>
                  <a:lnTo>
                    <a:pt x="404002" y="386715"/>
                  </a:lnTo>
                  <a:lnTo>
                    <a:pt x="474346" y="440629"/>
                  </a:lnTo>
                  <a:lnTo>
                    <a:pt x="544691" y="491205"/>
                  </a:lnTo>
                  <a:lnTo>
                    <a:pt x="615035" y="538648"/>
                  </a:lnTo>
                  <a:lnTo>
                    <a:pt x="685380" y="583152"/>
                  </a:lnTo>
                  <a:lnTo>
                    <a:pt x="755724" y="624900"/>
                  </a:lnTo>
                  <a:lnTo>
                    <a:pt x="826069" y="664063"/>
                  </a:lnTo>
                  <a:lnTo>
                    <a:pt x="896413" y="700800"/>
                  </a:lnTo>
                  <a:lnTo>
                    <a:pt x="966758" y="735261"/>
                  </a:lnTo>
                  <a:lnTo>
                    <a:pt x="1037102" y="767588"/>
                  </a:lnTo>
                  <a:lnTo>
                    <a:pt x="1107447" y="797913"/>
                  </a:lnTo>
                  <a:lnTo>
                    <a:pt x="1177791" y="826360"/>
                  </a:lnTo>
                  <a:lnTo>
                    <a:pt x="1248136" y="853044"/>
                  </a:lnTo>
                  <a:lnTo>
                    <a:pt x="1318480" y="878076"/>
                  </a:lnTo>
                  <a:lnTo>
                    <a:pt x="1388825" y="901558"/>
                  </a:lnTo>
                  <a:lnTo>
                    <a:pt x="1459169" y="923585"/>
                  </a:lnTo>
                  <a:lnTo>
                    <a:pt x="1529514" y="944248"/>
                  </a:lnTo>
                  <a:lnTo>
                    <a:pt x="1599858" y="959993"/>
                  </a:lnTo>
                  <a:lnTo>
                    <a:pt x="1670203" y="966875"/>
                  </a:lnTo>
                  <a:lnTo>
                    <a:pt x="1740547" y="973598"/>
                  </a:lnTo>
                  <a:lnTo>
                    <a:pt x="1810892" y="980165"/>
                  </a:lnTo>
                  <a:lnTo>
                    <a:pt x="1881236" y="986580"/>
                  </a:lnTo>
                  <a:lnTo>
                    <a:pt x="1951581" y="992846"/>
                  </a:lnTo>
                  <a:lnTo>
                    <a:pt x="2021925" y="998968"/>
                  </a:lnTo>
                  <a:lnTo>
                    <a:pt x="2092270" y="1004947"/>
                  </a:lnTo>
                  <a:lnTo>
                    <a:pt x="2162614" y="1010789"/>
                  </a:lnTo>
                  <a:lnTo>
                    <a:pt x="2232959" y="1016495"/>
                  </a:lnTo>
                  <a:lnTo>
                    <a:pt x="2303303" y="1022068"/>
                  </a:lnTo>
                  <a:lnTo>
                    <a:pt x="2373648" y="1027513"/>
                  </a:lnTo>
                  <a:lnTo>
                    <a:pt x="2443992" y="1032832"/>
                  </a:lnTo>
                  <a:lnTo>
                    <a:pt x="2514337" y="1038027"/>
                  </a:lnTo>
                  <a:lnTo>
                    <a:pt x="2584681" y="1043102"/>
                  </a:lnTo>
                  <a:lnTo>
                    <a:pt x="2655026" y="1048060"/>
                  </a:lnTo>
                  <a:lnTo>
                    <a:pt x="2725370" y="1052903"/>
                  </a:lnTo>
                  <a:lnTo>
                    <a:pt x="2795715" y="1057634"/>
                  </a:lnTo>
                  <a:lnTo>
                    <a:pt x="2866059" y="1062255"/>
                  </a:lnTo>
                  <a:lnTo>
                    <a:pt x="2936404" y="1066769"/>
                  </a:lnTo>
                  <a:lnTo>
                    <a:pt x="3006748" y="1071179"/>
                  </a:lnTo>
                  <a:lnTo>
                    <a:pt x="3077093" y="1075486"/>
                  </a:lnTo>
                  <a:lnTo>
                    <a:pt x="3147437" y="1079694"/>
                  </a:lnTo>
                  <a:lnTo>
                    <a:pt x="3217782" y="1083804"/>
                  </a:lnTo>
                  <a:lnTo>
                    <a:pt x="3288126" y="1087819"/>
                  </a:lnTo>
                  <a:lnTo>
                    <a:pt x="3358471" y="1091742"/>
                  </a:lnTo>
                  <a:lnTo>
                    <a:pt x="3428815" y="1095573"/>
                  </a:lnTo>
                  <a:lnTo>
                    <a:pt x="3499159" y="1099316"/>
                  </a:lnTo>
                  <a:lnTo>
                    <a:pt x="3569504" y="1102972"/>
                  </a:lnTo>
                  <a:lnTo>
                    <a:pt x="3639848" y="1106543"/>
                  </a:lnTo>
                  <a:lnTo>
                    <a:pt x="3710193" y="1110032"/>
                  </a:lnTo>
                  <a:lnTo>
                    <a:pt x="3780537" y="1113440"/>
                  </a:lnTo>
                  <a:lnTo>
                    <a:pt x="3850882" y="1116769"/>
                  </a:lnTo>
                  <a:lnTo>
                    <a:pt x="3921226" y="1120020"/>
                  </a:lnTo>
                  <a:lnTo>
                    <a:pt x="3991571" y="1123197"/>
                  </a:lnTo>
                  <a:lnTo>
                    <a:pt x="4061915" y="1126300"/>
                  </a:lnTo>
                  <a:lnTo>
                    <a:pt x="4132260" y="1129331"/>
                  </a:lnTo>
                  <a:lnTo>
                    <a:pt x="4202604" y="1132292"/>
                  </a:lnTo>
                  <a:lnTo>
                    <a:pt x="4272949" y="1135184"/>
                  </a:lnTo>
                  <a:lnTo>
                    <a:pt x="4343293" y="1138010"/>
                  </a:lnTo>
                  <a:lnTo>
                    <a:pt x="4413638" y="1140770"/>
                  </a:lnTo>
                  <a:lnTo>
                    <a:pt x="4483982" y="1143466"/>
                  </a:lnTo>
                  <a:lnTo>
                    <a:pt x="4554327" y="1146100"/>
                  </a:lnTo>
                  <a:lnTo>
                    <a:pt x="4624671" y="1148672"/>
                  </a:lnTo>
                  <a:lnTo>
                    <a:pt x="4695016" y="1151185"/>
                  </a:lnTo>
                  <a:lnTo>
                    <a:pt x="4765360" y="1153640"/>
                  </a:lnTo>
                  <a:lnTo>
                    <a:pt x="4835705" y="1156038"/>
                  </a:lnTo>
                  <a:lnTo>
                    <a:pt x="4906049" y="1158381"/>
                  </a:lnTo>
                  <a:lnTo>
                    <a:pt x="4976394" y="1160669"/>
                  </a:lnTo>
                  <a:lnTo>
                    <a:pt x="5046738" y="1162904"/>
                  </a:lnTo>
                  <a:lnTo>
                    <a:pt x="5117083" y="1165088"/>
                  </a:lnTo>
                  <a:lnTo>
                    <a:pt x="5187427" y="1167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485234"/>
              <a:ext cx="6964104" cy="903799"/>
            </a:xfrm>
            <a:custGeom>
              <a:avLst/>
              <a:pathLst>
                <a:path w="6964104" h="903799">
                  <a:moveTo>
                    <a:pt x="6964104" y="903799"/>
                  </a:moveTo>
                  <a:lnTo>
                    <a:pt x="6893760" y="903056"/>
                  </a:lnTo>
                  <a:lnTo>
                    <a:pt x="6823415" y="902263"/>
                  </a:lnTo>
                  <a:lnTo>
                    <a:pt x="6753071" y="901418"/>
                  </a:lnTo>
                  <a:lnTo>
                    <a:pt x="6682726" y="900518"/>
                  </a:lnTo>
                  <a:lnTo>
                    <a:pt x="6612382" y="899557"/>
                  </a:lnTo>
                  <a:lnTo>
                    <a:pt x="6542037" y="898534"/>
                  </a:lnTo>
                  <a:lnTo>
                    <a:pt x="6471693" y="897443"/>
                  </a:lnTo>
                  <a:lnTo>
                    <a:pt x="6401348" y="896280"/>
                  </a:lnTo>
                  <a:lnTo>
                    <a:pt x="6331004" y="895040"/>
                  </a:lnTo>
                  <a:lnTo>
                    <a:pt x="6260659" y="893718"/>
                  </a:lnTo>
                  <a:lnTo>
                    <a:pt x="6190315" y="892309"/>
                  </a:lnTo>
                  <a:lnTo>
                    <a:pt x="6119970" y="890806"/>
                  </a:lnTo>
                  <a:lnTo>
                    <a:pt x="6049626" y="889205"/>
                  </a:lnTo>
                  <a:lnTo>
                    <a:pt x="5979281" y="887498"/>
                  </a:lnTo>
                  <a:lnTo>
                    <a:pt x="5908937" y="885678"/>
                  </a:lnTo>
                  <a:lnTo>
                    <a:pt x="5838592" y="883738"/>
                  </a:lnTo>
                  <a:lnTo>
                    <a:pt x="5768248" y="881670"/>
                  </a:lnTo>
                  <a:lnTo>
                    <a:pt x="5697903" y="879466"/>
                  </a:lnTo>
                  <a:lnTo>
                    <a:pt x="5627559" y="877115"/>
                  </a:lnTo>
                  <a:lnTo>
                    <a:pt x="5557214" y="874610"/>
                  </a:lnTo>
                  <a:lnTo>
                    <a:pt x="5486870" y="871939"/>
                  </a:lnTo>
                  <a:lnTo>
                    <a:pt x="5416525" y="869092"/>
                  </a:lnTo>
                  <a:lnTo>
                    <a:pt x="5346181" y="866057"/>
                  </a:lnTo>
                  <a:lnTo>
                    <a:pt x="5275836" y="862822"/>
                  </a:lnTo>
                  <a:lnTo>
                    <a:pt x="5205492" y="859373"/>
                  </a:lnTo>
                  <a:lnTo>
                    <a:pt x="5135147" y="855696"/>
                  </a:lnTo>
                  <a:lnTo>
                    <a:pt x="5064803" y="851777"/>
                  </a:lnTo>
                  <a:lnTo>
                    <a:pt x="4994458" y="847598"/>
                  </a:lnTo>
                  <a:lnTo>
                    <a:pt x="4924114" y="843144"/>
                  </a:lnTo>
                  <a:lnTo>
                    <a:pt x="4853769" y="838396"/>
                  </a:lnTo>
                  <a:lnTo>
                    <a:pt x="4783425" y="833334"/>
                  </a:lnTo>
                  <a:lnTo>
                    <a:pt x="4713080" y="827938"/>
                  </a:lnTo>
                  <a:lnTo>
                    <a:pt x="4642736" y="822186"/>
                  </a:lnTo>
                  <a:lnTo>
                    <a:pt x="4572391" y="816054"/>
                  </a:lnTo>
                  <a:lnTo>
                    <a:pt x="4502047" y="809517"/>
                  </a:lnTo>
                  <a:lnTo>
                    <a:pt x="4431702" y="802548"/>
                  </a:lnTo>
                  <a:lnTo>
                    <a:pt x="4361358" y="795120"/>
                  </a:lnTo>
                  <a:lnTo>
                    <a:pt x="4291013" y="787200"/>
                  </a:lnTo>
                  <a:lnTo>
                    <a:pt x="4220669" y="778758"/>
                  </a:lnTo>
                  <a:lnTo>
                    <a:pt x="4150324" y="769759"/>
                  </a:lnTo>
                  <a:lnTo>
                    <a:pt x="4079980" y="760165"/>
                  </a:lnTo>
                  <a:lnTo>
                    <a:pt x="4009635" y="749938"/>
                  </a:lnTo>
                  <a:lnTo>
                    <a:pt x="3939291" y="739036"/>
                  </a:lnTo>
                  <a:lnTo>
                    <a:pt x="3868946" y="727414"/>
                  </a:lnTo>
                  <a:lnTo>
                    <a:pt x="3798602" y="715025"/>
                  </a:lnTo>
                  <a:lnTo>
                    <a:pt x="3728257" y="701817"/>
                  </a:lnTo>
                  <a:lnTo>
                    <a:pt x="3657913" y="687738"/>
                  </a:lnTo>
                  <a:lnTo>
                    <a:pt x="3587569" y="672729"/>
                  </a:lnTo>
                  <a:lnTo>
                    <a:pt x="3517224" y="656729"/>
                  </a:lnTo>
                  <a:lnTo>
                    <a:pt x="3446880" y="639672"/>
                  </a:lnTo>
                  <a:lnTo>
                    <a:pt x="3376535" y="621489"/>
                  </a:lnTo>
                  <a:lnTo>
                    <a:pt x="3306191" y="610806"/>
                  </a:lnTo>
                  <a:lnTo>
                    <a:pt x="3235846" y="603593"/>
                  </a:lnTo>
                  <a:lnTo>
                    <a:pt x="3165502" y="596210"/>
                  </a:lnTo>
                  <a:lnTo>
                    <a:pt x="3095157" y="588652"/>
                  </a:lnTo>
                  <a:lnTo>
                    <a:pt x="3024813" y="580914"/>
                  </a:lnTo>
                  <a:lnTo>
                    <a:pt x="2954468" y="572993"/>
                  </a:lnTo>
                  <a:lnTo>
                    <a:pt x="2884124" y="564885"/>
                  </a:lnTo>
                  <a:lnTo>
                    <a:pt x="2813779" y="556584"/>
                  </a:lnTo>
                  <a:lnTo>
                    <a:pt x="2743435" y="548086"/>
                  </a:lnTo>
                  <a:lnTo>
                    <a:pt x="2673090" y="539387"/>
                  </a:lnTo>
                  <a:lnTo>
                    <a:pt x="2602746" y="530482"/>
                  </a:lnTo>
                  <a:lnTo>
                    <a:pt x="2532401" y="521366"/>
                  </a:lnTo>
                  <a:lnTo>
                    <a:pt x="2462057" y="512033"/>
                  </a:lnTo>
                  <a:lnTo>
                    <a:pt x="2391712" y="502480"/>
                  </a:lnTo>
                  <a:lnTo>
                    <a:pt x="2321368" y="492700"/>
                  </a:lnTo>
                  <a:lnTo>
                    <a:pt x="2251023" y="482688"/>
                  </a:lnTo>
                  <a:lnTo>
                    <a:pt x="2180679" y="472438"/>
                  </a:lnTo>
                  <a:lnTo>
                    <a:pt x="2110334" y="461946"/>
                  </a:lnTo>
                  <a:lnTo>
                    <a:pt x="2039990" y="451205"/>
                  </a:lnTo>
                  <a:lnTo>
                    <a:pt x="1969645" y="440209"/>
                  </a:lnTo>
                  <a:lnTo>
                    <a:pt x="1899301" y="428953"/>
                  </a:lnTo>
                  <a:lnTo>
                    <a:pt x="1828956" y="417430"/>
                  </a:lnTo>
                  <a:lnTo>
                    <a:pt x="1758612" y="405634"/>
                  </a:lnTo>
                  <a:lnTo>
                    <a:pt x="1688267" y="393558"/>
                  </a:lnTo>
                  <a:lnTo>
                    <a:pt x="1617923" y="381196"/>
                  </a:lnTo>
                  <a:lnTo>
                    <a:pt x="1547578" y="368541"/>
                  </a:lnTo>
                  <a:lnTo>
                    <a:pt x="1477234" y="355586"/>
                  </a:lnTo>
                  <a:lnTo>
                    <a:pt x="1406889" y="342323"/>
                  </a:lnTo>
                  <a:lnTo>
                    <a:pt x="1336545" y="328747"/>
                  </a:lnTo>
                  <a:lnTo>
                    <a:pt x="1266200" y="314848"/>
                  </a:lnTo>
                  <a:lnTo>
                    <a:pt x="1195856" y="300620"/>
                  </a:lnTo>
                  <a:lnTo>
                    <a:pt x="1125511" y="286055"/>
                  </a:lnTo>
                  <a:lnTo>
                    <a:pt x="1055167" y="271145"/>
                  </a:lnTo>
                  <a:lnTo>
                    <a:pt x="984822" y="255881"/>
                  </a:lnTo>
                  <a:lnTo>
                    <a:pt x="914478" y="240255"/>
                  </a:lnTo>
                  <a:lnTo>
                    <a:pt x="844133" y="224259"/>
                  </a:lnTo>
                  <a:lnTo>
                    <a:pt x="773789" y="207884"/>
                  </a:lnTo>
                  <a:lnTo>
                    <a:pt x="703444" y="191120"/>
                  </a:lnTo>
                  <a:lnTo>
                    <a:pt x="633100" y="173959"/>
                  </a:lnTo>
                  <a:lnTo>
                    <a:pt x="562755" y="156392"/>
                  </a:lnTo>
                  <a:lnTo>
                    <a:pt x="492411" y="138408"/>
                  </a:lnTo>
                  <a:lnTo>
                    <a:pt x="422066" y="119997"/>
                  </a:lnTo>
                  <a:lnTo>
                    <a:pt x="351722" y="101151"/>
                  </a:lnTo>
                  <a:lnTo>
                    <a:pt x="281377" y="81857"/>
                  </a:lnTo>
                  <a:lnTo>
                    <a:pt x="211033" y="62106"/>
                  </a:lnTo>
                  <a:lnTo>
                    <a:pt x="140688" y="41887"/>
                  </a:lnTo>
                  <a:lnTo>
                    <a:pt x="70344" y="211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79674" y="2143092"/>
              <a:ext cx="5919742" cy="1225370"/>
            </a:xfrm>
            <a:custGeom>
              <a:avLst/>
              <a:pathLst>
                <a:path w="5919742" h="1225370">
                  <a:moveTo>
                    <a:pt x="0" y="0"/>
                  </a:moveTo>
                  <a:lnTo>
                    <a:pt x="10805" y="8563"/>
                  </a:lnTo>
                  <a:lnTo>
                    <a:pt x="81149" y="61933"/>
                  </a:lnTo>
                  <a:lnTo>
                    <a:pt x="151494" y="113022"/>
                  </a:lnTo>
                  <a:lnTo>
                    <a:pt x="221838" y="161927"/>
                  </a:lnTo>
                  <a:lnTo>
                    <a:pt x="292183" y="208742"/>
                  </a:lnTo>
                  <a:lnTo>
                    <a:pt x="362527" y="253556"/>
                  </a:lnTo>
                  <a:lnTo>
                    <a:pt x="432872" y="296454"/>
                  </a:lnTo>
                  <a:lnTo>
                    <a:pt x="503216" y="337519"/>
                  </a:lnTo>
                  <a:lnTo>
                    <a:pt x="573561" y="376828"/>
                  </a:lnTo>
                  <a:lnTo>
                    <a:pt x="643905" y="414457"/>
                  </a:lnTo>
                  <a:lnTo>
                    <a:pt x="714250" y="450478"/>
                  </a:lnTo>
                  <a:lnTo>
                    <a:pt x="784594" y="484960"/>
                  </a:lnTo>
                  <a:lnTo>
                    <a:pt x="854939" y="517967"/>
                  </a:lnTo>
                  <a:lnTo>
                    <a:pt x="925283" y="549564"/>
                  </a:lnTo>
                  <a:lnTo>
                    <a:pt x="995628" y="579810"/>
                  </a:lnTo>
                  <a:lnTo>
                    <a:pt x="1065972" y="608763"/>
                  </a:lnTo>
                  <a:lnTo>
                    <a:pt x="1136317" y="636479"/>
                  </a:lnTo>
                  <a:lnTo>
                    <a:pt x="1206661" y="663010"/>
                  </a:lnTo>
                  <a:lnTo>
                    <a:pt x="1277006" y="688408"/>
                  </a:lnTo>
                  <a:lnTo>
                    <a:pt x="1347350" y="712719"/>
                  </a:lnTo>
                  <a:lnTo>
                    <a:pt x="1417695" y="735992"/>
                  </a:lnTo>
                  <a:lnTo>
                    <a:pt x="1488039" y="758270"/>
                  </a:lnTo>
                  <a:lnTo>
                    <a:pt x="1558384" y="779595"/>
                  </a:lnTo>
                  <a:lnTo>
                    <a:pt x="1628728" y="800009"/>
                  </a:lnTo>
                  <a:lnTo>
                    <a:pt x="1699073" y="819551"/>
                  </a:lnTo>
                  <a:lnTo>
                    <a:pt x="1769417" y="838257"/>
                  </a:lnTo>
                  <a:lnTo>
                    <a:pt x="1839762" y="856164"/>
                  </a:lnTo>
                  <a:lnTo>
                    <a:pt x="1910106" y="873305"/>
                  </a:lnTo>
                  <a:lnTo>
                    <a:pt x="1980451" y="889714"/>
                  </a:lnTo>
                  <a:lnTo>
                    <a:pt x="2050795" y="905421"/>
                  </a:lnTo>
                  <a:lnTo>
                    <a:pt x="2121140" y="920457"/>
                  </a:lnTo>
                  <a:lnTo>
                    <a:pt x="2191484" y="934850"/>
                  </a:lnTo>
                  <a:lnTo>
                    <a:pt x="2261828" y="948629"/>
                  </a:lnTo>
                  <a:lnTo>
                    <a:pt x="2332173" y="961818"/>
                  </a:lnTo>
                  <a:lnTo>
                    <a:pt x="2402517" y="974443"/>
                  </a:lnTo>
                  <a:lnTo>
                    <a:pt x="2472862" y="986529"/>
                  </a:lnTo>
                  <a:lnTo>
                    <a:pt x="2543206" y="998098"/>
                  </a:lnTo>
                  <a:lnTo>
                    <a:pt x="2613551" y="1009173"/>
                  </a:lnTo>
                  <a:lnTo>
                    <a:pt x="2683895" y="1019774"/>
                  </a:lnTo>
                  <a:lnTo>
                    <a:pt x="2754240" y="1029922"/>
                  </a:lnTo>
                  <a:lnTo>
                    <a:pt x="2824584" y="1039637"/>
                  </a:lnTo>
                  <a:lnTo>
                    <a:pt x="2894929" y="1048936"/>
                  </a:lnTo>
                  <a:lnTo>
                    <a:pt x="2965273" y="1057838"/>
                  </a:lnTo>
                  <a:lnTo>
                    <a:pt x="3035618" y="1066359"/>
                  </a:lnTo>
                  <a:lnTo>
                    <a:pt x="3105962" y="1074516"/>
                  </a:lnTo>
                  <a:lnTo>
                    <a:pt x="3176307" y="1082325"/>
                  </a:lnTo>
                  <a:lnTo>
                    <a:pt x="3246651" y="1089799"/>
                  </a:lnTo>
                  <a:lnTo>
                    <a:pt x="3316996" y="1096955"/>
                  </a:lnTo>
                  <a:lnTo>
                    <a:pt x="3387340" y="1103804"/>
                  </a:lnTo>
                  <a:lnTo>
                    <a:pt x="3457685" y="1110361"/>
                  </a:lnTo>
                  <a:lnTo>
                    <a:pt x="3528029" y="1116637"/>
                  </a:lnTo>
                  <a:lnTo>
                    <a:pt x="3598374" y="1122645"/>
                  </a:lnTo>
                  <a:lnTo>
                    <a:pt x="3668718" y="1128396"/>
                  </a:lnTo>
                  <a:lnTo>
                    <a:pt x="3739063" y="1133902"/>
                  </a:lnTo>
                  <a:lnTo>
                    <a:pt x="3809407" y="1139172"/>
                  </a:lnTo>
                  <a:lnTo>
                    <a:pt x="3879752" y="1144217"/>
                  </a:lnTo>
                  <a:lnTo>
                    <a:pt x="3950096" y="1149046"/>
                  </a:lnTo>
                  <a:lnTo>
                    <a:pt x="4020441" y="1153669"/>
                  </a:lnTo>
                  <a:lnTo>
                    <a:pt x="4090785" y="1158094"/>
                  </a:lnTo>
                  <a:lnTo>
                    <a:pt x="4161130" y="1162330"/>
                  </a:lnTo>
                  <a:lnTo>
                    <a:pt x="4231474" y="1166385"/>
                  </a:lnTo>
                  <a:lnTo>
                    <a:pt x="4301819" y="1170267"/>
                  </a:lnTo>
                  <a:lnTo>
                    <a:pt x="4372163" y="1173983"/>
                  </a:lnTo>
                  <a:lnTo>
                    <a:pt x="4442508" y="1177540"/>
                  </a:lnTo>
                  <a:lnTo>
                    <a:pt x="4512852" y="1180945"/>
                  </a:lnTo>
                  <a:lnTo>
                    <a:pt x="4583197" y="1184204"/>
                  </a:lnTo>
                  <a:lnTo>
                    <a:pt x="4653541" y="1187324"/>
                  </a:lnTo>
                  <a:lnTo>
                    <a:pt x="4723886" y="1190311"/>
                  </a:lnTo>
                  <a:lnTo>
                    <a:pt x="4794230" y="1193170"/>
                  </a:lnTo>
                  <a:lnTo>
                    <a:pt x="4864575" y="1195907"/>
                  </a:lnTo>
                  <a:lnTo>
                    <a:pt x="4934919" y="1198527"/>
                  </a:lnTo>
                  <a:lnTo>
                    <a:pt x="5005264" y="1201035"/>
                  </a:lnTo>
                  <a:lnTo>
                    <a:pt x="5075608" y="1203435"/>
                  </a:lnTo>
                  <a:lnTo>
                    <a:pt x="5145953" y="1205734"/>
                  </a:lnTo>
                  <a:lnTo>
                    <a:pt x="5216297" y="1207933"/>
                  </a:lnTo>
                  <a:lnTo>
                    <a:pt x="5286642" y="1210039"/>
                  </a:lnTo>
                  <a:lnTo>
                    <a:pt x="5356986" y="1212055"/>
                  </a:lnTo>
                  <a:lnTo>
                    <a:pt x="5427331" y="1213985"/>
                  </a:lnTo>
                  <a:lnTo>
                    <a:pt x="5497675" y="1215832"/>
                  </a:lnTo>
                  <a:lnTo>
                    <a:pt x="5568020" y="1217600"/>
                  </a:lnTo>
                  <a:lnTo>
                    <a:pt x="5638364" y="1219293"/>
                  </a:lnTo>
                  <a:lnTo>
                    <a:pt x="5708709" y="1220913"/>
                  </a:lnTo>
                  <a:lnTo>
                    <a:pt x="5779053" y="1222464"/>
                  </a:lnTo>
                  <a:lnTo>
                    <a:pt x="5849398" y="1223949"/>
                  </a:lnTo>
                  <a:lnTo>
                    <a:pt x="5919742" y="12253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336484"/>
              <a:ext cx="6964104" cy="1245941"/>
            </a:xfrm>
            <a:custGeom>
              <a:avLst/>
              <a:pathLst>
                <a:path w="6964104" h="1245941">
                  <a:moveTo>
                    <a:pt x="1776676" y="0"/>
                  </a:moveTo>
                  <a:lnTo>
                    <a:pt x="1828956" y="58805"/>
                  </a:lnTo>
                  <a:lnTo>
                    <a:pt x="1899301" y="133029"/>
                  </a:lnTo>
                  <a:lnTo>
                    <a:pt x="1969645" y="202656"/>
                  </a:lnTo>
                  <a:lnTo>
                    <a:pt x="2039990" y="267971"/>
                  </a:lnTo>
                  <a:lnTo>
                    <a:pt x="2110334" y="329240"/>
                  </a:lnTo>
                  <a:lnTo>
                    <a:pt x="2180679" y="386715"/>
                  </a:lnTo>
                  <a:lnTo>
                    <a:pt x="2251023" y="440629"/>
                  </a:lnTo>
                  <a:lnTo>
                    <a:pt x="2321368" y="491205"/>
                  </a:lnTo>
                  <a:lnTo>
                    <a:pt x="2391712" y="538648"/>
                  </a:lnTo>
                  <a:lnTo>
                    <a:pt x="2462057" y="583152"/>
                  </a:lnTo>
                  <a:lnTo>
                    <a:pt x="2532401" y="624900"/>
                  </a:lnTo>
                  <a:lnTo>
                    <a:pt x="2602746" y="664063"/>
                  </a:lnTo>
                  <a:lnTo>
                    <a:pt x="2673090" y="700800"/>
                  </a:lnTo>
                  <a:lnTo>
                    <a:pt x="2743435" y="735261"/>
                  </a:lnTo>
                  <a:lnTo>
                    <a:pt x="2813779" y="767588"/>
                  </a:lnTo>
                  <a:lnTo>
                    <a:pt x="2884124" y="797913"/>
                  </a:lnTo>
                  <a:lnTo>
                    <a:pt x="2954468" y="826360"/>
                  </a:lnTo>
                  <a:lnTo>
                    <a:pt x="3024813" y="853044"/>
                  </a:lnTo>
                  <a:lnTo>
                    <a:pt x="3095157" y="878076"/>
                  </a:lnTo>
                  <a:lnTo>
                    <a:pt x="3165502" y="901558"/>
                  </a:lnTo>
                  <a:lnTo>
                    <a:pt x="3235846" y="923585"/>
                  </a:lnTo>
                  <a:lnTo>
                    <a:pt x="3306191" y="944248"/>
                  </a:lnTo>
                  <a:lnTo>
                    <a:pt x="3376535" y="959993"/>
                  </a:lnTo>
                  <a:lnTo>
                    <a:pt x="3446880" y="966875"/>
                  </a:lnTo>
                  <a:lnTo>
                    <a:pt x="3517224" y="973598"/>
                  </a:lnTo>
                  <a:lnTo>
                    <a:pt x="3587569" y="980165"/>
                  </a:lnTo>
                  <a:lnTo>
                    <a:pt x="3657913" y="986580"/>
                  </a:lnTo>
                  <a:lnTo>
                    <a:pt x="3728257" y="992846"/>
                  </a:lnTo>
                  <a:lnTo>
                    <a:pt x="3798602" y="998968"/>
                  </a:lnTo>
                  <a:lnTo>
                    <a:pt x="3868946" y="1004947"/>
                  </a:lnTo>
                  <a:lnTo>
                    <a:pt x="3939291" y="1010789"/>
                  </a:lnTo>
                  <a:lnTo>
                    <a:pt x="4009635" y="1016495"/>
                  </a:lnTo>
                  <a:lnTo>
                    <a:pt x="4079980" y="1022068"/>
                  </a:lnTo>
                  <a:lnTo>
                    <a:pt x="4150324" y="1027513"/>
                  </a:lnTo>
                  <a:lnTo>
                    <a:pt x="4220669" y="1032832"/>
                  </a:lnTo>
                  <a:lnTo>
                    <a:pt x="4291013" y="1038027"/>
                  </a:lnTo>
                  <a:lnTo>
                    <a:pt x="4361358" y="1043102"/>
                  </a:lnTo>
                  <a:lnTo>
                    <a:pt x="4431702" y="1048060"/>
                  </a:lnTo>
                  <a:lnTo>
                    <a:pt x="4502047" y="1052903"/>
                  </a:lnTo>
                  <a:lnTo>
                    <a:pt x="4572391" y="1057634"/>
                  </a:lnTo>
                  <a:lnTo>
                    <a:pt x="4642736" y="1062255"/>
                  </a:lnTo>
                  <a:lnTo>
                    <a:pt x="4713080" y="1066769"/>
                  </a:lnTo>
                  <a:lnTo>
                    <a:pt x="4783425" y="1071179"/>
                  </a:lnTo>
                  <a:lnTo>
                    <a:pt x="4853769" y="1075486"/>
                  </a:lnTo>
                  <a:lnTo>
                    <a:pt x="4924114" y="1079694"/>
                  </a:lnTo>
                  <a:lnTo>
                    <a:pt x="4994458" y="1083804"/>
                  </a:lnTo>
                  <a:lnTo>
                    <a:pt x="5064803" y="1087819"/>
                  </a:lnTo>
                  <a:lnTo>
                    <a:pt x="5135147" y="1091742"/>
                  </a:lnTo>
                  <a:lnTo>
                    <a:pt x="5205492" y="1095573"/>
                  </a:lnTo>
                  <a:lnTo>
                    <a:pt x="5275836" y="1099316"/>
                  </a:lnTo>
                  <a:lnTo>
                    <a:pt x="5346181" y="1102972"/>
                  </a:lnTo>
                  <a:lnTo>
                    <a:pt x="5416525" y="1106543"/>
                  </a:lnTo>
                  <a:lnTo>
                    <a:pt x="5486870" y="1110032"/>
                  </a:lnTo>
                  <a:lnTo>
                    <a:pt x="5557214" y="1113440"/>
                  </a:lnTo>
                  <a:lnTo>
                    <a:pt x="5627559" y="1116769"/>
                  </a:lnTo>
                  <a:lnTo>
                    <a:pt x="5697903" y="1120020"/>
                  </a:lnTo>
                  <a:lnTo>
                    <a:pt x="5768248" y="1123197"/>
                  </a:lnTo>
                  <a:lnTo>
                    <a:pt x="5838592" y="1126300"/>
                  </a:lnTo>
                  <a:lnTo>
                    <a:pt x="5908937" y="1129331"/>
                  </a:lnTo>
                  <a:lnTo>
                    <a:pt x="5979281" y="1132292"/>
                  </a:lnTo>
                  <a:lnTo>
                    <a:pt x="6049626" y="1135184"/>
                  </a:lnTo>
                  <a:lnTo>
                    <a:pt x="6119970" y="1138010"/>
                  </a:lnTo>
                  <a:lnTo>
                    <a:pt x="6190315" y="1140770"/>
                  </a:lnTo>
                  <a:lnTo>
                    <a:pt x="6260659" y="1143466"/>
                  </a:lnTo>
                  <a:lnTo>
                    <a:pt x="6331004" y="1146100"/>
                  </a:lnTo>
                  <a:lnTo>
                    <a:pt x="6401348" y="1148672"/>
                  </a:lnTo>
                  <a:lnTo>
                    <a:pt x="6471693" y="1151185"/>
                  </a:lnTo>
                  <a:lnTo>
                    <a:pt x="6542037" y="1153640"/>
                  </a:lnTo>
                  <a:lnTo>
                    <a:pt x="6612382" y="1156038"/>
                  </a:lnTo>
                  <a:lnTo>
                    <a:pt x="6682726" y="1158381"/>
                  </a:lnTo>
                  <a:lnTo>
                    <a:pt x="6753071" y="1160669"/>
                  </a:lnTo>
                  <a:lnTo>
                    <a:pt x="6823415" y="1162904"/>
                  </a:lnTo>
                  <a:lnTo>
                    <a:pt x="6893760" y="1165088"/>
                  </a:lnTo>
                  <a:lnTo>
                    <a:pt x="6964104" y="1167221"/>
                  </a:lnTo>
                  <a:lnTo>
                    <a:pt x="6964104" y="1245941"/>
                  </a:lnTo>
                  <a:lnTo>
                    <a:pt x="6893760" y="1245198"/>
                  </a:lnTo>
                  <a:lnTo>
                    <a:pt x="6823415" y="1244405"/>
                  </a:lnTo>
                  <a:lnTo>
                    <a:pt x="6753071" y="1243560"/>
                  </a:lnTo>
                  <a:lnTo>
                    <a:pt x="6682726" y="1242660"/>
                  </a:lnTo>
                  <a:lnTo>
                    <a:pt x="6612382" y="1241699"/>
                  </a:lnTo>
                  <a:lnTo>
                    <a:pt x="6542037" y="1240676"/>
                  </a:lnTo>
                  <a:lnTo>
                    <a:pt x="6471693" y="1239585"/>
                  </a:lnTo>
                  <a:lnTo>
                    <a:pt x="6401348" y="1238421"/>
                  </a:lnTo>
                  <a:lnTo>
                    <a:pt x="6331004" y="1237181"/>
                  </a:lnTo>
                  <a:lnTo>
                    <a:pt x="6260659" y="1235860"/>
                  </a:lnTo>
                  <a:lnTo>
                    <a:pt x="6190315" y="1234451"/>
                  </a:lnTo>
                  <a:lnTo>
                    <a:pt x="6119970" y="1232948"/>
                  </a:lnTo>
                  <a:lnTo>
                    <a:pt x="6049626" y="1231347"/>
                  </a:lnTo>
                  <a:lnTo>
                    <a:pt x="5979281" y="1229640"/>
                  </a:lnTo>
                  <a:lnTo>
                    <a:pt x="5908937" y="1227820"/>
                  </a:lnTo>
                  <a:lnTo>
                    <a:pt x="5838592" y="1225880"/>
                  </a:lnTo>
                  <a:lnTo>
                    <a:pt x="5768248" y="1223812"/>
                  </a:lnTo>
                  <a:lnTo>
                    <a:pt x="5697903" y="1221608"/>
                  </a:lnTo>
                  <a:lnTo>
                    <a:pt x="5627559" y="1219257"/>
                  </a:lnTo>
                  <a:lnTo>
                    <a:pt x="5557214" y="1216752"/>
                  </a:lnTo>
                  <a:lnTo>
                    <a:pt x="5486870" y="1214081"/>
                  </a:lnTo>
                  <a:lnTo>
                    <a:pt x="5416525" y="1211234"/>
                  </a:lnTo>
                  <a:lnTo>
                    <a:pt x="5346181" y="1208199"/>
                  </a:lnTo>
                  <a:lnTo>
                    <a:pt x="5275836" y="1204964"/>
                  </a:lnTo>
                  <a:lnTo>
                    <a:pt x="5205492" y="1201515"/>
                  </a:lnTo>
                  <a:lnTo>
                    <a:pt x="5135147" y="1197838"/>
                  </a:lnTo>
                  <a:lnTo>
                    <a:pt x="5064803" y="1193919"/>
                  </a:lnTo>
                  <a:lnTo>
                    <a:pt x="4994458" y="1189740"/>
                  </a:lnTo>
                  <a:lnTo>
                    <a:pt x="4924114" y="1185286"/>
                  </a:lnTo>
                  <a:lnTo>
                    <a:pt x="4853769" y="1180538"/>
                  </a:lnTo>
                  <a:lnTo>
                    <a:pt x="4783425" y="1175476"/>
                  </a:lnTo>
                  <a:lnTo>
                    <a:pt x="4713080" y="1170080"/>
                  </a:lnTo>
                  <a:lnTo>
                    <a:pt x="4642736" y="1164328"/>
                  </a:lnTo>
                  <a:lnTo>
                    <a:pt x="4572391" y="1158196"/>
                  </a:lnTo>
                  <a:lnTo>
                    <a:pt x="4502047" y="1151659"/>
                  </a:lnTo>
                  <a:lnTo>
                    <a:pt x="4431702" y="1144690"/>
                  </a:lnTo>
                  <a:lnTo>
                    <a:pt x="4361358" y="1137261"/>
                  </a:lnTo>
                  <a:lnTo>
                    <a:pt x="4291013" y="1129342"/>
                  </a:lnTo>
                  <a:lnTo>
                    <a:pt x="4220669" y="1120900"/>
                  </a:lnTo>
                  <a:lnTo>
                    <a:pt x="4150324" y="1111901"/>
                  </a:lnTo>
                  <a:lnTo>
                    <a:pt x="4079980" y="1102307"/>
                  </a:lnTo>
                  <a:lnTo>
                    <a:pt x="4009635" y="1092080"/>
                  </a:lnTo>
                  <a:lnTo>
                    <a:pt x="3939291" y="1081178"/>
                  </a:lnTo>
                  <a:lnTo>
                    <a:pt x="3868946" y="1069556"/>
                  </a:lnTo>
                  <a:lnTo>
                    <a:pt x="3798602" y="1057167"/>
                  </a:lnTo>
                  <a:lnTo>
                    <a:pt x="3728257" y="1043959"/>
                  </a:lnTo>
                  <a:lnTo>
                    <a:pt x="3657913" y="1029880"/>
                  </a:lnTo>
                  <a:lnTo>
                    <a:pt x="3587569" y="1014871"/>
                  </a:lnTo>
                  <a:lnTo>
                    <a:pt x="3517224" y="998871"/>
                  </a:lnTo>
                  <a:lnTo>
                    <a:pt x="3446880" y="981814"/>
                  </a:lnTo>
                  <a:lnTo>
                    <a:pt x="3376535" y="963631"/>
                  </a:lnTo>
                  <a:lnTo>
                    <a:pt x="3306191" y="952948"/>
                  </a:lnTo>
                  <a:lnTo>
                    <a:pt x="3235846" y="945735"/>
                  </a:lnTo>
                  <a:lnTo>
                    <a:pt x="3165502" y="938352"/>
                  </a:lnTo>
                  <a:lnTo>
                    <a:pt x="3095157" y="930794"/>
                  </a:lnTo>
                  <a:lnTo>
                    <a:pt x="3024813" y="923056"/>
                  </a:lnTo>
                  <a:lnTo>
                    <a:pt x="2954468" y="915135"/>
                  </a:lnTo>
                  <a:lnTo>
                    <a:pt x="2884124" y="907027"/>
                  </a:lnTo>
                  <a:lnTo>
                    <a:pt x="2813779" y="898726"/>
                  </a:lnTo>
                  <a:lnTo>
                    <a:pt x="2743435" y="890228"/>
                  </a:lnTo>
                  <a:lnTo>
                    <a:pt x="2673090" y="881529"/>
                  </a:lnTo>
                  <a:lnTo>
                    <a:pt x="2602746" y="872624"/>
                  </a:lnTo>
                  <a:lnTo>
                    <a:pt x="2532401" y="863508"/>
                  </a:lnTo>
                  <a:lnTo>
                    <a:pt x="2462057" y="854175"/>
                  </a:lnTo>
                  <a:lnTo>
                    <a:pt x="2391712" y="844622"/>
                  </a:lnTo>
                  <a:lnTo>
                    <a:pt x="2321368" y="834841"/>
                  </a:lnTo>
                  <a:lnTo>
                    <a:pt x="2251023" y="824829"/>
                  </a:lnTo>
                  <a:lnTo>
                    <a:pt x="2180679" y="814580"/>
                  </a:lnTo>
                  <a:lnTo>
                    <a:pt x="2110334" y="804088"/>
                  </a:lnTo>
                  <a:lnTo>
                    <a:pt x="2039990" y="793347"/>
                  </a:lnTo>
                  <a:lnTo>
                    <a:pt x="1969645" y="782351"/>
                  </a:lnTo>
                  <a:lnTo>
                    <a:pt x="1899301" y="771095"/>
                  </a:lnTo>
                  <a:lnTo>
                    <a:pt x="1828956" y="759572"/>
                  </a:lnTo>
                  <a:lnTo>
                    <a:pt x="1758612" y="747776"/>
                  </a:lnTo>
                  <a:lnTo>
                    <a:pt x="1688267" y="735700"/>
                  </a:lnTo>
                  <a:lnTo>
                    <a:pt x="1617923" y="723338"/>
                  </a:lnTo>
                  <a:lnTo>
                    <a:pt x="1547578" y="710683"/>
                  </a:lnTo>
                  <a:lnTo>
                    <a:pt x="1477234" y="697728"/>
                  </a:lnTo>
                  <a:lnTo>
                    <a:pt x="1406889" y="684465"/>
                  </a:lnTo>
                  <a:lnTo>
                    <a:pt x="1336545" y="670889"/>
                  </a:lnTo>
                  <a:lnTo>
                    <a:pt x="1266200" y="656990"/>
                  </a:lnTo>
                  <a:lnTo>
                    <a:pt x="1195856" y="642762"/>
                  </a:lnTo>
                  <a:lnTo>
                    <a:pt x="1125511" y="628197"/>
                  </a:lnTo>
                  <a:lnTo>
                    <a:pt x="1055167" y="613287"/>
                  </a:lnTo>
                  <a:lnTo>
                    <a:pt x="984822" y="598023"/>
                  </a:lnTo>
                  <a:lnTo>
                    <a:pt x="914478" y="582397"/>
                  </a:lnTo>
                  <a:lnTo>
                    <a:pt x="844133" y="566401"/>
                  </a:lnTo>
                  <a:lnTo>
                    <a:pt x="773789" y="550026"/>
                  </a:lnTo>
                  <a:lnTo>
                    <a:pt x="703444" y="533262"/>
                  </a:lnTo>
                  <a:lnTo>
                    <a:pt x="633100" y="516101"/>
                  </a:lnTo>
                  <a:lnTo>
                    <a:pt x="562755" y="498534"/>
                  </a:lnTo>
                  <a:lnTo>
                    <a:pt x="492411" y="480550"/>
                  </a:lnTo>
                  <a:lnTo>
                    <a:pt x="422066" y="462139"/>
                  </a:lnTo>
                  <a:lnTo>
                    <a:pt x="351722" y="443292"/>
                  </a:lnTo>
                  <a:lnTo>
                    <a:pt x="281377" y="423999"/>
                  </a:lnTo>
                  <a:lnTo>
                    <a:pt x="211033" y="404248"/>
                  </a:lnTo>
                  <a:lnTo>
                    <a:pt x="140688" y="384029"/>
                  </a:lnTo>
                  <a:lnTo>
                    <a:pt x="70344" y="363330"/>
                  </a:lnTo>
                  <a:lnTo>
                    <a:pt x="0" y="3421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011988" y="4336484"/>
              <a:ext cx="5187427" cy="1167221"/>
            </a:xfrm>
            <a:custGeom>
              <a:avLst/>
              <a:pathLst>
                <a:path w="5187427" h="1167221">
                  <a:moveTo>
                    <a:pt x="0" y="0"/>
                  </a:moveTo>
                  <a:lnTo>
                    <a:pt x="52279" y="58805"/>
                  </a:lnTo>
                  <a:lnTo>
                    <a:pt x="122624" y="133029"/>
                  </a:lnTo>
                  <a:lnTo>
                    <a:pt x="192968" y="202656"/>
                  </a:lnTo>
                  <a:lnTo>
                    <a:pt x="263313" y="267971"/>
                  </a:lnTo>
                  <a:lnTo>
                    <a:pt x="333657" y="329240"/>
                  </a:lnTo>
                  <a:lnTo>
                    <a:pt x="404002" y="386715"/>
                  </a:lnTo>
                  <a:lnTo>
                    <a:pt x="474346" y="440629"/>
                  </a:lnTo>
                  <a:lnTo>
                    <a:pt x="544691" y="491205"/>
                  </a:lnTo>
                  <a:lnTo>
                    <a:pt x="615035" y="538648"/>
                  </a:lnTo>
                  <a:lnTo>
                    <a:pt x="685380" y="583152"/>
                  </a:lnTo>
                  <a:lnTo>
                    <a:pt x="755724" y="624900"/>
                  </a:lnTo>
                  <a:lnTo>
                    <a:pt x="826069" y="664063"/>
                  </a:lnTo>
                  <a:lnTo>
                    <a:pt x="896413" y="700800"/>
                  </a:lnTo>
                  <a:lnTo>
                    <a:pt x="966758" y="735261"/>
                  </a:lnTo>
                  <a:lnTo>
                    <a:pt x="1037102" y="767588"/>
                  </a:lnTo>
                  <a:lnTo>
                    <a:pt x="1107447" y="797913"/>
                  </a:lnTo>
                  <a:lnTo>
                    <a:pt x="1177791" y="826360"/>
                  </a:lnTo>
                  <a:lnTo>
                    <a:pt x="1248136" y="853044"/>
                  </a:lnTo>
                  <a:lnTo>
                    <a:pt x="1318480" y="878076"/>
                  </a:lnTo>
                  <a:lnTo>
                    <a:pt x="1388825" y="901558"/>
                  </a:lnTo>
                  <a:lnTo>
                    <a:pt x="1459169" y="923585"/>
                  </a:lnTo>
                  <a:lnTo>
                    <a:pt x="1529514" y="944248"/>
                  </a:lnTo>
                  <a:lnTo>
                    <a:pt x="1599858" y="959993"/>
                  </a:lnTo>
                  <a:lnTo>
                    <a:pt x="1670203" y="966875"/>
                  </a:lnTo>
                  <a:lnTo>
                    <a:pt x="1740547" y="973598"/>
                  </a:lnTo>
                  <a:lnTo>
                    <a:pt x="1810892" y="980165"/>
                  </a:lnTo>
                  <a:lnTo>
                    <a:pt x="1881236" y="986580"/>
                  </a:lnTo>
                  <a:lnTo>
                    <a:pt x="1951581" y="992846"/>
                  </a:lnTo>
                  <a:lnTo>
                    <a:pt x="2021925" y="998968"/>
                  </a:lnTo>
                  <a:lnTo>
                    <a:pt x="2092270" y="1004947"/>
                  </a:lnTo>
                  <a:lnTo>
                    <a:pt x="2162614" y="1010789"/>
                  </a:lnTo>
                  <a:lnTo>
                    <a:pt x="2232959" y="1016495"/>
                  </a:lnTo>
                  <a:lnTo>
                    <a:pt x="2303303" y="1022068"/>
                  </a:lnTo>
                  <a:lnTo>
                    <a:pt x="2373648" y="1027513"/>
                  </a:lnTo>
                  <a:lnTo>
                    <a:pt x="2443992" y="1032832"/>
                  </a:lnTo>
                  <a:lnTo>
                    <a:pt x="2514337" y="1038027"/>
                  </a:lnTo>
                  <a:lnTo>
                    <a:pt x="2584681" y="1043102"/>
                  </a:lnTo>
                  <a:lnTo>
                    <a:pt x="2655026" y="1048060"/>
                  </a:lnTo>
                  <a:lnTo>
                    <a:pt x="2725370" y="1052903"/>
                  </a:lnTo>
                  <a:lnTo>
                    <a:pt x="2795715" y="1057634"/>
                  </a:lnTo>
                  <a:lnTo>
                    <a:pt x="2866059" y="1062255"/>
                  </a:lnTo>
                  <a:lnTo>
                    <a:pt x="2936404" y="1066769"/>
                  </a:lnTo>
                  <a:lnTo>
                    <a:pt x="3006748" y="1071179"/>
                  </a:lnTo>
                  <a:lnTo>
                    <a:pt x="3077093" y="1075486"/>
                  </a:lnTo>
                  <a:lnTo>
                    <a:pt x="3147437" y="1079694"/>
                  </a:lnTo>
                  <a:lnTo>
                    <a:pt x="3217782" y="1083804"/>
                  </a:lnTo>
                  <a:lnTo>
                    <a:pt x="3288126" y="1087819"/>
                  </a:lnTo>
                  <a:lnTo>
                    <a:pt x="3358471" y="1091742"/>
                  </a:lnTo>
                  <a:lnTo>
                    <a:pt x="3428815" y="1095573"/>
                  </a:lnTo>
                  <a:lnTo>
                    <a:pt x="3499159" y="1099316"/>
                  </a:lnTo>
                  <a:lnTo>
                    <a:pt x="3569504" y="1102972"/>
                  </a:lnTo>
                  <a:lnTo>
                    <a:pt x="3639848" y="1106543"/>
                  </a:lnTo>
                  <a:lnTo>
                    <a:pt x="3710193" y="1110032"/>
                  </a:lnTo>
                  <a:lnTo>
                    <a:pt x="3780537" y="1113440"/>
                  </a:lnTo>
                  <a:lnTo>
                    <a:pt x="3850882" y="1116769"/>
                  </a:lnTo>
                  <a:lnTo>
                    <a:pt x="3921226" y="1120020"/>
                  </a:lnTo>
                  <a:lnTo>
                    <a:pt x="3991571" y="1123197"/>
                  </a:lnTo>
                  <a:lnTo>
                    <a:pt x="4061915" y="1126300"/>
                  </a:lnTo>
                  <a:lnTo>
                    <a:pt x="4132260" y="1129331"/>
                  </a:lnTo>
                  <a:lnTo>
                    <a:pt x="4202604" y="1132292"/>
                  </a:lnTo>
                  <a:lnTo>
                    <a:pt x="4272949" y="1135184"/>
                  </a:lnTo>
                  <a:lnTo>
                    <a:pt x="4343293" y="1138010"/>
                  </a:lnTo>
                  <a:lnTo>
                    <a:pt x="4413638" y="1140770"/>
                  </a:lnTo>
                  <a:lnTo>
                    <a:pt x="4483982" y="1143466"/>
                  </a:lnTo>
                  <a:lnTo>
                    <a:pt x="4554327" y="1146100"/>
                  </a:lnTo>
                  <a:lnTo>
                    <a:pt x="4624671" y="1148672"/>
                  </a:lnTo>
                  <a:lnTo>
                    <a:pt x="4695016" y="1151185"/>
                  </a:lnTo>
                  <a:lnTo>
                    <a:pt x="4765360" y="1153640"/>
                  </a:lnTo>
                  <a:lnTo>
                    <a:pt x="4835705" y="1156038"/>
                  </a:lnTo>
                  <a:lnTo>
                    <a:pt x="4906049" y="1158381"/>
                  </a:lnTo>
                  <a:lnTo>
                    <a:pt x="4976394" y="1160669"/>
                  </a:lnTo>
                  <a:lnTo>
                    <a:pt x="5046738" y="1162904"/>
                  </a:lnTo>
                  <a:lnTo>
                    <a:pt x="5117083" y="1165088"/>
                  </a:lnTo>
                  <a:lnTo>
                    <a:pt x="5187427" y="1167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4678626"/>
              <a:ext cx="6964104" cy="903799"/>
            </a:xfrm>
            <a:custGeom>
              <a:avLst/>
              <a:pathLst>
                <a:path w="6964104" h="903799">
                  <a:moveTo>
                    <a:pt x="6964104" y="903799"/>
                  </a:moveTo>
                  <a:lnTo>
                    <a:pt x="6893760" y="903056"/>
                  </a:lnTo>
                  <a:lnTo>
                    <a:pt x="6823415" y="902263"/>
                  </a:lnTo>
                  <a:lnTo>
                    <a:pt x="6753071" y="901418"/>
                  </a:lnTo>
                  <a:lnTo>
                    <a:pt x="6682726" y="900518"/>
                  </a:lnTo>
                  <a:lnTo>
                    <a:pt x="6612382" y="899557"/>
                  </a:lnTo>
                  <a:lnTo>
                    <a:pt x="6542037" y="898534"/>
                  </a:lnTo>
                  <a:lnTo>
                    <a:pt x="6471693" y="897443"/>
                  </a:lnTo>
                  <a:lnTo>
                    <a:pt x="6401348" y="896280"/>
                  </a:lnTo>
                  <a:lnTo>
                    <a:pt x="6331004" y="895040"/>
                  </a:lnTo>
                  <a:lnTo>
                    <a:pt x="6260659" y="893718"/>
                  </a:lnTo>
                  <a:lnTo>
                    <a:pt x="6190315" y="892309"/>
                  </a:lnTo>
                  <a:lnTo>
                    <a:pt x="6119970" y="890806"/>
                  </a:lnTo>
                  <a:lnTo>
                    <a:pt x="6049626" y="889205"/>
                  </a:lnTo>
                  <a:lnTo>
                    <a:pt x="5979281" y="887498"/>
                  </a:lnTo>
                  <a:lnTo>
                    <a:pt x="5908937" y="885678"/>
                  </a:lnTo>
                  <a:lnTo>
                    <a:pt x="5838592" y="883738"/>
                  </a:lnTo>
                  <a:lnTo>
                    <a:pt x="5768248" y="881670"/>
                  </a:lnTo>
                  <a:lnTo>
                    <a:pt x="5697903" y="879466"/>
                  </a:lnTo>
                  <a:lnTo>
                    <a:pt x="5627559" y="877115"/>
                  </a:lnTo>
                  <a:lnTo>
                    <a:pt x="5557214" y="874610"/>
                  </a:lnTo>
                  <a:lnTo>
                    <a:pt x="5486870" y="871939"/>
                  </a:lnTo>
                  <a:lnTo>
                    <a:pt x="5416525" y="869092"/>
                  </a:lnTo>
                  <a:lnTo>
                    <a:pt x="5346181" y="866057"/>
                  </a:lnTo>
                  <a:lnTo>
                    <a:pt x="5275836" y="862822"/>
                  </a:lnTo>
                  <a:lnTo>
                    <a:pt x="5205492" y="859373"/>
                  </a:lnTo>
                  <a:lnTo>
                    <a:pt x="5135147" y="855696"/>
                  </a:lnTo>
                  <a:lnTo>
                    <a:pt x="5064803" y="851777"/>
                  </a:lnTo>
                  <a:lnTo>
                    <a:pt x="4994458" y="847598"/>
                  </a:lnTo>
                  <a:lnTo>
                    <a:pt x="4924114" y="843144"/>
                  </a:lnTo>
                  <a:lnTo>
                    <a:pt x="4853769" y="838396"/>
                  </a:lnTo>
                  <a:lnTo>
                    <a:pt x="4783425" y="833334"/>
                  </a:lnTo>
                  <a:lnTo>
                    <a:pt x="4713080" y="827938"/>
                  </a:lnTo>
                  <a:lnTo>
                    <a:pt x="4642736" y="822186"/>
                  </a:lnTo>
                  <a:lnTo>
                    <a:pt x="4572391" y="816054"/>
                  </a:lnTo>
                  <a:lnTo>
                    <a:pt x="4502047" y="809517"/>
                  </a:lnTo>
                  <a:lnTo>
                    <a:pt x="4431702" y="802548"/>
                  </a:lnTo>
                  <a:lnTo>
                    <a:pt x="4361358" y="795120"/>
                  </a:lnTo>
                  <a:lnTo>
                    <a:pt x="4291013" y="787200"/>
                  </a:lnTo>
                  <a:lnTo>
                    <a:pt x="4220669" y="778758"/>
                  </a:lnTo>
                  <a:lnTo>
                    <a:pt x="4150324" y="769759"/>
                  </a:lnTo>
                  <a:lnTo>
                    <a:pt x="4079980" y="760165"/>
                  </a:lnTo>
                  <a:lnTo>
                    <a:pt x="4009635" y="749938"/>
                  </a:lnTo>
                  <a:lnTo>
                    <a:pt x="3939291" y="739036"/>
                  </a:lnTo>
                  <a:lnTo>
                    <a:pt x="3868946" y="727414"/>
                  </a:lnTo>
                  <a:lnTo>
                    <a:pt x="3798602" y="715025"/>
                  </a:lnTo>
                  <a:lnTo>
                    <a:pt x="3728257" y="701817"/>
                  </a:lnTo>
                  <a:lnTo>
                    <a:pt x="3657913" y="687738"/>
                  </a:lnTo>
                  <a:lnTo>
                    <a:pt x="3587569" y="672729"/>
                  </a:lnTo>
                  <a:lnTo>
                    <a:pt x="3517224" y="656729"/>
                  </a:lnTo>
                  <a:lnTo>
                    <a:pt x="3446880" y="639672"/>
                  </a:lnTo>
                  <a:lnTo>
                    <a:pt x="3376535" y="621489"/>
                  </a:lnTo>
                  <a:lnTo>
                    <a:pt x="3306191" y="610806"/>
                  </a:lnTo>
                  <a:lnTo>
                    <a:pt x="3235846" y="603593"/>
                  </a:lnTo>
                  <a:lnTo>
                    <a:pt x="3165502" y="596210"/>
                  </a:lnTo>
                  <a:lnTo>
                    <a:pt x="3095157" y="588652"/>
                  </a:lnTo>
                  <a:lnTo>
                    <a:pt x="3024813" y="580914"/>
                  </a:lnTo>
                  <a:lnTo>
                    <a:pt x="2954468" y="572993"/>
                  </a:lnTo>
                  <a:lnTo>
                    <a:pt x="2884124" y="564885"/>
                  </a:lnTo>
                  <a:lnTo>
                    <a:pt x="2813779" y="556584"/>
                  </a:lnTo>
                  <a:lnTo>
                    <a:pt x="2743435" y="548086"/>
                  </a:lnTo>
                  <a:lnTo>
                    <a:pt x="2673090" y="539387"/>
                  </a:lnTo>
                  <a:lnTo>
                    <a:pt x="2602746" y="530482"/>
                  </a:lnTo>
                  <a:lnTo>
                    <a:pt x="2532401" y="521366"/>
                  </a:lnTo>
                  <a:lnTo>
                    <a:pt x="2462057" y="512033"/>
                  </a:lnTo>
                  <a:lnTo>
                    <a:pt x="2391712" y="502480"/>
                  </a:lnTo>
                  <a:lnTo>
                    <a:pt x="2321368" y="492700"/>
                  </a:lnTo>
                  <a:lnTo>
                    <a:pt x="2251023" y="482688"/>
                  </a:lnTo>
                  <a:lnTo>
                    <a:pt x="2180679" y="472438"/>
                  </a:lnTo>
                  <a:lnTo>
                    <a:pt x="2110334" y="461946"/>
                  </a:lnTo>
                  <a:lnTo>
                    <a:pt x="2039990" y="451205"/>
                  </a:lnTo>
                  <a:lnTo>
                    <a:pt x="1969645" y="440209"/>
                  </a:lnTo>
                  <a:lnTo>
                    <a:pt x="1899301" y="428953"/>
                  </a:lnTo>
                  <a:lnTo>
                    <a:pt x="1828956" y="417430"/>
                  </a:lnTo>
                  <a:lnTo>
                    <a:pt x="1758612" y="405634"/>
                  </a:lnTo>
                  <a:lnTo>
                    <a:pt x="1688267" y="393558"/>
                  </a:lnTo>
                  <a:lnTo>
                    <a:pt x="1617923" y="381196"/>
                  </a:lnTo>
                  <a:lnTo>
                    <a:pt x="1547578" y="368541"/>
                  </a:lnTo>
                  <a:lnTo>
                    <a:pt x="1477234" y="355586"/>
                  </a:lnTo>
                  <a:lnTo>
                    <a:pt x="1406889" y="342323"/>
                  </a:lnTo>
                  <a:lnTo>
                    <a:pt x="1336545" y="328747"/>
                  </a:lnTo>
                  <a:lnTo>
                    <a:pt x="1266200" y="314848"/>
                  </a:lnTo>
                  <a:lnTo>
                    <a:pt x="1195856" y="300620"/>
                  </a:lnTo>
                  <a:lnTo>
                    <a:pt x="1125511" y="286055"/>
                  </a:lnTo>
                  <a:lnTo>
                    <a:pt x="1055167" y="271145"/>
                  </a:lnTo>
                  <a:lnTo>
                    <a:pt x="984822" y="255881"/>
                  </a:lnTo>
                  <a:lnTo>
                    <a:pt x="914478" y="240255"/>
                  </a:lnTo>
                  <a:lnTo>
                    <a:pt x="844133" y="224259"/>
                  </a:lnTo>
                  <a:lnTo>
                    <a:pt x="773789" y="207884"/>
                  </a:lnTo>
                  <a:lnTo>
                    <a:pt x="703444" y="191120"/>
                  </a:lnTo>
                  <a:lnTo>
                    <a:pt x="633100" y="173959"/>
                  </a:lnTo>
                  <a:lnTo>
                    <a:pt x="562755" y="156392"/>
                  </a:lnTo>
                  <a:lnTo>
                    <a:pt x="492411" y="138408"/>
                  </a:lnTo>
                  <a:lnTo>
                    <a:pt x="422066" y="119997"/>
                  </a:lnTo>
                  <a:lnTo>
                    <a:pt x="351722" y="101151"/>
                  </a:lnTo>
                  <a:lnTo>
                    <a:pt x="281377" y="81857"/>
                  </a:lnTo>
                  <a:lnTo>
                    <a:pt x="211033" y="62106"/>
                  </a:lnTo>
                  <a:lnTo>
                    <a:pt x="140688" y="41887"/>
                  </a:lnTo>
                  <a:lnTo>
                    <a:pt x="70344" y="211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279674" y="4336484"/>
              <a:ext cx="5919742" cy="1225370"/>
            </a:xfrm>
            <a:custGeom>
              <a:avLst/>
              <a:pathLst>
                <a:path w="5919742" h="1225370">
                  <a:moveTo>
                    <a:pt x="0" y="0"/>
                  </a:moveTo>
                  <a:lnTo>
                    <a:pt x="10805" y="8563"/>
                  </a:lnTo>
                  <a:lnTo>
                    <a:pt x="81149" y="61933"/>
                  </a:lnTo>
                  <a:lnTo>
                    <a:pt x="151494" y="113022"/>
                  </a:lnTo>
                  <a:lnTo>
                    <a:pt x="221838" y="161927"/>
                  </a:lnTo>
                  <a:lnTo>
                    <a:pt x="292183" y="208742"/>
                  </a:lnTo>
                  <a:lnTo>
                    <a:pt x="362527" y="253556"/>
                  </a:lnTo>
                  <a:lnTo>
                    <a:pt x="432872" y="296454"/>
                  </a:lnTo>
                  <a:lnTo>
                    <a:pt x="503216" y="337519"/>
                  </a:lnTo>
                  <a:lnTo>
                    <a:pt x="573561" y="376828"/>
                  </a:lnTo>
                  <a:lnTo>
                    <a:pt x="643905" y="414457"/>
                  </a:lnTo>
                  <a:lnTo>
                    <a:pt x="714250" y="450478"/>
                  </a:lnTo>
                  <a:lnTo>
                    <a:pt x="784594" y="484960"/>
                  </a:lnTo>
                  <a:lnTo>
                    <a:pt x="854939" y="517967"/>
                  </a:lnTo>
                  <a:lnTo>
                    <a:pt x="925283" y="549564"/>
                  </a:lnTo>
                  <a:lnTo>
                    <a:pt x="995628" y="579810"/>
                  </a:lnTo>
                  <a:lnTo>
                    <a:pt x="1065972" y="608763"/>
                  </a:lnTo>
                  <a:lnTo>
                    <a:pt x="1136317" y="636479"/>
                  </a:lnTo>
                  <a:lnTo>
                    <a:pt x="1206661" y="663010"/>
                  </a:lnTo>
                  <a:lnTo>
                    <a:pt x="1277006" y="688408"/>
                  </a:lnTo>
                  <a:lnTo>
                    <a:pt x="1347350" y="712719"/>
                  </a:lnTo>
                  <a:lnTo>
                    <a:pt x="1417695" y="735992"/>
                  </a:lnTo>
                  <a:lnTo>
                    <a:pt x="1488039" y="758270"/>
                  </a:lnTo>
                  <a:lnTo>
                    <a:pt x="1558384" y="779595"/>
                  </a:lnTo>
                  <a:lnTo>
                    <a:pt x="1628728" y="800009"/>
                  </a:lnTo>
                  <a:lnTo>
                    <a:pt x="1699073" y="819551"/>
                  </a:lnTo>
                  <a:lnTo>
                    <a:pt x="1769417" y="838257"/>
                  </a:lnTo>
                  <a:lnTo>
                    <a:pt x="1839762" y="856164"/>
                  </a:lnTo>
                  <a:lnTo>
                    <a:pt x="1910106" y="873305"/>
                  </a:lnTo>
                  <a:lnTo>
                    <a:pt x="1980451" y="889714"/>
                  </a:lnTo>
                  <a:lnTo>
                    <a:pt x="2050795" y="905421"/>
                  </a:lnTo>
                  <a:lnTo>
                    <a:pt x="2121140" y="920457"/>
                  </a:lnTo>
                  <a:lnTo>
                    <a:pt x="2191484" y="934850"/>
                  </a:lnTo>
                  <a:lnTo>
                    <a:pt x="2261828" y="948629"/>
                  </a:lnTo>
                  <a:lnTo>
                    <a:pt x="2332173" y="961818"/>
                  </a:lnTo>
                  <a:lnTo>
                    <a:pt x="2402517" y="974443"/>
                  </a:lnTo>
                  <a:lnTo>
                    <a:pt x="2472862" y="986529"/>
                  </a:lnTo>
                  <a:lnTo>
                    <a:pt x="2543206" y="998098"/>
                  </a:lnTo>
                  <a:lnTo>
                    <a:pt x="2613551" y="1009173"/>
                  </a:lnTo>
                  <a:lnTo>
                    <a:pt x="2683895" y="1019774"/>
                  </a:lnTo>
                  <a:lnTo>
                    <a:pt x="2754240" y="1029922"/>
                  </a:lnTo>
                  <a:lnTo>
                    <a:pt x="2824584" y="1039637"/>
                  </a:lnTo>
                  <a:lnTo>
                    <a:pt x="2894929" y="1048936"/>
                  </a:lnTo>
                  <a:lnTo>
                    <a:pt x="2965273" y="1057838"/>
                  </a:lnTo>
                  <a:lnTo>
                    <a:pt x="3035618" y="1066359"/>
                  </a:lnTo>
                  <a:lnTo>
                    <a:pt x="3105962" y="1074516"/>
                  </a:lnTo>
                  <a:lnTo>
                    <a:pt x="3176307" y="1082325"/>
                  </a:lnTo>
                  <a:lnTo>
                    <a:pt x="3246651" y="1089799"/>
                  </a:lnTo>
                  <a:lnTo>
                    <a:pt x="3316996" y="1096955"/>
                  </a:lnTo>
                  <a:lnTo>
                    <a:pt x="3387340" y="1103804"/>
                  </a:lnTo>
                  <a:lnTo>
                    <a:pt x="3457685" y="1110361"/>
                  </a:lnTo>
                  <a:lnTo>
                    <a:pt x="3528029" y="1116637"/>
                  </a:lnTo>
                  <a:lnTo>
                    <a:pt x="3598374" y="1122645"/>
                  </a:lnTo>
                  <a:lnTo>
                    <a:pt x="3668718" y="1128396"/>
                  </a:lnTo>
                  <a:lnTo>
                    <a:pt x="3739063" y="1133902"/>
                  </a:lnTo>
                  <a:lnTo>
                    <a:pt x="3809407" y="1139172"/>
                  </a:lnTo>
                  <a:lnTo>
                    <a:pt x="3879752" y="1144217"/>
                  </a:lnTo>
                  <a:lnTo>
                    <a:pt x="3950096" y="1149046"/>
                  </a:lnTo>
                  <a:lnTo>
                    <a:pt x="4020441" y="1153669"/>
                  </a:lnTo>
                  <a:lnTo>
                    <a:pt x="4090785" y="1158094"/>
                  </a:lnTo>
                  <a:lnTo>
                    <a:pt x="4161130" y="1162330"/>
                  </a:lnTo>
                  <a:lnTo>
                    <a:pt x="4231474" y="1166385"/>
                  </a:lnTo>
                  <a:lnTo>
                    <a:pt x="4301819" y="1170267"/>
                  </a:lnTo>
                  <a:lnTo>
                    <a:pt x="4372163" y="1173983"/>
                  </a:lnTo>
                  <a:lnTo>
                    <a:pt x="4442508" y="1177540"/>
                  </a:lnTo>
                  <a:lnTo>
                    <a:pt x="4512852" y="1180945"/>
                  </a:lnTo>
                  <a:lnTo>
                    <a:pt x="4583197" y="1184204"/>
                  </a:lnTo>
                  <a:lnTo>
                    <a:pt x="4653541" y="1187324"/>
                  </a:lnTo>
                  <a:lnTo>
                    <a:pt x="4723886" y="1190311"/>
                  </a:lnTo>
                  <a:lnTo>
                    <a:pt x="4794230" y="1193170"/>
                  </a:lnTo>
                  <a:lnTo>
                    <a:pt x="4864575" y="1195907"/>
                  </a:lnTo>
                  <a:lnTo>
                    <a:pt x="4934919" y="1198527"/>
                  </a:lnTo>
                  <a:lnTo>
                    <a:pt x="5005264" y="1201035"/>
                  </a:lnTo>
                  <a:lnTo>
                    <a:pt x="5075608" y="1203435"/>
                  </a:lnTo>
                  <a:lnTo>
                    <a:pt x="5145953" y="1205734"/>
                  </a:lnTo>
                  <a:lnTo>
                    <a:pt x="5216297" y="1207933"/>
                  </a:lnTo>
                  <a:lnTo>
                    <a:pt x="5286642" y="1210039"/>
                  </a:lnTo>
                  <a:lnTo>
                    <a:pt x="5356986" y="1212055"/>
                  </a:lnTo>
                  <a:lnTo>
                    <a:pt x="5427331" y="1213985"/>
                  </a:lnTo>
                  <a:lnTo>
                    <a:pt x="5497675" y="1215832"/>
                  </a:lnTo>
                  <a:lnTo>
                    <a:pt x="5568020" y="1217600"/>
                  </a:lnTo>
                  <a:lnTo>
                    <a:pt x="5638364" y="1219293"/>
                  </a:lnTo>
                  <a:lnTo>
                    <a:pt x="5708709" y="1220913"/>
                  </a:lnTo>
                  <a:lnTo>
                    <a:pt x="5779053" y="1222464"/>
                  </a:lnTo>
                  <a:lnTo>
                    <a:pt x="5849398" y="1223949"/>
                  </a:lnTo>
                  <a:lnTo>
                    <a:pt x="5919742" y="12253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2026-07-22T07:54:34Z</dcterms:modified>
  <cp:category/>
</cp:coreProperties>
</file>