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52543"/>
            </a:xfrm>
            <a:custGeom>
              <a:avLst/>
              <a:pathLst>
                <a:path w="7235830" h="3452543">
                  <a:moveTo>
                    <a:pt x="1796529" y="0"/>
                  </a:moveTo>
                  <a:lnTo>
                    <a:pt x="1851348" y="162952"/>
                  </a:lnTo>
                  <a:lnTo>
                    <a:pt x="1925108" y="368629"/>
                  </a:lnTo>
                  <a:lnTo>
                    <a:pt x="1998868" y="561568"/>
                  </a:lnTo>
                  <a:lnTo>
                    <a:pt x="2072628" y="742557"/>
                  </a:lnTo>
                  <a:lnTo>
                    <a:pt x="2146388" y="912336"/>
                  </a:lnTo>
                  <a:lnTo>
                    <a:pt x="2220148" y="1071599"/>
                  </a:lnTo>
                  <a:lnTo>
                    <a:pt x="2293908" y="1220999"/>
                  </a:lnTo>
                  <a:lnTo>
                    <a:pt x="2367668" y="1361145"/>
                  </a:lnTo>
                  <a:lnTo>
                    <a:pt x="2441428" y="1492611"/>
                  </a:lnTo>
                  <a:lnTo>
                    <a:pt x="2515188" y="1615934"/>
                  </a:lnTo>
                  <a:lnTo>
                    <a:pt x="2588948" y="1731620"/>
                  </a:lnTo>
                  <a:lnTo>
                    <a:pt x="2662708" y="1840140"/>
                  </a:lnTo>
                  <a:lnTo>
                    <a:pt x="2736468" y="1941939"/>
                  </a:lnTo>
                  <a:lnTo>
                    <a:pt x="2810228" y="2037432"/>
                  </a:lnTo>
                  <a:lnTo>
                    <a:pt x="2883988" y="2127012"/>
                  </a:lnTo>
                  <a:lnTo>
                    <a:pt x="2957748" y="2211043"/>
                  </a:lnTo>
                  <a:lnTo>
                    <a:pt x="3031508" y="2289869"/>
                  </a:lnTo>
                  <a:lnTo>
                    <a:pt x="3105268" y="2363814"/>
                  </a:lnTo>
                  <a:lnTo>
                    <a:pt x="3179028" y="2433178"/>
                  </a:lnTo>
                  <a:lnTo>
                    <a:pt x="3252788" y="2498246"/>
                  </a:lnTo>
                  <a:lnTo>
                    <a:pt x="3326548" y="2559285"/>
                  </a:lnTo>
                  <a:lnTo>
                    <a:pt x="3400308" y="2616542"/>
                  </a:lnTo>
                  <a:lnTo>
                    <a:pt x="3474068" y="2660171"/>
                  </a:lnTo>
                  <a:lnTo>
                    <a:pt x="3547828" y="2679242"/>
                  </a:lnTo>
                  <a:lnTo>
                    <a:pt x="3621588" y="2697871"/>
                  </a:lnTo>
                  <a:lnTo>
                    <a:pt x="3695348" y="2716068"/>
                  </a:lnTo>
                  <a:lnTo>
                    <a:pt x="3769108" y="2733845"/>
                  </a:lnTo>
                  <a:lnTo>
                    <a:pt x="3842868" y="2751209"/>
                  </a:lnTo>
                  <a:lnTo>
                    <a:pt x="3916628" y="2768172"/>
                  </a:lnTo>
                  <a:lnTo>
                    <a:pt x="3990388" y="2784742"/>
                  </a:lnTo>
                  <a:lnTo>
                    <a:pt x="4064149" y="2800928"/>
                  </a:lnTo>
                  <a:lnTo>
                    <a:pt x="4137909" y="2816739"/>
                  </a:lnTo>
                  <a:lnTo>
                    <a:pt x="4211669" y="2832184"/>
                  </a:lnTo>
                  <a:lnTo>
                    <a:pt x="4285429" y="2847272"/>
                  </a:lnTo>
                  <a:lnTo>
                    <a:pt x="4359189" y="2862010"/>
                  </a:lnTo>
                  <a:lnTo>
                    <a:pt x="4432949" y="2876407"/>
                  </a:lnTo>
                  <a:lnTo>
                    <a:pt x="4506709" y="2890470"/>
                  </a:lnTo>
                  <a:lnTo>
                    <a:pt x="4580469" y="2904208"/>
                  </a:lnTo>
                  <a:lnTo>
                    <a:pt x="4654229" y="2917628"/>
                  </a:lnTo>
                  <a:lnTo>
                    <a:pt x="4727989" y="2930737"/>
                  </a:lnTo>
                  <a:lnTo>
                    <a:pt x="4801749" y="2943542"/>
                  </a:lnTo>
                  <a:lnTo>
                    <a:pt x="4875509" y="2956051"/>
                  </a:lnTo>
                  <a:lnTo>
                    <a:pt x="4949269" y="2968270"/>
                  </a:lnTo>
                  <a:lnTo>
                    <a:pt x="5023029" y="2980207"/>
                  </a:lnTo>
                  <a:lnTo>
                    <a:pt x="5096789" y="2991867"/>
                  </a:lnTo>
                  <a:lnTo>
                    <a:pt x="5170549" y="3003257"/>
                  </a:lnTo>
                  <a:lnTo>
                    <a:pt x="5244309" y="3014383"/>
                  </a:lnTo>
                  <a:lnTo>
                    <a:pt x="5318069" y="3025251"/>
                  </a:lnTo>
                  <a:lnTo>
                    <a:pt x="5391829" y="3035868"/>
                  </a:lnTo>
                  <a:lnTo>
                    <a:pt x="5465589" y="3046239"/>
                  </a:lnTo>
                  <a:lnTo>
                    <a:pt x="5539349" y="3056370"/>
                  </a:lnTo>
                  <a:lnTo>
                    <a:pt x="5613109" y="3066266"/>
                  </a:lnTo>
                  <a:lnTo>
                    <a:pt x="5686869" y="3075933"/>
                  </a:lnTo>
                  <a:lnTo>
                    <a:pt x="5760629" y="3085377"/>
                  </a:lnTo>
                  <a:lnTo>
                    <a:pt x="5834389" y="3094601"/>
                  </a:lnTo>
                  <a:lnTo>
                    <a:pt x="5908149" y="3103612"/>
                  </a:lnTo>
                  <a:lnTo>
                    <a:pt x="5981909" y="3112415"/>
                  </a:lnTo>
                  <a:lnTo>
                    <a:pt x="6055669" y="3121013"/>
                  </a:lnTo>
                  <a:lnTo>
                    <a:pt x="6129429" y="3129413"/>
                  </a:lnTo>
                  <a:lnTo>
                    <a:pt x="6203189" y="3137618"/>
                  </a:lnTo>
                  <a:lnTo>
                    <a:pt x="6276949" y="3145633"/>
                  </a:lnTo>
                  <a:lnTo>
                    <a:pt x="6350709" y="3153462"/>
                  </a:lnTo>
                  <a:lnTo>
                    <a:pt x="6424469" y="3161110"/>
                  </a:lnTo>
                  <a:lnTo>
                    <a:pt x="6498229" y="3168581"/>
                  </a:lnTo>
                  <a:lnTo>
                    <a:pt x="6571989" y="3175879"/>
                  </a:lnTo>
                  <a:lnTo>
                    <a:pt x="6645749" y="3183008"/>
                  </a:lnTo>
                  <a:lnTo>
                    <a:pt x="6719509" y="3189972"/>
                  </a:lnTo>
                  <a:lnTo>
                    <a:pt x="6793269" y="3196774"/>
                  </a:lnTo>
                  <a:lnTo>
                    <a:pt x="6867029" y="3203419"/>
                  </a:lnTo>
                  <a:lnTo>
                    <a:pt x="6940789" y="3209911"/>
                  </a:lnTo>
                  <a:lnTo>
                    <a:pt x="7014550" y="3216251"/>
                  </a:lnTo>
                  <a:lnTo>
                    <a:pt x="7088310" y="3222446"/>
                  </a:lnTo>
                  <a:lnTo>
                    <a:pt x="7162070" y="3228496"/>
                  </a:lnTo>
                  <a:lnTo>
                    <a:pt x="7235830" y="3234407"/>
                  </a:lnTo>
                  <a:lnTo>
                    <a:pt x="7235830" y="3452543"/>
                  </a:lnTo>
                  <a:lnTo>
                    <a:pt x="7162070" y="3450483"/>
                  </a:lnTo>
                  <a:lnTo>
                    <a:pt x="7088310" y="3448286"/>
                  </a:lnTo>
                  <a:lnTo>
                    <a:pt x="7014550" y="3445945"/>
                  </a:lnTo>
                  <a:lnTo>
                    <a:pt x="6940789" y="3443449"/>
                  </a:lnTo>
                  <a:lnTo>
                    <a:pt x="6867029" y="3440789"/>
                  </a:lnTo>
                  <a:lnTo>
                    <a:pt x="6793269" y="3437952"/>
                  </a:lnTo>
                  <a:lnTo>
                    <a:pt x="6719509" y="3434929"/>
                  </a:lnTo>
                  <a:lnTo>
                    <a:pt x="6645749" y="3431706"/>
                  </a:lnTo>
                  <a:lnTo>
                    <a:pt x="6571989" y="3428269"/>
                  </a:lnTo>
                  <a:lnTo>
                    <a:pt x="6498229" y="3424607"/>
                  </a:lnTo>
                  <a:lnTo>
                    <a:pt x="6424469" y="3420702"/>
                  </a:lnTo>
                  <a:lnTo>
                    <a:pt x="6350709" y="3416539"/>
                  </a:lnTo>
                  <a:lnTo>
                    <a:pt x="6276949" y="3412102"/>
                  </a:lnTo>
                  <a:lnTo>
                    <a:pt x="6203189" y="3407372"/>
                  </a:lnTo>
                  <a:lnTo>
                    <a:pt x="6129429" y="3402329"/>
                  </a:lnTo>
                  <a:lnTo>
                    <a:pt x="6055669" y="3396953"/>
                  </a:lnTo>
                  <a:lnTo>
                    <a:pt x="5981909" y="3391223"/>
                  </a:lnTo>
                  <a:lnTo>
                    <a:pt x="5908149" y="3385114"/>
                  </a:lnTo>
                  <a:lnTo>
                    <a:pt x="5834389" y="3378601"/>
                  </a:lnTo>
                  <a:lnTo>
                    <a:pt x="5760629" y="3371659"/>
                  </a:lnTo>
                  <a:lnTo>
                    <a:pt x="5686869" y="3364258"/>
                  </a:lnTo>
                  <a:lnTo>
                    <a:pt x="5613109" y="3356369"/>
                  </a:lnTo>
                  <a:lnTo>
                    <a:pt x="5539349" y="3347959"/>
                  </a:lnTo>
                  <a:lnTo>
                    <a:pt x="5465589" y="3338994"/>
                  </a:lnTo>
                  <a:lnTo>
                    <a:pt x="5391829" y="3329436"/>
                  </a:lnTo>
                  <a:lnTo>
                    <a:pt x="5318069" y="3319248"/>
                  </a:lnTo>
                  <a:lnTo>
                    <a:pt x="5244309" y="3308387"/>
                  </a:lnTo>
                  <a:lnTo>
                    <a:pt x="5170549" y="3296808"/>
                  </a:lnTo>
                  <a:lnTo>
                    <a:pt x="5096789" y="3284466"/>
                  </a:lnTo>
                  <a:lnTo>
                    <a:pt x="5023029" y="3271308"/>
                  </a:lnTo>
                  <a:lnTo>
                    <a:pt x="4949269" y="3257282"/>
                  </a:lnTo>
                  <a:lnTo>
                    <a:pt x="4875509" y="3242329"/>
                  </a:lnTo>
                  <a:lnTo>
                    <a:pt x="4801749" y="3226389"/>
                  </a:lnTo>
                  <a:lnTo>
                    <a:pt x="4727989" y="3209397"/>
                  </a:lnTo>
                  <a:lnTo>
                    <a:pt x="4654229" y="3191283"/>
                  </a:lnTo>
                  <a:lnTo>
                    <a:pt x="4580469" y="3171973"/>
                  </a:lnTo>
                  <a:lnTo>
                    <a:pt x="4506709" y="3151388"/>
                  </a:lnTo>
                  <a:lnTo>
                    <a:pt x="4432949" y="3129444"/>
                  </a:lnTo>
                  <a:lnTo>
                    <a:pt x="4359189" y="3106051"/>
                  </a:lnTo>
                  <a:lnTo>
                    <a:pt x="4285429" y="3081113"/>
                  </a:lnTo>
                  <a:lnTo>
                    <a:pt x="4211669" y="3054529"/>
                  </a:lnTo>
                  <a:lnTo>
                    <a:pt x="4137909" y="3026190"/>
                  </a:lnTo>
                  <a:lnTo>
                    <a:pt x="4064149" y="2995979"/>
                  </a:lnTo>
                  <a:lnTo>
                    <a:pt x="3990388" y="2963774"/>
                  </a:lnTo>
                  <a:lnTo>
                    <a:pt x="3916628" y="2929443"/>
                  </a:lnTo>
                  <a:lnTo>
                    <a:pt x="3842868" y="2892844"/>
                  </a:lnTo>
                  <a:lnTo>
                    <a:pt x="3769108" y="2853830"/>
                  </a:lnTo>
                  <a:lnTo>
                    <a:pt x="3695348" y="2812239"/>
                  </a:lnTo>
                  <a:lnTo>
                    <a:pt x="3621588" y="2767902"/>
                  </a:lnTo>
                  <a:lnTo>
                    <a:pt x="3547828" y="2720638"/>
                  </a:lnTo>
                  <a:lnTo>
                    <a:pt x="3474068" y="2670254"/>
                  </a:lnTo>
                  <a:lnTo>
                    <a:pt x="3400308" y="2640648"/>
                  </a:lnTo>
                  <a:lnTo>
                    <a:pt x="3326548" y="2620663"/>
                  </a:lnTo>
                  <a:lnTo>
                    <a:pt x="3252788" y="2600204"/>
                  </a:lnTo>
                  <a:lnTo>
                    <a:pt x="3179028" y="2579259"/>
                  </a:lnTo>
                  <a:lnTo>
                    <a:pt x="3105268" y="2557819"/>
                  </a:lnTo>
                  <a:lnTo>
                    <a:pt x="3031508" y="2535870"/>
                  </a:lnTo>
                  <a:lnTo>
                    <a:pt x="2957748" y="2513400"/>
                  </a:lnTo>
                  <a:lnTo>
                    <a:pt x="2883988" y="2490399"/>
                  </a:lnTo>
                  <a:lnTo>
                    <a:pt x="2810228" y="2466851"/>
                  </a:lnTo>
                  <a:lnTo>
                    <a:pt x="2736468" y="2442746"/>
                  </a:lnTo>
                  <a:lnTo>
                    <a:pt x="2662708" y="2418069"/>
                  </a:lnTo>
                  <a:lnTo>
                    <a:pt x="2588948" y="2392808"/>
                  </a:lnTo>
                  <a:lnTo>
                    <a:pt x="2515188" y="2366947"/>
                  </a:lnTo>
                  <a:lnTo>
                    <a:pt x="2441428" y="2340474"/>
                  </a:lnTo>
                  <a:lnTo>
                    <a:pt x="2367668" y="2313373"/>
                  </a:lnTo>
                  <a:lnTo>
                    <a:pt x="2293908" y="2285629"/>
                  </a:lnTo>
                  <a:lnTo>
                    <a:pt x="2220148" y="2257228"/>
                  </a:lnTo>
                  <a:lnTo>
                    <a:pt x="2146388" y="2228154"/>
                  </a:lnTo>
                  <a:lnTo>
                    <a:pt x="2072628" y="2198390"/>
                  </a:lnTo>
                  <a:lnTo>
                    <a:pt x="1998868" y="2167921"/>
                  </a:lnTo>
                  <a:lnTo>
                    <a:pt x="1925108" y="2136730"/>
                  </a:lnTo>
                  <a:lnTo>
                    <a:pt x="1851348" y="2104799"/>
                  </a:lnTo>
                  <a:lnTo>
                    <a:pt x="1777588" y="2072111"/>
                  </a:lnTo>
                  <a:lnTo>
                    <a:pt x="1703828" y="2038649"/>
                  </a:lnTo>
                  <a:lnTo>
                    <a:pt x="1630068" y="2004393"/>
                  </a:lnTo>
                  <a:lnTo>
                    <a:pt x="1556308" y="1969325"/>
                  </a:lnTo>
                  <a:lnTo>
                    <a:pt x="1482548" y="1933426"/>
                  </a:lnTo>
                  <a:lnTo>
                    <a:pt x="1408788" y="1896676"/>
                  </a:lnTo>
                  <a:lnTo>
                    <a:pt x="1335028" y="1859055"/>
                  </a:lnTo>
                  <a:lnTo>
                    <a:pt x="1261268" y="1820542"/>
                  </a:lnTo>
                  <a:lnTo>
                    <a:pt x="1187508" y="1781116"/>
                  </a:lnTo>
                  <a:lnTo>
                    <a:pt x="1113747" y="1740755"/>
                  </a:lnTo>
                  <a:lnTo>
                    <a:pt x="1039987" y="1699438"/>
                  </a:lnTo>
                  <a:lnTo>
                    <a:pt x="966227" y="1657141"/>
                  </a:lnTo>
                  <a:lnTo>
                    <a:pt x="892467" y="1613842"/>
                  </a:lnTo>
                  <a:lnTo>
                    <a:pt x="818707" y="1569516"/>
                  </a:lnTo>
                  <a:lnTo>
                    <a:pt x="744947" y="1524139"/>
                  </a:lnTo>
                  <a:lnTo>
                    <a:pt x="671187" y="1477687"/>
                  </a:lnTo>
                  <a:lnTo>
                    <a:pt x="597427" y="1430134"/>
                  </a:lnTo>
                  <a:lnTo>
                    <a:pt x="523667" y="1381454"/>
                  </a:lnTo>
                  <a:lnTo>
                    <a:pt x="449907" y="1331619"/>
                  </a:lnTo>
                  <a:lnTo>
                    <a:pt x="376147" y="1280603"/>
                  </a:lnTo>
                  <a:lnTo>
                    <a:pt x="302387" y="1228378"/>
                  </a:lnTo>
                  <a:lnTo>
                    <a:pt x="228627" y="1174915"/>
                  </a:lnTo>
                  <a:lnTo>
                    <a:pt x="154867" y="1120185"/>
                  </a:lnTo>
                  <a:lnTo>
                    <a:pt x="81107" y="1064157"/>
                  </a:lnTo>
                  <a:lnTo>
                    <a:pt x="7347" y="1006801"/>
                  </a:lnTo>
                  <a:lnTo>
                    <a:pt x="0" y="10009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14047" y="2073503"/>
              <a:ext cx="5439300" cy="3234407"/>
            </a:xfrm>
            <a:custGeom>
              <a:avLst/>
              <a:pathLst>
                <a:path w="5439300" h="3234407">
                  <a:moveTo>
                    <a:pt x="0" y="0"/>
                  </a:moveTo>
                  <a:lnTo>
                    <a:pt x="54818" y="162952"/>
                  </a:lnTo>
                  <a:lnTo>
                    <a:pt x="128578" y="368629"/>
                  </a:lnTo>
                  <a:lnTo>
                    <a:pt x="202338" y="561568"/>
                  </a:lnTo>
                  <a:lnTo>
                    <a:pt x="276098" y="742557"/>
                  </a:lnTo>
                  <a:lnTo>
                    <a:pt x="349858" y="912336"/>
                  </a:lnTo>
                  <a:lnTo>
                    <a:pt x="423618" y="1071599"/>
                  </a:lnTo>
                  <a:lnTo>
                    <a:pt x="497378" y="1220999"/>
                  </a:lnTo>
                  <a:lnTo>
                    <a:pt x="571138" y="1361145"/>
                  </a:lnTo>
                  <a:lnTo>
                    <a:pt x="644898" y="1492611"/>
                  </a:lnTo>
                  <a:lnTo>
                    <a:pt x="718658" y="1615934"/>
                  </a:lnTo>
                  <a:lnTo>
                    <a:pt x="792418" y="1731620"/>
                  </a:lnTo>
                  <a:lnTo>
                    <a:pt x="866178" y="1840140"/>
                  </a:lnTo>
                  <a:lnTo>
                    <a:pt x="939938" y="1941939"/>
                  </a:lnTo>
                  <a:lnTo>
                    <a:pt x="1013698" y="2037432"/>
                  </a:lnTo>
                  <a:lnTo>
                    <a:pt x="1087458" y="2127012"/>
                  </a:lnTo>
                  <a:lnTo>
                    <a:pt x="1161218" y="2211043"/>
                  </a:lnTo>
                  <a:lnTo>
                    <a:pt x="1234978" y="2289869"/>
                  </a:lnTo>
                  <a:lnTo>
                    <a:pt x="1308738" y="2363814"/>
                  </a:lnTo>
                  <a:lnTo>
                    <a:pt x="1382498" y="2433178"/>
                  </a:lnTo>
                  <a:lnTo>
                    <a:pt x="1456258" y="2498246"/>
                  </a:lnTo>
                  <a:lnTo>
                    <a:pt x="1530018" y="2559285"/>
                  </a:lnTo>
                  <a:lnTo>
                    <a:pt x="1603778" y="2616542"/>
                  </a:lnTo>
                  <a:lnTo>
                    <a:pt x="1677538" y="2660171"/>
                  </a:lnTo>
                  <a:lnTo>
                    <a:pt x="1751298" y="2679242"/>
                  </a:lnTo>
                  <a:lnTo>
                    <a:pt x="1825058" y="2697871"/>
                  </a:lnTo>
                  <a:lnTo>
                    <a:pt x="1898819" y="2716068"/>
                  </a:lnTo>
                  <a:lnTo>
                    <a:pt x="1972579" y="2733845"/>
                  </a:lnTo>
                  <a:lnTo>
                    <a:pt x="2046339" y="2751209"/>
                  </a:lnTo>
                  <a:lnTo>
                    <a:pt x="2120099" y="2768172"/>
                  </a:lnTo>
                  <a:lnTo>
                    <a:pt x="2193859" y="2784742"/>
                  </a:lnTo>
                  <a:lnTo>
                    <a:pt x="2267619" y="2800928"/>
                  </a:lnTo>
                  <a:lnTo>
                    <a:pt x="2341379" y="2816739"/>
                  </a:lnTo>
                  <a:lnTo>
                    <a:pt x="2415139" y="2832184"/>
                  </a:lnTo>
                  <a:lnTo>
                    <a:pt x="2488899" y="2847272"/>
                  </a:lnTo>
                  <a:lnTo>
                    <a:pt x="2562659" y="2862010"/>
                  </a:lnTo>
                  <a:lnTo>
                    <a:pt x="2636419" y="2876407"/>
                  </a:lnTo>
                  <a:lnTo>
                    <a:pt x="2710179" y="2890470"/>
                  </a:lnTo>
                  <a:lnTo>
                    <a:pt x="2783939" y="2904208"/>
                  </a:lnTo>
                  <a:lnTo>
                    <a:pt x="2857699" y="2917628"/>
                  </a:lnTo>
                  <a:lnTo>
                    <a:pt x="2931459" y="2930737"/>
                  </a:lnTo>
                  <a:lnTo>
                    <a:pt x="3005219" y="2943542"/>
                  </a:lnTo>
                  <a:lnTo>
                    <a:pt x="3078979" y="2956051"/>
                  </a:lnTo>
                  <a:lnTo>
                    <a:pt x="3152739" y="2968270"/>
                  </a:lnTo>
                  <a:lnTo>
                    <a:pt x="3226499" y="2980207"/>
                  </a:lnTo>
                  <a:lnTo>
                    <a:pt x="3300259" y="2991867"/>
                  </a:lnTo>
                  <a:lnTo>
                    <a:pt x="3374019" y="3003257"/>
                  </a:lnTo>
                  <a:lnTo>
                    <a:pt x="3447779" y="3014383"/>
                  </a:lnTo>
                  <a:lnTo>
                    <a:pt x="3521539" y="3025251"/>
                  </a:lnTo>
                  <a:lnTo>
                    <a:pt x="3595299" y="3035868"/>
                  </a:lnTo>
                  <a:lnTo>
                    <a:pt x="3669059" y="3046239"/>
                  </a:lnTo>
                  <a:lnTo>
                    <a:pt x="3742819" y="3056370"/>
                  </a:lnTo>
                  <a:lnTo>
                    <a:pt x="3816579" y="3066266"/>
                  </a:lnTo>
                  <a:lnTo>
                    <a:pt x="3890339" y="3075933"/>
                  </a:lnTo>
                  <a:lnTo>
                    <a:pt x="3964099" y="3085377"/>
                  </a:lnTo>
                  <a:lnTo>
                    <a:pt x="4037859" y="3094601"/>
                  </a:lnTo>
                  <a:lnTo>
                    <a:pt x="4111619" y="3103612"/>
                  </a:lnTo>
                  <a:lnTo>
                    <a:pt x="4185379" y="3112415"/>
                  </a:lnTo>
                  <a:lnTo>
                    <a:pt x="4259139" y="3121013"/>
                  </a:lnTo>
                  <a:lnTo>
                    <a:pt x="4332899" y="3129413"/>
                  </a:lnTo>
                  <a:lnTo>
                    <a:pt x="4406659" y="3137618"/>
                  </a:lnTo>
                  <a:lnTo>
                    <a:pt x="4480419" y="3145633"/>
                  </a:lnTo>
                  <a:lnTo>
                    <a:pt x="4554179" y="3153462"/>
                  </a:lnTo>
                  <a:lnTo>
                    <a:pt x="4627939" y="3161110"/>
                  </a:lnTo>
                  <a:lnTo>
                    <a:pt x="4701699" y="3168581"/>
                  </a:lnTo>
                  <a:lnTo>
                    <a:pt x="4775459" y="3175879"/>
                  </a:lnTo>
                  <a:lnTo>
                    <a:pt x="4849220" y="3183008"/>
                  </a:lnTo>
                  <a:lnTo>
                    <a:pt x="4922980" y="3189972"/>
                  </a:lnTo>
                  <a:lnTo>
                    <a:pt x="4996740" y="3196774"/>
                  </a:lnTo>
                  <a:lnTo>
                    <a:pt x="5070500" y="3203419"/>
                  </a:lnTo>
                  <a:lnTo>
                    <a:pt x="5144260" y="3209911"/>
                  </a:lnTo>
                  <a:lnTo>
                    <a:pt x="5218020" y="3216251"/>
                  </a:lnTo>
                  <a:lnTo>
                    <a:pt x="5291780" y="3222446"/>
                  </a:lnTo>
                  <a:lnTo>
                    <a:pt x="5365540" y="3228496"/>
                  </a:lnTo>
                  <a:lnTo>
                    <a:pt x="5439300" y="32344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074455"/>
              <a:ext cx="7235830" cy="2451590"/>
            </a:xfrm>
            <a:custGeom>
              <a:avLst/>
              <a:pathLst>
                <a:path w="7235830" h="2451590">
                  <a:moveTo>
                    <a:pt x="7235830" y="2451590"/>
                  </a:moveTo>
                  <a:lnTo>
                    <a:pt x="7162070" y="2449530"/>
                  </a:lnTo>
                  <a:lnTo>
                    <a:pt x="7088310" y="2447334"/>
                  </a:lnTo>
                  <a:lnTo>
                    <a:pt x="7014550" y="2444993"/>
                  </a:lnTo>
                  <a:lnTo>
                    <a:pt x="6940789" y="2442497"/>
                  </a:lnTo>
                  <a:lnTo>
                    <a:pt x="6867029" y="2439836"/>
                  </a:lnTo>
                  <a:lnTo>
                    <a:pt x="6793269" y="2437000"/>
                  </a:lnTo>
                  <a:lnTo>
                    <a:pt x="6719509" y="2433976"/>
                  </a:lnTo>
                  <a:lnTo>
                    <a:pt x="6645749" y="2430753"/>
                  </a:lnTo>
                  <a:lnTo>
                    <a:pt x="6571989" y="2427317"/>
                  </a:lnTo>
                  <a:lnTo>
                    <a:pt x="6498229" y="2423654"/>
                  </a:lnTo>
                  <a:lnTo>
                    <a:pt x="6424469" y="2419749"/>
                  </a:lnTo>
                  <a:lnTo>
                    <a:pt x="6350709" y="2415587"/>
                  </a:lnTo>
                  <a:lnTo>
                    <a:pt x="6276949" y="2411149"/>
                  </a:lnTo>
                  <a:lnTo>
                    <a:pt x="6203189" y="2406419"/>
                  </a:lnTo>
                  <a:lnTo>
                    <a:pt x="6129429" y="2401376"/>
                  </a:lnTo>
                  <a:lnTo>
                    <a:pt x="6055669" y="2396001"/>
                  </a:lnTo>
                  <a:lnTo>
                    <a:pt x="5981909" y="2390270"/>
                  </a:lnTo>
                  <a:lnTo>
                    <a:pt x="5908149" y="2384161"/>
                  </a:lnTo>
                  <a:lnTo>
                    <a:pt x="5834389" y="2377649"/>
                  </a:lnTo>
                  <a:lnTo>
                    <a:pt x="5760629" y="2370706"/>
                  </a:lnTo>
                  <a:lnTo>
                    <a:pt x="5686869" y="2363306"/>
                  </a:lnTo>
                  <a:lnTo>
                    <a:pt x="5613109" y="2355417"/>
                  </a:lnTo>
                  <a:lnTo>
                    <a:pt x="5539349" y="2347006"/>
                  </a:lnTo>
                  <a:lnTo>
                    <a:pt x="5465589" y="2338041"/>
                  </a:lnTo>
                  <a:lnTo>
                    <a:pt x="5391829" y="2328484"/>
                  </a:lnTo>
                  <a:lnTo>
                    <a:pt x="5318069" y="2318295"/>
                  </a:lnTo>
                  <a:lnTo>
                    <a:pt x="5244309" y="2307434"/>
                  </a:lnTo>
                  <a:lnTo>
                    <a:pt x="5170549" y="2295856"/>
                  </a:lnTo>
                  <a:lnTo>
                    <a:pt x="5096789" y="2283513"/>
                  </a:lnTo>
                  <a:lnTo>
                    <a:pt x="5023029" y="2270355"/>
                  </a:lnTo>
                  <a:lnTo>
                    <a:pt x="4949269" y="2256329"/>
                  </a:lnTo>
                  <a:lnTo>
                    <a:pt x="4875509" y="2241377"/>
                  </a:lnTo>
                  <a:lnTo>
                    <a:pt x="4801749" y="2225437"/>
                  </a:lnTo>
                  <a:lnTo>
                    <a:pt x="4727989" y="2208445"/>
                  </a:lnTo>
                  <a:lnTo>
                    <a:pt x="4654229" y="2190331"/>
                  </a:lnTo>
                  <a:lnTo>
                    <a:pt x="4580469" y="2171020"/>
                  </a:lnTo>
                  <a:lnTo>
                    <a:pt x="4506709" y="2150435"/>
                  </a:lnTo>
                  <a:lnTo>
                    <a:pt x="4432949" y="2128491"/>
                  </a:lnTo>
                  <a:lnTo>
                    <a:pt x="4359189" y="2105098"/>
                  </a:lnTo>
                  <a:lnTo>
                    <a:pt x="4285429" y="2080161"/>
                  </a:lnTo>
                  <a:lnTo>
                    <a:pt x="4211669" y="2053577"/>
                  </a:lnTo>
                  <a:lnTo>
                    <a:pt x="4137909" y="2025237"/>
                  </a:lnTo>
                  <a:lnTo>
                    <a:pt x="4064149" y="1995027"/>
                  </a:lnTo>
                  <a:lnTo>
                    <a:pt x="3990388" y="1962822"/>
                  </a:lnTo>
                  <a:lnTo>
                    <a:pt x="3916628" y="1928490"/>
                  </a:lnTo>
                  <a:lnTo>
                    <a:pt x="3842868" y="1891892"/>
                  </a:lnTo>
                  <a:lnTo>
                    <a:pt x="3769108" y="1852877"/>
                  </a:lnTo>
                  <a:lnTo>
                    <a:pt x="3695348" y="1811286"/>
                  </a:lnTo>
                  <a:lnTo>
                    <a:pt x="3621588" y="1766950"/>
                  </a:lnTo>
                  <a:lnTo>
                    <a:pt x="3547828" y="1719686"/>
                  </a:lnTo>
                  <a:lnTo>
                    <a:pt x="3474068" y="1669301"/>
                  </a:lnTo>
                  <a:lnTo>
                    <a:pt x="3400308" y="1639696"/>
                  </a:lnTo>
                  <a:lnTo>
                    <a:pt x="3326548" y="1619710"/>
                  </a:lnTo>
                  <a:lnTo>
                    <a:pt x="3252788" y="1599251"/>
                  </a:lnTo>
                  <a:lnTo>
                    <a:pt x="3179028" y="1578307"/>
                  </a:lnTo>
                  <a:lnTo>
                    <a:pt x="3105268" y="1556866"/>
                  </a:lnTo>
                  <a:lnTo>
                    <a:pt x="3031508" y="1534917"/>
                  </a:lnTo>
                  <a:lnTo>
                    <a:pt x="2957748" y="1512448"/>
                  </a:lnTo>
                  <a:lnTo>
                    <a:pt x="2883988" y="1489446"/>
                  </a:lnTo>
                  <a:lnTo>
                    <a:pt x="2810228" y="1465899"/>
                  </a:lnTo>
                  <a:lnTo>
                    <a:pt x="2736468" y="1441794"/>
                  </a:lnTo>
                  <a:lnTo>
                    <a:pt x="2662708" y="1417117"/>
                  </a:lnTo>
                  <a:lnTo>
                    <a:pt x="2588948" y="1391855"/>
                  </a:lnTo>
                  <a:lnTo>
                    <a:pt x="2515188" y="1365995"/>
                  </a:lnTo>
                  <a:lnTo>
                    <a:pt x="2441428" y="1339521"/>
                  </a:lnTo>
                  <a:lnTo>
                    <a:pt x="2367668" y="1312420"/>
                  </a:lnTo>
                  <a:lnTo>
                    <a:pt x="2293908" y="1284677"/>
                  </a:lnTo>
                  <a:lnTo>
                    <a:pt x="2220148" y="1256275"/>
                  </a:lnTo>
                  <a:lnTo>
                    <a:pt x="2146388" y="1227201"/>
                  </a:lnTo>
                  <a:lnTo>
                    <a:pt x="2072628" y="1197437"/>
                  </a:lnTo>
                  <a:lnTo>
                    <a:pt x="1998868" y="1166968"/>
                  </a:lnTo>
                  <a:lnTo>
                    <a:pt x="1925108" y="1135777"/>
                  </a:lnTo>
                  <a:lnTo>
                    <a:pt x="1851348" y="1103846"/>
                  </a:lnTo>
                  <a:lnTo>
                    <a:pt x="1777588" y="1071158"/>
                  </a:lnTo>
                  <a:lnTo>
                    <a:pt x="1703828" y="1037696"/>
                  </a:lnTo>
                  <a:lnTo>
                    <a:pt x="1630068" y="1003440"/>
                  </a:lnTo>
                  <a:lnTo>
                    <a:pt x="1556308" y="968372"/>
                  </a:lnTo>
                  <a:lnTo>
                    <a:pt x="1482548" y="932473"/>
                  </a:lnTo>
                  <a:lnTo>
                    <a:pt x="1408788" y="895723"/>
                  </a:lnTo>
                  <a:lnTo>
                    <a:pt x="1335028" y="858102"/>
                  </a:lnTo>
                  <a:lnTo>
                    <a:pt x="1261268" y="819589"/>
                  </a:lnTo>
                  <a:lnTo>
                    <a:pt x="1187508" y="780163"/>
                  </a:lnTo>
                  <a:lnTo>
                    <a:pt x="1113747" y="739802"/>
                  </a:lnTo>
                  <a:lnTo>
                    <a:pt x="1039987" y="698485"/>
                  </a:lnTo>
                  <a:lnTo>
                    <a:pt x="966227" y="656188"/>
                  </a:lnTo>
                  <a:lnTo>
                    <a:pt x="892467" y="612889"/>
                  </a:lnTo>
                  <a:lnTo>
                    <a:pt x="818707" y="568563"/>
                  </a:lnTo>
                  <a:lnTo>
                    <a:pt x="744947" y="523187"/>
                  </a:lnTo>
                  <a:lnTo>
                    <a:pt x="671187" y="476735"/>
                  </a:lnTo>
                  <a:lnTo>
                    <a:pt x="597427" y="429182"/>
                  </a:lnTo>
                  <a:lnTo>
                    <a:pt x="523667" y="380501"/>
                  </a:lnTo>
                  <a:lnTo>
                    <a:pt x="449907" y="330667"/>
                  </a:lnTo>
                  <a:lnTo>
                    <a:pt x="376147" y="279651"/>
                  </a:lnTo>
                  <a:lnTo>
                    <a:pt x="302387" y="227426"/>
                  </a:lnTo>
                  <a:lnTo>
                    <a:pt x="228627" y="173963"/>
                  </a:lnTo>
                  <a:lnTo>
                    <a:pt x="154867" y="119232"/>
                  </a:lnTo>
                  <a:lnTo>
                    <a:pt x="81107" y="63204"/>
                  </a:lnTo>
                  <a:lnTo>
                    <a:pt x="7347" y="58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46175" y="2073503"/>
              <a:ext cx="6207172" cy="3395541"/>
            </a:xfrm>
            <a:custGeom>
              <a:avLst/>
              <a:pathLst>
                <a:path w="6207172" h="3395541">
                  <a:moveTo>
                    <a:pt x="0" y="0"/>
                  </a:moveTo>
                  <a:lnTo>
                    <a:pt x="11329" y="23730"/>
                  </a:lnTo>
                  <a:lnTo>
                    <a:pt x="85089" y="171620"/>
                  </a:lnTo>
                  <a:lnTo>
                    <a:pt x="158849" y="313188"/>
                  </a:lnTo>
                  <a:lnTo>
                    <a:pt x="232610" y="448706"/>
                  </a:lnTo>
                  <a:lnTo>
                    <a:pt x="306370" y="578431"/>
                  </a:lnTo>
                  <a:lnTo>
                    <a:pt x="380130" y="702611"/>
                  </a:lnTo>
                  <a:lnTo>
                    <a:pt x="453890" y="821484"/>
                  </a:lnTo>
                  <a:lnTo>
                    <a:pt x="527650" y="935275"/>
                  </a:lnTo>
                  <a:lnTo>
                    <a:pt x="601410" y="1044203"/>
                  </a:lnTo>
                  <a:lnTo>
                    <a:pt x="675170" y="1148475"/>
                  </a:lnTo>
                  <a:lnTo>
                    <a:pt x="748930" y="1248290"/>
                  </a:lnTo>
                  <a:lnTo>
                    <a:pt x="822690" y="1343839"/>
                  </a:lnTo>
                  <a:lnTo>
                    <a:pt x="896450" y="1435304"/>
                  </a:lnTo>
                  <a:lnTo>
                    <a:pt x="970210" y="1522860"/>
                  </a:lnTo>
                  <a:lnTo>
                    <a:pt x="1043970" y="1606673"/>
                  </a:lnTo>
                  <a:lnTo>
                    <a:pt x="1117730" y="1686903"/>
                  </a:lnTo>
                  <a:lnTo>
                    <a:pt x="1191490" y="1763705"/>
                  </a:lnTo>
                  <a:lnTo>
                    <a:pt x="1265250" y="1837224"/>
                  </a:lnTo>
                  <a:lnTo>
                    <a:pt x="1339010" y="1907600"/>
                  </a:lnTo>
                  <a:lnTo>
                    <a:pt x="1412770" y="1974968"/>
                  </a:lnTo>
                  <a:lnTo>
                    <a:pt x="1486530" y="2039457"/>
                  </a:lnTo>
                  <a:lnTo>
                    <a:pt x="1560290" y="2101190"/>
                  </a:lnTo>
                  <a:lnTo>
                    <a:pt x="1634050" y="2160284"/>
                  </a:lnTo>
                  <a:lnTo>
                    <a:pt x="1707810" y="2216852"/>
                  </a:lnTo>
                  <a:lnTo>
                    <a:pt x="1781570" y="2271002"/>
                  </a:lnTo>
                  <a:lnTo>
                    <a:pt x="1855330" y="2322838"/>
                  </a:lnTo>
                  <a:lnTo>
                    <a:pt x="1929090" y="2372458"/>
                  </a:lnTo>
                  <a:lnTo>
                    <a:pt x="2002850" y="2419957"/>
                  </a:lnTo>
                  <a:lnTo>
                    <a:pt x="2076610" y="2465426"/>
                  </a:lnTo>
                  <a:lnTo>
                    <a:pt x="2150370" y="2508951"/>
                  </a:lnTo>
                  <a:lnTo>
                    <a:pt x="2224130" y="2550616"/>
                  </a:lnTo>
                  <a:lnTo>
                    <a:pt x="2297890" y="2590501"/>
                  </a:lnTo>
                  <a:lnTo>
                    <a:pt x="2371650" y="2628680"/>
                  </a:lnTo>
                  <a:lnTo>
                    <a:pt x="2445410" y="2665228"/>
                  </a:lnTo>
                  <a:lnTo>
                    <a:pt x="2519170" y="2700213"/>
                  </a:lnTo>
                  <a:lnTo>
                    <a:pt x="2592930" y="2733703"/>
                  </a:lnTo>
                  <a:lnTo>
                    <a:pt x="2666690" y="2765762"/>
                  </a:lnTo>
                  <a:lnTo>
                    <a:pt x="2740450" y="2796451"/>
                  </a:lnTo>
                  <a:lnTo>
                    <a:pt x="2814210" y="2825827"/>
                  </a:lnTo>
                  <a:lnTo>
                    <a:pt x="2887970" y="2853948"/>
                  </a:lnTo>
                  <a:lnTo>
                    <a:pt x="2961730" y="2880867"/>
                  </a:lnTo>
                  <a:lnTo>
                    <a:pt x="3035490" y="2906636"/>
                  </a:lnTo>
                  <a:lnTo>
                    <a:pt x="3109250" y="2931303"/>
                  </a:lnTo>
                  <a:lnTo>
                    <a:pt x="3183011" y="2954916"/>
                  </a:lnTo>
                  <a:lnTo>
                    <a:pt x="3256771" y="2977519"/>
                  </a:lnTo>
                  <a:lnTo>
                    <a:pt x="3330531" y="2999157"/>
                  </a:lnTo>
                  <a:lnTo>
                    <a:pt x="3404291" y="3019869"/>
                  </a:lnTo>
                  <a:lnTo>
                    <a:pt x="3478051" y="3039697"/>
                  </a:lnTo>
                  <a:lnTo>
                    <a:pt x="3551811" y="3058676"/>
                  </a:lnTo>
                  <a:lnTo>
                    <a:pt x="3625571" y="3076845"/>
                  </a:lnTo>
                  <a:lnTo>
                    <a:pt x="3699331" y="3094237"/>
                  </a:lnTo>
                  <a:lnTo>
                    <a:pt x="3773091" y="3110885"/>
                  </a:lnTo>
                  <a:lnTo>
                    <a:pt x="3846851" y="3126822"/>
                  </a:lnTo>
                  <a:lnTo>
                    <a:pt x="3920611" y="3142078"/>
                  </a:lnTo>
                  <a:lnTo>
                    <a:pt x="3994371" y="3156682"/>
                  </a:lnTo>
                  <a:lnTo>
                    <a:pt x="4068131" y="3170661"/>
                  </a:lnTo>
                  <a:lnTo>
                    <a:pt x="4141891" y="3184043"/>
                  </a:lnTo>
                  <a:lnTo>
                    <a:pt x="4215651" y="3196854"/>
                  </a:lnTo>
                  <a:lnTo>
                    <a:pt x="4289411" y="3209116"/>
                  </a:lnTo>
                  <a:lnTo>
                    <a:pt x="4363171" y="3220854"/>
                  </a:lnTo>
                  <a:lnTo>
                    <a:pt x="4436931" y="3232091"/>
                  </a:lnTo>
                  <a:lnTo>
                    <a:pt x="4510691" y="3242847"/>
                  </a:lnTo>
                  <a:lnTo>
                    <a:pt x="4584451" y="3253144"/>
                  </a:lnTo>
                  <a:lnTo>
                    <a:pt x="4658211" y="3263001"/>
                  </a:lnTo>
                  <a:lnTo>
                    <a:pt x="4731971" y="3272436"/>
                  </a:lnTo>
                  <a:lnTo>
                    <a:pt x="4805731" y="3281468"/>
                  </a:lnTo>
                  <a:lnTo>
                    <a:pt x="4879491" y="3290114"/>
                  </a:lnTo>
                  <a:lnTo>
                    <a:pt x="4953251" y="3298390"/>
                  </a:lnTo>
                  <a:lnTo>
                    <a:pt x="5027011" y="3306313"/>
                  </a:lnTo>
                  <a:lnTo>
                    <a:pt x="5100771" y="3313896"/>
                  </a:lnTo>
                  <a:lnTo>
                    <a:pt x="5174531" y="3321156"/>
                  </a:lnTo>
                  <a:lnTo>
                    <a:pt x="5248291" y="3328106"/>
                  </a:lnTo>
                  <a:lnTo>
                    <a:pt x="5322051" y="3334758"/>
                  </a:lnTo>
                  <a:lnTo>
                    <a:pt x="5395811" y="3341126"/>
                  </a:lnTo>
                  <a:lnTo>
                    <a:pt x="5469571" y="3347222"/>
                  </a:lnTo>
                  <a:lnTo>
                    <a:pt x="5543331" y="3353058"/>
                  </a:lnTo>
                  <a:lnTo>
                    <a:pt x="5617091" y="3358644"/>
                  </a:lnTo>
                  <a:lnTo>
                    <a:pt x="5690851" y="3363991"/>
                  </a:lnTo>
                  <a:lnTo>
                    <a:pt x="5764611" y="3369109"/>
                  </a:lnTo>
                  <a:lnTo>
                    <a:pt x="5838371" y="3374009"/>
                  </a:lnTo>
                  <a:lnTo>
                    <a:pt x="5912131" y="3378700"/>
                  </a:lnTo>
                  <a:lnTo>
                    <a:pt x="5985891" y="3383190"/>
                  </a:lnTo>
                  <a:lnTo>
                    <a:pt x="6059652" y="3387488"/>
                  </a:lnTo>
                  <a:lnTo>
                    <a:pt x="6133412" y="3391602"/>
                  </a:lnTo>
                  <a:lnTo>
                    <a:pt x="6207172" y="33955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1.69 (1.33-2.16), p = &lt;0.001  |  per IQR decline (Δ = 0.29): 4.65 (2.28-9.48)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2026-06-08T10:27:24Z</dcterms:modified>
  <cp:category/>
</cp:coreProperties>
</file>