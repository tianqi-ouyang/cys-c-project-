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52543"/>
            </a:xfrm>
            <a:custGeom>
              <a:avLst/>
              <a:pathLst>
                <a:path w="7090630" h="3452543">
                  <a:moveTo>
                    <a:pt x="1808955" y="0"/>
                  </a:moveTo>
                  <a:lnTo>
                    <a:pt x="1862185" y="162952"/>
                  </a:lnTo>
                  <a:lnTo>
                    <a:pt x="1933808" y="368629"/>
                  </a:lnTo>
                  <a:lnTo>
                    <a:pt x="2005430" y="561568"/>
                  </a:lnTo>
                  <a:lnTo>
                    <a:pt x="2077053" y="742557"/>
                  </a:lnTo>
                  <a:lnTo>
                    <a:pt x="2148675" y="912336"/>
                  </a:lnTo>
                  <a:lnTo>
                    <a:pt x="2220298" y="1071599"/>
                  </a:lnTo>
                  <a:lnTo>
                    <a:pt x="2291920" y="1220999"/>
                  </a:lnTo>
                  <a:lnTo>
                    <a:pt x="2363543" y="1361145"/>
                  </a:lnTo>
                  <a:lnTo>
                    <a:pt x="2435165" y="1492611"/>
                  </a:lnTo>
                  <a:lnTo>
                    <a:pt x="2506788" y="1615934"/>
                  </a:lnTo>
                  <a:lnTo>
                    <a:pt x="2578410" y="1731620"/>
                  </a:lnTo>
                  <a:lnTo>
                    <a:pt x="2650033" y="1840140"/>
                  </a:lnTo>
                  <a:lnTo>
                    <a:pt x="2721655" y="1941939"/>
                  </a:lnTo>
                  <a:lnTo>
                    <a:pt x="2793278" y="2037432"/>
                  </a:lnTo>
                  <a:lnTo>
                    <a:pt x="2864901" y="2127012"/>
                  </a:lnTo>
                  <a:lnTo>
                    <a:pt x="2936523" y="2211043"/>
                  </a:lnTo>
                  <a:lnTo>
                    <a:pt x="3008146" y="2289869"/>
                  </a:lnTo>
                  <a:lnTo>
                    <a:pt x="3079768" y="2363814"/>
                  </a:lnTo>
                  <a:lnTo>
                    <a:pt x="3151391" y="2433178"/>
                  </a:lnTo>
                  <a:lnTo>
                    <a:pt x="3223013" y="2498246"/>
                  </a:lnTo>
                  <a:lnTo>
                    <a:pt x="3294636" y="2559285"/>
                  </a:lnTo>
                  <a:lnTo>
                    <a:pt x="3366258" y="2616542"/>
                  </a:lnTo>
                  <a:lnTo>
                    <a:pt x="3437881" y="2660171"/>
                  </a:lnTo>
                  <a:lnTo>
                    <a:pt x="3509503" y="2679242"/>
                  </a:lnTo>
                  <a:lnTo>
                    <a:pt x="3581126" y="2697871"/>
                  </a:lnTo>
                  <a:lnTo>
                    <a:pt x="3652748" y="2716068"/>
                  </a:lnTo>
                  <a:lnTo>
                    <a:pt x="3724371" y="2733845"/>
                  </a:lnTo>
                  <a:lnTo>
                    <a:pt x="3795993" y="2751209"/>
                  </a:lnTo>
                  <a:lnTo>
                    <a:pt x="3867616" y="2768172"/>
                  </a:lnTo>
                  <a:lnTo>
                    <a:pt x="3939238" y="2784742"/>
                  </a:lnTo>
                  <a:lnTo>
                    <a:pt x="4010861" y="2800928"/>
                  </a:lnTo>
                  <a:lnTo>
                    <a:pt x="4082483" y="2816739"/>
                  </a:lnTo>
                  <a:lnTo>
                    <a:pt x="4154106" y="2832184"/>
                  </a:lnTo>
                  <a:lnTo>
                    <a:pt x="4225729" y="2847272"/>
                  </a:lnTo>
                  <a:lnTo>
                    <a:pt x="4297351" y="2862010"/>
                  </a:lnTo>
                  <a:lnTo>
                    <a:pt x="4368974" y="2876407"/>
                  </a:lnTo>
                  <a:lnTo>
                    <a:pt x="4440596" y="2890470"/>
                  </a:lnTo>
                  <a:lnTo>
                    <a:pt x="4512219" y="2904208"/>
                  </a:lnTo>
                  <a:lnTo>
                    <a:pt x="4583841" y="2917628"/>
                  </a:lnTo>
                  <a:lnTo>
                    <a:pt x="4655464" y="2930737"/>
                  </a:lnTo>
                  <a:lnTo>
                    <a:pt x="4727086" y="2943542"/>
                  </a:lnTo>
                  <a:lnTo>
                    <a:pt x="4798709" y="2956051"/>
                  </a:lnTo>
                  <a:lnTo>
                    <a:pt x="4870331" y="2968270"/>
                  </a:lnTo>
                  <a:lnTo>
                    <a:pt x="4941954" y="2980207"/>
                  </a:lnTo>
                  <a:lnTo>
                    <a:pt x="5013576" y="2991867"/>
                  </a:lnTo>
                  <a:lnTo>
                    <a:pt x="5085199" y="3003257"/>
                  </a:lnTo>
                  <a:lnTo>
                    <a:pt x="5156821" y="3014383"/>
                  </a:lnTo>
                  <a:lnTo>
                    <a:pt x="5228444" y="3025251"/>
                  </a:lnTo>
                  <a:lnTo>
                    <a:pt x="5300066" y="3035868"/>
                  </a:lnTo>
                  <a:lnTo>
                    <a:pt x="5371689" y="3046239"/>
                  </a:lnTo>
                  <a:lnTo>
                    <a:pt x="5443311" y="3056370"/>
                  </a:lnTo>
                  <a:lnTo>
                    <a:pt x="5514934" y="3066266"/>
                  </a:lnTo>
                  <a:lnTo>
                    <a:pt x="5586557" y="3075933"/>
                  </a:lnTo>
                  <a:lnTo>
                    <a:pt x="5658179" y="3085377"/>
                  </a:lnTo>
                  <a:lnTo>
                    <a:pt x="5729802" y="3094601"/>
                  </a:lnTo>
                  <a:lnTo>
                    <a:pt x="5801424" y="3103612"/>
                  </a:lnTo>
                  <a:lnTo>
                    <a:pt x="5873047" y="3112415"/>
                  </a:lnTo>
                  <a:lnTo>
                    <a:pt x="5944669" y="3121013"/>
                  </a:lnTo>
                  <a:lnTo>
                    <a:pt x="6016292" y="3129413"/>
                  </a:lnTo>
                  <a:lnTo>
                    <a:pt x="6087914" y="3137618"/>
                  </a:lnTo>
                  <a:lnTo>
                    <a:pt x="6159537" y="3145633"/>
                  </a:lnTo>
                  <a:lnTo>
                    <a:pt x="6231159" y="3153462"/>
                  </a:lnTo>
                  <a:lnTo>
                    <a:pt x="6302782" y="3161110"/>
                  </a:lnTo>
                  <a:lnTo>
                    <a:pt x="6374404" y="3168581"/>
                  </a:lnTo>
                  <a:lnTo>
                    <a:pt x="6446027" y="3175879"/>
                  </a:lnTo>
                  <a:lnTo>
                    <a:pt x="6517649" y="3183008"/>
                  </a:lnTo>
                  <a:lnTo>
                    <a:pt x="6589272" y="3189972"/>
                  </a:lnTo>
                  <a:lnTo>
                    <a:pt x="6660894" y="3196774"/>
                  </a:lnTo>
                  <a:lnTo>
                    <a:pt x="6732517" y="3203419"/>
                  </a:lnTo>
                  <a:lnTo>
                    <a:pt x="6804139" y="3209911"/>
                  </a:lnTo>
                  <a:lnTo>
                    <a:pt x="6875762" y="3216251"/>
                  </a:lnTo>
                  <a:lnTo>
                    <a:pt x="6947385" y="3222446"/>
                  </a:lnTo>
                  <a:lnTo>
                    <a:pt x="7019007" y="3228496"/>
                  </a:lnTo>
                  <a:lnTo>
                    <a:pt x="7090630" y="3234407"/>
                  </a:lnTo>
                  <a:lnTo>
                    <a:pt x="7090630" y="3452543"/>
                  </a:lnTo>
                  <a:lnTo>
                    <a:pt x="7019007" y="3450483"/>
                  </a:lnTo>
                  <a:lnTo>
                    <a:pt x="6947385" y="3448286"/>
                  </a:lnTo>
                  <a:lnTo>
                    <a:pt x="6875762" y="3445945"/>
                  </a:lnTo>
                  <a:lnTo>
                    <a:pt x="6804139" y="3443449"/>
                  </a:lnTo>
                  <a:lnTo>
                    <a:pt x="6732517" y="3440789"/>
                  </a:lnTo>
                  <a:lnTo>
                    <a:pt x="6660894" y="3437952"/>
                  </a:lnTo>
                  <a:lnTo>
                    <a:pt x="6589272" y="3434929"/>
                  </a:lnTo>
                  <a:lnTo>
                    <a:pt x="6517649" y="3431706"/>
                  </a:lnTo>
                  <a:lnTo>
                    <a:pt x="6446027" y="3428269"/>
                  </a:lnTo>
                  <a:lnTo>
                    <a:pt x="6374404" y="3424607"/>
                  </a:lnTo>
                  <a:lnTo>
                    <a:pt x="6302782" y="3420702"/>
                  </a:lnTo>
                  <a:lnTo>
                    <a:pt x="6231159" y="3416539"/>
                  </a:lnTo>
                  <a:lnTo>
                    <a:pt x="6159537" y="3412102"/>
                  </a:lnTo>
                  <a:lnTo>
                    <a:pt x="6087914" y="3407372"/>
                  </a:lnTo>
                  <a:lnTo>
                    <a:pt x="6016292" y="3402329"/>
                  </a:lnTo>
                  <a:lnTo>
                    <a:pt x="5944669" y="3396953"/>
                  </a:lnTo>
                  <a:lnTo>
                    <a:pt x="5873047" y="3391223"/>
                  </a:lnTo>
                  <a:lnTo>
                    <a:pt x="5801424" y="3385114"/>
                  </a:lnTo>
                  <a:lnTo>
                    <a:pt x="5729802" y="3378601"/>
                  </a:lnTo>
                  <a:lnTo>
                    <a:pt x="5658179" y="3371659"/>
                  </a:lnTo>
                  <a:lnTo>
                    <a:pt x="5586557" y="3364258"/>
                  </a:lnTo>
                  <a:lnTo>
                    <a:pt x="5514934" y="3356369"/>
                  </a:lnTo>
                  <a:lnTo>
                    <a:pt x="5443311" y="3347959"/>
                  </a:lnTo>
                  <a:lnTo>
                    <a:pt x="5371689" y="3338994"/>
                  </a:lnTo>
                  <a:lnTo>
                    <a:pt x="5300066" y="3329436"/>
                  </a:lnTo>
                  <a:lnTo>
                    <a:pt x="5228444" y="3319248"/>
                  </a:lnTo>
                  <a:lnTo>
                    <a:pt x="5156821" y="3308387"/>
                  </a:lnTo>
                  <a:lnTo>
                    <a:pt x="5085199" y="3296808"/>
                  </a:lnTo>
                  <a:lnTo>
                    <a:pt x="5013576" y="3284466"/>
                  </a:lnTo>
                  <a:lnTo>
                    <a:pt x="4941954" y="3271308"/>
                  </a:lnTo>
                  <a:lnTo>
                    <a:pt x="4870331" y="3257282"/>
                  </a:lnTo>
                  <a:lnTo>
                    <a:pt x="4798709" y="3242329"/>
                  </a:lnTo>
                  <a:lnTo>
                    <a:pt x="4727086" y="3226389"/>
                  </a:lnTo>
                  <a:lnTo>
                    <a:pt x="4655464" y="3209397"/>
                  </a:lnTo>
                  <a:lnTo>
                    <a:pt x="4583841" y="3191283"/>
                  </a:lnTo>
                  <a:lnTo>
                    <a:pt x="4512219" y="3171973"/>
                  </a:lnTo>
                  <a:lnTo>
                    <a:pt x="4440596" y="3151388"/>
                  </a:lnTo>
                  <a:lnTo>
                    <a:pt x="4368974" y="3129444"/>
                  </a:lnTo>
                  <a:lnTo>
                    <a:pt x="4297351" y="3106051"/>
                  </a:lnTo>
                  <a:lnTo>
                    <a:pt x="4225729" y="3081113"/>
                  </a:lnTo>
                  <a:lnTo>
                    <a:pt x="4154106" y="3054529"/>
                  </a:lnTo>
                  <a:lnTo>
                    <a:pt x="4082483" y="3026190"/>
                  </a:lnTo>
                  <a:lnTo>
                    <a:pt x="4010861" y="2995979"/>
                  </a:lnTo>
                  <a:lnTo>
                    <a:pt x="3939238" y="2963774"/>
                  </a:lnTo>
                  <a:lnTo>
                    <a:pt x="3867616" y="2929443"/>
                  </a:lnTo>
                  <a:lnTo>
                    <a:pt x="3795993" y="2892844"/>
                  </a:lnTo>
                  <a:lnTo>
                    <a:pt x="3724371" y="2853830"/>
                  </a:lnTo>
                  <a:lnTo>
                    <a:pt x="3652748" y="2812239"/>
                  </a:lnTo>
                  <a:lnTo>
                    <a:pt x="3581126" y="2767902"/>
                  </a:lnTo>
                  <a:lnTo>
                    <a:pt x="3509503" y="2720638"/>
                  </a:lnTo>
                  <a:lnTo>
                    <a:pt x="3437881" y="2670254"/>
                  </a:lnTo>
                  <a:lnTo>
                    <a:pt x="3366258" y="2640648"/>
                  </a:lnTo>
                  <a:lnTo>
                    <a:pt x="3294636" y="2620663"/>
                  </a:lnTo>
                  <a:lnTo>
                    <a:pt x="3223013" y="2600204"/>
                  </a:lnTo>
                  <a:lnTo>
                    <a:pt x="3151391" y="2579259"/>
                  </a:lnTo>
                  <a:lnTo>
                    <a:pt x="3079768" y="2557819"/>
                  </a:lnTo>
                  <a:lnTo>
                    <a:pt x="3008146" y="2535870"/>
                  </a:lnTo>
                  <a:lnTo>
                    <a:pt x="2936523" y="2513400"/>
                  </a:lnTo>
                  <a:lnTo>
                    <a:pt x="2864901" y="2490399"/>
                  </a:lnTo>
                  <a:lnTo>
                    <a:pt x="2793278" y="2466851"/>
                  </a:lnTo>
                  <a:lnTo>
                    <a:pt x="2721655" y="2442746"/>
                  </a:lnTo>
                  <a:lnTo>
                    <a:pt x="2650033" y="2418069"/>
                  </a:lnTo>
                  <a:lnTo>
                    <a:pt x="2578410" y="2392808"/>
                  </a:lnTo>
                  <a:lnTo>
                    <a:pt x="2506788" y="2366947"/>
                  </a:lnTo>
                  <a:lnTo>
                    <a:pt x="2435165" y="2340474"/>
                  </a:lnTo>
                  <a:lnTo>
                    <a:pt x="2363543" y="2313373"/>
                  </a:lnTo>
                  <a:lnTo>
                    <a:pt x="2291920" y="2285629"/>
                  </a:lnTo>
                  <a:lnTo>
                    <a:pt x="2220298" y="2257228"/>
                  </a:lnTo>
                  <a:lnTo>
                    <a:pt x="2148675" y="2228154"/>
                  </a:lnTo>
                  <a:lnTo>
                    <a:pt x="2077053" y="2198390"/>
                  </a:lnTo>
                  <a:lnTo>
                    <a:pt x="2005430" y="2167921"/>
                  </a:lnTo>
                  <a:lnTo>
                    <a:pt x="1933808" y="2136730"/>
                  </a:lnTo>
                  <a:lnTo>
                    <a:pt x="1862185" y="2104799"/>
                  </a:lnTo>
                  <a:lnTo>
                    <a:pt x="1790563" y="2072111"/>
                  </a:lnTo>
                  <a:lnTo>
                    <a:pt x="1718940" y="2038649"/>
                  </a:lnTo>
                  <a:lnTo>
                    <a:pt x="1647318" y="2004393"/>
                  </a:lnTo>
                  <a:lnTo>
                    <a:pt x="1575695" y="1969325"/>
                  </a:lnTo>
                  <a:lnTo>
                    <a:pt x="1504073" y="1933426"/>
                  </a:lnTo>
                  <a:lnTo>
                    <a:pt x="1432450" y="1896676"/>
                  </a:lnTo>
                  <a:lnTo>
                    <a:pt x="1360827" y="1859055"/>
                  </a:lnTo>
                  <a:lnTo>
                    <a:pt x="1289205" y="1820542"/>
                  </a:lnTo>
                  <a:lnTo>
                    <a:pt x="1217582" y="1781116"/>
                  </a:lnTo>
                  <a:lnTo>
                    <a:pt x="1145960" y="1740755"/>
                  </a:lnTo>
                  <a:lnTo>
                    <a:pt x="1074337" y="1699438"/>
                  </a:lnTo>
                  <a:lnTo>
                    <a:pt x="1002715" y="1657141"/>
                  </a:lnTo>
                  <a:lnTo>
                    <a:pt x="931092" y="1613842"/>
                  </a:lnTo>
                  <a:lnTo>
                    <a:pt x="859470" y="1569516"/>
                  </a:lnTo>
                  <a:lnTo>
                    <a:pt x="787847" y="1524139"/>
                  </a:lnTo>
                  <a:lnTo>
                    <a:pt x="716225" y="1477687"/>
                  </a:lnTo>
                  <a:lnTo>
                    <a:pt x="644602" y="1430134"/>
                  </a:lnTo>
                  <a:lnTo>
                    <a:pt x="572980" y="1381454"/>
                  </a:lnTo>
                  <a:lnTo>
                    <a:pt x="501357" y="1331619"/>
                  </a:lnTo>
                  <a:lnTo>
                    <a:pt x="429735" y="1280603"/>
                  </a:lnTo>
                  <a:lnTo>
                    <a:pt x="358112" y="1228378"/>
                  </a:lnTo>
                  <a:lnTo>
                    <a:pt x="286490" y="1174915"/>
                  </a:lnTo>
                  <a:lnTo>
                    <a:pt x="214867" y="1120185"/>
                  </a:lnTo>
                  <a:lnTo>
                    <a:pt x="143245" y="1064157"/>
                  </a:lnTo>
                  <a:lnTo>
                    <a:pt x="71622" y="1006801"/>
                  </a:lnTo>
                  <a:lnTo>
                    <a:pt x="0" y="94808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81005" y="2073503"/>
              <a:ext cx="5281674" cy="3234407"/>
            </a:xfrm>
            <a:custGeom>
              <a:avLst/>
              <a:pathLst>
                <a:path w="5281674" h="3234407">
                  <a:moveTo>
                    <a:pt x="0" y="0"/>
                  </a:moveTo>
                  <a:lnTo>
                    <a:pt x="53229" y="162952"/>
                  </a:lnTo>
                  <a:lnTo>
                    <a:pt x="124852" y="368629"/>
                  </a:lnTo>
                  <a:lnTo>
                    <a:pt x="196474" y="561568"/>
                  </a:lnTo>
                  <a:lnTo>
                    <a:pt x="268097" y="742557"/>
                  </a:lnTo>
                  <a:lnTo>
                    <a:pt x="339719" y="912336"/>
                  </a:lnTo>
                  <a:lnTo>
                    <a:pt x="411342" y="1071599"/>
                  </a:lnTo>
                  <a:lnTo>
                    <a:pt x="482964" y="1220999"/>
                  </a:lnTo>
                  <a:lnTo>
                    <a:pt x="554587" y="1361145"/>
                  </a:lnTo>
                  <a:lnTo>
                    <a:pt x="626209" y="1492611"/>
                  </a:lnTo>
                  <a:lnTo>
                    <a:pt x="697832" y="1615934"/>
                  </a:lnTo>
                  <a:lnTo>
                    <a:pt x="769455" y="1731620"/>
                  </a:lnTo>
                  <a:lnTo>
                    <a:pt x="841077" y="1840140"/>
                  </a:lnTo>
                  <a:lnTo>
                    <a:pt x="912700" y="1941939"/>
                  </a:lnTo>
                  <a:lnTo>
                    <a:pt x="984322" y="2037432"/>
                  </a:lnTo>
                  <a:lnTo>
                    <a:pt x="1055945" y="2127012"/>
                  </a:lnTo>
                  <a:lnTo>
                    <a:pt x="1127567" y="2211043"/>
                  </a:lnTo>
                  <a:lnTo>
                    <a:pt x="1199190" y="2289869"/>
                  </a:lnTo>
                  <a:lnTo>
                    <a:pt x="1270812" y="2363814"/>
                  </a:lnTo>
                  <a:lnTo>
                    <a:pt x="1342435" y="2433178"/>
                  </a:lnTo>
                  <a:lnTo>
                    <a:pt x="1414057" y="2498246"/>
                  </a:lnTo>
                  <a:lnTo>
                    <a:pt x="1485680" y="2559285"/>
                  </a:lnTo>
                  <a:lnTo>
                    <a:pt x="1557302" y="2616542"/>
                  </a:lnTo>
                  <a:lnTo>
                    <a:pt x="1628925" y="2660171"/>
                  </a:lnTo>
                  <a:lnTo>
                    <a:pt x="1700547" y="2679242"/>
                  </a:lnTo>
                  <a:lnTo>
                    <a:pt x="1772170" y="2697871"/>
                  </a:lnTo>
                  <a:lnTo>
                    <a:pt x="1843792" y="2716068"/>
                  </a:lnTo>
                  <a:lnTo>
                    <a:pt x="1915415" y="2733845"/>
                  </a:lnTo>
                  <a:lnTo>
                    <a:pt x="1987037" y="2751209"/>
                  </a:lnTo>
                  <a:lnTo>
                    <a:pt x="2058660" y="2768172"/>
                  </a:lnTo>
                  <a:lnTo>
                    <a:pt x="2130283" y="2784742"/>
                  </a:lnTo>
                  <a:lnTo>
                    <a:pt x="2201905" y="2800928"/>
                  </a:lnTo>
                  <a:lnTo>
                    <a:pt x="2273528" y="2816739"/>
                  </a:lnTo>
                  <a:lnTo>
                    <a:pt x="2345150" y="2832184"/>
                  </a:lnTo>
                  <a:lnTo>
                    <a:pt x="2416773" y="2847272"/>
                  </a:lnTo>
                  <a:lnTo>
                    <a:pt x="2488395" y="2862010"/>
                  </a:lnTo>
                  <a:lnTo>
                    <a:pt x="2560018" y="2876407"/>
                  </a:lnTo>
                  <a:lnTo>
                    <a:pt x="2631640" y="2890470"/>
                  </a:lnTo>
                  <a:lnTo>
                    <a:pt x="2703263" y="2904208"/>
                  </a:lnTo>
                  <a:lnTo>
                    <a:pt x="2774885" y="2917628"/>
                  </a:lnTo>
                  <a:lnTo>
                    <a:pt x="2846508" y="2930737"/>
                  </a:lnTo>
                  <a:lnTo>
                    <a:pt x="2918130" y="2943542"/>
                  </a:lnTo>
                  <a:lnTo>
                    <a:pt x="2989753" y="2956051"/>
                  </a:lnTo>
                  <a:lnTo>
                    <a:pt x="3061375" y="2968270"/>
                  </a:lnTo>
                  <a:lnTo>
                    <a:pt x="3132998" y="2980207"/>
                  </a:lnTo>
                  <a:lnTo>
                    <a:pt x="3204620" y="2991867"/>
                  </a:lnTo>
                  <a:lnTo>
                    <a:pt x="3276243" y="3003257"/>
                  </a:lnTo>
                  <a:lnTo>
                    <a:pt x="3347865" y="3014383"/>
                  </a:lnTo>
                  <a:lnTo>
                    <a:pt x="3419488" y="3025251"/>
                  </a:lnTo>
                  <a:lnTo>
                    <a:pt x="3491111" y="3035868"/>
                  </a:lnTo>
                  <a:lnTo>
                    <a:pt x="3562733" y="3046239"/>
                  </a:lnTo>
                  <a:lnTo>
                    <a:pt x="3634356" y="3056370"/>
                  </a:lnTo>
                  <a:lnTo>
                    <a:pt x="3705978" y="3066266"/>
                  </a:lnTo>
                  <a:lnTo>
                    <a:pt x="3777601" y="3075933"/>
                  </a:lnTo>
                  <a:lnTo>
                    <a:pt x="3849223" y="3085377"/>
                  </a:lnTo>
                  <a:lnTo>
                    <a:pt x="3920846" y="3094601"/>
                  </a:lnTo>
                  <a:lnTo>
                    <a:pt x="3992468" y="3103612"/>
                  </a:lnTo>
                  <a:lnTo>
                    <a:pt x="4064091" y="3112415"/>
                  </a:lnTo>
                  <a:lnTo>
                    <a:pt x="4135713" y="3121013"/>
                  </a:lnTo>
                  <a:lnTo>
                    <a:pt x="4207336" y="3129413"/>
                  </a:lnTo>
                  <a:lnTo>
                    <a:pt x="4278958" y="3137618"/>
                  </a:lnTo>
                  <a:lnTo>
                    <a:pt x="4350581" y="3145633"/>
                  </a:lnTo>
                  <a:lnTo>
                    <a:pt x="4422203" y="3153462"/>
                  </a:lnTo>
                  <a:lnTo>
                    <a:pt x="4493826" y="3161110"/>
                  </a:lnTo>
                  <a:lnTo>
                    <a:pt x="4565448" y="3168581"/>
                  </a:lnTo>
                  <a:lnTo>
                    <a:pt x="4637071" y="3175879"/>
                  </a:lnTo>
                  <a:lnTo>
                    <a:pt x="4708693" y="3183008"/>
                  </a:lnTo>
                  <a:lnTo>
                    <a:pt x="4780316" y="3189972"/>
                  </a:lnTo>
                  <a:lnTo>
                    <a:pt x="4851939" y="3196774"/>
                  </a:lnTo>
                  <a:lnTo>
                    <a:pt x="4923561" y="3203419"/>
                  </a:lnTo>
                  <a:lnTo>
                    <a:pt x="4995184" y="3209911"/>
                  </a:lnTo>
                  <a:lnTo>
                    <a:pt x="5066806" y="3216251"/>
                  </a:lnTo>
                  <a:lnTo>
                    <a:pt x="5138429" y="3222446"/>
                  </a:lnTo>
                  <a:lnTo>
                    <a:pt x="5210051" y="3228496"/>
                  </a:lnTo>
                  <a:lnTo>
                    <a:pt x="5281674" y="32344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021589"/>
              <a:ext cx="7090630" cy="2504457"/>
            </a:xfrm>
            <a:custGeom>
              <a:avLst/>
              <a:pathLst>
                <a:path w="7090630" h="2504457">
                  <a:moveTo>
                    <a:pt x="7090630" y="2504457"/>
                  </a:moveTo>
                  <a:lnTo>
                    <a:pt x="7019007" y="2502397"/>
                  </a:lnTo>
                  <a:lnTo>
                    <a:pt x="6947385" y="2500200"/>
                  </a:lnTo>
                  <a:lnTo>
                    <a:pt x="6875762" y="2497859"/>
                  </a:lnTo>
                  <a:lnTo>
                    <a:pt x="6804139" y="2495363"/>
                  </a:lnTo>
                  <a:lnTo>
                    <a:pt x="6732517" y="2492703"/>
                  </a:lnTo>
                  <a:lnTo>
                    <a:pt x="6660894" y="2489866"/>
                  </a:lnTo>
                  <a:lnTo>
                    <a:pt x="6589272" y="2486843"/>
                  </a:lnTo>
                  <a:lnTo>
                    <a:pt x="6517649" y="2483620"/>
                  </a:lnTo>
                  <a:lnTo>
                    <a:pt x="6446027" y="2480183"/>
                  </a:lnTo>
                  <a:lnTo>
                    <a:pt x="6374404" y="2476521"/>
                  </a:lnTo>
                  <a:lnTo>
                    <a:pt x="6302782" y="2472616"/>
                  </a:lnTo>
                  <a:lnTo>
                    <a:pt x="6231159" y="2468453"/>
                  </a:lnTo>
                  <a:lnTo>
                    <a:pt x="6159537" y="2464016"/>
                  </a:lnTo>
                  <a:lnTo>
                    <a:pt x="6087914" y="2459285"/>
                  </a:lnTo>
                  <a:lnTo>
                    <a:pt x="6016292" y="2454243"/>
                  </a:lnTo>
                  <a:lnTo>
                    <a:pt x="5944669" y="2448867"/>
                  </a:lnTo>
                  <a:lnTo>
                    <a:pt x="5873047" y="2443137"/>
                  </a:lnTo>
                  <a:lnTo>
                    <a:pt x="5801424" y="2437028"/>
                  </a:lnTo>
                  <a:lnTo>
                    <a:pt x="5729802" y="2430515"/>
                  </a:lnTo>
                  <a:lnTo>
                    <a:pt x="5658179" y="2423573"/>
                  </a:lnTo>
                  <a:lnTo>
                    <a:pt x="5586557" y="2416172"/>
                  </a:lnTo>
                  <a:lnTo>
                    <a:pt x="5514934" y="2408283"/>
                  </a:lnTo>
                  <a:lnTo>
                    <a:pt x="5443311" y="2399873"/>
                  </a:lnTo>
                  <a:lnTo>
                    <a:pt x="5371689" y="2390908"/>
                  </a:lnTo>
                  <a:lnTo>
                    <a:pt x="5300066" y="2381350"/>
                  </a:lnTo>
                  <a:lnTo>
                    <a:pt x="5228444" y="2371162"/>
                  </a:lnTo>
                  <a:lnTo>
                    <a:pt x="5156821" y="2360301"/>
                  </a:lnTo>
                  <a:lnTo>
                    <a:pt x="5085199" y="2348722"/>
                  </a:lnTo>
                  <a:lnTo>
                    <a:pt x="5013576" y="2336380"/>
                  </a:lnTo>
                  <a:lnTo>
                    <a:pt x="4941954" y="2323222"/>
                  </a:lnTo>
                  <a:lnTo>
                    <a:pt x="4870331" y="2309196"/>
                  </a:lnTo>
                  <a:lnTo>
                    <a:pt x="4798709" y="2294243"/>
                  </a:lnTo>
                  <a:lnTo>
                    <a:pt x="4727086" y="2278303"/>
                  </a:lnTo>
                  <a:lnTo>
                    <a:pt x="4655464" y="2261311"/>
                  </a:lnTo>
                  <a:lnTo>
                    <a:pt x="4583841" y="2243197"/>
                  </a:lnTo>
                  <a:lnTo>
                    <a:pt x="4512219" y="2223887"/>
                  </a:lnTo>
                  <a:lnTo>
                    <a:pt x="4440596" y="2203302"/>
                  </a:lnTo>
                  <a:lnTo>
                    <a:pt x="4368974" y="2181358"/>
                  </a:lnTo>
                  <a:lnTo>
                    <a:pt x="4297351" y="2157965"/>
                  </a:lnTo>
                  <a:lnTo>
                    <a:pt x="4225729" y="2133027"/>
                  </a:lnTo>
                  <a:lnTo>
                    <a:pt x="4154106" y="2106443"/>
                  </a:lnTo>
                  <a:lnTo>
                    <a:pt x="4082483" y="2078104"/>
                  </a:lnTo>
                  <a:lnTo>
                    <a:pt x="4010861" y="2047893"/>
                  </a:lnTo>
                  <a:lnTo>
                    <a:pt x="3939238" y="2015688"/>
                  </a:lnTo>
                  <a:lnTo>
                    <a:pt x="3867616" y="1981357"/>
                  </a:lnTo>
                  <a:lnTo>
                    <a:pt x="3795993" y="1944758"/>
                  </a:lnTo>
                  <a:lnTo>
                    <a:pt x="3724371" y="1905744"/>
                  </a:lnTo>
                  <a:lnTo>
                    <a:pt x="3652748" y="1864153"/>
                  </a:lnTo>
                  <a:lnTo>
                    <a:pt x="3581126" y="1819816"/>
                  </a:lnTo>
                  <a:lnTo>
                    <a:pt x="3509503" y="1772552"/>
                  </a:lnTo>
                  <a:lnTo>
                    <a:pt x="3437881" y="1722168"/>
                  </a:lnTo>
                  <a:lnTo>
                    <a:pt x="3366258" y="1692562"/>
                  </a:lnTo>
                  <a:lnTo>
                    <a:pt x="3294636" y="1672577"/>
                  </a:lnTo>
                  <a:lnTo>
                    <a:pt x="3223013" y="1652118"/>
                  </a:lnTo>
                  <a:lnTo>
                    <a:pt x="3151391" y="1631173"/>
                  </a:lnTo>
                  <a:lnTo>
                    <a:pt x="3079768" y="1609733"/>
                  </a:lnTo>
                  <a:lnTo>
                    <a:pt x="3008146" y="1587784"/>
                  </a:lnTo>
                  <a:lnTo>
                    <a:pt x="2936523" y="1565314"/>
                  </a:lnTo>
                  <a:lnTo>
                    <a:pt x="2864901" y="1542313"/>
                  </a:lnTo>
                  <a:lnTo>
                    <a:pt x="2793278" y="1518765"/>
                  </a:lnTo>
                  <a:lnTo>
                    <a:pt x="2721655" y="1494660"/>
                  </a:lnTo>
                  <a:lnTo>
                    <a:pt x="2650033" y="1469983"/>
                  </a:lnTo>
                  <a:lnTo>
                    <a:pt x="2578410" y="1444722"/>
                  </a:lnTo>
                  <a:lnTo>
                    <a:pt x="2506788" y="1418861"/>
                  </a:lnTo>
                  <a:lnTo>
                    <a:pt x="2435165" y="1392388"/>
                  </a:lnTo>
                  <a:lnTo>
                    <a:pt x="2363543" y="1365287"/>
                  </a:lnTo>
                  <a:lnTo>
                    <a:pt x="2291920" y="1337543"/>
                  </a:lnTo>
                  <a:lnTo>
                    <a:pt x="2220298" y="1309142"/>
                  </a:lnTo>
                  <a:lnTo>
                    <a:pt x="2148675" y="1280068"/>
                  </a:lnTo>
                  <a:lnTo>
                    <a:pt x="2077053" y="1250304"/>
                  </a:lnTo>
                  <a:lnTo>
                    <a:pt x="2005430" y="1219835"/>
                  </a:lnTo>
                  <a:lnTo>
                    <a:pt x="1933808" y="1188644"/>
                  </a:lnTo>
                  <a:lnTo>
                    <a:pt x="1862185" y="1156713"/>
                  </a:lnTo>
                  <a:lnTo>
                    <a:pt x="1790563" y="1124025"/>
                  </a:lnTo>
                  <a:lnTo>
                    <a:pt x="1718940" y="1090562"/>
                  </a:lnTo>
                  <a:lnTo>
                    <a:pt x="1647318" y="1056307"/>
                  </a:lnTo>
                  <a:lnTo>
                    <a:pt x="1575695" y="1021239"/>
                  </a:lnTo>
                  <a:lnTo>
                    <a:pt x="1504073" y="985340"/>
                  </a:lnTo>
                  <a:lnTo>
                    <a:pt x="1432450" y="948590"/>
                  </a:lnTo>
                  <a:lnTo>
                    <a:pt x="1360827" y="910969"/>
                  </a:lnTo>
                  <a:lnTo>
                    <a:pt x="1289205" y="872456"/>
                  </a:lnTo>
                  <a:lnTo>
                    <a:pt x="1217582" y="833030"/>
                  </a:lnTo>
                  <a:lnTo>
                    <a:pt x="1145960" y="792669"/>
                  </a:lnTo>
                  <a:lnTo>
                    <a:pt x="1074337" y="751352"/>
                  </a:lnTo>
                  <a:lnTo>
                    <a:pt x="1002715" y="709055"/>
                  </a:lnTo>
                  <a:lnTo>
                    <a:pt x="931092" y="665756"/>
                  </a:lnTo>
                  <a:lnTo>
                    <a:pt x="859470" y="621430"/>
                  </a:lnTo>
                  <a:lnTo>
                    <a:pt x="787847" y="576053"/>
                  </a:lnTo>
                  <a:lnTo>
                    <a:pt x="716225" y="529601"/>
                  </a:lnTo>
                  <a:lnTo>
                    <a:pt x="644602" y="482048"/>
                  </a:lnTo>
                  <a:lnTo>
                    <a:pt x="572980" y="433368"/>
                  </a:lnTo>
                  <a:lnTo>
                    <a:pt x="501357" y="383533"/>
                  </a:lnTo>
                  <a:lnTo>
                    <a:pt x="429735" y="332517"/>
                  </a:lnTo>
                  <a:lnTo>
                    <a:pt x="358112" y="280292"/>
                  </a:lnTo>
                  <a:lnTo>
                    <a:pt x="286490" y="226829"/>
                  </a:lnTo>
                  <a:lnTo>
                    <a:pt x="214867" y="172099"/>
                  </a:lnTo>
                  <a:lnTo>
                    <a:pt x="143245" y="116071"/>
                  </a:lnTo>
                  <a:lnTo>
                    <a:pt x="71622" y="5871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235385" y="2073503"/>
              <a:ext cx="6027293" cy="3395541"/>
            </a:xfrm>
            <a:custGeom>
              <a:avLst/>
              <a:pathLst>
                <a:path w="6027293" h="3395541">
                  <a:moveTo>
                    <a:pt x="0" y="0"/>
                  </a:moveTo>
                  <a:lnTo>
                    <a:pt x="11001" y="23730"/>
                  </a:lnTo>
                  <a:lnTo>
                    <a:pt x="82624" y="171620"/>
                  </a:lnTo>
                  <a:lnTo>
                    <a:pt x="154246" y="313188"/>
                  </a:lnTo>
                  <a:lnTo>
                    <a:pt x="225869" y="448706"/>
                  </a:lnTo>
                  <a:lnTo>
                    <a:pt x="297491" y="578431"/>
                  </a:lnTo>
                  <a:lnTo>
                    <a:pt x="369114" y="702611"/>
                  </a:lnTo>
                  <a:lnTo>
                    <a:pt x="440736" y="821484"/>
                  </a:lnTo>
                  <a:lnTo>
                    <a:pt x="512359" y="935275"/>
                  </a:lnTo>
                  <a:lnTo>
                    <a:pt x="583981" y="1044203"/>
                  </a:lnTo>
                  <a:lnTo>
                    <a:pt x="655604" y="1148475"/>
                  </a:lnTo>
                  <a:lnTo>
                    <a:pt x="727226" y="1248290"/>
                  </a:lnTo>
                  <a:lnTo>
                    <a:pt x="798849" y="1343839"/>
                  </a:lnTo>
                  <a:lnTo>
                    <a:pt x="870471" y="1435304"/>
                  </a:lnTo>
                  <a:lnTo>
                    <a:pt x="942094" y="1522860"/>
                  </a:lnTo>
                  <a:lnTo>
                    <a:pt x="1013716" y="1606673"/>
                  </a:lnTo>
                  <a:lnTo>
                    <a:pt x="1085339" y="1686903"/>
                  </a:lnTo>
                  <a:lnTo>
                    <a:pt x="1156962" y="1763705"/>
                  </a:lnTo>
                  <a:lnTo>
                    <a:pt x="1228584" y="1837224"/>
                  </a:lnTo>
                  <a:lnTo>
                    <a:pt x="1300207" y="1907600"/>
                  </a:lnTo>
                  <a:lnTo>
                    <a:pt x="1371829" y="1974968"/>
                  </a:lnTo>
                  <a:lnTo>
                    <a:pt x="1443452" y="2039457"/>
                  </a:lnTo>
                  <a:lnTo>
                    <a:pt x="1515074" y="2101190"/>
                  </a:lnTo>
                  <a:lnTo>
                    <a:pt x="1586697" y="2160284"/>
                  </a:lnTo>
                  <a:lnTo>
                    <a:pt x="1658319" y="2216852"/>
                  </a:lnTo>
                  <a:lnTo>
                    <a:pt x="1729942" y="2271002"/>
                  </a:lnTo>
                  <a:lnTo>
                    <a:pt x="1801564" y="2322838"/>
                  </a:lnTo>
                  <a:lnTo>
                    <a:pt x="1873187" y="2372458"/>
                  </a:lnTo>
                  <a:lnTo>
                    <a:pt x="1944809" y="2419957"/>
                  </a:lnTo>
                  <a:lnTo>
                    <a:pt x="2016432" y="2465426"/>
                  </a:lnTo>
                  <a:lnTo>
                    <a:pt x="2088054" y="2508951"/>
                  </a:lnTo>
                  <a:lnTo>
                    <a:pt x="2159677" y="2550616"/>
                  </a:lnTo>
                  <a:lnTo>
                    <a:pt x="2231299" y="2590501"/>
                  </a:lnTo>
                  <a:lnTo>
                    <a:pt x="2302922" y="2628680"/>
                  </a:lnTo>
                  <a:lnTo>
                    <a:pt x="2374544" y="2665228"/>
                  </a:lnTo>
                  <a:lnTo>
                    <a:pt x="2446167" y="2700213"/>
                  </a:lnTo>
                  <a:lnTo>
                    <a:pt x="2517790" y="2733703"/>
                  </a:lnTo>
                  <a:lnTo>
                    <a:pt x="2589412" y="2765762"/>
                  </a:lnTo>
                  <a:lnTo>
                    <a:pt x="2661035" y="2796451"/>
                  </a:lnTo>
                  <a:lnTo>
                    <a:pt x="2732657" y="2825827"/>
                  </a:lnTo>
                  <a:lnTo>
                    <a:pt x="2804280" y="2853948"/>
                  </a:lnTo>
                  <a:lnTo>
                    <a:pt x="2875902" y="2880867"/>
                  </a:lnTo>
                  <a:lnTo>
                    <a:pt x="2947525" y="2906636"/>
                  </a:lnTo>
                  <a:lnTo>
                    <a:pt x="3019147" y="2931303"/>
                  </a:lnTo>
                  <a:lnTo>
                    <a:pt x="3090770" y="2954916"/>
                  </a:lnTo>
                  <a:lnTo>
                    <a:pt x="3162392" y="2977519"/>
                  </a:lnTo>
                  <a:lnTo>
                    <a:pt x="3234015" y="2999157"/>
                  </a:lnTo>
                  <a:lnTo>
                    <a:pt x="3305637" y="3019869"/>
                  </a:lnTo>
                  <a:lnTo>
                    <a:pt x="3377260" y="3039697"/>
                  </a:lnTo>
                  <a:lnTo>
                    <a:pt x="3448882" y="3058676"/>
                  </a:lnTo>
                  <a:lnTo>
                    <a:pt x="3520505" y="3076845"/>
                  </a:lnTo>
                  <a:lnTo>
                    <a:pt x="3592127" y="3094237"/>
                  </a:lnTo>
                  <a:lnTo>
                    <a:pt x="3663750" y="3110885"/>
                  </a:lnTo>
                  <a:lnTo>
                    <a:pt x="3735372" y="3126822"/>
                  </a:lnTo>
                  <a:lnTo>
                    <a:pt x="3806995" y="3142078"/>
                  </a:lnTo>
                  <a:lnTo>
                    <a:pt x="3878618" y="3156682"/>
                  </a:lnTo>
                  <a:lnTo>
                    <a:pt x="3950240" y="3170661"/>
                  </a:lnTo>
                  <a:lnTo>
                    <a:pt x="4021863" y="3184043"/>
                  </a:lnTo>
                  <a:lnTo>
                    <a:pt x="4093485" y="3196854"/>
                  </a:lnTo>
                  <a:lnTo>
                    <a:pt x="4165108" y="3209116"/>
                  </a:lnTo>
                  <a:lnTo>
                    <a:pt x="4236730" y="3220854"/>
                  </a:lnTo>
                  <a:lnTo>
                    <a:pt x="4308353" y="3232091"/>
                  </a:lnTo>
                  <a:lnTo>
                    <a:pt x="4379975" y="3242847"/>
                  </a:lnTo>
                  <a:lnTo>
                    <a:pt x="4451598" y="3253144"/>
                  </a:lnTo>
                  <a:lnTo>
                    <a:pt x="4523220" y="3263001"/>
                  </a:lnTo>
                  <a:lnTo>
                    <a:pt x="4594843" y="3272436"/>
                  </a:lnTo>
                  <a:lnTo>
                    <a:pt x="4666465" y="3281468"/>
                  </a:lnTo>
                  <a:lnTo>
                    <a:pt x="4738088" y="3290114"/>
                  </a:lnTo>
                  <a:lnTo>
                    <a:pt x="4809710" y="3298390"/>
                  </a:lnTo>
                  <a:lnTo>
                    <a:pt x="4881333" y="3306313"/>
                  </a:lnTo>
                  <a:lnTo>
                    <a:pt x="4952955" y="3313896"/>
                  </a:lnTo>
                  <a:lnTo>
                    <a:pt x="5024578" y="3321156"/>
                  </a:lnTo>
                  <a:lnTo>
                    <a:pt x="5096200" y="3328106"/>
                  </a:lnTo>
                  <a:lnTo>
                    <a:pt x="5167823" y="3334758"/>
                  </a:lnTo>
                  <a:lnTo>
                    <a:pt x="5239446" y="3341126"/>
                  </a:lnTo>
                  <a:lnTo>
                    <a:pt x="5311068" y="3347222"/>
                  </a:lnTo>
                  <a:lnTo>
                    <a:pt x="5382691" y="3353058"/>
                  </a:lnTo>
                  <a:lnTo>
                    <a:pt x="5454313" y="3358644"/>
                  </a:lnTo>
                  <a:lnTo>
                    <a:pt x="5525936" y="3363991"/>
                  </a:lnTo>
                  <a:lnTo>
                    <a:pt x="5597558" y="3369109"/>
                  </a:lnTo>
                  <a:lnTo>
                    <a:pt x="5669181" y="3374009"/>
                  </a:lnTo>
                  <a:lnTo>
                    <a:pt x="5740803" y="3378700"/>
                  </a:lnTo>
                  <a:lnTo>
                    <a:pt x="5812426" y="3383190"/>
                  </a:lnTo>
                  <a:lnTo>
                    <a:pt x="5884048" y="3387488"/>
                  </a:lnTo>
                  <a:lnTo>
                    <a:pt x="5955671" y="3391602"/>
                  </a:lnTo>
                  <a:lnTo>
                    <a:pt x="6027293" y="33955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1.69 (1.33-2.16), p = &lt;0.001  |  per IQR decline (Δ = 29.3 %): 4.65 (2.28-9.48)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75438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2026-09-28T15:19:51Z</dcterms:modified>
  <cp:category/>
</cp:coreProperties>
</file>