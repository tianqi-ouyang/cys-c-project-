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50954"/>
            </a:xfrm>
            <a:custGeom>
              <a:avLst/>
              <a:pathLst>
                <a:path w="7090630" h="3450954">
                  <a:moveTo>
                    <a:pt x="1783998" y="0"/>
                  </a:moveTo>
                  <a:lnTo>
                    <a:pt x="1790563" y="20630"/>
                  </a:lnTo>
                  <a:lnTo>
                    <a:pt x="1862185" y="231976"/>
                  </a:lnTo>
                  <a:lnTo>
                    <a:pt x="1933808" y="430424"/>
                  </a:lnTo>
                  <a:lnTo>
                    <a:pt x="2005430" y="616761"/>
                  </a:lnTo>
                  <a:lnTo>
                    <a:pt x="2077053" y="791726"/>
                  </a:lnTo>
                  <a:lnTo>
                    <a:pt x="2148675" y="956014"/>
                  </a:lnTo>
                  <a:lnTo>
                    <a:pt x="2220298" y="1110275"/>
                  </a:lnTo>
                  <a:lnTo>
                    <a:pt x="2291920" y="1255123"/>
                  </a:lnTo>
                  <a:lnTo>
                    <a:pt x="2363543" y="1391131"/>
                  </a:lnTo>
                  <a:lnTo>
                    <a:pt x="2435165" y="1518838"/>
                  </a:lnTo>
                  <a:lnTo>
                    <a:pt x="2506788" y="1638752"/>
                  </a:lnTo>
                  <a:lnTo>
                    <a:pt x="2578410" y="1751347"/>
                  </a:lnTo>
                  <a:lnTo>
                    <a:pt x="2650033" y="1857072"/>
                  </a:lnTo>
                  <a:lnTo>
                    <a:pt x="2721655" y="1956344"/>
                  </a:lnTo>
                  <a:lnTo>
                    <a:pt x="2793278" y="2049558"/>
                  </a:lnTo>
                  <a:lnTo>
                    <a:pt x="2864901" y="2137083"/>
                  </a:lnTo>
                  <a:lnTo>
                    <a:pt x="2936523" y="2219266"/>
                  </a:lnTo>
                  <a:lnTo>
                    <a:pt x="3008146" y="2296435"/>
                  </a:lnTo>
                  <a:lnTo>
                    <a:pt x="3079768" y="2368894"/>
                  </a:lnTo>
                  <a:lnTo>
                    <a:pt x="3151391" y="2436930"/>
                  </a:lnTo>
                  <a:lnTo>
                    <a:pt x="3223013" y="2500815"/>
                  </a:lnTo>
                  <a:lnTo>
                    <a:pt x="3294636" y="2560801"/>
                  </a:lnTo>
                  <a:lnTo>
                    <a:pt x="3366258" y="2617126"/>
                  </a:lnTo>
                  <a:lnTo>
                    <a:pt x="3437881" y="2660622"/>
                  </a:lnTo>
                  <a:lnTo>
                    <a:pt x="3509503" y="2681130"/>
                  </a:lnTo>
                  <a:lnTo>
                    <a:pt x="3581126" y="2701128"/>
                  </a:lnTo>
                  <a:lnTo>
                    <a:pt x="3652748" y="2720626"/>
                  </a:lnTo>
                  <a:lnTo>
                    <a:pt x="3724371" y="2739640"/>
                  </a:lnTo>
                  <a:lnTo>
                    <a:pt x="3795993" y="2758179"/>
                  </a:lnTo>
                  <a:lnTo>
                    <a:pt x="3867616" y="2776257"/>
                  </a:lnTo>
                  <a:lnTo>
                    <a:pt x="3939238" y="2793884"/>
                  </a:lnTo>
                  <a:lnTo>
                    <a:pt x="4010861" y="2811072"/>
                  </a:lnTo>
                  <a:lnTo>
                    <a:pt x="4082483" y="2827831"/>
                  </a:lnTo>
                  <a:lnTo>
                    <a:pt x="4154106" y="2844173"/>
                  </a:lnTo>
                  <a:lnTo>
                    <a:pt x="4225729" y="2860108"/>
                  </a:lnTo>
                  <a:lnTo>
                    <a:pt x="4297351" y="2875646"/>
                  </a:lnTo>
                  <a:lnTo>
                    <a:pt x="4368974" y="2890797"/>
                  </a:lnTo>
                  <a:lnTo>
                    <a:pt x="4440596" y="2905570"/>
                  </a:lnTo>
                  <a:lnTo>
                    <a:pt x="4512219" y="2919976"/>
                  </a:lnTo>
                  <a:lnTo>
                    <a:pt x="4583841" y="2934022"/>
                  </a:lnTo>
                  <a:lnTo>
                    <a:pt x="4655464" y="2947718"/>
                  </a:lnTo>
                  <a:lnTo>
                    <a:pt x="4727086" y="2961073"/>
                  </a:lnTo>
                  <a:lnTo>
                    <a:pt x="4798709" y="2974096"/>
                  </a:lnTo>
                  <a:lnTo>
                    <a:pt x="4870331" y="2986794"/>
                  </a:lnTo>
                  <a:lnTo>
                    <a:pt x="4941954" y="2999175"/>
                  </a:lnTo>
                  <a:lnTo>
                    <a:pt x="5013576" y="3011248"/>
                  </a:lnTo>
                  <a:lnTo>
                    <a:pt x="5085199" y="3023021"/>
                  </a:lnTo>
                  <a:lnTo>
                    <a:pt x="5156821" y="3034500"/>
                  </a:lnTo>
                  <a:lnTo>
                    <a:pt x="5228444" y="3045693"/>
                  </a:lnTo>
                  <a:lnTo>
                    <a:pt x="5300066" y="3056607"/>
                  </a:lnTo>
                  <a:lnTo>
                    <a:pt x="5371689" y="3067249"/>
                  </a:lnTo>
                  <a:lnTo>
                    <a:pt x="5443311" y="3077626"/>
                  </a:lnTo>
                  <a:lnTo>
                    <a:pt x="5514934" y="3087744"/>
                  </a:lnTo>
                  <a:lnTo>
                    <a:pt x="5586557" y="3097611"/>
                  </a:lnTo>
                  <a:lnTo>
                    <a:pt x="5658179" y="3107231"/>
                  </a:lnTo>
                  <a:lnTo>
                    <a:pt x="5729802" y="3116612"/>
                  </a:lnTo>
                  <a:lnTo>
                    <a:pt x="5801424" y="3125759"/>
                  </a:lnTo>
                  <a:lnTo>
                    <a:pt x="5873047" y="3134679"/>
                  </a:lnTo>
                  <a:lnTo>
                    <a:pt x="5944669" y="3143376"/>
                  </a:lnTo>
                  <a:lnTo>
                    <a:pt x="6016292" y="3151856"/>
                  </a:lnTo>
                  <a:lnTo>
                    <a:pt x="6087914" y="3160125"/>
                  </a:lnTo>
                  <a:lnTo>
                    <a:pt x="6159537" y="3168188"/>
                  </a:lnTo>
                  <a:lnTo>
                    <a:pt x="6231159" y="3176050"/>
                  </a:lnTo>
                  <a:lnTo>
                    <a:pt x="6302782" y="3183716"/>
                  </a:lnTo>
                  <a:lnTo>
                    <a:pt x="6374404" y="3191192"/>
                  </a:lnTo>
                  <a:lnTo>
                    <a:pt x="6446027" y="3198481"/>
                  </a:lnTo>
                  <a:lnTo>
                    <a:pt x="6517649" y="3205588"/>
                  </a:lnTo>
                  <a:lnTo>
                    <a:pt x="6589272" y="3212518"/>
                  </a:lnTo>
                  <a:lnTo>
                    <a:pt x="6660894" y="3219276"/>
                  </a:lnTo>
                  <a:lnTo>
                    <a:pt x="6732517" y="3225865"/>
                  </a:lnTo>
                  <a:lnTo>
                    <a:pt x="6804139" y="3232290"/>
                  </a:lnTo>
                  <a:lnTo>
                    <a:pt x="6875762" y="3238555"/>
                  </a:lnTo>
                  <a:lnTo>
                    <a:pt x="6947385" y="3244664"/>
                  </a:lnTo>
                  <a:lnTo>
                    <a:pt x="7019007" y="3250621"/>
                  </a:lnTo>
                  <a:lnTo>
                    <a:pt x="7090630" y="3256429"/>
                  </a:lnTo>
                  <a:lnTo>
                    <a:pt x="7090630" y="3450954"/>
                  </a:lnTo>
                  <a:lnTo>
                    <a:pt x="7019007" y="3448823"/>
                  </a:lnTo>
                  <a:lnTo>
                    <a:pt x="6947385" y="3446553"/>
                  </a:lnTo>
                  <a:lnTo>
                    <a:pt x="6875762" y="3444135"/>
                  </a:lnTo>
                  <a:lnTo>
                    <a:pt x="6804139" y="3441561"/>
                  </a:lnTo>
                  <a:lnTo>
                    <a:pt x="6732517" y="3438819"/>
                  </a:lnTo>
                  <a:lnTo>
                    <a:pt x="6660894" y="3435899"/>
                  </a:lnTo>
                  <a:lnTo>
                    <a:pt x="6589272" y="3432789"/>
                  </a:lnTo>
                  <a:lnTo>
                    <a:pt x="6517649" y="3429477"/>
                  </a:lnTo>
                  <a:lnTo>
                    <a:pt x="6446027" y="3425950"/>
                  </a:lnTo>
                  <a:lnTo>
                    <a:pt x="6374404" y="3422194"/>
                  </a:lnTo>
                  <a:lnTo>
                    <a:pt x="6302782" y="3418193"/>
                  </a:lnTo>
                  <a:lnTo>
                    <a:pt x="6231159" y="3413933"/>
                  </a:lnTo>
                  <a:lnTo>
                    <a:pt x="6159537" y="3409395"/>
                  </a:lnTo>
                  <a:lnTo>
                    <a:pt x="6087914" y="3404563"/>
                  </a:lnTo>
                  <a:lnTo>
                    <a:pt x="6016292" y="3399416"/>
                  </a:lnTo>
                  <a:lnTo>
                    <a:pt x="5944669" y="3393935"/>
                  </a:lnTo>
                  <a:lnTo>
                    <a:pt x="5873047" y="3388098"/>
                  </a:lnTo>
                  <a:lnTo>
                    <a:pt x="5801424" y="3381882"/>
                  </a:lnTo>
                  <a:lnTo>
                    <a:pt x="5729802" y="3375261"/>
                  </a:lnTo>
                  <a:lnTo>
                    <a:pt x="5658179" y="3368210"/>
                  </a:lnTo>
                  <a:lnTo>
                    <a:pt x="5586557" y="3360701"/>
                  </a:lnTo>
                  <a:lnTo>
                    <a:pt x="5514934" y="3352704"/>
                  </a:lnTo>
                  <a:lnTo>
                    <a:pt x="5443311" y="3344187"/>
                  </a:lnTo>
                  <a:lnTo>
                    <a:pt x="5371689" y="3335116"/>
                  </a:lnTo>
                  <a:lnTo>
                    <a:pt x="5300066" y="3325456"/>
                  </a:lnTo>
                  <a:lnTo>
                    <a:pt x="5228444" y="3315168"/>
                  </a:lnTo>
                  <a:lnTo>
                    <a:pt x="5156821" y="3304212"/>
                  </a:lnTo>
                  <a:lnTo>
                    <a:pt x="5085199" y="3292543"/>
                  </a:lnTo>
                  <a:lnTo>
                    <a:pt x="5013576" y="3280116"/>
                  </a:lnTo>
                  <a:lnTo>
                    <a:pt x="4941954" y="3266881"/>
                  </a:lnTo>
                  <a:lnTo>
                    <a:pt x="4870331" y="3252786"/>
                  </a:lnTo>
                  <a:lnTo>
                    <a:pt x="4798709" y="3237775"/>
                  </a:lnTo>
                  <a:lnTo>
                    <a:pt x="4727086" y="3221788"/>
                  </a:lnTo>
                  <a:lnTo>
                    <a:pt x="4655464" y="3204762"/>
                  </a:lnTo>
                  <a:lnTo>
                    <a:pt x="4583841" y="3186630"/>
                  </a:lnTo>
                  <a:lnTo>
                    <a:pt x="4512219" y="3167319"/>
                  </a:lnTo>
                  <a:lnTo>
                    <a:pt x="4440596" y="3146753"/>
                  </a:lnTo>
                  <a:lnTo>
                    <a:pt x="4368974" y="3124851"/>
                  </a:lnTo>
                  <a:lnTo>
                    <a:pt x="4297351" y="3101525"/>
                  </a:lnTo>
                  <a:lnTo>
                    <a:pt x="4225729" y="3076683"/>
                  </a:lnTo>
                  <a:lnTo>
                    <a:pt x="4154106" y="3050226"/>
                  </a:lnTo>
                  <a:lnTo>
                    <a:pt x="4082483" y="3022050"/>
                  </a:lnTo>
                  <a:lnTo>
                    <a:pt x="4010861" y="2992042"/>
                  </a:lnTo>
                  <a:lnTo>
                    <a:pt x="3939238" y="2960084"/>
                  </a:lnTo>
                  <a:lnTo>
                    <a:pt x="3867616" y="2926049"/>
                  </a:lnTo>
                  <a:lnTo>
                    <a:pt x="3795993" y="2889802"/>
                  </a:lnTo>
                  <a:lnTo>
                    <a:pt x="3724371" y="2851199"/>
                  </a:lnTo>
                  <a:lnTo>
                    <a:pt x="3652748" y="2810088"/>
                  </a:lnTo>
                  <a:lnTo>
                    <a:pt x="3581126" y="2766304"/>
                  </a:lnTo>
                  <a:lnTo>
                    <a:pt x="3509503" y="2719674"/>
                  </a:lnTo>
                  <a:lnTo>
                    <a:pt x="3437881" y="2670014"/>
                  </a:lnTo>
                  <a:lnTo>
                    <a:pt x="3366258" y="2639590"/>
                  </a:lnTo>
                  <a:lnTo>
                    <a:pt x="3294636" y="2618021"/>
                  </a:lnTo>
                  <a:lnTo>
                    <a:pt x="3223013" y="2595900"/>
                  </a:lnTo>
                  <a:lnTo>
                    <a:pt x="3151391" y="2573214"/>
                  </a:lnTo>
                  <a:lnTo>
                    <a:pt x="3079768" y="2549948"/>
                  </a:lnTo>
                  <a:lnTo>
                    <a:pt x="3008146" y="2526088"/>
                  </a:lnTo>
                  <a:lnTo>
                    <a:pt x="2936523" y="2501619"/>
                  </a:lnTo>
                  <a:lnTo>
                    <a:pt x="2864901" y="2476524"/>
                  </a:lnTo>
                  <a:lnTo>
                    <a:pt x="2793278" y="2450788"/>
                  </a:lnTo>
                  <a:lnTo>
                    <a:pt x="2721655" y="2424394"/>
                  </a:lnTo>
                  <a:lnTo>
                    <a:pt x="2650033" y="2397326"/>
                  </a:lnTo>
                  <a:lnTo>
                    <a:pt x="2578410" y="2369566"/>
                  </a:lnTo>
                  <a:lnTo>
                    <a:pt x="2506788" y="2341097"/>
                  </a:lnTo>
                  <a:lnTo>
                    <a:pt x="2435165" y="2311900"/>
                  </a:lnTo>
                  <a:lnTo>
                    <a:pt x="2363543" y="2281958"/>
                  </a:lnTo>
                  <a:lnTo>
                    <a:pt x="2291920" y="2251250"/>
                  </a:lnTo>
                  <a:lnTo>
                    <a:pt x="2220298" y="2219758"/>
                  </a:lnTo>
                  <a:lnTo>
                    <a:pt x="2148675" y="2187461"/>
                  </a:lnTo>
                  <a:lnTo>
                    <a:pt x="2077053" y="2154339"/>
                  </a:lnTo>
                  <a:lnTo>
                    <a:pt x="2005430" y="2120370"/>
                  </a:lnTo>
                  <a:lnTo>
                    <a:pt x="1933808" y="2085534"/>
                  </a:lnTo>
                  <a:lnTo>
                    <a:pt x="1862185" y="2049807"/>
                  </a:lnTo>
                  <a:lnTo>
                    <a:pt x="1790563" y="2013168"/>
                  </a:lnTo>
                  <a:lnTo>
                    <a:pt x="1718940" y="1975592"/>
                  </a:lnTo>
                  <a:lnTo>
                    <a:pt x="1647318" y="1937057"/>
                  </a:lnTo>
                  <a:lnTo>
                    <a:pt x="1575695" y="1897536"/>
                  </a:lnTo>
                  <a:lnTo>
                    <a:pt x="1504073" y="1857006"/>
                  </a:lnTo>
                  <a:lnTo>
                    <a:pt x="1432450" y="1815440"/>
                  </a:lnTo>
                  <a:lnTo>
                    <a:pt x="1360827" y="1772812"/>
                  </a:lnTo>
                  <a:lnTo>
                    <a:pt x="1289205" y="1729095"/>
                  </a:lnTo>
                  <a:lnTo>
                    <a:pt x="1217582" y="1684261"/>
                  </a:lnTo>
                  <a:lnTo>
                    <a:pt x="1145960" y="1638281"/>
                  </a:lnTo>
                  <a:lnTo>
                    <a:pt x="1074337" y="1591127"/>
                  </a:lnTo>
                  <a:lnTo>
                    <a:pt x="1002715" y="1542767"/>
                  </a:lnTo>
                  <a:lnTo>
                    <a:pt x="931092" y="1493172"/>
                  </a:lnTo>
                  <a:lnTo>
                    <a:pt x="859470" y="1442310"/>
                  </a:lnTo>
                  <a:lnTo>
                    <a:pt x="787847" y="1390148"/>
                  </a:lnTo>
                  <a:lnTo>
                    <a:pt x="716225" y="1336653"/>
                  </a:lnTo>
                  <a:lnTo>
                    <a:pt x="644602" y="1281791"/>
                  </a:lnTo>
                  <a:lnTo>
                    <a:pt x="572980" y="1225528"/>
                  </a:lnTo>
                  <a:lnTo>
                    <a:pt x="501357" y="1167827"/>
                  </a:lnTo>
                  <a:lnTo>
                    <a:pt x="429735" y="1108651"/>
                  </a:lnTo>
                  <a:lnTo>
                    <a:pt x="358112" y="1047964"/>
                  </a:lnTo>
                  <a:lnTo>
                    <a:pt x="286490" y="985726"/>
                  </a:lnTo>
                  <a:lnTo>
                    <a:pt x="214867" y="921897"/>
                  </a:lnTo>
                  <a:lnTo>
                    <a:pt x="143245" y="856438"/>
                  </a:lnTo>
                  <a:lnTo>
                    <a:pt x="71622" y="789306"/>
                  </a:lnTo>
                  <a:lnTo>
                    <a:pt x="0" y="72045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956047" y="2073503"/>
              <a:ext cx="5306631" cy="3256429"/>
            </a:xfrm>
            <a:custGeom>
              <a:avLst/>
              <a:pathLst>
                <a:path w="5306631" h="3256429">
                  <a:moveTo>
                    <a:pt x="0" y="0"/>
                  </a:moveTo>
                  <a:lnTo>
                    <a:pt x="6564" y="20630"/>
                  </a:lnTo>
                  <a:lnTo>
                    <a:pt x="78187" y="231976"/>
                  </a:lnTo>
                  <a:lnTo>
                    <a:pt x="149809" y="430424"/>
                  </a:lnTo>
                  <a:lnTo>
                    <a:pt x="221432" y="616761"/>
                  </a:lnTo>
                  <a:lnTo>
                    <a:pt x="293054" y="791726"/>
                  </a:lnTo>
                  <a:lnTo>
                    <a:pt x="364677" y="956014"/>
                  </a:lnTo>
                  <a:lnTo>
                    <a:pt x="436299" y="1110275"/>
                  </a:lnTo>
                  <a:lnTo>
                    <a:pt x="507922" y="1255123"/>
                  </a:lnTo>
                  <a:lnTo>
                    <a:pt x="579544" y="1391131"/>
                  </a:lnTo>
                  <a:lnTo>
                    <a:pt x="651167" y="1518838"/>
                  </a:lnTo>
                  <a:lnTo>
                    <a:pt x="722789" y="1638752"/>
                  </a:lnTo>
                  <a:lnTo>
                    <a:pt x="794412" y="1751347"/>
                  </a:lnTo>
                  <a:lnTo>
                    <a:pt x="866035" y="1857072"/>
                  </a:lnTo>
                  <a:lnTo>
                    <a:pt x="937657" y="1956344"/>
                  </a:lnTo>
                  <a:lnTo>
                    <a:pt x="1009280" y="2049558"/>
                  </a:lnTo>
                  <a:lnTo>
                    <a:pt x="1080902" y="2137083"/>
                  </a:lnTo>
                  <a:lnTo>
                    <a:pt x="1152525" y="2219266"/>
                  </a:lnTo>
                  <a:lnTo>
                    <a:pt x="1224147" y="2296435"/>
                  </a:lnTo>
                  <a:lnTo>
                    <a:pt x="1295770" y="2368894"/>
                  </a:lnTo>
                  <a:lnTo>
                    <a:pt x="1367392" y="2436930"/>
                  </a:lnTo>
                  <a:lnTo>
                    <a:pt x="1439015" y="2500815"/>
                  </a:lnTo>
                  <a:lnTo>
                    <a:pt x="1510637" y="2560801"/>
                  </a:lnTo>
                  <a:lnTo>
                    <a:pt x="1582260" y="2617126"/>
                  </a:lnTo>
                  <a:lnTo>
                    <a:pt x="1653882" y="2660622"/>
                  </a:lnTo>
                  <a:lnTo>
                    <a:pt x="1725505" y="2681130"/>
                  </a:lnTo>
                  <a:lnTo>
                    <a:pt x="1797127" y="2701128"/>
                  </a:lnTo>
                  <a:lnTo>
                    <a:pt x="1868750" y="2720626"/>
                  </a:lnTo>
                  <a:lnTo>
                    <a:pt x="1940372" y="2739640"/>
                  </a:lnTo>
                  <a:lnTo>
                    <a:pt x="2011995" y="2758179"/>
                  </a:lnTo>
                  <a:lnTo>
                    <a:pt x="2083617" y="2776257"/>
                  </a:lnTo>
                  <a:lnTo>
                    <a:pt x="2155240" y="2793884"/>
                  </a:lnTo>
                  <a:lnTo>
                    <a:pt x="2226863" y="2811072"/>
                  </a:lnTo>
                  <a:lnTo>
                    <a:pt x="2298485" y="2827831"/>
                  </a:lnTo>
                  <a:lnTo>
                    <a:pt x="2370108" y="2844173"/>
                  </a:lnTo>
                  <a:lnTo>
                    <a:pt x="2441730" y="2860108"/>
                  </a:lnTo>
                  <a:lnTo>
                    <a:pt x="2513353" y="2875646"/>
                  </a:lnTo>
                  <a:lnTo>
                    <a:pt x="2584975" y="2890797"/>
                  </a:lnTo>
                  <a:lnTo>
                    <a:pt x="2656598" y="2905570"/>
                  </a:lnTo>
                  <a:lnTo>
                    <a:pt x="2728220" y="2919976"/>
                  </a:lnTo>
                  <a:lnTo>
                    <a:pt x="2799843" y="2934022"/>
                  </a:lnTo>
                  <a:lnTo>
                    <a:pt x="2871465" y="2947718"/>
                  </a:lnTo>
                  <a:lnTo>
                    <a:pt x="2943088" y="2961073"/>
                  </a:lnTo>
                  <a:lnTo>
                    <a:pt x="3014710" y="2974096"/>
                  </a:lnTo>
                  <a:lnTo>
                    <a:pt x="3086333" y="2986794"/>
                  </a:lnTo>
                  <a:lnTo>
                    <a:pt x="3157955" y="2999175"/>
                  </a:lnTo>
                  <a:lnTo>
                    <a:pt x="3229578" y="3011248"/>
                  </a:lnTo>
                  <a:lnTo>
                    <a:pt x="3301200" y="3023021"/>
                  </a:lnTo>
                  <a:lnTo>
                    <a:pt x="3372823" y="3034500"/>
                  </a:lnTo>
                  <a:lnTo>
                    <a:pt x="3444445" y="3045693"/>
                  </a:lnTo>
                  <a:lnTo>
                    <a:pt x="3516068" y="3056607"/>
                  </a:lnTo>
                  <a:lnTo>
                    <a:pt x="3587691" y="3067249"/>
                  </a:lnTo>
                  <a:lnTo>
                    <a:pt x="3659313" y="3077626"/>
                  </a:lnTo>
                  <a:lnTo>
                    <a:pt x="3730936" y="3087744"/>
                  </a:lnTo>
                  <a:lnTo>
                    <a:pt x="3802558" y="3097611"/>
                  </a:lnTo>
                  <a:lnTo>
                    <a:pt x="3874181" y="3107231"/>
                  </a:lnTo>
                  <a:lnTo>
                    <a:pt x="3945803" y="3116612"/>
                  </a:lnTo>
                  <a:lnTo>
                    <a:pt x="4017426" y="3125759"/>
                  </a:lnTo>
                  <a:lnTo>
                    <a:pt x="4089048" y="3134679"/>
                  </a:lnTo>
                  <a:lnTo>
                    <a:pt x="4160671" y="3143376"/>
                  </a:lnTo>
                  <a:lnTo>
                    <a:pt x="4232293" y="3151856"/>
                  </a:lnTo>
                  <a:lnTo>
                    <a:pt x="4303916" y="3160125"/>
                  </a:lnTo>
                  <a:lnTo>
                    <a:pt x="4375538" y="3168188"/>
                  </a:lnTo>
                  <a:lnTo>
                    <a:pt x="4447161" y="3176050"/>
                  </a:lnTo>
                  <a:lnTo>
                    <a:pt x="4518783" y="3183716"/>
                  </a:lnTo>
                  <a:lnTo>
                    <a:pt x="4590406" y="3191192"/>
                  </a:lnTo>
                  <a:lnTo>
                    <a:pt x="4662028" y="3198481"/>
                  </a:lnTo>
                  <a:lnTo>
                    <a:pt x="4733651" y="3205588"/>
                  </a:lnTo>
                  <a:lnTo>
                    <a:pt x="4805273" y="3212518"/>
                  </a:lnTo>
                  <a:lnTo>
                    <a:pt x="4876896" y="3219276"/>
                  </a:lnTo>
                  <a:lnTo>
                    <a:pt x="4948519" y="3225865"/>
                  </a:lnTo>
                  <a:lnTo>
                    <a:pt x="5020141" y="3232290"/>
                  </a:lnTo>
                  <a:lnTo>
                    <a:pt x="5091764" y="3238555"/>
                  </a:lnTo>
                  <a:lnTo>
                    <a:pt x="5163386" y="3244664"/>
                  </a:lnTo>
                  <a:lnTo>
                    <a:pt x="5235009" y="3250621"/>
                  </a:lnTo>
                  <a:lnTo>
                    <a:pt x="5306631" y="32564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793962"/>
              <a:ext cx="7090630" cy="2730495"/>
            </a:xfrm>
            <a:custGeom>
              <a:avLst/>
              <a:pathLst>
                <a:path w="7090630" h="2730495">
                  <a:moveTo>
                    <a:pt x="7090630" y="2730495"/>
                  </a:moveTo>
                  <a:lnTo>
                    <a:pt x="7019007" y="2728363"/>
                  </a:lnTo>
                  <a:lnTo>
                    <a:pt x="6947385" y="2726094"/>
                  </a:lnTo>
                  <a:lnTo>
                    <a:pt x="6875762" y="2723676"/>
                  </a:lnTo>
                  <a:lnTo>
                    <a:pt x="6804139" y="2721102"/>
                  </a:lnTo>
                  <a:lnTo>
                    <a:pt x="6732517" y="2718360"/>
                  </a:lnTo>
                  <a:lnTo>
                    <a:pt x="6660894" y="2715440"/>
                  </a:lnTo>
                  <a:lnTo>
                    <a:pt x="6589272" y="2712330"/>
                  </a:lnTo>
                  <a:lnTo>
                    <a:pt x="6517649" y="2709018"/>
                  </a:lnTo>
                  <a:lnTo>
                    <a:pt x="6446027" y="2705491"/>
                  </a:lnTo>
                  <a:lnTo>
                    <a:pt x="6374404" y="2701735"/>
                  </a:lnTo>
                  <a:lnTo>
                    <a:pt x="6302782" y="2697734"/>
                  </a:lnTo>
                  <a:lnTo>
                    <a:pt x="6231159" y="2693474"/>
                  </a:lnTo>
                  <a:lnTo>
                    <a:pt x="6159537" y="2688936"/>
                  </a:lnTo>
                  <a:lnTo>
                    <a:pt x="6087914" y="2684104"/>
                  </a:lnTo>
                  <a:lnTo>
                    <a:pt x="6016292" y="2678957"/>
                  </a:lnTo>
                  <a:lnTo>
                    <a:pt x="5944669" y="2673476"/>
                  </a:lnTo>
                  <a:lnTo>
                    <a:pt x="5873047" y="2667639"/>
                  </a:lnTo>
                  <a:lnTo>
                    <a:pt x="5801424" y="2661422"/>
                  </a:lnTo>
                  <a:lnTo>
                    <a:pt x="5729802" y="2654802"/>
                  </a:lnTo>
                  <a:lnTo>
                    <a:pt x="5658179" y="2647751"/>
                  </a:lnTo>
                  <a:lnTo>
                    <a:pt x="5586557" y="2640242"/>
                  </a:lnTo>
                  <a:lnTo>
                    <a:pt x="5514934" y="2632245"/>
                  </a:lnTo>
                  <a:lnTo>
                    <a:pt x="5443311" y="2623728"/>
                  </a:lnTo>
                  <a:lnTo>
                    <a:pt x="5371689" y="2614657"/>
                  </a:lnTo>
                  <a:lnTo>
                    <a:pt x="5300066" y="2604997"/>
                  </a:lnTo>
                  <a:lnTo>
                    <a:pt x="5228444" y="2594709"/>
                  </a:lnTo>
                  <a:lnTo>
                    <a:pt x="5156821" y="2583752"/>
                  </a:lnTo>
                  <a:lnTo>
                    <a:pt x="5085199" y="2572084"/>
                  </a:lnTo>
                  <a:lnTo>
                    <a:pt x="5013576" y="2559657"/>
                  </a:lnTo>
                  <a:lnTo>
                    <a:pt x="4941954" y="2546422"/>
                  </a:lnTo>
                  <a:lnTo>
                    <a:pt x="4870331" y="2532327"/>
                  </a:lnTo>
                  <a:lnTo>
                    <a:pt x="4798709" y="2517316"/>
                  </a:lnTo>
                  <a:lnTo>
                    <a:pt x="4727086" y="2501329"/>
                  </a:lnTo>
                  <a:lnTo>
                    <a:pt x="4655464" y="2484303"/>
                  </a:lnTo>
                  <a:lnTo>
                    <a:pt x="4583841" y="2466171"/>
                  </a:lnTo>
                  <a:lnTo>
                    <a:pt x="4512219" y="2446860"/>
                  </a:lnTo>
                  <a:lnTo>
                    <a:pt x="4440596" y="2426294"/>
                  </a:lnTo>
                  <a:lnTo>
                    <a:pt x="4368974" y="2404392"/>
                  </a:lnTo>
                  <a:lnTo>
                    <a:pt x="4297351" y="2381066"/>
                  </a:lnTo>
                  <a:lnTo>
                    <a:pt x="4225729" y="2356224"/>
                  </a:lnTo>
                  <a:lnTo>
                    <a:pt x="4154106" y="2329767"/>
                  </a:lnTo>
                  <a:lnTo>
                    <a:pt x="4082483" y="2301591"/>
                  </a:lnTo>
                  <a:lnTo>
                    <a:pt x="4010861" y="2271583"/>
                  </a:lnTo>
                  <a:lnTo>
                    <a:pt x="3939238" y="2239625"/>
                  </a:lnTo>
                  <a:lnTo>
                    <a:pt x="3867616" y="2205590"/>
                  </a:lnTo>
                  <a:lnTo>
                    <a:pt x="3795993" y="2169343"/>
                  </a:lnTo>
                  <a:lnTo>
                    <a:pt x="3724371" y="2130740"/>
                  </a:lnTo>
                  <a:lnTo>
                    <a:pt x="3652748" y="2089629"/>
                  </a:lnTo>
                  <a:lnTo>
                    <a:pt x="3581126" y="2045845"/>
                  </a:lnTo>
                  <a:lnTo>
                    <a:pt x="3509503" y="1999215"/>
                  </a:lnTo>
                  <a:lnTo>
                    <a:pt x="3437881" y="1949555"/>
                  </a:lnTo>
                  <a:lnTo>
                    <a:pt x="3366258" y="1919131"/>
                  </a:lnTo>
                  <a:lnTo>
                    <a:pt x="3294636" y="1897561"/>
                  </a:lnTo>
                  <a:lnTo>
                    <a:pt x="3223013" y="1875441"/>
                  </a:lnTo>
                  <a:lnTo>
                    <a:pt x="3151391" y="1852755"/>
                  </a:lnTo>
                  <a:lnTo>
                    <a:pt x="3079768" y="1829489"/>
                  </a:lnTo>
                  <a:lnTo>
                    <a:pt x="3008146" y="1805629"/>
                  </a:lnTo>
                  <a:lnTo>
                    <a:pt x="2936523" y="1781160"/>
                  </a:lnTo>
                  <a:lnTo>
                    <a:pt x="2864901" y="1756065"/>
                  </a:lnTo>
                  <a:lnTo>
                    <a:pt x="2793278" y="1730329"/>
                  </a:lnTo>
                  <a:lnTo>
                    <a:pt x="2721655" y="1703935"/>
                  </a:lnTo>
                  <a:lnTo>
                    <a:pt x="2650033" y="1676867"/>
                  </a:lnTo>
                  <a:lnTo>
                    <a:pt x="2578410" y="1649107"/>
                  </a:lnTo>
                  <a:lnTo>
                    <a:pt x="2506788" y="1620638"/>
                  </a:lnTo>
                  <a:lnTo>
                    <a:pt x="2435165" y="1591441"/>
                  </a:lnTo>
                  <a:lnTo>
                    <a:pt x="2363543" y="1561499"/>
                  </a:lnTo>
                  <a:lnTo>
                    <a:pt x="2291920" y="1530791"/>
                  </a:lnTo>
                  <a:lnTo>
                    <a:pt x="2220298" y="1499299"/>
                  </a:lnTo>
                  <a:lnTo>
                    <a:pt x="2148675" y="1467002"/>
                  </a:lnTo>
                  <a:lnTo>
                    <a:pt x="2077053" y="1433880"/>
                  </a:lnTo>
                  <a:lnTo>
                    <a:pt x="2005430" y="1399911"/>
                  </a:lnTo>
                  <a:lnTo>
                    <a:pt x="1933808" y="1365075"/>
                  </a:lnTo>
                  <a:lnTo>
                    <a:pt x="1862185" y="1329348"/>
                  </a:lnTo>
                  <a:lnTo>
                    <a:pt x="1790563" y="1292709"/>
                  </a:lnTo>
                  <a:lnTo>
                    <a:pt x="1718940" y="1255133"/>
                  </a:lnTo>
                  <a:lnTo>
                    <a:pt x="1647318" y="1216597"/>
                  </a:lnTo>
                  <a:lnTo>
                    <a:pt x="1575695" y="1177077"/>
                  </a:lnTo>
                  <a:lnTo>
                    <a:pt x="1504073" y="1136547"/>
                  </a:lnTo>
                  <a:lnTo>
                    <a:pt x="1432450" y="1094981"/>
                  </a:lnTo>
                  <a:lnTo>
                    <a:pt x="1360827" y="1052353"/>
                  </a:lnTo>
                  <a:lnTo>
                    <a:pt x="1289205" y="1008636"/>
                  </a:lnTo>
                  <a:lnTo>
                    <a:pt x="1217582" y="963802"/>
                  </a:lnTo>
                  <a:lnTo>
                    <a:pt x="1145960" y="917822"/>
                  </a:lnTo>
                  <a:lnTo>
                    <a:pt x="1074337" y="870668"/>
                  </a:lnTo>
                  <a:lnTo>
                    <a:pt x="1002715" y="822308"/>
                  </a:lnTo>
                  <a:lnTo>
                    <a:pt x="931092" y="772713"/>
                  </a:lnTo>
                  <a:lnTo>
                    <a:pt x="859470" y="721851"/>
                  </a:lnTo>
                  <a:lnTo>
                    <a:pt x="787847" y="669689"/>
                  </a:lnTo>
                  <a:lnTo>
                    <a:pt x="716225" y="616194"/>
                  </a:lnTo>
                  <a:lnTo>
                    <a:pt x="644602" y="561332"/>
                  </a:lnTo>
                  <a:lnTo>
                    <a:pt x="572980" y="505069"/>
                  </a:lnTo>
                  <a:lnTo>
                    <a:pt x="501357" y="447368"/>
                  </a:lnTo>
                  <a:lnTo>
                    <a:pt x="429735" y="388192"/>
                  </a:lnTo>
                  <a:lnTo>
                    <a:pt x="358112" y="327505"/>
                  </a:lnTo>
                  <a:lnTo>
                    <a:pt x="286490" y="265266"/>
                  </a:lnTo>
                  <a:lnTo>
                    <a:pt x="214867" y="201438"/>
                  </a:lnTo>
                  <a:lnTo>
                    <a:pt x="143245" y="135979"/>
                  </a:lnTo>
                  <a:lnTo>
                    <a:pt x="71622" y="688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57643" y="2073503"/>
              <a:ext cx="6005035" cy="3397408"/>
            </a:xfrm>
            <a:custGeom>
              <a:avLst/>
              <a:pathLst>
                <a:path w="6005035" h="3397408">
                  <a:moveTo>
                    <a:pt x="0" y="0"/>
                  </a:moveTo>
                  <a:lnTo>
                    <a:pt x="60366" y="127538"/>
                  </a:lnTo>
                  <a:lnTo>
                    <a:pt x="131988" y="272331"/>
                  </a:lnTo>
                  <a:lnTo>
                    <a:pt x="203611" y="410877"/>
                  </a:lnTo>
                  <a:lnTo>
                    <a:pt x="275233" y="543445"/>
                  </a:lnTo>
                  <a:lnTo>
                    <a:pt x="346856" y="670295"/>
                  </a:lnTo>
                  <a:lnTo>
                    <a:pt x="418478" y="791672"/>
                  </a:lnTo>
                  <a:lnTo>
                    <a:pt x="490101" y="907812"/>
                  </a:lnTo>
                  <a:lnTo>
                    <a:pt x="561723" y="1018943"/>
                  </a:lnTo>
                  <a:lnTo>
                    <a:pt x="633346" y="1125278"/>
                  </a:lnTo>
                  <a:lnTo>
                    <a:pt x="704968" y="1227027"/>
                  </a:lnTo>
                  <a:lnTo>
                    <a:pt x="776591" y="1324385"/>
                  </a:lnTo>
                  <a:lnTo>
                    <a:pt x="848214" y="1417544"/>
                  </a:lnTo>
                  <a:lnTo>
                    <a:pt x="919836" y="1506683"/>
                  </a:lnTo>
                  <a:lnTo>
                    <a:pt x="991459" y="1591977"/>
                  </a:lnTo>
                  <a:lnTo>
                    <a:pt x="1063081" y="1673591"/>
                  </a:lnTo>
                  <a:lnTo>
                    <a:pt x="1134704" y="1751684"/>
                  </a:lnTo>
                  <a:lnTo>
                    <a:pt x="1206326" y="1826408"/>
                  </a:lnTo>
                  <a:lnTo>
                    <a:pt x="1277949" y="1897908"/>
                  </a:lnTo>
                  <a:lnTo>
                    <a:pt x="1349571" y="1966324"/>
                  </a:lnTo>
                  <a:lnTo>
                    <a:pt x="1421194" y="2031788"/>
                  </a:lnTo>
                  <a:lnTo>
                    <a:pt x="1492816" y="2094428"/>
                  </a:lnTo>
                  <a:lnTo>
                    <a:pt x="1564439" y="2154366"/>
                  </a:lnTo>
                  <a:lnTo>
                    <a:pt x="1636061" y="2211717"/>
                  </a:lnTo>
                  <a:lnTo>
                    <a:pt x="1707684" y="2266595"/>
                  </a:lnTo>
                  <a:lnTo>
                    <a:pt x="1779306" y="2319105"/>
                  </a:lnTo>
                  <a:lnTo>
                    <a:pt x="1850929" y="2369349"/>
                  </a:lnTo>
                  <a:lnTo>
                    <a:pt x="1922551" y="2417426"/>
                  </a:lnTo>
                  <a:lnTo>
                    <a:pt x="1994174" y="2463429"/>
                  </a:lnTo>
                  <a:lnTo>
                    <a:pt x="2065796" y="2507447"/>
                  </a:lnTo>
                  <a:lnTo>
                    <a:pt x="2137419" y="2549566"/>
                  </a:lnTo>
                  <a:lnTo>
                    <a:pt x="2209042" y="2589869"/>
                  </a:lnTo>
                  <a:lnTo>
                    <a:pt x="2280664" y="2628432"/>
                  </a:lnTo>
                  <a:lnTo>
                    <a:pt x="2352287" y="2665332"/>
                  </a:lnTo>
                  <a:lnTo>
                    <a:pt x="2423909" y="2700639"/>
                  </a:lnTo>
                  <a:lnTo>
                    <a:pt x="2495532" y="2734424"/>
                  </a:lnTo>
                  <a:lnTo>
                    <a:pt x="2567154" y="2766751"/>
                  </a:lnTo>
                  <a:lnTo>
                    <a:pt x="2638777" y="2797683"/>
                  </a:lnTo>
                  <a:lnTo>
                    <a:pt x="2710399" y="2827281"/>
                  </a:lnTo>
                  <a:lnTo>
                    <a:pt x="2782022" y="2855602"/>
                  </a:lnTo>
                  <a:lnTo>
                    <a:pt x="2853644" y="2882701"/>
                  </a:lnTo>
                  <a:lnTo>
                    <a:pt x="2925267" y="2908632"/>
                  </a:lnTo>
                  <a:lnTo>
                    <a:pt x="2996889" y="2933443"/>
                  </a:lnTo>
                  <a:lnTo>
                    <a:pt x="3068512" y="2957184"/>
                  </a:lnTo>
                  <a:lnTo>
                    <a:pt x="3140134" y="2979901"/>
                  </a:lnTo>
                  <a:lnTo>
                    <a:pt x="3211757" y="3001637"/>
                  </a:lnTo>
                  <a:lnTo>
                    <a:pt x="3283379" y="3022436"/>
                  </a:lnTo>
                  <a:lnTo>
                    <a:pt x="3355002" y="3042338"/>
                  </a:lnTo>
                  <a:lnTo>
                    <a:pt x="3426624" y="3061381"/>
                  </a:lnTo>
                  <a:lnTo>
                    <a:pt x="3498247" y="3079603"/>
                  </a:lnTo>
                  <a:lnTo>
                    <a:pt x="3569870" y="3097038"/>
                  </a:lnTo>
                  <a:lnTo>
                    <a:pt x="3641492" y="3113721"/>
                  </a:lnTo>
                  <a:lnTo>
                    <a:pt x="3713115" y="3129685"/>
                  </a:lnTo>
                  <a:lnTo>
                    <a:pt x="3784737" y="3144960"/>
                  </a:lnTo>
                  <a:lnTo>
                    <a:pt x="3856360" y="3159576"/>
                  </a:lnTo>
                  <a:lnTo>
                    <a:pt x="3927982" y="3173561"/>
                  </a:lnTo>
                  <a:lnTo>
                    <a:pt x="3999605" y="3186943"/>
                  </a:lnTo>
                  <a:lnTo>
                    <a:pt x="4071227" y="3199747"/>
                  </a:lnTo>
                  <a:lnTo>
                    <a:pt x="4142850" y="3212000"/>
                  </a:lnTo>
                  <a:lnTo>
                    <a:pt x="4214472" y="3223723"/>
                  </a:lnTo>
                  <a:lnTo>
                    <a:pt x="4286095" y="3234941"/>
                  </a:lnTo>
                  <a:lnTo>
                    <a:pt x="4357717" y="3245675"/>
                  </a:lnTo>
                  <a:lnTo>
                    <a:pt x="4429340" y="3255946"/>
                  </a:lnTo>
                  <a:lnTo>
                    <a:pt x="4500962" y="3265773"/>
                  </a:lnTo>
                  <a:lnTo>
                    <a:pt x="4572585" y="3275177"/>
                  </a:lnTo>
                  <a:lnTo>
                    <a:pt x="4644207" y="3284175"/>
                  </a:lnTo>
                  <a:lnTo>
                    <a:pt x="4715830" y="3292785"/>
                  </a:lnTo>
                  <a:lnTo>
                    <a:pt x="4787452" y="3301023"/>
                  </a:lnTo>
                  <a:lnTo>
                    <a:pt x="4859075" y="3308906"/>
                  </a:lnTo>
                  <a:lnTo>
                    <a:pt x="4930698" y="3316449"/>
                  </a:lnTo>
                  <a:lnTo>
                    <a:pt x="5002320" y="3323667"/>
                  </a:lnTo>
                  <a:lnTo>
                    <a:pt x="5073943" y="3330573"/>
                  </a:lnTo>
                  <a:lnTo>
                    <a:pt x="5145565" y="3337181"/>
                  </a:lnTo>
                  <a:lnTo>
                    <a:pt x="5217188" y="3343504"/>
                  </a:lnTo>
                  <a:lnTo>
                    <a:pt x="5288810" y="3349554"/>
                  </a:lnTo>
                  <a:lnTo>
                    <a:pt x="5360433" y="3355344"/>
                  </a:lnTo>
                  <a:lnTo>
                    <a:pt x="5432055" y="3360883"/>
                  </a:lnTo>
                  <a:lnTo>
                    <a:pt x="5503678" y="3366184"/>
                  </a:lnTo>
                  <a:lnTo>
                    <a:pt x="5575300" y="3371256"/>
                  </a:lnTo>
                  <a:lnTo>
                    <a:pt x="5646923" y="3376109"/>
                  </a:lnTo>
                  <a:lnTo>
                    <a:pt x="5718545" y="3380752"/>
                  </a:lnTo>
                  <a:lnTo>
                    <a:pt x="5790168" y="3385196"/>
                  </a:lnTo>
                  <a:lnTo>
                    <a:pt x="5861790" y="3389447"/>
                  </a:lnTo>
                  <a:lnTo>
                    <a:pt x="5933413" y="3393515"/>
                  </a:lnTo>
                  <a:lnTo>
                    <a:pt x="6005035" y="339740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8678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1.70 (1.35-2.13), p_Bonf = &lt;0.001 (n = 6)  |  per IQR decline (Δ = 29.3 %): 4.72 (2.43-9.16)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7689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2026-09-28T15:19:45Z</dcterms:modified>
  <cp:category/>
</cp:coreProperties>
</file>