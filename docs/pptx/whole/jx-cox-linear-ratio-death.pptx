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45368"/>
            </a:xfrm>
            <a:custGeom>
              <a:avLst/>
              <a:pathLst>
                <a:path w="6964104" h="1245368">
                  <a:moveTo>
                    <a:pt x="1752164" y="0"/>
                  </a:moveTo>
                  <a:lnTo>
                    <a:pt x="1758612" y="7445"/>
                  </a:lnTo>
                  <a:lnTo>
                    <a:pt x="1828956" y="83714"/>
                  </a:lnTo>
                  <a:lnTo>
                    <a:pt x="1899301" y="155329"/>
                  </a:lnTo>
                  <a:lnTo>
                    <a:pt x="1969645" y="222574"/>
                  </a:lnTo>
                  <a:lnTo>
                    <a:pt x="2039990" y="285715"/>
                  </a:lnTo>
                  <a:lnTo>
                    <a:pt x="2110334" y="345003"/>
                  </a:lnTo>
                  <a:lnTo>
                    <a:pt x="2180679" y="400672"/>
                  </a:lnTo>
                  <a:lnTo>
                    <a:pt x="2251023" y="452944"/>
                  </a:lnTo>
                  <a:lnTo>
                    <a:pt x="2321368" y="502026"/>
                  </a:lnTo>
                  <a:lnTo>
                    <a:pt x="2391712" y="548113"/>
                  </a:lnTo>
                  <a:lnTo>
                    <a:pt x="2462057" y="591387"/>
                  </a:lnTo>
                  <a:lnTo>
                    <a:pt x="2532401" y="632020"/>
                  </a:lnTo>
                  <a:lnTo>
                    <a:pt x="2602746" y="670173"/>
                  </a:lnTo>
                  <a:lnTo>
                    <a:pt x="2673090" y="705998"/>
                  </a:lnTo>
                  <a:lnTo>
                    <a:pt x="2743435" y="739637"/>
                  </a:lnTo>
                  <a:lnTo>
                    <a:pt x="2813779" y="771223"/>
                  </a:lnTo>
                  <a:lnTo>
                    <a:pt x="2884124" y="800881"/>
                  </a:lnTo>
                  <a:lnTo>
                    <a:pt x="2954468" y="828729"/>
                  </a:lnTo>
                  <a:lnTo>
                    <a:pt x="3024813" y="854878"/>
                  </a:lnTo>
                  <a:lnTo>
                    <a:pt x="3095157" y="879431"/>
                  </a:lnTo>
                  <a:lnTo>
                    <a:pt x="3165502" y="902485"/>
                  </a:lnTo>
                  <a:lnTo>
                    <a:pt x="3235846" y="924133"/>
                  </a:lnTo>
                  <a:lnTo>
                    <a:pt x="3306191" y="944459"/>
                  </a:lnTo>
                  <a:lnTo>
                    <a:pt x="3376535" y="960156"/>
                  </a:lnTo>
                  <a:lnTo>
                    <a:pt x="3446880" y="967557"/>
                  </a:lnTo>
                  <a:lnTo>
                    <a:pt x="3517224" y="974773"/>
                  </a:lnTo>
                  <a:lnTo>
                    <a:pt x="3587569" y="981810"/>
                  </a:lnTo>
                  <a:lnTo>
                    <a:pt x="3657913" y="988671"/>
                  </a:lnTo>
                  <a:lnTo>
                    <a:pt x="3728257" y="995362"/>
                  </a:lnTo>
                  <a:lnTo>
                    <a:pt x="3798602" y="1001885"/>
                  </a:lnTo>
                  <a:lnTo>
                    <a:pt x="3868946" y="1008247"/>
                  </a:lnTo>
                  <a:lnTo>
                    <a:pt x="3939291" y="1014449"/>
                  </a:lnTo>
                  <a:lnTo>
                    <a:pt x="4009635" y="1020497"/>
                  </a:lnTo>
                  <a:lnTo>
                    <a:pt x="4079980" y="1026395"/>
                  </a:lnTo>
                  <a:lnTo>
                    <a:pt x="4150324" y="1032145"/>
                  </a:lnTo>
                  <a:lnTo>
                    <a:pt x="4220669" y="1037753"/>
                  </a:lnTo>
                  <a:lnTo>
                    <a:pt x="4291013" y="1043220"/>
                  </a:lnTo>
                  <a:lnTo>
                    <a:pt x="4361358" y="1048552"/>
                  </a:lnTo>
                  <a:lnTo>
                    <a:pt x="4431702" y="1053750"/>
                  </a:lnTo>
                  <a:lnTo>
                    <a:pt x="4502047" y="1058819"/>
                  </a:lnTo>
                  <a:lnTo>
                    <a:pt x="4572391" y="1063762"/>
                  </a:lnTo>
                  <a:lnTo>
                    <a:pt x="4642736" y="1068581"/>
                  </a:lnTo>
                  <a:lnTo>
                    <a:pt x="4713080" y="1073281"/>
                  </a:lnTo>
                  <a:lnTo>
                    <a:pt x="4783425" y="1077863"/>
                  </a:lnTo>
                  <a:lnTo>
                    <a:pt x="4853769" y="1082331"/>
                  </a:lnTo>
                  <a:lnTo>
                    <a:pt x="4924114" y="1086688"/>
                  </a:lnTo>
                  <a:lnTo>
                    <a:pt x="4994458" y="1090937"/>
                  </a:lnTo>
                  <a:lnTo>
                    <a:pt x="5064803" y="1095079"/>
                  </a:lnTo>
                  <a:lnTo>
                    <a:pt x="5135147" y="1099118"/>
                  </a:lnTo>
                  <a:lnTo>
                    <a:pt x="5205492" y="1103057"/>
                  </a:lnTo>
                  <a:lnTo>
                    <a:pt x="5275836" y="1106898"/>
                  </a:lnTo>
                  <a:lnTo>
                    <a:pt x="5346181" y="1110642"/>
                  </a:lnTo>
                  <a:lnTo>
                    <a:pt x="5416525" y="1114294"/>
                  </a:lnTo>
                  <a:lnTo>
                    <a:pt x="5486870" y="1117855"/>
                  </a:lnTo>
                  <a:lnTo>
                    <a:pt x="5557214" y="1121326"/>
                  </a:lnTo>
                  <a:lnTo>
                    <a:pt x="5627559" y="1124712"/>
                  </a:lnTo>
                  <a:lnTo>
                    <a:pt x="5697903" y="1128013"/>
                  </a:lnTo>
                  <a:lnTo>
                    <a:pt x="5768248" y="1131231"/>
                  </a:lnTo>
                  <a:lnTo>
                    <a:pt x="5838592" y="1134370"/>
                  </a:lnTo>
                  <a:lnTo>
                    <a:pt x="5908937" y="1137430"/>
                  </a:lnTo>
                  <a:lnTo>
                    <a:pt x="5979281" y="1140414"/>
                  </a:lnTo>
                  <a:lnTo>
                    <a:pt x="6049626" y="1143324"/>
                  </a:lnTo>
                  <a:lnTo>
                    <a:pt x="6119970" y="1146161"/>
                  </a:lnTo>
                  <a:lnTo>
                    <a:pt x="6190315" y="1148928"/>
                  </a:lnTo>
                  <a:lnTo>
                    <a:pt x="6260659" y="1151626"/>
                  </a:lnTo>
                  <a:lnTo>
                    <a:pt x="6331004" y="1154256"/>
                  </a:lnTo>
                  <a:lnTo>
                    <a:pt x="6401348" y="1156821"/>
                  </a:lnTo>
                  <a:lnTo>
                    <a:pt x="6471693" y="1159322"/>
                  </a:lnTo>
                  <a:lnTo>
                    <a:pt x="6542037" y="1161761"/>
                  </a:lnTo>
                  <a:lnTo>
                    <a:pt x="6612382" y="1164139"/>
                  </a:lnTo>
                  <a:lnTo>
                    <a:pt x="6682726" y="1166457"/>
                  </a:lnTo>
                  <a:lnTo>
                    <a:pt x="6753071" y="1168718"/>
                  </a:lnTo>
                  <a:lnTo>
                    <a:pt x="6823415" y="1170923"/>
                  </a:lnTo>
                  <a:lnTo>
                    <a:pt x="6893760" y="1173072"/>
                  </a:lnTo>
                  <a:lnTo>
                    <a:pt x="6964104" y="1175168"/>
                  </a:lnTo>
                  <a:lnTo>
                    <a:pt x="6964104" y="1245368"/>
                  </a:lnTo>
                  <a:lnTo>
                    <a:pt x="6893760" y="1244599"/>
                  </a:lnTo>
                  <a:lnTo>
                    <a:pt x="6823415" y="1243779"/>
                  </a:lnTo>
                  <a:lnTo>
                    <a:pt x="6753071" y="1242907"/>
                  </a:lnTo>
                  <a:lnTo>
                    <a:pt x="6682726" y="1241978"/>
                  </a:lnTo>
                  <a:lnTo>
                    <a:pt x="6612382" y="1240989"/>
                  </a:lnTo>
                  <a:lnTo>
                    <a:pt x="6542037" y="1239935"/>
                  </a:lnTo>
                  <a:lnTo>
                    <a:pt x="6471693" y="1238813"/>
                  </a:lnTo>
                  <a:lnTo>
                    <a:pt x="6401348" y="1237617"/>
                  </a:lnTo>
                  <a:lnTo>
                    <a:pt x="6331004" y="1236345"/>
                  </a:lnTo>
                  <a:lnTo>
                    <a:pt x="6260659" y="1234989"/>
                  </a:lnTo>
                  <a:lnTo>
                    <a:pt x="6190315" y="1233545"/>
                  </a:lnTo>
                  <a:lnTo>
                    <a:pt x="6119970" y="1232008"/>
                  </a:lnTo>
                  <a:lnTo>
                    <a:pt x="6049626" y="1230370"/>
                  </a:lnTo>
                  <a:lnTo>
                    <a:pt x="5979281" y="1228626"/>
                  </a:lnTo>
                  <a:lnTo>
                    <a:pt x="5908937" y="1226769"/>
                  </a:lnTo>
                  <a:lnTo>
                    <a:pt x="5838592" y="1224791"/>
                  </a:lnTo>
                  <a:lnTo>
                    <a:pt x="5768248" y="1222685"/>
                  </a:lnTo>
                  <a:lnTo>
                    <a:pt x="5697903" y="1220441"/>
                  </a:lnTo>
                  <a:lnTo>
                    <a:pt x="5627559" y="1218052"/>
                  </a:lnTo>
                  <a:lnTo>
                    <a:pt x="5557214" y="1215507"/>
                  </a:lnTo>
                  <a:lnTo>
                    <a:pt x="5486870" y="1212798"/>
                  </a:lnTo>
                  <a:lnTo>
                    <a:pt x="5416525" y="1209912"/>
                  </a:lnTo>
                  <a:lnTo>
                    <a:pt x="5346181" y="1206838"/>
                  </a:lnTo>
                  <a:lnTo>
                    <a:pt x="5275836" y="1203565"/>
                  </a:lnTo>
                  <a:lnTo>
                    <a:pt x="5205492" y="1200079"/>
                  </a:lnTo>
                  <a:lnTo>
                    <a:pt x="5135147" y="1196366"/>
                  </a:lnTo>
                  <a:lnTo>
                    <a:pt x="5064803" y="1192412"/>
                  </a:lnTo>
                  <a:lnTo>
                    <a:pt x="4994458" y="1188201"/>
                  </a:lnTo>
                  <a:lnTo>
                    <a:pt x="4924114" y="1183716"/>
                  </a:lnTo>
                  <a:lnTo>
                    <a:pt x="4853769" y="1178940"/>
                  </a:lnTo>
                  <a:lnTo>
                    <a:pt x="4783425" y="1173854"/>
                  </a:lnTo>
                  <a:lnTo>
                    <a:pt x="4713080" y="1168436"/>
                  </a:lnTo>
                  <a:lnTo>
                    <a:pt x="4642736" y="1162667"/>
                  </a:lnTo>
                  <a:lnTo>
                    <a:pt x="4572391" y="1156523"/>
                  </a:lnTo>
                  <a:lnTo>
                    <a:pt x="4502047" y="1149980"/>
                  </a:lnTo>
                  <a:lnTo>
                    <a:pt x="4431702" y="1143011"/>
                  </a:lnTo>
                  <a:lnTo>
                    <a:pt x="4361358" y="1135589"/>
                  </a:lnTo>
                  <a:lnTo>
                    <a:pt x="4291013" y="1127685"/>
                  </a:lnTo>
                  <a:lnTo>
                    <a:pt x="4220669" y="1119267"/>
                  </a:lnTo>
                  <a:lnTo>
                    <a:pt x="4150324" y="1110302"/>
                  </a:lnTo>
                  <a:lnTo>
                    <a:pt x="4079980" y="1100754"/>
                  </a:lnTo>
                  <a:lnTo>
                    <a:pt x="4009635" y="1090586"/>
                  </a:lnTo>
                  <a:lnTo>
                    <a:pt x="3939291" y="1079757"/>
                  </a:lnTo>
                  <a:lnTo>
                    <a:pt x="3868946" y="1068224"/>
                  </a:lnTo>
                  <a:lnTo>
                    <a:pt x="3798602" y="1055942"/>
                  </a:lnTo>
                  <a:lnTo>
                    <a:pt x="3728257" y="1042861"/>
                  </a:lnTo>
                  <a:lnTo>
                    <a:pt x="3657913" y="1028930"/>
                  </a:lnTo>
                  <a:lnTo>
                    <a:pt x="3587569" y="1014094"/>
                  </a:lnTo>
                  <a:lnTo>
                    <a:pt x="3517224" y="998294"/>
                  </a:lnTo>
                  <a:lnTo>
                    <a:pt x="3446880" y="981466"/>
                  </a:lnTo>
                  <a:lnTo>
                    <a:pt x="3376535" y="963545"/>
                  </a:lnTo>
                  <a:lnTo>
                    <a:pt x="3306191" y="952566"/>
                  </a:lnTo>
                  <a:lnTo>
                    <a:pt x="3235846" y="944782"/>
                  </a:lnTo>
                  <a:lnTo>
                    <a:pt x="3165502" y="936799"/>
                  </a:lnTo>
                  <a:lnTo>
                    <a:pt x="3095157" y="928612"/>
                  </a:lnTo>
                  <a:lnTo>
                    <a:pt x="3024813" y="920216"/>
                  </a:lnTo>
                  <a:lnTo>
                    <a:pt x="2954468" y="911606"/>
                  </a:lnTo>
                  <a:lnTo>
                    <a:pt x="2884124" y="902775"/>
                  </a:lnTo>
                  <a:lnTo>
                    <a:pt x="2813779" y="893719"/>
                  </a:lnTo>
                  <a:lnTo>
                    <a:pt x="2743435" y="884431"/>
                  </a:lnTo>
                  <a:lnTo>
                    <a:pt x="2673090" y="874906"/>
                  </a:lnTo>
                  <a:lnTo>
                    <a:pt x="2602746" y="865138"/>
                  </a:lnTo>
                  <a:lnTo>
                    <a:pt x="2532401" y="855120"/>
                  </a:lnTo>
                  <a:lnTo>
                    <a:pt x="2462057" y="844846"/>
                  </a:lnTo>
                  <a:lnTo>
                    <a:pt x="2391712" y="834310"/>
                  </a:lnTo>
                  <a:lnTo>
                    <a:pt x="2321368" y="823505"/>
                  </a:lnTo>
                  <a:lnTo>
                    <a:pt x="2251023" y="812423"/>
                  </a:lnTo>
                  <a:lnTo>
                    <a:pt x="2180679" y="801058"/>
                  </a:lnTo>
                  <a:lnTo>
                    <a:pt x="2110334" y="789403"/>
                  </a:lnTo>
                  <a:lnTo>
                    <a:pt x="2039990" y="777450"/>
                  </a:lnTo>
                  <a:lnTo>
                    <a:pt x="1969645" y="765191"/>
                  </a:lnTo>
                  <a:lnTo>
                    <a:pt x="1899301" y="752620"/>
                  </a:lnTo>
                  <a:lnTo>
                    <a:pt x="1828956" y="739727"/>
                  </a:lnTo>
                  <a:lnTo>
                    <a:pt x="1758612" y="726505"/>
                  </a:lnTo>
                  <a:lnTo>
                    <a:pt x="1688267" y="712944"/>
                  </a:lnTo>
                  <a:lnTo>
                    <a:pt x="1617923" y="699038"/>
                  </a:lnTo>
                  <a:lnTo>
                    <a:pt x="1547578" y="684776"/>
                  </a:lnTo>
                  <a:lnTo>
                    <a:pt x="1477234" y="670149"/>
                  </a:lnTo>
                  <a:lnTo>
                    <a:pt x="1406889" y="655149"/>
                  </a:lnTo>
                  <a:lnTo>
                    <a:pt x="1336545" y="639766"/>
                  </a:lnTo>
                  <a:lnTo>
                    <a:pt x="1266200" y="623989"/>
                  </a:lnTo>
                  <a:lnTo>
                    <a:pt x="1195856" y="607810"/>
                  </a:lnTo>
                  <a:lnTo>
                    <a:pt x="1125511" y="591217"/>
                  </a:lnTo>
                  <a:lnTo>
                    <a:pt x="1055167" y="574200"/>
                  </a:lnTo>
                  <a:lnTo>
                    <a:pt x="984822" y="556748"/>
                  </a:lnTo>
                  <a:lnTo>
                    <a:pt x="914478" y="538850"/>
                  </a:lnTo>
                  <a:lnTo>
                    <a:pt x="844133" y="520495"/>
                  </a:lnTo>
                  <a:lnTo>
                    <a:pt x="773789" y="501671"/>
                  </a:lnTo>
                  <a:lnTo>
                    <a:pt x="703444" y="482366"/>
                  </a:lnTo>
                  <a:lnTo>
                    <a:pt x="633100" y="462568"/>
                  </a:lnTo>
                  <a:lnTo>
                    <a:pt x="562755" y="442264"/>
                  </a:lnTo>
                  <a:lnTo>
                    <a:pt x="492411" y="421441"/>
                  </a:lnTo>
                  <a:lnTo>
                    <a:pt x="422066" y="400086"/>
                  </a:lnTo>
                  <a:lnTo>
                    <a:pt x="351722" y="378185"/>
                  </a:lnTo>
                  <a:lnTo>
                    <a:pt x="281377" y="355725"/>
                  </a:lnTo>
                  <a:lnTo>
                    <a:pt x="211033" y="332691"/>
                  </a:lnTo>
                  <a:lnTo>
                    <a:pt x="140688" y="309068"/>
                  </a:lnTo>
                  <a:lnTo>
                    <a:pt x="70344" y="284842"/>
                  </a:lnTo>
                  <a:lnTo>
                    <a:pt x="0" y="2599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87476" y="2143092"/>
              <a:ext cx="5211939" cy="1175168"/>
            </a:xfrm>
            <a:custGeom>
              <a:avLst/>
              <a:pathLst>
                <a:path w="5211939" h="1175168">
                  <a:moveTo>
                    <a:pt x="0" y="0"/>
                  </a:moveTo>
                  <a:lnTo>
                    <a:pt x="6447" y="7445"/>
                  </a:lnTo>
                  <a:lnTo>
                    <a:pt x="76792" y="83714"/>
                  </a:lnTo>
                  <a:lnTo>
                    <a:pt x="147136" y="155329"/>
                  </a:lnTo>
                  <a:lnTo>
                    <a:pt x="217481" y="222574"/>
                  </a:lnTo>
                  <a:lnTo>
                    <a:pt x="287825" y="285715"/>
                  </a:lnTo>
                  <a:lnTo>
                    <a:pt x="358170" y="345003"/>
                  </a:lnTo>
                  <a:lnTo>
                    <a:pt x="428514" y="400672"/>
                  </a:lnTo>
                  <a:lnTo>
                    <a:pt x="498859" y="452944"/>
                  </a:lnTo>
                  <a:lnTo>
                    <a:pt x="569203" y="502026"/>
                  </a:lnTo>
                  <a:lnTo>
                    <a:pt x="639548" y="548113"/>
                  </a:lnTo>
                  <a:lnTo>
                    <a:pt x="709892" y="591387"/>
                  </a:lnTo>
                  <a:lnTo>
                    <a:pt x="780236" y="632020"/>
                  </a:lnTo>
                  <a:lnTo>
                    <a:pt x="850581" y="670173"/>
                  </a:lnTo>
                  <a:lnTo>
                    <a:pt x="920925" y="705998"/>
                  </a:lnTo>
                  <a:lnTo>
                    <a:pt x="991270" y="739637"/>
                  </a:lnTo>
                  <a:lnTo>
                    <a:pt x="1061614" y="771223"/>
                  </a:lnTo>
                  <a:lnTo>
                    <a:pt x="1131959" y="800881"/>
                  </a:lnTo>
                  <a:lnTo>
                    <a:pt x="1202303" y="828729"/>
                  </a:lnTo>
                  <a:lnTo>
                    <a:pt x="1272648" y="854878"/>
                  </a:lnTo>
                  <a:lnTo>
                    <a:pt x="1342992" y="879431"/>
                  </a:lnTo>
                  <a:lnTo>
                    <a:pt x="1413337" y="902485"/>
                  </a:lnTo>
                  <a:lnTo>
                    <a:pt x="1483681" y="924133"/>
                  </a:lnTo>
                  <a:lnTo>
                    <a:pt x="1554026" y="944459"/>
                  </a:lnTo>
                  <a:lnTo>
                    <a:pt x="1624370" y="960156"/>
                  </a:lnTo>
                  <a:lnTo>
                    <a:pt x="1694715" y="967557"/>
                  </a:lnTo>
                  <a:lnTo>
                    <a:pt x="1765059" y="974773"/>
                  </a:lnTo>
                  <a:lnTo>
                    <a:pt x="1835404" y="981810"/>
                  </a:lnTo>
                  <a:lnTo>
                    <a:pt x="1905748" y="988671"/>
                  </a:lnTo>
                  <a:lnTo>
                    <a:pt x="1976093" y="995362"/>
                  </a:lnTo>
                  <a:lnTo>
                    <a:pt x="2046437" y="1001885"/>
                  </a:lnTo>
                  <a:lnTo>
                    <a:pt x="2116782" y="1008247"/>
                  </a:lnTo>
                  <a:lnTo>
                    <a:pt x="2187126" y="1014449"/>
                  </a:lnTo>
                  <a:lnTo>
                    <a:pt x="2257471" y="1020497"/>
                  </a:lnTo>
                  <a:lnTo>
                    <a:pt x="2327815" y="1026395"/>
                  </a:lnTo>
                  <a:lnTo>
                    <a:pt x="2398160" y="1032145"/>
                  </a:lnTo>
                  <a:lnTo>
                    <a:pt x="2468504" y="1037753"/>
                  </a:lnTo>
                  <a:lnTo>
                    <a:pt x="2538849" y="1043220"/>
                  </a:lnTo>
                  <a:lnTo>
                    <a:pt x="2609193" y="1048552"/>
                  </a:lnTo>
                  <a:lnTo>
                    <a:pt x="2679538" y="1053750"/>
                  </a:lnTo>
                  <a:lnTo>
                    <a:pt x="2749882" y="1058819"/>
                  </a:lnTo>
                  <a:lnTo>
                    <a:pt x="2820227" y="1063762"/>
                  </a:lnTo>
                  <a:lnTo>
                    <a:pt x="2890571" y="1068581"/>
                  </a:lnTo>
                  <a:lnTo>
                    <a:pt x="2960916" y="1073281"/>
                  </a:lnTo>
                  <a:lnTo>
                    <a:pt x="3031260" y="1077863"/>
                  </a:lnTo>
                  <a:lnTo>
                    <a:pt x="3101605" y="1082331"/>
                  </a:lnTo>
                  <a:lnTo>
                    <a:pt x="3171949" y="1086688"/>
                  </a:lnTo>
                  <a:lnTo>
                    <a:pt x="3242294" y="1090937"/>
                  </a:lnTo>
                  <a:lnTo>
                    <a:pt x="3312638" y="1095079"/>
                  </a:lnTo>
                  <a:lnTo>
                    <a:pt x="3382983" y="1099118"/>
                  </a:lnTo>
                  <a:lnTo>
                    <a:pt x="3453327" y="1103057"/>
                  </a:lnTo>
                  <a:lnTo>
                    <a:pt x="3523672" y="1106898"/>
                  </a:lnTo>
                  <a:lnTo>
                    <a:pt x="3594016" y="1110642"/>
                  </a:lnTo>
                  <a:lnTo>
                    <a:pt x="3664361" y="1114294"/>
                  </a:lnTo>
                  <a:lnTo>
                    <a:pt x="3734705" y="1117855"/>
                  </a:lnTo>
                  <a:lnTo>
                    <a:pt x="3805050" y="1121326"/>
                  </a:lnTo>
                  <a:lnTo>
                    <a:pt x="3875394" y="1124712"/>
                  </a:lnTo>
                  <a:lnTo>
                    <a:pt x="3945739" y="1128013"/>
                  </a:lnTo>
                  <a:lnTo>
                    <a:pt x="4016083" y="1131231"/>
                  </a:lnTo>
                  <a:lnTo>
                    <a:pt x="4086428" y="1134370"/>
                  </a:lnTo>
                  <a:lnTo>
                    <a:pt x="4156772" y="1137430"/>
                  </a:lnTo>
                  <a:lnTo>
                    <a:pt x="4227117" y="1140414"/>
                  </a:lnTo>
                  <a:lnTo>
                    <a:pt x="4297461" y="1143324"/>
                  </a:lnTo>
                  <a:lnTo>
                    <a:pt x="4367806" y="1146161"/>
                  </a:lnTo>
                  <a:lnTo>
                    <a:pt x="4438150" y="1148928"/>
                  </a:lnTo>
                  <a:lnTo>
                    <a:pt x="4508494" y="1151626"/>
                  </a:lnTo>
                  <a:lnTo>
                    <a:pt x="4578839" y="1154256"/>
                  </a:lnTo>
                  <a:lnTo>
                    <a:pt x="4649183" y="1156821"/>
                  </a:lnTo>
                  <a:lnTo>
                    <a:pt x="4719528" y="1159322"/>
                  </a:lnTo>
                  <a:lnTo>
                    <a:pt x="4789872" y="1161761"/>
                  </a:lnTo>
                  <a:lnTo>
                    <a:pt x="4860217" y="1164139"/>
                  </a:lnTo>
                  <a:lnTo>
                    <a:pt x="4930561" y="1166457"/>
                  </a:lnTo>
                  <a:lnTo>
                    <a:pt x="5000906" y="1168718"/>
                  </a:lnTo>
                  <a:lnTo>
                    <a:pt x="5071250" y="1170923"/>
                  </a:lnTo>
                  <a:lnTo>
                    <a:pt x="5141595" y="1173072"/>
                  </a:lnTo>
                  <a:lnTo>
                    <a:pt x="5211939" y="1175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403088"/>
              <a:ext cx="6964104" cy="985371"/>
            </a:xfrm>
            <a:custGeom>
              <a:avLst/>
              <a:pathLst>
                <a:path w="6964104" h="985371">
                  <a:moveTo>
                    <a:pt x="6964104" y="985371"/>
                  </a:moveTo>
                  <a:lnTo>
                    <a:pt x="6893760" y="984602"/>
                  </a:lnTo>
                  <a:lnTo>
                    <a:pt x="6823415" y="983783"/>
                  </a:lnTo>
                  <a:lnTo>
                    <a:pt x="6753071" y="982910"/>
                  </a:lnTo>
                  <a:lnTo>
                    <a:pt x="6682726" y="981981"/>
                  </a:lnTo>
                  <a:lnTo>
                    <a:pt x="6612382" y="980992"/>
                  </a:lnTo>
                  <a:lnTo>
                    <a:pt x="6542037" y="979938"/>
                  </a:lnTo>
                  <a:lnTo>
                    <a:pt x="6471693" y="978816"/>
                  </a:lnTo>
                  <a:lnTo>
                    <a:pt x="6401348" y="977621"/>
                  </a:lnTo>
                  <a:lnTo>
                    <a:pt x="6331004" y="976348"/>
                  </a:lnTo>
                  <a:lnTo>
                    <a:pt x="6260659" y="974992"/>
                  </a:lnTo>
                  <a:lnTo>
                    <a:pt x="6190315" y="973548"/>
                  </a:lnTo>
                  <a:lnTo>
                    <a:pt x="6119970" y="972011"/>
                  </a:lnTo>
                  <a:lnTo>
                    <a:pt x="6049626" y="970373"/>
                  </a:lnTo>
                  <a:lnTo>
                    <a:pt x="5979281" y="968630"/>
                  </a:lnTo>
                  <a:lnTo>
                    <a:pt x="5908937" y="966772"/>
                  </a:lnTo>
                  <a:lnTo>
                    <a:pt x="5838592" y="964794"/>
                  </a:lnTo>
                  <a:lnTo>
                    <a:pt x="5768248" y="962688"/>
                  </a:lnTo>
                  <a:lnTo>
                    <a:pt x="5697903" y="960444"/>
                  </a:lnTo>
                  <a:lnTo>
                    <a:pt x="5627559" y="958055"/>
                  </a:lnTo>
                  <a:lnTo>
                    <a:pt x="5557214" y="955511"/>
                  </a:lnTo>
                  <a:lnTo>
                    <a:pt x="5486870" y="952801"/>
                  </a:lnTo>
                  <a:lnTo>
                    <a:pt x="5416525" y="949915"/>
                  </a:lnTo>
                  <a:lnTo>
                    <a:pt x="5346181" y="946841"/>
                  </a:lnTo>
                  <a:lnTo>
                    <a:pt x="5275836" y="943568"/>
                  </a:lnTo>
                  <a:lnTo>
                    <a:pt x="5205492" y="940082"/>
                  </a:lnTo>
                  <a:lnTo>
                    <a:pt x="5135147" y="936369"/>
                  </a:lnTo>
                  <a:lnTo>
                    <a:pt x="5064803" y="932415"/>
                  </a:lnTo>
                  <a:lnTo>
                    <a:pt x="4994458" y="928204"/>
                  </a:lnTo>
                  <a:lnTo>
                    <a:pt x="4924114" y="923720"/>
                  </a:lnTo>
                  <a:lnTo>
                    <a:pt x="4853769" y="918943"/>
                  </a:lnTo>
                  <a:lnTo>
                    <a:pt x="4783425" y="913857"/>
                  </a:lnTo>
                  <a:lnTo>
                    <a:pt x="4713080" y="908440"/>
                  </a:lnTo>
                  <a:lnTo>
                    <a:pt x="4642736" y="902670"/>
                  </a:lnTo>
                  <a:lnTo>
                    <a:pt x="4572391" y="896526"/>
                  </a:lnTo>
                  <a:lnTo>
                    <a:pt x="4502047" y="889983"/>
                  </a:lnTo>
                  <a:lnTo>
                    <a:pt x="4431702" y="883014"/>
                  </a:lnTo>
                  <a:lnTo>
                    <a:pt x="4361358" y="875592"/>
                  </a:lnTo>
                  <a:lnTo>
                    <a:pt x="4291013" y="867688"/>
                  </a:lnTo>
                  <a:lnTo>
                    <a:pt x="4220669" y="859270"/>
                  </a:lnTo>
                  <a:lnTo>
                    <a:pt x="4150324" y="850305"/>
                  </a:lnTo>
                  <a:lnTo>
                    <a:pt x="4079980" y="840758"/>
                  </a:lnTo>
                  <a:lnTo>
                    <a:pt x="4009635" y="830590"/>
                  </a:lnTo>
                  <a:lnTo>
                    <a:pt x="3939291" y="819761"/>
                  </a:lnTo>
                  <a:lnTo>
                    <a:pt x="3868946" y="808228"/>
                  </a:lnTo>
                  <a:lnTo>
                    <a:pt x="3798602" y="795945"/>
                  </a:lnTo>
                  <a:lnTo>
                    <a:pt x="3728257" y="782865"/>
                  </a:lnTo>
                  <a:lnTo>
                    <a:pt x="3657913" y="768934"/>
                  </a:lnTo>
                  <a:lnTo>
                    <a:pt x="3587569" y="754097"/>
                  </a:lnTo>
                  <a:lnTo>
                    <a:pt x="3517224" y="738297"/>
                  </a:lnTo>
                  <a:lnTo>
                    <a:pt x="3446880" y="721469"/>
                  </a:lnTo>
                  <a:lnTo>
                    <a:pt x="3376535" y="703548"/>
                  </a:lnTo>
                  <a:lnTo>
                    <a:pt x="3306191" y="692569"/>
                  </a:lnTo>
                  <a:lnTo>
                    <a:pt x="3235846" y="684785"/>
                  </a:lnTo>
                  <a:lnTo>
                    <a:pt x="3165502" y="676802"/>
                  </a:lnTo>
                  <a:lnTo>
                    <a:pt x="3095157" y="668615"/>
                  </a:lnTo>
                  <a:lnTo>
                    <a:pt x="3024813" y="660219"/>
                  </a:lnTo>
                  <a:lnTo>
                    <a:pt x="2954468" y="651609"/>
                  </a:lnTo>
                  <a:lnTo>
                    <a:pt x="2884124" y="642778"/>
                  </a:lnTo>
                  <a:lnTo>
                    <a:pt x="2813779" y="633722"/>
                  </a:lnTo>
                  <a:lnTo>
                    <a:pt x="2743435" y="624435"/>
                  </a:lnTo>
                  <a:lnTo>
                    <a:pt x="2673090" y="614910"/>
                  </a:lnTo>
                  <a:lnTo>
                    <a:pt x="2602746" y="605141"/>
                  </a:lnTo>
                  <a:lnTo>
                    <a:pt x="2532401" y="595124"/>
                  </a:lnTo>
                  <a:lnTo>
                    <a:pt x="2462057" y="584850"/>
                  </a:lnTo>
                  <a:lnTo>
                    <a:pt x="2391712" y="574313"/>
                  </a:lnTo>
                  <a:lnTo>
                    <a:pt x="2321368" y="563508"/>
                  </a:lnTo>
                  <a:lnTo>
                    <a:pt x="2251023" y="552426"/>
                  </a:lnTo>
                  <a:lnTo>
                    <a:pt x="2180679" y="541061"/>
                  </a:lnTo>
                  <a:lnTo>
                    <a:pt x="2110334" y="529406"/>
                  </a:lnTo>
                  <a:lnTo>
                    <a:pt x="2039990" y="517453"/>
                  </a:lnTo>
                  <a:lnTo>
                    <a:pt x="1969645" y="505195"/>
                  </a:lnTo>
                  <a:lnTo>
                    <a:pt x="1899301" y="492623"/>
                  </a:lnTo>
                  <a:lnTo>
                    <a:pt x="1828956" y="479730"/>
                  </a:lnTo>
                  <a:lnTo>
                    <a:pt x="1758612" y="466508"/>
                  </a:lnTo>
                  <a:lnTo>
                    <a:pt x="1688267" y="452948"/>
                  </a:lnTo>
                  <a:lnTo>
                    <a:pt x="1617923" y="439041"/>
                  </a:lnTo>
                  <a:lnTo>
                    <a:pt x="1547578" y="424779"/>
                  </a:lnTo>
                  <a:lnTo>
                    <a:pt x="1477234" y="410153"/>
                  </a:lnTo>
                  <a:lnTo>
                    <a:pt x="1406889" y="395153"/>
                  </a:lnTo>
                  <a:lnTo>
                    <a:pt x="1336545" y="379769"/>
                  </a:lnTo>
                  <a:lnTo>
                    <a:pt x="1266200" y="363993"/>
                  </a:lnTo>
                  <a:lnTo>
                    <a:pt x="1195856" y="347813"/>
                  </a:lnTo>
                  <a:lnTo>
                    <a:pt x="1125511" y="331220"/>
                  </a:lnTo>
                  <a:lnTo>
                    <a:pt x="1055167" y="314203"/>
                  </a:lnTo>
                  <a:lnTo>
                    <a:pt x="984822" y="296751"/>
                  </a:lnTo>
                  <a:lnTo>
                    <a:pt x="914478" y="278854"/>
                  </a:lnTo>
                  <a:lnTo>
                    <a:pt x="844133" y="260499"/>
                  </a:lnTo>
                  <a:lnTo>
                    <a:pt x="773789" y="241675"/>
                  </a:lnTo>
                  <a:lnTo>
                    <a:pt x="703444" y="222370"/>
                  </a:lnTo>
                  <a:lnTo>
                    <a:pt x="633100" y="202571"/>
                  </a:lnTo>
                  <a:lnTo>
                    <a:pt x="562755" y="182267"/>
                  </a:lnTo>
                  <a:lnTo>
                    <a:pt x="492411" y="161444"/>
                  </a:lnTo>
                  <a:lnTo>
                    <a:pt x="422066" y="140089"/>
                  </a:lnTo>
                  <a:lnTo>
                    <a:pt x="351722" y="118188"/>
                  </a:lnTo>
                  <a:lnTo>
                    <a:pt x="281377" y="95728"/>
                  </a:lnTo>
                  <a:lnTo>
                    <a:pt x="211033" y="72694"/>
                  </a:lnTo>
                  <a:lnTo>
                    <a:pt x="140688" y="49071"/>
                  </a:lnTo>
                  <a:lnTo>
                    <a:pt x="70344" y="248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01534" y="2143092"/>
              <a:ext cx="5897881" cy="1226044"/>
            </a:xfrm>
            <a:custGeom>
              <a:avLst/>
              <a:pathLst>
                <a:path w="5897881" h="1226044">
                  <a:moveTo>
                    <a:pt x="0" y="0"/>
                  </a:moveTo>
                  <a:lnTo>
                    <a:pt x="59289" y="46025"/>
                  </a:lnTo>
                  <a:lnTo>
                    <a:pt x="129633" y="98277"/>
                  </a:lnTo>
                  <a:lnTo>
                    <a:pt x="199978" y="148275"/>
                  </a:lnTo>
                  <a:lnTo>
                    <a:pt x="270322" y="196116"/>
                  </a:lnTo>
                  <a:lnTo>
                    <a:pt x="340667" y="241893"/>
                  </a:lnTo>
                  <a:lnTo>
                    <a:pt x="411011" y="285695"/>
                  </a:lnTo>
                  <a:lnTo>
                    <a:pt x="481356" y="327608"/>
                  </a:lnTo>
                  <a:lnTo>
                    <a:pt x="551700" y="367712"/>
                  </a:lnTo>
                  <a:lnTo>
                    <a:pt x="622045" y="406086"/>
                  </a:lnTo>
                  <a:lnTo>
                    <a:pt x="692389" y="442805"/>
                  </a:lnTo>
                  <a:lnTo>
                    <a:pt x="762733" y="477939"/>
                  </a:lnTo>
                  <a:lnTo>
                    <a:pt x="833078" y="511558"/>
                  </a:lnTo>
                  <a:lnTo>
                    <a:pt x="903422" y="543726"/>
                  </a:lnTo>
                  <a:lnTo>
                    <a:pt x="973767" y="574507"/>
                  </a:lnTo>
                  <a:lnTo>
                    <a:pt x="1044111" y="603959"/>
                  </a:lnTo>
                  <a:lnTo>
                    <a:pt x="1114456" y="632141"/>
                  </a:lnTo>
                  <a:lnTo>
                    <a:pt x="1184800" y="659107"/>
                  </a:lnTo>
                  <a:lnTo>
                    <a:pt x="1255145" y="684910"/>
                  </a:lnTo>
                  <a:lnTo>
                    <a:pt x="1325489" y="709600"/>
                  </a:lnTo>
                  <a:lnTo>
                    <a:pt x="1395834" y="733224"/>
                  </a:lnTo>
                  <a:lnTo>
                    <a:pt x="1466178" y="755830"/>
                  </a:lnTo>
                  <a:lnTo>
                    <a:pt x="1536523" y="777460"/>
                  </a:lnTo>
                  <a:lnTo>
                    <a:pt x="1606867" y="798156"/>
                  </a:lnTo>
                  <a:lnTo>
                    <a:pt x="1677212" y="817960"/>
                  </a:lnTo>
                  <a:lnTo>
                    <a:pt x="1747556" y="836910"/>
                  </a:lnTo>
                  <a:lnTo>
                    <a:pt x="1817901" y="855042"/>
                  </a:lnTo>
                  <a:lnTo>
                    <a:pt x="1888245" y="872392"/>
                  </a:lnTo>
                  <a:lnTo>
                    <a:pt x="1958590" y="888993"/>
                  </a:lnTo>
                  <a:lnTo>
                    <a:pt x="2028934" y="904878"/>
                  </a:lnTo>
                  <a:lnTo>
                    <a:pt x="2099279" y="920078"/>
                  </a:lnTo>
                  <a:lnTo>
                    <a:pt x="2169623" y="934622"/>
                  </a:lnTo>
                  <a:lnTo>
                    <a:pt x="2239968" y="948539"/>
                  </a:lnTo>
                  <a:lnTo>
                    <a:pt x="2310312" y="961855"/>
                  </a:lnTo>
                  <a:lnTo>
                    <a:pt x="2380657" y="974597"/>
                  </a:lnTo>
                  <a:lnTo>
                    <a:pt x="2451001" y="986789"/>
                  </a:lnTo>
                  <a:lnTo>
                    <a:pt x="2521346" y="998455"/>
                  </a:lnTo>
                  <a:lnTo>
                    <a:pt x="2591690" y="1009618"/>
                  </a:lnTo>
                  <a:lnTo>
                    <a:pt x="2662035" y="1020299"/>
                  </a:lnTo>
                  <a:lnTo>
                    <a:pt x="2732379" y="1030519"/>
                  </a:lnTo>
                  <a:lnTo>
                    <a:pt x="2802724" y="1040299"/>
                  </a:lnTo>
                  <a:lnTo>
                    <a:pt x="2873068" y="1049656"/>
                  </a:lnTo>
                  <a:lnTo>
                    <a:pt x="2943413" y="1058610"/>
                  </a:lnTo>
                  <a:lnTo>
                    <a:pt x="3013757" y="1067178"/>
                  </a:lnTo>
                  <a:lnTo>
                    <a:pt x="3084102" y="1075376"/>
                  </a:lnTo>
                  <a:lnTo>
                    <a:pt x="3154446" y="1083220"/>
                  </a:lnTo>
                  <a:lnTo>
                    <a:pt x="3224791" y="1090726"/>
                  </a:lnTo>
                  <a:lnTo>
                    <a:pt x="3295135" y="1097908"/>
                  </a:lnTo>
                  <a:lnTo>
                    <a:pt x="3365480" y="1104780"/>
                  </a:lnTo>
                  <a:lnTo>
                    <a:pt x="3435824" y="1111356"/>
                  </a:lnTo>
                  <a:lnTo>
                    <a:pt x="3506169" y="1117648"/>
                  </a:lnTo>
                  <a:lnTo>
                    <a:pt x="3576513" y="1123668"/>
                  </a:lnTo>
                  <a:lnTo>
                    <a:pt x="3646858" y="1129429"/>
                  </a:lnTo>
                  <a:lnTo>
                    <a:pt x="3717202" y="1134942"/>
                  </a:lnTo>
                  <a:lnTo>
                    <a:pt x="3787547" y="1140216"/>
                  </a:lnTo>
                  <a:lnTo>
                    <a:pt x="3857891" y="1145263"/>
                  </a:lnTo>
                  <a:lnTo>
                    <a:pt x="3928236" y="1150092"/>
                  </a:lnTo>
                  <a:lnTo>
                    <a:pt x="3998580" y="1154713"/>
                  </a:lnTo>
                  <a:lnTo>
                    <a:pt x="4068925" y="1159135"/>
                  </a:lnTo>
                  <a:lnTo>
                    <a:pt x="4139269" y="1163366"/>
                  </a:lnTo>
                  <a:lnTo>
                    <a:pt x="4209614" y="1167414"/>
                  </a:lnTo>
                  <a:lnTo>
                    <a:pt x="4279958" y="1171287"/>
                  </a:lnTo>
                  <a:lnTo>
                    <a:pt x="4350303" y="1174994"/>
                  </a:lnTo>
                  <a:lnTo>
                    <a:pt x="4420647" y="1178540"/>
                  </a:lnTo>
                  <a:lnTo>
                    <a:pt x="4490991" y="1181934"/>
                  </a:lnTo>
                  <a:lnTo>
                    <a:pt x="4561336" y="1185181"/>
                  </a:lnTo>
                  <a:lnTo>
                    <a:pt x="4631680" y="1188288"/>
                  </a:lnTo>
                  <a:lnTo>
                    <a:pt x="4702025" y="1191261"/>
                  </a:lnTo>
                  <a:lnTo>
                    <a:pt x="4772369" y="1194106"/>
                  </a:lnTo>
                  <a:lnTo>
                    <a:pt x="4842714" y="1196828"/>
                  </a:lnTo>
                  <a:lnTo>
                    <a:pt x="4913058" y="1199433"/>
                  </a:lnTo>
                  <a:lnTo>
                    <a:pt x="4983403" y="1201925"/>
                  </a:lnTo>
                  <a:lnTo>
                    <a:pt x="5053747" y="1204310"/>
                  </a:lnTo>
                  <a:lnTo>
                    <a:pt x="5124092" y="1206592"/>
                  </a:lnTo>
                  <a:lnTo>
                    <a:pt x="5194436" y="1208775"/>
                  </a:lnTo>
                  <a:lnTo>
                    <a:pt x="5264781" y="1210864"/>
                  </a:lnTo>
                  <a:lnTo>
                    <a:pt x="5335125" y="1212863"/>
                  </a:lnTo>
                  <a:lnTo>
                    <a:pt x="5405470" y="1214776"/>
                  </a:lnTo>
                  <a:lnTo>
                    <a:pt x="5475814" y="1216606"/>
                  </a:lnTo>
                  <a:lnTo>
                    <a:pt x="5546159" y="1218358"/>
                  </a:lnTo>
                  <a:lnTo>
                    <a:pt x="5616503" y="1220034"/>
                  </a:lnTo>
                  <a:lnTo>
                    <a:pt x="5686848" y="1221637"/>
                  </a:lnTo>
                  <a:lnTo>
                    <a:pt x="5757192" y="1223171"/>
                  </a:lnTo>
                  <a:lnTo>
                    <a:pt x="5827537" y="1224640"/>
                  </a:lnTo>
                  <a:lnTo>
                    <a:pt x="5897881" y="12260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250689" y="2751517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45368"/>
            </a:xfrm>
            <a:custGeom>
              <a:avLst/>
              <a:pathLst>
                <a:path w="6964104" h="1245368">
                  <a:moveTo>
                    <a:pt x="1752164" y="0"/>
                  </a:moveTo>
                  <a:lnTo>
                    <a:pt x="1758612" y="7445"/>
                  </a:lnTo>
                  <a:lnTo>
                    <a:pt x="1828956" y="83714"/>
                  </a:lnTo>
                  <a:lnTo>
                    <a:pt x="1899301" y="155329"/>
                  </a:lnTo>
                  <a:lnTo>
                    <a:pt x="1969645" y="222574"/>
                  </a:lnTo>
                  <a:lnTo>
                    <a:pt x="2039990" y="285715"/>
                  </a:lnTo>
                  <a:lnTo>
                    <a:pt x="2110334" y="345003"/>
                  </a:lnTo>
                  <a:lnTo>
                    <a:pt x="2180679" y="400672"/>
                  </a:lnTo>
                  <a:lnTo>
                    <a:pt x="2251023" y="452944"/>
                  </a:lnTo>
                  <a:lnTo>
                    <a:pt x="2321368" y="502026"/>
                  </a:lnTo>
                  <a:lnTo>
                    <a:pt x="2391712" y="548113"/>
                  </a:lnTo>
                  <a:lnTo>
                    <a:pt x="2462057" y="591387"/>
                  </a:lnTo>
                  <a:lnTo>
                    <a:pt x="2532401" y="632020"/>
                  </a:lnTo>
                  <a:lnTo>
                    <a:pt x="2602746" y="670173"/>
                  </a:lnTo>
                  <a:lnTo>
                    <a:pt x="2673090" y="705998"/>
                  </a:lnTo>
                  <a:lnTo>
                    <a:pt x="2743435" y="739637"/>
                  </a:lnTo>
                  <a:lnTo>
                    <a:pt x="2813779" y="771223"/>
                  </a:lnTo>
                  <a:lnTo>
                    <a:pt x="2884124" y="800881"/>
                  </a:lnTo>
                  <a:lnTo>
                    <a:pt x="2954468" y="828729"/>
                  </a:lnTo>
                  <a:lnTo>
                    <a:pt x="3024813" y="854878"/>
                  </a:lnTo>
                  <a:lnTo>
                    <a:pt x="3095157" y="879431"/>
                  </a:lnTo>
                  <a:lnTo>
                    <a:pt x="3165502" y="902485"/>
                  </a:lnTo>
                  <a:lnTo>
                    <a:pt x="3235846" y="924133"/>
                  </a:lnTo>
                  <a:lnTo>
                    <a:pt x="3306191" y="944459"/>
                  </a:lnTo>
                  <a:lnTo>
                    <a:pt x="3376535" y="960156"/>
                  </a:lnTo>
                  <a:lnTo>
                    <a:pt x="3446880" y="967557"/>
                  </a:lnTo>
                  <a:lnTo>
                    <a:pt x="3517224" y="974773"/>
                  </a:lnTo>
                  <a:lnTo>
                    <a:pt x="3587569" y="981810"/>
                  </a:lnTo>
                  <a:lnTo>
                    <a:pt x="3657913" y="988671"/>
                  </a:lnTo>
                  <a:lnTo>
                    <a:pt x="3728257" y="995362"/>
                  </a:lnTo>
                  <a:lnTo>
                    <a:pt x="3798602" y="1001885"/>
                  </a:lnTo>
                  <a:lnTo>
                    <a:pt x="3868946" y="1008247"/>
                  </a:lnTo>
                  <a:lnTo>
                    <a:pt x="3939291" y="1014449"/>
                  </a:lnTo>
                  <a:lnTo>
                    <a:pt x="4009635" y="1020497"/>
                  </a:lnTo>
                  <a:lnTo>
                    <a:pt x="4079980" y="1026395"/>
                  </a:lnTo>
                  <a:lnTo>
                    <a:pt x="4150324" y="1032145"/>
                  </a:lnTo>
                  <a:lnTo>
                    <a:pt x="4220669" y="1037753"/>
                  </a:lnTo>
                  <a:lnTo>
                    <a:pt x="4291013" y="1043220"/>
                  </a:lnTo>
                  <a:lnTo>
                    <a:pt x="4361358" y="1048552"/>
                  </a:lnTo>
                  <a:lnTo>
                    <a:pt x="4431702" y="1053750"/>
                  </a:lnTo>
                  <a:lnTo>
                    <a:pt x="4502047" y="1058819"/>
                  </a:lnTo>
                  <a:lnTo>
                    <a:pt x="4572391" y="1063762"/>
                  </a:lnTo>
                  <a:lnTo>
                    <a:pt x="4642736" y="1068581"/>
                  </a:lnTo>
                  <a:lnTo>
                    <a:pt x="4713080" y="1073281"/>
                  </a:lnTo>
                  <a:lnTo>
                    <a:pt x="4783425" y="1077863"/>
                  </a:lnTo>
                  <a:lnTo>
                    <a:pt x="4853769" y="1082331"/>
                  </a:lnTo>
                  <a:lnTo>
                    <a:pt x="4924114" y="1086688"/>
                  </a:lnTo>
                  <a:lnTo>
                    <a:pt x="4994458" y="1090937"/>
                  </a:lnTo>
                  <a:lnTo>
                    <a:pt x="5064803" y="1095079"/>
                  </a:lnTo>
                  <a:lnTo>
                    <a:pt x="5135147" y="1099118"/>
                  </a:lnTo>
                  <a:lnTo>
                    <a:pt x="5205492" y="1103057"/>
                  </a:lnTo>
                  <a:lnTo>
                    <a:pt x="5275836" y="1106898"/>
                  </a:lnTo>
                  <a:lnTo>
                    <a:pt x="5346181" y="1110642"/>
                  </a:lnTo>
                  <a:lnTo>
                    <a:pt x="5416525" y="1114294"/>
                  </a:lnTo>
                  <a:lnTo>
                    <a:pt x="5486870" y="1117855"/>
                  </a:lnTo>
                  <a:lnTo>
                    <a:pt x="5557214" y="1121326"/>
                  </a:lnTo>
                  <a:lnTo>
                    <a:pt x="5627559" y="1124712"/>
                  </a:lnTo>
                  <a:lnTo>
                    <a:pt x="5697903" y="1128013"/>
                  </a:lnTo>
                  <a:lnTo>
                    <a:pt x="5768248" y="1131231"/>
                  </a:lnTo>
                  <a:lnTo>
                    <a:pt x="5838592" y="1134370"/>
                  </a:lnTo>
                  <a:lnTo>
                    <a:pt x="5908937" y="1137430"/>
                  </a:lnTo>
                  <a:lnTo>
                    <a:pt x="5979281" y="1140414"/>
                  </a:lnTo>
                  <a:lnTo>
                    <a:pt x="6049626" y="1143324"/>
                  </a:lnTo>
                  <a:lnTo>
                    <a:pt x="6119970" y="1146161"/>
                  </a:lnTo>
                  <a:lnTo>
                    <a:pt x="6190315" y="1148928"/>
                  </a:lnTo>
                  <a:lnTo>
                    <a:pt x="6260659" y="1151626"/>
                  </a:lnTo>
                  <a:lnTo>
                    <a:pt x="6331004" y="1154256"/>
                  </a:lnTo>
                  <a:lnTo>
                    <a:pt x="6401348" y="1156821"/>
                  </a:lnTo>
                  <a:lnTo>
                    <a:pt x="6471693" y="1159322"/>
                  </a:lnTo>
                  <a:lnTo>
                    <a:pt x="6542037" y="1161761"/>
                  </a:lnTo>
                  <a:lnTo>
                    <a:pt x="6612382" y="1164139"/>
                  </a:lnTo>
                  <a:lnTo>
                    <a:pt x="6682726" y="1166457"/>
                  </a:lnTo>
                  <a:lnTo>
                    <a:pt x="6753071" y="1168718"/>
                  </a:lnTo>
                  <a:lnTo>
                    <a:pt x="6823415" y="1170923"/>
                  </a:lnTo>
                  <a:lnTo>
                    <a:pt x="6893760" y="1173072"/>
                  </a:lnTo>
                  <a:lnTo>
                    <a:pt x="6964104" y="1175168"/>
                  </a:lnTo>
                  <a:lnTo>
                    <a:pt x="6964104" y="1245368"/>
                  </a:lnTo>
                  <a:lnTo>
                    <a:pt x="6893760" y="1244599"/>
                  </a:lnTo>
                  <a:lnTo>
                    <a:pt x="6823415" y="1243779"/>
                  </a:lnTo>
                  <a:lnTo>
                    <a:pt x="6753071" y="1242907"/>
                  </a:lnTo>
                  <a:lnTo>
                    <a:pt x="6682726" y="1241978"/>
                  </a:lnTo>
                  <a:lnTo>
                    <a:pt x="6612382" y="1240989"/>
                  </a:lnTo>
                  <a:lnTo>
                    <a:pt x="6542037" y="1239935"/>
                  </a:lnTo>
                  <a:lnTo>
                    <a:pt x="6471693" y="1238813"/>
                  </a:lnTo>
                  <a:lnTo>
                    <a:pt x="6401348" y="1237617"/>
                  </a:lnTo>
                  <a:lnTo>
                    <a:pt x="6331004" y="1236345"/>
                  </a:lnTo>
                  <a:lnTo>
                    <a:pt x="6260659" y="1234989"/>
                  </a:lnTo>
                  <a:lnTo>
                    <a:pt x="6190315" y="1233545"/>
                  </a:lnTo>
                  <a:lnTo>
                    <a:pt x="6119970" y="1232008"/>
                  </a:lnTo>
                  <a:lnTo>
                    <a:pt x="6049626" y="1230370"/>
                  </a:lnTo>
                  <a:lnTo>
                    <a:pt x="5979281" y="1228626"/>
                  </a:lnTo>
                  <a:lnTo>
                    <a:pt x="5908937" y="1226769"/>
                  </a:lnTo>
                  <a:lnTo>
                    <a:pt x="5838592" y="1224791"/>
                  </a:lnTo>
                  <a:lnTo>
                    <a:pt x="5768248" y="1222685"/>
                  </a:lnTo>
                  <a:lnTo>
                    <a:pt x="5697903" y="1220441"/>
                  </a:lnTo>
                  <a:lnTo>
                    <a:pt x="5627559" y="1218052"/>
                  </a:lnTo>
                  <a:lnTo>
                    <a:pt x="5557214" y="1215507"/>
                  </a:lnTo>
                  <a:lnTo>
                    <a:pt x="5486870" y="1212798"/>
                  </a:lnTo>
                  <a:lnTo>
                    <a:pt x="5416525" y="1209912"/>
                  </a:lnTo>
                  <a:lnTo>
                    <a:pt x="5346181" y="1206838"/>
                  </a:lnTo>
                  <a:lnTo>
                    <a:pt x="5275836" y="1203565"/>
                  </a:lnTo>
                  <a:lnTo>
                    <a:pt x="5205492" y="1200079"/>
                  </a:lnTo>
                  <a:lnTo>
                    <a:pt x="5135147" y="1196366"/>
                  </a:lnTo>
                  <a:lnTo>
                    <a:pt x="5064803" y="1192412"/>
                  </a:lnTo>
                  <a:lnTo>
                    <a:pt x="4994458" y="1188201"/>
                  </a:lnTo>
                  <a:lnTo>
                    <a:pt x="4924114" y="1183716"/>
                  </a:lnTo>
                  <a:lnTo>
                    <a:pt x="4853769" y="1178940"/>
                  </a:lnTo>
                  <a:lnTo>
                    <a:pt x="4783425" y="1173854"/>
                  </a:lnTo>
                  <a:lnTo>
                    <a:pt x="4713080" y="1168436"/>
                  </a:lnTo>
                  <a:lnTo>
                    <a:pt x="4642736" y="1162667"/>
                  </a:lnTo>
                  <a:lnTo>
                    <a:pt x="4572391" y="1156523"/>
                  </a:lnTo>
                  <a:lnTo>
                    <a:pt x="4502047" y="1149980"/>
                  </a:lnTo>
                  <a:lnTo>
                    <a:pt x="4431702" y="1143011"/>
                  </a:lnTo>
                  <a:lnTo>
                    <a:pt x="4361358" y="1135589"/>
                  </a:lnTo>
                  <a:lnTo>
                    <a:pt x="4291013" y="1127685"/>
                  </a:lnTo>
                  <a:lnTo>
                    <a:pt x="4220669" y="1119267"/>
                  </a:lnTo>
                  <a:lnTo>
                    <a:pt x="4150324" y="1110302"/>
                  </a:lnTo>
                  <a:lnTo>
                    <a:pt x="4079980" y="1100754"/>
                  </a:lnTo>
                  <a:lnTo>
                    <a:pt x="4009635" y="1090586"/>
                  </a:lnTo>
                  <a:lnTo>
                    <a:pt x="3939291" y="1079757"/>
                  </a:lnTo>
                  <a:lnTo>
                    <a:pt x="3868946" y="1068224"/>
                  </a:lnTo>
                  <a:lnTo>
                    <a:pt x="3798602" y="1055942"/>
                  </a:lnTo>
                  <a:lnTo>
                    <a:pt x="3728257" y="1042861"/>
                  </a:lnTo>
                  <a:lnTo>
                    <a:pt x="3657913" y="1028930"/>
                  </a:lnTo>
                  <a:lnTo>
                    <a:pt x="3587569" y="1014094"/>
                  </a:lnTo>
                  <a:lnTo>
                    <a:pt x="3517224" y="998294"/>
                  </a:lnTo>
                  <a:lnTo>
                    <a:pt x="3446880" y="981466"/>
                  </a:lnTo>
                  <a:lnTo>
                    <a:pt x="3376535" y="963545"/>
                  </a:lnTo>
                  <a:lnTo>
                    <a:pt x="3306191" y="952566"/>
                  </a:lnTo>
                  <a:lnTo>
                    <a:pt x="3235846" y="944782"/>
                  </a:lnTo>
                  <a:lnTo>
                    <a:pt x="3165502" y="936799"/>
                  </a:lnTo>
                  <a:lnTo>
                    <a:pt x="3095157" y="928612"/>
                  </a:lnTo>
                  <a:lnTo>
                    <a:pt x="3024813" y="920216"/>
                  </a:lnTo>
                  <a:lnTo>
                    <a:pt x="2954468" y="911606"/>
                  </a:lnTo>
                  <a:lnTo>
                    <a:pt x="2884124" y="902775"/>
                  </a:lnTo>
                  <a:lnTo>
                    <a:pt x="2813779" y="893719"/>
                  </a:lnTo>
                  <a:lnTo>
                    <a:pt x="2743435" y="884431"/>
                  </a:lnTo>
                  <a:lnTo>
                    <a:pt x="2673090" y="874906"/>
                  </a:lnTo>
                  <a:lnTo>
                    <a:pt x="2602746" y="865138"/>
                  </a:lnTo>
                  <a:lnTo>
                    <a:pt x="2532401" y="855120"/>
                  </a:lnTo>
                  <a:lnTo>
                    <a:pt x="2462057" y="844846"/>
                  </a:lnTo>
                  <a:lnTo>
                    <a:pt x="2391712" y="834310"/>
                  </a:lnTo>
                  <a:lnTo>
                    <a:pt x="2321368" y="823505"/>
                  </a:lnTo>
                  <a:lnTo>
                    <a:pt x="2251023" y="812423"/>
                  </a:lnTo>
                  <a:lnTo>
                    <a:pt x="2180679" y="801058"/>
                  </a:lnTo>
                  <a:lnTo>
                    <a:pt x="2110334" y="789403"/>
                  </a:lnTo>
                  <a:lnTo>
                    <a:pt x="2039990" y="777450"/>
                  </a:lnTo>
                  <a:lnTo>
                    <a:pt x="1969645" y="765191"/>
                  </a:lnTo>
                  <a:lnTo>
                    <a:pt x="1899301" y="752620"/>
                  </a:lnTo>
                  <a:lnTo>
                    <a:pt x="1828956" y="739727"/>
                  </a:lnTo>
                  <a:lnTo>
                    <a:pt x="1758612" y="726505"/>
                  </a:lnTo>
                  <a:lnTo>
                    <a:pt x="1688267" y="712944"/>
                  </a:lnTo>
                  <a:lnTo>
                    <a:pt x="1617923" y="699038"/>
                  </a:lnTo>
                  <a:lnTo>
                    <a:pt x="1547578" y="684776"/>
                  </a:lnTo>
                  <a:lnTo>
                    <a:pt x="1477234" y="670149"/>
                  </a:lnTo>
                  <a:lnTo>
                    <a:pt x="1406889" y="655149"/>
                  </a:lnTo>
                  <a:lnTo>
                    <a:pt x="1336545" y="639766"/>
                  </a:lnTo>
                  <a:lnTo>
                    <a:pt x="1266200" y="623989"/>
                  </a:lnTo>
                  <a:lnTo>
                    <a:pt x="1195856" y="607810"/>
                  </a:lnTo>
                  <a:lnTo>
                    <a:pt x="1125511" y="591217"/>
                  </a:lnTo>
                  <a:lnTo>
                    <a:pt x="1055167" y="574200"/>
                  </a:lnTo>
                  <a:lnTo>
                    <a:pt x="984822" y="556748"/>
                  </a:lnTo>
                  <a:lnTo>
                    <a:pt x="914478" y="538850"/>
                  </a:lnTo>
                  <a:lnTo>
                    <a:pt x="844133" y="520495"/>
                  </a:lnTo>
                  <a:lnTo>
                    <a:pt x="773789" y="501671"/>
                  </a:lnTo>
                  <a:lnTo>
                    <a:pt x="703444" y="482366"/>
                  </a:lnTo>
                  <a:lnTo>
                    <a:pt x="633100" y="462568"/>
                  </a:lnTo>
                  <a:lnTo>
                    <a:pt x="562755" y="442264"/>
                  </a:lnTo>
                  <a:lnTo>
                    <a:pt x="492411" y="421441"/>
                  </a:lnTo>
                  <a:lnTo>
                    <a:pt x="422066" y="400086"/>
                  </a:lnTo>
                  <a:lnTo>
                    <a:pt x="351722" y="378185"/>
                  </a:lnTo>
                  <a:lnTo>
                    <a:pt x="281377" y="355725"/>
                  </a:lnTo>
                  <a:lnTo>
                    <a:pt x="211033" y="332691"/>
                  </a:lnTo>
                  <a:lnTo>
                    <a:pt x="140688" y="309068"/>
                  </a:lnTo>
                  <a:lnTo>
                    <a:pt x="70344" y="284842"/>
                  </a:lnTo>
                  <a:lnTo>
                    <a:pt x="0" y="2599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987476" y="4336484"/>
              <a:ext cx="5211939" cy="1175168"/>
            </a:xfrm>
            <a:custGeom>
              <a:avLst/>
              <a:pathLst>
                <a:path w="5211939" h="1175168">
                  <a:moveTo>
                    <a:pt x="0" y="0"/>
                  </a:moveTo>
                  <a:lnTo>
                    <a:pt x="6447" y="7445"/>
                  </a:lnTo>
                  <a:lnTo>
                    <a:pt x="76792" y="83714"/>
                  </a:lnTo>
                  <a:lnTo>
                    <a:pt x="147136" y="155329"/>
                  </a:lnTo>
                  <a:lnTo>
                    <a:pt x="217481" y="222574"/>
                  </a:lnTo>
                  <a:lnTo>
                    <a:pt x="287825" y="285715"/>
                  </a:lnTo>
                  <a:lnTo>
                    <a:pt x="358170" y="345003"/>
                  </a:lnTo>
                  <a:lnTo>
                    <a:pt x="428514" y="400672"/>
                  </a:lnTo>
                  <a:lnTo>
                    <a:pt x="498859" y="452944"/>
                  </a:lnTo>
                  <a:lnTo>
                    <a:pt x="569203" y="502026"/>
                  </a:lnTo>
                  <a:lnTo>
                    <a:pt x="639548" y="548113"/>
                  </a:lnTo>
                  <a:lnTo>
                    <a:pt x="709892" y="591387"/>
                  </a:lnTo>
                  <a:lnTo>
                    <a:pt x="780236" y="632020"/>
                  </a:lnTo>
                  <a:lnTo>
                    <a:pt x="850581" y="670173"/>
                  </a:lnTo>
                  <a:lnTo>
                    <a:pt x="920925" y="705998"/>
                  </a:lnTo>
                  <a:lnTo>
                    <a:pt x="991270" y="739637"/>
                  </a:lnTo>
                  <a:lnTo>
                    <a:pt x="1061614" y="771223"/>
                  </a:lnTo>
                  <a:lnTo>
                    <a:pt x="1131959" y="800881"/>
                  </a:lnTo>
                  <a:lnTo>
                    <a:pt x="1202303" y="828729"/>
                  </a:lnTo>
                  <a:lnTo>
                    <a:pt x="1272648" y="854878"/>
                  </a:lnTo>
                  <a:lnTo>
                    <a:pt x="1342992" y="879431"/>
                  </a:lnTo>
                  <a:lnTo>
                    <a:pt x="1413337" y="902485"/>
                  </a:lnTo>
                  <a:lnTo>
                    <a:pt x="1483681" y="924133"/>
                  </a:lnTo>
                  <a:lnTo>
                    <a:pt x="1554026" y="944459"/>
                  </a:lnTo>
                  <a:lnTo>
                    <a:pt x="1624370" y="960156"/>
                  </a:lnTo>
                  <a:lnTo>
                    <a:pt x="1694715" y="967557"/>
                  </a:lnTo>
                  <a:lnTo>
                    <a:pt x="1765059" y="974773"/>
                  </a:lnTo>
                  <a:lnTo>
                    <a:pt x="1835404" y="981810"/>
                  </a:lnTo>
                  <a:lnTo>
                    <a:pt x="1905748" y="988671"/>
                  </a:lnTo>
                  <a:lnTo>
                    <a:pt x="1976093" y="995362"/>
                  </a:lnTo>
                  <a:lnTo>
                    <a:pt x="2046437" y="1001885"/>
                  </a:lnTo>
                  <a:lnTo>
                    <a:pt x="2116782" y="1008247"/>
                  </a:lnTo>
                  <a:lnTo>
                    <a:pt x="2187126" y="1014449"/>
                  </a:lnTo>
                  <a:lnTo>
                    <a:pt x="2257471" y="1020497"/>
                  </a:lnTo>
                  <a:lnTo>
                    <a:pt x="2327815" y="1026395"/>
                  </a:lnTo>
                  <a:lnTo>
                    <a:pt x="2398160" y="1032145"/>
                  </a:lnTo>
                  <a:lnTo>
                    <a:pt x="2468504" y="1037753"/>
                  </a:lnTo>
                  <a:lnTo>
                    <a:pt x="2538849" y="1043220"/>
                  </a:lnTo>
                  <a:lnTo>
                    <a:pt x="2609193" y="1048552"/>
                  </a:lnTo>
                  <a:lnTo>
                    <a:pt x="2679538" y="1053750"/>
                  </a:lnTo>
                  <a:lnTo>
                    <a:pt x="2749882" y="1058819"/>
                  </a:lnTo>
                  <a:lnTo>
                    <a:pt x="2820227" y="1063762"/>
                  </a:lnTo>
                  <a:lnTo>
                    <a:pt x="2890571" y="1068581"/>
                  </a:lnTo>
                  <a:lnTo>
                    <a:pt x="2960916" y="1073281"/>
                  </a:lnTo>
                  <a:lnTo>
                    <a:pt x="3031260" y="1077863"/>
                  </a:lnTo>
                  <a:lnTo>
                    <a:pt x="3101605" y="1082331"/>
                  </a:lnTo>
                  <a:lnTo>
                    <a:pt x="3171949" y="1086688"/>
                  </a:lnTo>
                  <a:lnTo>
                    <a:pt x="3242294" y="1090937"/>
                  </a:lnTo>
                  <a:lnTo>
                    <a:pt x="3312638" y="1095079"/>
                  </a:lnTo>
                  <a:lnTo>
                    <a:pt x="3382983" y="1099118"/>
                  </a:lnTo>
                  <a:lnTo>
                    <a:pt x="3453327" y="1103057"/>
                  </a:lnTo>
                  <a:lnTo>
                    <a:pt x="3523672" y="1106898"/>
                  </a:lnTo>
                  <a:lnTo>
                    <a:pt x="3594016" y="1110642"/>
                  </a:lnTo>
                  <a:lnTo>
                    <a:pt x="3664361" y="1114294"/>
                  </a:lnTo>
                  <a:lnTo>
                    <a:pt x="3734705" y="1117855"/>
                  </a:lnTo>
                  <a:lnTo>
                    <a:pt x="3805050" y="1121326"/>
                  </a:lnTo>
                  <a:lnTo>
                    <a:pt x="3875394" y="1124712"/>
                  </a:lnTo>
                  <a:lnTo>
                    <a:pt x="3945739" y="1128013"/>
                  </a:lnTo>
                  <a:lnTo>
                    <a:pt x="4016083" y="1131231"/>
                  </a:lnTo>
                  <a:lnTo>
                    <a:pt x="4086428" y="1134370"/>
                  </a:lnTo>
                  <a:lnTo>
                    <a:pt x="4156772" y="1137430"/>
                  </a:lnTo>
                  <a:lnTo>
                    <a:pt x="4227117" y="1140414"/>
                  </a:lnTo>
                  <a:lnTo>
                    <a:pt x="4297461" y="1143324"/>
                  </a:lnTo>
                  <a:lnTo>
                    <a:pt x="4367806" y="1146161"/>
                  </a:lnTo>
                  <a:lnTo>
                    <a:pt x="4438150" y="1148928"/>
                  </a:lnTo>
                  <a:lnTo>
                    <a:pt x="4508494" y="1151626"/>
                  </a:lnTo>
                  <a:lnTo>
                    <a:pt x="4578839" y="1154256"/>
                  </a:lnTo>
                  <a:lnTo>
                    <a:pt x="4649183" y="1156821"/>
                  </a:lnTo>
                  <a:lnTo>
                    <a:pt x="4719528" y="1159322"/>
                  </a:lnTo>
                  <a:lnTo>
                    <a:pt x="4789872" y="1161761"/>
                  </a:lnTo>
                  <a:lnTo>
                    <a:pt x="4860217" y="1164139"/>
                  </a:lnTo>
                  <a:lnTo>
                    <a:pt x="4930561" y="1166457"/>
                  </a:lnTo>
                  <a:lnTo>
                    <a:pt x="5000906" y="1168718"/>
                  </a:lnTo>
                  <a:lnTo>
                    <a:pt x="5071250" y="1170923"/>
                  </a:lnTo>
                  <a:lnTo>
                    <a:pt x="5141595" y="1173072"/>
                  </a:lnTo>
                  <a:lnTo>
                    <a:pt x="5211939" y="1175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596481"/>
              <a:ext cx="6964104" cy="985371"/>
            </a:xfrm>
            <a:custGeom>
              <a:avLst/>
              <a:pathLst>
                <a:path w="6964104" h="985371">
                  <a:moveTo>
                    <a:pt x="6964104" y="985371"/>
                  </a:moveTo>
                  <a:lnTo>
                    <a:pt x="6893760" y="984602"/>
                  </a:lnTo>
                  <a:lnTo>
                    <a:pt x="6823415" y="983783"/>
                  </a:lnTo>
                  <a:lnTo>
                    <a:pt x="6753071" y="982910"/>
                  </a:lnTo>
                  <a:lnTo>
                    <a:pt x="6682726" y="981981"/>
                  </a:lnTo>
                  <a:lnTo>
                    <a:pt x="6612382" y="980992"/>
                  </a:lnTo>
                  <a:lnTo>
                    <a:pt x="6542037" y="979938"/>
                  </a:lnTo>
                  <a:lnTo>
                    <a:pt x="6471693" y="978816"/>
                  </a:lnTo>
                  <a:lnTo>
                    <a:pt x="6401348" y="977621"/>
                  </a:lnTo>
                  <a:lnTo>
                    <a:pt x="6331004" y="976348"/>
                  </a:lnTo>
                  <a:lnTo>
                    <a:pt x="6260659" y="974992"/>
                  </a:lnTo>
                  <a:lnTo>
                    <a:pt x="6190315" y="973548"/>
                  </a:lnTo>
                  <a:lnTo>
                    <a:pt x="6119970" y="972011"/>
                  </a:lnTo>
                  <a:lnTo>
                    <a:pt x="6049626" y="970373"/>
                  </a:lnTo>
                  <a:lnTo>
                    <a:pt x="5979281" y="968630"/>
                  </a:lnTo>
                  <a:lnTo>
                    <a:pt x="5908937" y="966772"/>
                  </a:lnTo>
                  <a:lnTo>
                    <a:pt x="5838592" y="964794"/>
                  </a:lnTo>
                  <a:lnTo>
                    <a:pt x="5768248" y="962688"/>
                  </a:lnTo>
                  <a:lnTo>
                    <a:pt x="5697903" y="960444"/>
                  </a:lnTo>
                  <a:lnTo>
                    <a:pt x="5627559" y="958055"/>
                  </a:lnTo>
                  <a:lnTo>
                    <a:pt x="5557214" y="955511"/>
                  </a:lnTo>
                  <a:lnTo>
                    <a:pt x="5486870" y="952801"/>
                  </a:lnTo>
                  <a:lnTo>
                    <a:pt x="5416525" y="949915"/>
                  </a:lnTo>
                  <a:lnTo>
                    <a:pt x="5346181" y="946841"/>
                  </a:lnTo>
                  <a:lnTo>
                    <a:pt x="5275836" y="943568"/>
                  </a:lnTo>
                  <a:lnTo>
                    <a:pt x="5205492" y="940082"/>
                  </a:lnTo>
                  <a:lnTo>
                    <a:pt x="5135147" y="936369"/>
                  </a:lnTo>
                  <a:lnTo>
                    <a:pt x="5064803" y="932415"/>
                  </a:lnTo>
                  <a:lnTo>
                    <a:pt x="4994458" y="928204"/>
                  </a:lnTo>
                  <a:lnTo>
                    <a:pt x="4924114" y="923720"/>
                  </a:lnTo>
                  <a:lnTo>
                    <a:pt x="4853769" y="918943"/>
                  </a:lnTo>
                  <a:lnTo>
                    <a:pt x="4783425" y="913857"/>
                  </a:lnTo>
                  <a:lnTo>
                    <a:pt x="4713080" y="908440"/>
                  </a:lnTo>
                  <a:lnTo>
                    <a:pt x="4642736" y="902670"/>
                  </a:lnTo>
                  <a:lnTo>
                    <a:pt x="4572391" y="896526"/>
                  </a:lnTo>
                  <a:lnTo>
                    <a:pt x="4502047" y="889983"/>
                  </a:lnTo>
                  <a:lnTo>
                    <a:pt x="4431702" y="883014"/>
                  </a:lnTo>
                  <a:lnTo>
                    <a:pt x="4361358" y="875592"/>
                  </a:lnTo>
                  <a:lnTo>
                    <a:pt x="4291013" y="867688"/>
                  </a:lnTo>
                  <a:lnTo>
                    <a:pt x="4220669" y="859270"/>
                  </a:lnTo>
                  <a:lnTo>
                    <a:pt x="4150324" y="850305"/>
                  </a:lnTo>
                  <a:lnTo>
                    <a:pt x="4079980" y="840758"/>
                  </a:lnTo>
                  <a:lnTo>
                    <a:pt x="4009635" y="830590"/>
                  </a:lnTo>
                  <a:lnTo>
                    <a:pt x="3939291" y="819761"/>
                  </a:lnTo>
                  <a:lnTo>
                    <a:pt x="3868946" y="808228"/>
                  </a:lnTo>
                  <a:lnTo>
                    <a:pt x="3798602" y="795945"/>
                  </a:lnTo>
                  <a:lnTo>
                    <a:pt x="3728257" y="782865"/>
                  </a:lnTo>
                  <a:lnTo>
                    <a:pt x="3657913" y="768934"/>
                  </a:lnTo>
                  <a:lnTo>
                    <a:pt x="3587569" y="754097"/>
                  </a:lnTo>
                  <a:lnTo>
                    <a:pt x="3517224" y="738297"/>
                  </a:lnTo>
                  <a:lnTo>
                    <a:pt x="3446880" y="721469"/>
                  </a:lnTo>
                  <a:lnTo>
                    <a:pt x="3376535" y="703548"/>
                  </a:lnTo>
                  <a:lnTo>
                    <a:pt x="3306191" y="692569"/>
                  </a:lnTo>
                  <a:lnTo>
                    <a:pt x="3235846" y="684785"/>
                  </a:lnTo>
                  <a:lnTo>
                    <a:pt x="3165502" y="676802"/>
                  </a:lnTo>
                  <a:lnTo>
                    <a:pt x="3095157" y="668615"/>
                  </a:lnTo>
                  <a:lnTo>
                    <a:pt x="3024813" y="660219"/>
                  </a:lnTo>
                  <a:lnTo>
                    <a:pt x="2954468" y="651609"/>
                  </a:lnTo>
                  <a:lnTo>
                    <a:pt x="2884124" y="642778"/>
                  </a:lnTo>
                  <a:lnTo>
                    <a:pt x="2813779" y="633722"/>
                  </a:lnTo>
                  <a:lnTo>
                    <a:pt x="2743435" y="624435"/>
                  </a:lnTo>
                  <a:lnTo>
                    <a:pt x="2673090" y="614910"/>
                  </a:lnTo>
                  <a:lnTo>
                    <a:pt x="2602746" y="605141"/>
                  </a:lnTo>
                  <a:lnTo>
                    <a:pt x="2532401" y="595124"/>
                  </a:lnTo>
                  <a:lnTo>
                    <a:pt x="2462057" y="584850"/>
                  </a:lnTo>
                  <a:lnTo>
                    <a:pt x="2391712" y="574313"/>
                  </a:lnTo>
                  <a:lnTo>
                    <a:pt x="2321368" y="563508"/>
                  </a:lnTo>
                  <a:lnTo>
                    <a:pt x="2251023" y="552426"/>
                  </a:lnTo>
                  <a:lnTo>
                    <a:pt x="2180679" y="541061"/>
                  </a:lnTo>
                  <a:lnTo>
                    <a:pt x="2110334" y="529406"/>
                  </a:lnTo>
                  <a:lnTo>
                    <a:pt x="2039990" y="517453"/>
                  </a:lnTo>
                  <a:lnTo>
                    <a:pt x="1969645" y="505195"/>
                  </a:lnTo>
                  <a:lnTo>
                    <a:pt x="1899301" y="492623"/>
                  </a:lnTo>
                  <a:lnTo>
                    <a:pt x="1828956" y="479730"/>
                  </a:lnTo>
                  <a:lnTo>
                    <a:pt x="1758612" y="466508"/>
                  </a:lnTo>
                  <a:lnTo>
                    <a:pt x="1688267" y="452948"/>
                  </a:lnTo>
                  <a:lnTo>
                    <a:pt x="1617923" y="439041"/>
                  </a:lnTo>
                  <a:lnTo>
                    <a:pt x="1547578" y="424779"/>
                  </a:lnTo>
                  <a:lnTo>
                    <a:pt x="1477234" y="410153"/>
                  </a:lnTo>
                  <a:lnTo>
                    <a:pt x="1406889" y="395153"/>
                  </a:lnTo>
                  <a:lnTo>
                    <a:pt x="1336545" y="379769"/>
                  </a:lnTo>
                  <a:lnTo>
                    <a:pt x="1266200" y="363993"/>
                  </a:lnTo>
                  <a:lnTo>
                    <a:pt x="1195856" y="347813"/>
                  </a:lnTo>
                  <a:lnTo>
                    <a:pt x="1125511" y="331220"/>
                  </a:lnTo>
                  <a:lnTo>
                    <a:pt x="1055167" y="314203"/>
                  </a:lnTo>
                  <a:lnTo>
                    <a:pt x="984822" y="296751"/>
                  </a:lnTo>
                  <a:lnTo>
                    <a:pt x="914478" y="278854"/>
                  </a:lnTo>
                  <a:lnTo>
                    <a:pt x="844133" y="260499"/>
                  </a:lnTo>
                  <a:lnTo>
                    <a:pt x="773789" y="241675"/>
                  </a:lnTo>
                  <a:lnTo>
                    <a:pt x="703444" y="222370"/>
                  </a:lnTo>
                  <a:lnTo>
                    <a:pt x="633100" y="202571"/>
                  </a:lnTo>
                  <a:lnTo>
                    <a:pt x="562755" y="182267"/>
                  </a:lnTo>
                  <a:lnTo>
                    <a:pt x="492411" y="161444"/>
                  </a:lnTo>
                  <a:lnTo>
                    <a:pt x="422066" y="140089"/>
                  </a:lnTo>
                  <a:lnTo>
                    <a:pt x="351722" y="118188"/>
                  </a:lnTo>
                  <a:lnTo>
                    <a:pt x="281377" y="95728"/>
                  </a:lnTo>
                  <a:lnTo>
                    <a:pt x="211033" y="72694"/>
                  </a:lnTo>
                  <a:lnTo>
                    <a:pt x="140688" y="49071"/>
                  </a:lnTo>
                  <a:lnTo>
                    <a:pt x="70344" y="248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301534" y="4336484"/>
              <a:ext cx="5897881" cy="1226044"/>
            </a:xfrm>
            <a:custGeom>
              <a:avLst/>
              <a:pathLst>
                <a:path w="5897881" h="1226044">
                  <a:moveTo>
                    <a:pt x="0" y="0"/>
                  </a:moveTo>
                  <a:lnTo>
                    <a:pt x="59289" y="46025"/>
                  </a:lnTo>
                  <a:lnTo>
                    <a:pt x="129633" y="98277"/>
                  </a:lnTo>
                  <a:lnTo>
                    <a:pt x="199978" y="148275"/>
                  </a:lnTo>
                  <a:lnTo>
                    <a:pt x="270322" y="196116"/>
                  </a:lnTo>
                  <a:lnTo>
                    <a:pt x="340667" y="241893"/>
                  </a:lnTo>
                  <a:lnTo>
                    <a:pt x="411011" y="285695"/>
                  </a:lnTo>
                  <a:lnTo>
                    <a:pt x="481356" y="327608"/>
                  </a:lnTo>
                  <a:lnTo>
                    <a:pt x="551700" y="367712"/>
                  </a:lnTo>
                  <a:lnTo>
                    <a:pt x="622045" y="406086"/>
                  </a:lnTo>
                  <a:lnTo>
                    <a:pt x="692389" y="442805"/>
                  </a:lnTo>
                  <a:lnTo>
                    <a:pt x="762733" y="477939"/>
                  </a:lnTo>
                  <a:lnTo>
                    <a:pt x="833078" y="511558"/>
                  </a:lnTo>
                  <a:lnTo>
                    <a:pt x="903422" y="543726"/>
                  </a:lnTo>
                  <a:lnTo>
                    <a:pt x="973767" y="574507"/>
                  </a:lnTo>
                  <a:lnTo>
                    <a:pt x="1044111" y="603959"/>
                  </a:lnTo>
                  <a:lnTo>
                    <a:pt x="1114456" y="632141"/>
                  </a:lnTo>
                  <a:lnTo>
                    <a:pt x="1184800" y="659107"/>
                  </a:lnTo>
                  <a:lnTo>
                    <a:pt x="1255145" y="684910"/>
                  </a:lnTo>
                  <a:lnTo>
                    <a:pt x="1325489" y="709600"/>
                  </a:lnTo>
                  <a:lnTo>
                    <a:pt x="1395834" y="733224"/>
                  </a:lnTo>
                  <a:lnTo>
                    <a:pt x="1466178" y="755830"/>
                  </a:lnTo>
                  <a:lnTo>
                    <a:pt x="1536523" y="777460"/>
                  </a:lnTo>
                  <a:lnTo>
                    <a:pt x="1606867" y="798156"/>
                  </a:lnTo>
                  <a:lnTo>
                    <a:pt x="1677212" y="817960"/>
                  </a:lnTo>
                  <a:lnTo>
                    <a:pt x="1747556" y="836910"/>
                  </a:lnTo>
                  <a:lnTo>
                    <a:pt x="1817901" y="855042"/>
                  </a:lnTo>
                  <a:lnTo>
                    <a:pt x="1888245" y="872392"/>
                  </a:lnTo>
                  <a:lnTo>
                    <a:pt x="1958590" y="888993"/>
                  </a:lnTo>
                  <a:lnTo>
                    <a:pt x="2028934" y="904878"/>
                  </a:lnTo>
                  <a:lnTo>
                    <a:pt x="2099279" y="920078"/>
                  </a:lnTo>
                  <a:lnTo>
                    <a:pt x="2169623" y="934622"/>
                  </a:lnTo>
                  <a:lnTo>
                    <a:pt x="2239968" y="948539"/>
                  </a:lnTo>
                  <a:lnTo>
                    <a:pt x="2310312" y="961855"/>
                  </a:lnTo>
                  <a:lnTo>
                    <a:pt x="2380657" y="974597"/>
                  </a:lnTo>
                  <a:lnTo>
                    <a:pt x="2451001" y="986789"/>
                  </a:lnTo>
                  <a:lnTo>
                    <a:pt x="2521346" y="998455"/>
                  </a:lnTo>
                  <a:lnTo>
                    <a:pt x="2591690" y="1009618"/>
                  </a:lnTo>
                  <a:lnTo>
                    <a:pt x="2662035" y="1020299"/>
                  </a:lnTo>
                  <a:lnTo>
                    <a:pt x="2732379" y="1030519"/>
                  </a:lnTo>
                  <a:lnTo>
                    <a:pt x="2802724" y="1040299"/>
                  </a:lnTo>
                  <a:lnTo>
                    <a:pt x="2873068" y="1049656"/>
                  </a:lnTo>
                  <a:lnTo>
                    <a:pt x="2943413" y="1058610"/>
                  </a:lnTo>
                  <a:lnTo>
                    <a:pt x="3013757" y="1067178"/>
                  </a:lnTo>
                  <a:lnTo>
                    <a:pt x="3084102" y="1075376"/>
                  </a:lnTo>
                  <a:lnTo>
                    <a:pt x="3154446" y="1083220"/>
                  </a:lnTo>
                  <a:lnTo>
                    <a:pt x="3224791" y="1090726"/>
                  </a:lnTo>
                  <a:lnTo>
                    <a:pt x="3295135" y="1097908"/>
                  </a:lnTo>
                  <a:lnTo>
                    <a:pt x="3365480" y="1104780"/>
                  </a:lnTo>
                  <a:lnTo>
                    <a:pt x="3435824" y="1111356"/>
                  </a:lnTo>
                  <a:lnTo>
                    <a:pt x="3506169" y="1117648"/>
                  </a:lnTo>
                  <a:lnTo>
                    <a:pt x="3576513" y="1123668"/>
                  </a:lnTo>
                  <a:lnTo>
                    <a:pt x="3646858" y="1129429"/>
                  </a:lnTo>
                  <a:lnTo>
                    <a:pt x="3717202" y="1134942"/>
                  </a:lnTo>
                  <a:lnTo>
                    <a:pt x="3787547" y="1140216"/>
                  </a:lnTo>
                  <a:lnTo>
                    <a:pt x="3857891" y="1145263"/>
                  </a:lnTo>
                  <a:lnTo>
                    <a:pt x="3928236" y="1150092"/>
                  </a:lnTo>
                  <a:lnTo>
                    <a:pt x="3998580" y="1154713"/>
                  </a:lnTo>
                  <a:lnTo>
                    <a:pt x="4068925" y="1159135"/>
                  </a:lnTo>
                  <a:lnTo>
                    <a:pt x="4139269" y="1163366"/>
                  </a:lnTo>
                  <a:lnTo>
                    <a:pt x="4209614" y="1167414"/>
                  </a:lnTo>
                  <a:lnTo>
                    <a:pt x="4279958" y="1171287"/>
                  </a:lnTo>
                  <a:lnTo>
                    <a:pt x="4350303" y="1174994"/>
                  </a:lnTo>
                  <a:lnTo>
                    <a:pt x="4420647" y="1178540"/>
                  </a:lnTo>
                  <a:lnTo>
                    <a:pt x="4490991" y="1181934"/>
                  </a:lnTo>
                  <a:lnTo>
                    <a:pt x="4561336" y="1185181"/>
                  </a:lnTo>
                  <a:lnTo>
                    <a:pt x="4631680" y="1188288"/>
                  </a:lnTo>
                  <a:lnTo>
                    <a:pt x="4702025" y="1191261"/>
                  </a:lnTo>
                  <a:lnTo>
                    <a:pt x="4772369" y="1194106"/>
                  </a:lnTo>
                  <a:lnTo>
                    <a:pt x="4842714" y="1196828"/>
                  </a:lnTo>
                  <a:lnTo>
                    <a:pt x="4913058" y="1199433"/>
                  </a:lnTo>
                  <a:lnTo>
                    <a:pt x="4983403" y="1201925"/>
                  </a:lnTo>
                  <a:lnTo>
                    <a:pt x="5053747" y="1204310"/>
                  </a:lnTo>
                  <a:lnTo>
                    <a:pt x="5124092" y="1206592"/>
                  </a:lnTo>
                  <a:lnTo>
                    <a:pt x="5194436" y="1208775"/>
                  </a:lnTo>
                  <a:lnTo>
                    <a:pt x="5264781" y="1210864"/>
                  </a:lnTo>
                  <a:lnTo>
                    <a:pt x="5335125" y="1212863"/>
                  </a:lnTo>
                  <a:lnTo>
                    <a:pt x="5405470" y="1214776"/>
                  </a:lnTo>
                  <a:lnTo>
                    <a:pt x="5475814" y="1216606"/>
                  </a:lnTo>
                  <a:lnTo>
                    <a:pt x="5546159" y="1218358"/>
                  </a:lnTo>
                  <a:lnTo>
                    <a:pt x="5616503" y="1220034"/>
                  </a:lnTo>
                  <a:lnTo>
                    <a:pt x="5686848" y="1221637"/>
                  </a:lnTo>
                  <a:lnTo>
                    <a:pt x="5757192" y="1223171"/>
                  </a:lnTo>
                  <a:lnTo>
                    <a:pt x="5827537" y="1224640"/>
                  </a:lnTo>
                  <a:lnTo>
                    <a:pt x="5897881" y="12260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250689" y="4944909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2026-07-22T07:54:30Z</dcterms:modified>
  <cp:category/>
</cp:coreProperties>
</file>