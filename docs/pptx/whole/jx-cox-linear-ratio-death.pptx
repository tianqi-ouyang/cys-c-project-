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618261"/>
            </a:xfrm>
            <a:custGeom>
              <a:avLst/>
              <a:pathLst>
                <a:path w="7235830" h="3618261">
                  <a:moveTo>
                    <a:pt x="1770827" y="0"/>
                  </a:moveTo>
                  <a:lnTo>
                    <a:pt x="1777588" y="21630"/>
                  </a:lnTo>
                  <a:lnTo>
                    <a:pt x="1851348" y="243222"/>
                  </a:lnTo>
                  <a:lnTo>
                    <a:pt x="1925108" y="451291"/>
                  </a:lnTo>
                  <a:lnTo>
                    <a:pt x="1998868" y="646662"/>
                  </a:lnTo>
                  <a:lnTo>
                    <a:pt x="2072628" y="830110"/>
                  </a:lnTo>
                  <a:lnTo>
                    <a:pt x="2146388" y="1002363"/>
                  </a:lnTo>
                  <a:lnTo>
                    <a:pt x="2220148" y="1164103"/>
                  </a:lnTo>
                  <a:lnTo>
                    <a:pt x="2293908" y="1315973"/>
                  </a:lnTo>
                  <a:lnTo>
                    <a:pt x="2367668" y="1458574"/>
                  </a:lnTo>
                  <a:lnTo>
                    <a:pt x="2441428" y="1592473"/>
                  </a:lnTo>
                  <a:lnTo>
                    <a:pt x="2515188" y="1718201"/>
                  </a:lnTo>
                  <a:lnTo>
                    <a:pt x="2588948" y="1836255"/>
                  </a:lnTo>
                  <a:lnTo>
                    <a:pt x="2662708" y="1947105"/>
                  </a:lnTo>
                  <a:lnTo>
                    <a:pt x="2736468" y="2051190"/>
                  </a:lnTo>
                  <a:lnTo>
                    <a:pt x="2810228" y="2148923"/>
                  </a:lnTo>
                  <a:lnTo>
                    <a:pt x="2883988" y="2240692"/>
                  </a:lnTo>
                  <a:lnTo>
                    <a:pt x="2957748" y="2326860"/>
                  </a:lnTo>
                  <a:lnTo>
                    <a:pt x="3031508" y="2407769"/>
                  </a:lnTo>
                  <a:lnTo>
                    <a:pt x="3105268" y="2483741"/>
                  </a:lnTo>
                  <a:lnTo>
                    <a:pt x="3179028" y="2555076"/>
                  </a:lnTo>
                  <a:lnTo>
                    <a:pt x="3252788" y="2622058"/>
                  </a:lnTo>
                  <a:lnTo>
                    <a:pt x="3326548" y="2684952"/>
                  </a:lnTo>
                  <a:lnTo>
                    <a:pt x="3400308" y="2744008"/>
                  </a:lnTo>
                  <a:lnTo>
                    <a:pt x="3474068" y="2789613"/>
                  </a:lnTo>
                  <a:lnTo>
                    <a:pt x="3547828" y="2811115"/>
                  </a:lnTo>
                  <a:lnTo>
                    <a:pt x="3621588" y="2832082"/>
                  </a:lnTo>
                  <a:lnTo>
                    <a:pt x="3695348" y="2852526"/>
                  </a:lnTo>
                  <a:lnTo>
                    <a:pt x="3769108" y="2872461"/>
                  </a:lnTo>
                  <a:lnTo>
                    <a:pt x="3842868" y="2891899"/>
                  </a:lnTo>
                  <a:lnTo>
                    <a:pt x="3916628" y="2910853"/>
                  </a:lnTo>
                  <a:lnTo>
                    <a:pt x="3990388" y="2929335"/>
                  </a:lnTo>
                  <a:lnTo>
                    <a:pt x="4064149" y="2947356"/>
                  </a:lnTo>
                  <a:lnTo>
                    <a:pt x="4137909" y="2964928"/>
                  </a:lnTo>
                  <a:lnTo>
                    <a:pt x="4211669" y="2982063"/>
                  </a:lnTo>
                  <a:lnTo>
                    <a:pt x="4285429" y="2998770"/>
                  </a:lnTo>
                  <a:lnTo>
                    <a:pt x="4359189" y="3015062"/>
                  </a:lnTo>
                  <a:lnTo>
                    <a:pt x="4432949" y="3030947"/>
                  </a:lnTo>
                  <a:lnTo>
                    <a:pt x="4506709" y="3046436"/>
                  </a:lnTo>
                  <a:lnTo>
                    <a:pt x="4580469" y="3061540"/>
                  </a:lnTo>
                  <a:lnTo>
                    <a:pt x="4654229" y="3076267"/>
                  </a:lnTo>
                  <a:lnTo>
                    <a:pt x="4727989" y="3090628"/>
                  </a:lnTo>
                  <a:lnTo>
                    <a:pt x="4801749" y="3104630"/>
                  </a:lnTo>
                  <a:lnTo>
                    <a:pt x="4875509" y="3118284"/>
                  </a:lnTo>
                  <a:lnTo>
                    <a:pt x="4949269" y="3131598"/>
                  </a:lnTo>
                  <a:lnTo>
                    <a:pt x="5023029" y="3144580"/>
                  </a:lnTo>
                  <a:lnTo>
                    <a:pt x="5096789" y="3157238"/>
                  </a:lnTo>
                  <a:lnTo>
                    <a:pt x="5170549" y="3169581"/>
                  </a:lnTo>
                  <a:lnTo>
                    <a:pt x="5244309" y="3181616"/>
                  </a:lnTo>
                  <a:lnTo>
                    <a:pt x="5318069" y="3193352"/>
                  </a:lnTo>
                  <a:lnTo>
                    <a:pt x="5391829" y="3204795"/>
                  </a:lnTo>
                  <a:lnTo>
                    <a:pt x="5465589" y="3215953"/>
                  </a:lnTo>
                  <a:lnTo>
                    <a:pt x="5539349" y="3226834"/>
                  </a:lnTo>
                  <a:lnTo>
                    <a:pt x="5613109" y="3237443"/>
                  </a:lnTo>
                  <a:lnTo>
                    <a:pt x="5686869" y="3247787"/>
                  </a:lnTo>
                  <a:lnTo>
                    <a:pt x="5760629" y="3257874"/>
                  </a:lnTo>
                  <a:lnTo>
                    <a:pt x="5834389" y="3267710"/>
                  </a:lnTo>
                  <a:lnTo>
                    <a:pt x="5908149" y="3277301"/>
                  </a:lnTo>
                  <a:lnTo>
                    <a:pt x="5981909" y="3286652"/>
                  </a:lnTo>
                  <a:lnTo>
                    <a:pt x="6055669" y="3295771"/>
                  </a:lnTo>
                  <a:lnTo>
                    <a:pt x="6129429" y="3304662"/>
                  </a:lnTo>
                  <a:lnTo>
                    <a:pt x="6203189" y="3313332"/>
                  </a:lnTo>
                  <a:lnTo>
                    <a:pt x="6276949" y="3321786"/>
                  </a:lnTo>
                  <a:lnTo>
                    <a:pt x="6350709" y="3330030"/>
                  </a:lnTo>
                  <a:lnTo>
                    <a:pt x="6424469" y="3338067"/>
                  </a:lnTo>
                  <a:lnTo>
                    <a:pt x="6498229" y="3345905"/>
                  </a:lnTo>
                  <a:lnTo>
                    <a:pt x="6571989" y="3353547"/>
                  </a:lnTo>
                  <a:lnTo>
                    <a:pt x="6645749" y="3360999"/>
                  </a:lnTo>
                  <a:lnTo>
                    <a:pt x="6719509" y="3368266"/>
                  </a:lnTo>
                  <a:lnTo>
                    <a:pt x="6793269" y="3375351"/>
                  </a:lnTo>
                  <a:lnTo>
                    <a:pt x="6867029" y="3382260"/>
                  </a:lnTo>
                  <a:lnTo>
                    <a:pt x="6940789" y="3388996"/>
                  </a:lnTo>
                  <a:lnTo>
                    <a:pt x="7014550" y="3395565"/>
                  </a:lnTo>
                  <a:lnTo>
                    <a:pt x="7088310" y="3401970"/>
                  </a:lnTo>
                  <a:lnTo>
                    <a:pt x="7162070" y="3408216"/>
                  </a:lnTo>
                  <a:lnTo>
                    <a:pt x="7235830" y="3414306"/>
                  </a:lnTo>
                  <a:lnTo>
                    <a:pt x="7235830" y="3618261"/>
                  </a:lnTo>
                  <a:lnTo>
                    <a:pt x="7162070" y="3616026"/>
                  </a:lnTo>
                  <a:lnTo>
                    <a:pt x="7088310" y="3613646"/>
                  </a:lnTo>
                  <a:lnTo>
                    <a:pt x="7014550" y="3611112"/>
                  </a:lnTo>
                  <a:lnTo>
                    <a:pt x="6940789" y="3608413"/>
                  </a:lnTo>
                  <a:lnTo>
                    <a:pt x="6867029" y="3605538"/>
                  </a:lnTo>
                  <a:lnTo>
                    <a:pt x="6793269" y="3602476"/>
                  </a:lnTo>
                  <a:lnTo>
                    <a:pt x="6719509" y="3599216"/>
                  </a:lnTo>
                  <a:lnTo>
                    <a:pt x="6645749" y="3595743"/>
                  </a:lnTo>
                  <a:lnTo>
                    <a:pt x="6571989" y="3592045"/>
                  </a:lnTo>
                  <a:lnTo>
                    <a:pt x="6498229" y="3588107"/>
                  </a:lnTo>
                  <a:lnTo>
                    <a:pt x="6424469" y="3583912"/>
                  </a:lnTo>
                  <a:lnTo>
                    <a:pt x="6350709" y="3579445"/>
                  </a:lnTo>
                  <a:lnTo>
                    <a:pt x="6276949" y="3574687"/>
                  </a:lnTo>
                  <a:lnTo>
                    <a:pt x="6203189" y="3569621"/>
                  </a:lnTo>
                  <a:lnTo>
                    <a:pt x="6129429" y="3564225"/>
                  </a:lnTo>
                  <a:lnTo>
                    <a:pt x="6055669" y="3558478"/>
                  </a:lnTo>
                  <a:lnTo>
                    <a:pt x="5981909" y="3552358"/>
                  </a:lnTo>
                  <a:lnTo>
                    <a:pt x="5908149" y="3545840"/>
                  </a:lnTo>
                  <a:lnTo>
                    <a:pt x="5834389" y="3538898"/>
                  </a:lnTo>
                  <a:lnTo>
                    <a:pt x="5760629" y="3531506"/>
                  </a:lnTo>
                  <a:lnTo>
                    <a:pt x="5686869" y="3523632"/>
                  </a:lnTo>
                  <a:lnTo>
                    <a:pt x="5613109" y="3515247"/>
                  </a:lnTo>
                  <a:lnTo>
                    <a:pt x="5539349" y="3506318"/>
                  </a:lnTo>
                  <a:lnTo>
                    <a:pt x="5465589" y="3496807"/>
                  </a:lnTo>
                  <a:lnTo>
                    <a:pt x="5391829" y="3486679"/>
                  </a:lnTo>
                  <a:lnTo>
                    <a:pt x="5318069" y="3475892"/>
                  </a:lnTo>
                  <a:lnTo>
                    <a:pt x="5244309" y="3464404"/>
                  </a:lnTo>
                  <a:lnTo>
                    <a:pt x="5170549" y="3452170"/>
                  </a:lnTo>
                  <a:lnTo>
                    <a:pt x="5096789" y="3439140"/>
                  </a:lnTo>
                  <a:lnTo>
                    <a:pt x="5023029" y="3425264"/>
                  </a:lnTo>
                  <a:lnTo>
                    <a:pt x="4949269" y="3410486"/>
                  </a:lnTo>
                  <a:lnTo>
                    <a:pt x="4875509" y="3394747"/>
                  </a:lnTo>
                  <a:lnTo>
                    <a:pt x="4801749" y="3377985"/>
                  </a:lnTo>
                  <a:lnTo>
                    <a:pt x="4727989" y="3360134"/>
                  </a:lnTo>
                  <a:lnTo>
                    <a:pt x="4654229" y="3341122"/>
                  </a:lnTo>
                  <a:lnTo>
                    <a:pt x="4580469" y="3320875"/>
                  </a:lnTo>
                  <a:lnTo>
                    <a:pt x="4506709" y="3299312"/>
                  </a:lnTo>
                  <a:lnTo>
                    <a:pt x="4432949" y="3276348"/>
                  </a:lnTo>
                  <a:lnTo>
                    <a:pt x="4359189" y="3251891"/>
                  </a:lnTo>
                  <a:lnTo>
                    <a:pt x="4285429" y="3225845"/>
                  </a:lnTo>
                  <a:lnTo>
                    <a:pt x="4211669" y="3198105"/>
                  </a:lnTo>
                  <a:lnTo>
                    <a:pt x="4137909" y="3168563"/>
                  </a:lnTo>
                  <a:lnTo>
                    <a:pt x="4064149" y="3137101"/>
                  </a:lnTo>
                  <a:lnTo>
                    <a:pt x="3990388" y="3103593"/>
                  </a:lnTo>
                  <a:lnTo>
                    <a:pt x="3916628" y="3067908"/>
                  </a:lnTo>
                  <a:lnTo>
                    <a:pt x="3842868" y="3029904"/>
                  </a:lnTo>
                  <a:lnTo>
                    <a:pt x="3769108" y="2989430"/>
                  </a:lnTo>
                  <a:lnTo>
                    <a:pt x="3695348" y="2946325"/>
                  </a:lnTo>
                  <a:lnTo>
                    <a:pt x="3621588" y="2900418"/>
                  </a:lnTo>
                  <a:lnTo>
                    <a:pt x="3547828" y="2851528"/>
                  </a:lnTo>
                  <a:lnTo>
                    <a:pt x="3474068" y="2799460"/>
                  </a:lnTo>
                  <a:lnTo>
                    <a:pt x="3400308" y="2767561"/>
                  </a:lnTo>
                  <a:lnTo>
                    <a:pt x="3326548" y="2744946"/>
                  </a:lnTo>
                  <a:lnTo>
                    <a:pt x="3252788" y="2721753"/>
                  </a:lnTo>
                  <a:lnTo>
                    <a:pt x="3179028" y="2697967"/>
                  </a:lnTo>
                  <a:lnTo>
                    <a:pt x="3105268" y="2673574"/>
                  </a:lnTo>
                  <a:lnTo>
                    <a:pt x="3031508" y="2648557"/>
                  </a:lnTo>
                  <a:lnTo>
                    <a:pt x="2957748" y="2622901"/>
                  </a:lnTo>
                  <a:lnTo>
                    <a:pt x="2883988" y="2596589"/>
                  </a:lnTo>
                  <a:lnTo>
                    <a:pt x="2810228" y="2569605"/>
                  </a:lnTo>
                  <a:lnTo>
                    <a:pt x="2736468" y="2541932"/>
                  </a:lnTo>
                  <a:lnTo>
                    <a:pt x="2662708" y="2513551"/>
                  </a:lnTo>
                  <a:lnTo>
                    <a:pt x="2588948" y="2484446"/>
                  </a:lnTo>
                  <a:lnTo>
                    <a:pt x="2515188" y="2454597"/>
                  </a:lnTo>
                  <a:lnTo>
                    <a:pt x="2441428" y="2423985"/>
                  </a:lnTo>
                  <a:lnTo>
                    <a:pt x="2367668" y="2392590"/>
                  </a:lnTo>
                  <a:lnTo>
                    <a:pt x="2293908" y="2360394"/>
                  </a:lnTo>
                  <a:lnTo>
                    <a:pt x="2220148" y="2327375"/>
                  </a:lnTo>
                  <a:lnTo>
                    <a:pt x="2146388" y="2293512"/>
                  </a:lnTo>
                  <a:lnTo>
                    <a:pt x="2072628" y="2258784"/>
                  </a:lnTo>
                  <a:lnTo>
                    <a:pt x="1998868" y="2223169"/>
                  </a:lnTo>
                  <a:lnTo>
                    <a:pt x="1925108" y="2186644"/>
                  </a:lnTo>
                  <a:lnTo>
                    <a:pt x="1851348" y="2149185"/>
                  </a:lnTo>
                  <a:lnTo>
                    <a:pt x="1777588" y="2110769"/>
                  </a:lnTo>
                  <a:lnTo>
                    <a:pt x="1703828" y="2071372"/>
                  </a:lnTo>
                  <a:lnTo>
                    <a:pt x="1630068" y="2030968"/>
                  </a:lnTo>
                  <a:lnTo>
                    <a:pt x="1556308" y="1989531"/>
                  </a:lnTo>
                  <a:lnTo>
                    <a:pt x="1482548" y="1947036"/>
                  </a:lnTo>
                  <a:lnTo>
                    <a:pt x="1408788" y="1903455"/>
                  </a:lnTo>
                  <a:lnTo>
                    <a:pt x="1335028" y="1858761"/>
                  </a:lnTo>
                  <a:lnTo>
                    <a:pt x="1261268" y="1812924"/>
                  </a:lnTo>
                  <a:lnTo>
                    <a:pt x="1187508" y="1765916"/>
                  </a:lnTo>
                  <a:lnTo>
                    <a:pt x="1113747" y="1717707"/>
                  </a:lnTo>
                  <a:lnTo>
                    <a:pt x="1039987" y="1668267"/>
                  </a:lnTo>
                  <a:lnTo>
                    <a:pt x="966227" y="1617563"/>
                  </a:lnTo>
                  <a:lnTo>
                    <a:pt x="892467" y="1565563"/>
                  </a:lnTo>
                  <a:lnTo>
                    <a:pt x="818707" y="1512235"/>
                  </a:lnTo>
                  <a:lnTo>
                    <a:pt x="744947" y="1457544"/>
                  </a:lnTo>
                  <a:lnTo>
                    <a:pt x="671187" y="1401456"/>
                  </a:lnTo>
                  <a:lnTo>
                    <a:pt x="597427" y="1343934"/>
                  </a:lnTo>
                  <a:lnTo>
                    <a:pt x="523667" y="1284943"/>
                  </a:lnTo>
                  <a:lnTo>
                    <a:pt x="449907" y="1224445"/>
                  </a:lnTo>
                  <a:lnTo>
                    <a:pt x="376147" y="1162400"/>
                  </a:lnTo>
                  <a:lnTo>
                    <a:pt x="302387" y="1098771"/>
                  </a:lnTo>
                  <a:lnTo>
                    <a:pt x="228627" y="1033515"/>
                  </a:lnTo>
                  <a:lnTo>
                    <a:pt x="154867" y="966592"/>
                  </a:lnTo>
                  <a:lnTo>
                    <a:pt x="81107" y="897959"/>
                  </a:lnTo>
                  <a:lnTo>
                    <a:pt x="7347" y="827573"/>
                  </a:lnTo>
                  <a:lnTo>
                    <a:pt x="0" y="8203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1896563"/>
              <a:ext cx="5465002" cy="3414306"/>
            </a:xfrm>
            <a:custGeom>
              <a:avLst/>
              <a:pathLst>
                <a:path w="5465002" h="3414306">
                  <a:moveTo>
                    <a:pt x="0" y="0"/>
                  </a:moveTo>
                  <a:lnTo>
                    <a:pt x="6760" y="21630"/>
                  </a:lnTo>
                  <a:lnTo>
                    <a:pt x="80520" y="243222"/>
                  </a:lnTo>
                  <a:lnTo>
                    <a:pt x="154280" y="451291"/>
                  </a:lnTo>
                  <a:lnTo>
                    <a:pt x="228040" y="646662"/>
                  </a:lnTo>
                  <a:lnTo>
                    <a:pt x="301800" y="830110"/>
                  </a:lnTo>
                  <a:lnTo>
                    <a:pt x="375560" y="1002363"/>
                  </a:lnTo>
                  <a:lnTo>
                    <a:pt x="449320" y="1164103"/>
                  </a:lnTo>
                  <a:lnTo>
                    <a:pt x="523080" y="1315973"/>
                  </a:lnTo>
                  <a:lnTo>
                    <a:pt x="596840" y="1458574"/>
                  </a:lnTo>
                  <a:lnTo>
                    <a:pt x="670600" y="1592473"/>
                  </a:lnTo>
                  <a:lnTo>
                    <a:pt x="744360" y="1718201"/>
                  </a:lnTo>
                  <a:lnTo>
                    <a:pt x="818120" y="1836255"/>
                  </a:lnTo>
                  <a:lnTo>
                    <a:pt x="891880" y="1947105"/>
                  </a:lnTo>
                  <a:lnTo>
                    <a:pt x="965640" y="2051190"/>
                  </a:lnTo>
                  <a:lnTo>
                    <a:pt x="1039401" y="2148923"/>
                  </a:lnTo>
                  <a:lnTo>
                    <a:pt x="1113161" y="2240692"/>
                  </a:lnTo>
                  <a:lnTo>
                    <a:pt x="1186921" y="2326860"/>
                  </a:lnTo>
                  <a:lnTo>
                    <a:pt x="1260681" y="2407769"/>
                  </a:lnTo>
                  <a:lnTo>
                    <a:pt x="1334441" y="2483741"/>
                  </a:lnTo>
                  <a:lnTo>
                    <a:pt x="1408201" y="2555076"/>
                  </a:lnTo>
                  <a:lnTo>
                    <a:pt x="1481961" y="2622058"/>
                  </a:lnTo>
                  <a:lnTo>
                    <a:pt x="1555721" y="2684952"/>
                  </a:lnTo>
                  <a:lnTo>
                    <a:pt x="1629481" y="2744008"/>
                  </a:lnTo>
                  <a:lnTo>
                    <a:pt x="1703241" y="2789613"/>
                  </a:lnTo>
                  <a:lnTo>
                    <a:pt x="1777001" y="2811115"/>
                  </a:lnTo>
                  <a:lnTo>
                    <a:pt x="1850761" y="2832082"/>
                  </a:lnTo>
                  <a:lnTo>
                    <a:pt x="1924521" y="2852526"/>
                  </a:lnTo>
                  <a:lnTo>
                    <a:pt x="1998281" y="2872461"/>
                  </a:lnTo>
                  <a:lnTo>
                    <a:pt x="2072041" y="2891899"/>
                  </a:lnTo>
                  <a:lnTo>
                    <a:pt x="2145801" y="2910853"/>
                  </a:lnTo>
                  <a:lnTo>
                    <a:pt x="2219561" y="2929335"/>
                  </a:lnTo>
                  <a:lnTo>
                    <a:pt x="2293321" y="2947356"/>
                  </a:lnTo>
                  <a:lnTo>
                    <a:pt x="2367081" y="2964928"/>
                  </a:lnTo>
                  <a:lnTo>
                    <a:pt x="2440841" y="2982063"/>
                  </a:lnTo>
                  <a:lnTo>
                    <a:pt x="2514601" y="2998770"/>
                  </a:lnTo>
                  <a:lnTo>
                    <a:pt x="2588361" y="3015062"/>
                  </a:lnTo>
                  <a:lnTo>
                    <a:pt x="2662121" y="3030947"/>
                  </a:lnTo>
                  <a:lnTo>
                    <a:pt x="2735881" y="3046436"/>
                  </a:lnTo>
                  <a:lnTo>
                    <a:pt x="2809641" y="3061540"/>
                  </a:lnTo>
                  <a:lnTo>
                    <a:pt x="2883401" y="3076267"/>
                  </a:lnTo>
                  <a:lnTo>
                    <a:pt x="2957161" y="3090628"/>
                  </a:lnTo>
                  <a:lnTo>
                    <a:pt x="3030921" y="3104630"/>
                  </a:lnTo>
                  <a:lnTo>
                    <a:pt x="3104681" y="3118284"/>
                  </a:lnTo>
                  <a:lnTo>
                    <a:pt x="3178441" y="3131598"/>
                  </a:lnTo>
                  <a:lnTo>
                    <a:pt x="3252201" y="3144580"/>
                  </a:lnTo>
                  <a:lnTo>
                    <a:pt x="3325961" y="3157238"/>
                  </a:lnTo>
                  <a:lnTo>
                    <a:pt x="3399721" y="3169581"/>
                  </a:lnTo>
                  <a:lnTo>
                    <a:pt x="3473481" y="3181616"/>
                  </a:lnTo>
                  <a:lnTo>
                    <a:pt x="3547241" y="3193352"/>
                  </a:lnTo>
                  <a:lnTo>
                    <a:pt x="3621001" y="3204795"/>
                  </a:lnTo>
                  <a:lnTo>
                    <a:pt x="3694761" y="3215953"/>
                  </a:lnTo>
                  <a:lnTo>
                    <a:pt x="3768521" y="3226834"/>
                  </a:lnTo>
                  <a:lnTo>
                    <a:pt x="3842281" y="3237443"/>
                  </a:lnTo>
                  <a:lnTo>
                    <a:pt x="3916041" y="3247787"/>
                  </a:lnTo>
                  <a:lnTo>
                    <a:pt x="3989802" y="3257874"/>
                  </a:lnTo>
                  <a:lnTo>
                    <a:pt x="4063562" y="3267710"/>
                  </a:lnTo>
                  <a:lnTo>
                    <a:pt x="4137322" y="3277301"/>
                  </a:lnTo>
                  <a:lnTo>
                    <a:pt x="4211082" y="3286652"/>
                  </a:lnTo>
                  <a:lnTo>
                    <a:pt x="4284842" y="3295771"/>
                  </a:lnTo>
                  <a:lnTo>
                    <a:pt x="4358602" y="3304662"/>
                  </a:lnTo>
                  <a:lnTo>
                    <a:pt x="4432362" y="3313332"/>
                  </a:lnTo>
                  <a:lnTo>
                    <a:pt x="4506122" y="3321786"/>
                  </a:lnTo>
                  <a:lnTo>
                    <a:pt x="4579882" y="3330030"/>
                  </a:lnTo>
                  <a:lnTo>
                    <a:pt x="4653642" y="3338067"/>
                  </a:lnTo>
                  <a:lnTo>
                    <a:pt x="4727402" y="3345905"/>
                  </a:lnTo>
                  <a:lnTo>
                    <a:pt x="4801162" y="3353547"/>
                  </a:lnTo>
                  <a:lnTo>
                    <a:pt x="4874922" y="3360999"/>
                  </a:lnTo>
                  <a:lnTo>
                    <a:pt x="4948682" y="3368266"/>
                  </a:lnTo>
                  <a:lnTo>
                    <a:pt x="5022442" y="3375351"/>
                  </a:lnTo>
                  <a:lnTo>
                    <a:pt x="5096202" y="3382260"/>
                  </a:lnTo>
                  <a:lnTo>
                    <a:pt x="5169962" y="3388996"/>
                  </a:lnTo>
                  <a:lnTo>
                    <a:pt x="5243722" y="3395565"/>
                  </a:lnTo>
                  <a:lnTo>
                    <a:pt x="5317482" y="3401970"/>
                  </a:lnTo>
                  <a:lnTo>
                    <a:pt x="5391242" y="3408216"/>
                  </a:lnTo>
                  <a:lnTo>
                    <a:pt x="5465002" y="341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16945"/>
              <a:ext cx="7235830" cy="2797879"/>
            </a:xfrm>
            <a:custGeom>
              <a:avLst/>
              <a:pathLst>
                <a:path w="7235830" h="2797879">
                  <a:moveTo>
                    <a:pt x="7235830" y="2797879"/>
                  </a:moveTo>
                  <a:lnTo>
                    <a:pt x="7162070" y="2795644"/>
                  </a:lnTo>
                  <a:lnTo>
                    <a:pt x="7088310" y="2793264"/>
                  </a:lnTo>
                  <a:lnTo>
                    <a:pt x="7014550" y="2790730"/>
                  </a:lnTo>
                  <a:lnTo>
                    <a:pt x="6940789" y="2788030"/>
                  </a:lnTo>
                  <a:lnTo>
                    <a:pt x="6867029" y="2785156"/>
                  </a:lnTo>
                  <a:lnTo>
                    <a:pt x="6793269" y="2782094"/>
                  </a:lnTo>
                  <a:lnTo>
                    <a:pt x="6719509" y="2778833"/>
                  </a:lnTo>
                  <a:lnTo>
                    <a:pt x="6645749" y="2775361"/>
                  </a:lnTo>
                  <a:lnTo>
                    <a:pt x="6571989" y="2771663"/>
                  </a:lnTo>
                  <a:lnTo>
                    <a:pt x="6498229" y="2767724"/>
                  </a:lnTo>
                  <a:lnTo>
                    <a:pt x="6424469" y="2763530"/>
                  </a:lnTo>
                  <a:lnTo>
                    <a:pt x="6350709" y="2759063"/>
                  </a:lnTo>
                  <a:lnTo>
                    <a:pt x="6276949" y="2754305"/>
                  </a:lnTo>
                  <a:lnTo>
                    <a:pt x="6203189" y="2749238"/>
                  </a:lnTo>
                  <a:lnTo>
                    <a:pt x="6129429" y="2743842"/>
                  </a:lnTo>
                  <a:lnTo>
                    <a:pt x="6055669" y="2738096"/>
                  </a:lnTo>
                  <a:lnTo>
                    <a:pt x="5981909" y="2731976"/>
                  </a:lnTo>
                  <a:lnTo>
                    <a:pt x="5908149" y="2725458"/>
                  </a:lnTo>
                  <a:lnTo>
                    <a:pt x="5834389" y="2718516"/>
                  </a:lnTo>
                  <a:lnTo>
                    <a:pt x="5760629" y="2711123"/>
                  </a:lnTo>
                  <a:lnTo>
                    <a:pt x="5686869" y="2703250"/>
                  </a:lnTo>
                  <a:lnTo>
                    <a:pt x="5613109" y="2694865"/>
                  </a:lnTo>
                  <a:lnTo>
                    <a:pt x="5539349" y="2685935"/>
                  </a:lnTo>
                  <a:lnTo>
                    <a:pt x="5465589" y="2676425"/>
                  </a:lnTo>
                  <a:lnTo>
                    <a:pt x="5391829" y="2666296"/>
                  </a:lnTo>
                  <a:lnTo>
                    <a:pt x="5318069" y="2655510"/>
                  </a:lnTo>
                  <a:lnTo>
                    <a:pt x="5244309" y="2644022"/>
                  </a:lnTo>
                  <a:lnTo>
                    <a:pt x="5170549" y="2631788"/>
                  </a:lnTo>
                  <a:lnTo>
                    <a:pt x="5096789" y="2618758"/>
                  </a:lnTo>
                  <a:lnTo>
                    <a:pt x="5023029" y="2604882"/>
                  </a:lnTo>
                  <a:lnTo>
                    <a:pt x="4949269" y="2590103"/>
                  </a:lnTo>
                  <a:lnTo>
                    <a:pt x="4875509" y="2574364"/>
                  </a:lnTo>
                  <a:lnTo>
                    <a:pt x="4801749" y="2557603"/>
                  </a:lnTo>
                  <a:lnTo>
                    <a:pt x="4727989" y="2539751"/>
                  </a:lnTo>
                  <a:lnTo>
                    <a:pt x="4654229" y="2520740"/>
                  </a:lnTo>
                  <a:lnTo>
                    <a:pt x="4580469" y="2500493"/>
                  </a:lnTo>
                  <a:lnTo>
                    <a:pt x="4506709" y="2478930"/>
                  </a:lnTo>
                  <a:lnTo>
                    <a:pt x="4432949" y="2455966"/>
                  </a:lnTo>
                  <a:lnTo>
                    <a:pt x="4359189" y="2431509"/>
                  </a:lnTo>
                  <a:lnTo>
                    <a:pt x="4285429" y="2405462"/>
                  </a:lnTo>
                  <a:lnTo>
                    <a:pt x="4211669" y="2377723"/>
                  </a:lnTo>
                  <a:lnTo>
                    <a:pt x="4137909" y="2348181"/>
                  </a:lnTo>
                  <a:lnTo>
                    <a:pt x="4064149" y="2316718"/>
                  </a:lnTo>
                  <a:lnTo>
                    <a:pt x="3990388" y="2283211"/>
                  </a:lnTo>
                  <a:lnTo>
                    <a:pt x="3916628" y="2247526"/>
                  </a:lnTo>
                  <a:lnTo>
                    <a:pt x="3842868" y="2209522"/>
                  </a:lnTo>
                  <a:lnTo>
                    <a:pt x="3769108" y="2169047"/>
                  </a:lnTo>
                  <a:lnTo>
                    <a:pt x="3695348" y="2125942"/>
                  </a:lnTo>
                  <a:lnTo>
                    <a:pt x="3621588" y="2080036"/>
                  </a:lnTo>
                  <a:lnTo>
                    <a:pt x="3547828" y="2031146"/>
                  </a:lnTo>
                  <a:lnTo>
                    <a:pt x="3474068" y="1979078"/>
                  </a:lnTo>
                  <a:lnTo>
                    <a:pt x="3400308" y="1947179"/>
                  </a:lnTo>
                  <a:lnTo>
                    <a:pt x="3326548" y="1924564"/>
                  </a:lnTo>
                  <a:lnTo>
                    <a:pt x="3252788" y="1901370"/>
                  </a:lnTo>
                  <a:lnTo>
                    <a:pt x="3179028" y="1877585"/>
                  </a:lnTo>
                  <a:lnTo>
                    <a:pt x="3105268" y="1853191"/>
                  </a:lnTo>
                  <a:lnTo>
                    <a:pt x="3031508" y="1828174"/>
                  </a:lnTo>
                  <a:lnTo>
                    <a:pt x="2957748" y="1802518"/>
                  </a:lnTo>
                  <a:lnTo>
                    <a:pt x="2883988" y="1776207"/>
                  </a:lnTo>
                  <a:lnTo>
                    <a:pt x="2810228" y="1749223"/>
                  </a:lnTo>
                  <a:lnTo>
                    <a:pt x="2736468" y="1721550"/>
                  </a:lnTo>
                  <a:lnTo>
                    <a:pt x="2662708" y="1693169"/>
                  </a:lnTo>
                  <a:lnTo>
                    <a:pt x="2588948" y="1664063"/>
                  </a:lnTo>
                  <a:lnTo>
                    <a:pt x="2515188" y="1634214"/>
                  </a:lnTo>
                  <a:lnTo>
                    <a:pt x="2441428" y="1603602"/>
                  </a:lnTo>
                  <a:lnTo>
                    <a:pt x="2367668" y="1572208"/>
                  </a:lnTo>
                  <a:lnTo>
                    <a:pt x="2293908" y="1540012"/>
                  </a:lnTo>
                  <a:lnTo>
                    <a:pt x="2220148" y="1506993"/>
                  </a:lnTo>
                  <a:lnTo>
                    <a:pt x="2146388" y="1473130"/>
                  </a:lnTo>
                  <a:lnTo>
                    <a:pt x="2072628" y="1438402"/>
                  </a:lnTo>
                  <a:lnTo>
                    <a:pt x="1998868" y="1402787"/>
                  </a:lnTo>
                  <a:lnTo>
                    <a:pt x="1925108" y="1366261"/>
                  </a:lnTo>
                  <a:lnTo>
                    <a:pt x="1851348" y="1328803"/>
                  </a:lnTo>
                  <a:lnTo>
                    <a:pt x="1777588" y="1290387"/>
                  </a:lnTo>
                  <a:lnTo>
                    <a:pt x="1703828" y="1250989"/>
                  </a:lnTo>
                  <a:lnTo>
                    <a:pt x="1630068" y="1210585"/>
                  </a:lnTo>
                  <a:lnTo>
                    <a:pt x="1556308" y="1169149"/>
                  </a:lnTo>
                  <a:lnTo>
                    <a:pt x="1482548" y="1126654"/>
                  </a:lnTo>
                  <a:lnTo>
                    <a:pt x="1408788" y="1083073"/>
                  </a:lnTo>
                  <a:lnTo>
                    <a:pt x="1335028" y="1038378"/>
                  </a:lnTo>
                  <a:lnTo>
                    <a:pt x="1261268" y="992542"/>
                  </a:lnTo>
                  <a:lnTo>
                    <a:pt x="1187508" y="945534"/>
                  </a:lnTo>
                  <a:lnTo>
                    <a:pt x="1113747" y="897325"/>
                  </a:lnTo>
                  <a:lnTo>
                    <a:pt x="1039987" y="847884"/>
                  </a:lnTo>
                  <a:lnTo>
                    <a:pt x="966227" y="797180"/>
                  </a:lnTo>
                  <a:lnTo>
                    <a:pt x="892467" y="745181"/>
                  </a:lnTo>
                  <a:lnTo>
                    <a:pt x="818707" y="691853"/>
                  </a:lnTo>
                  <a:lnTo>
                    <a:pt x="744947" y="637162"/>
                  </a:lnTo>
                  <a:lnTo>
                    <a:pt x="671187" y="581073"/>
                  </a:lnTo>
                  <a:lnTo>
                    <a:pt x="597427" y="523552"/>
                  </a:lnTo>
                  <a:lnTo>
                    <a:pt x="523667" y="464561"/>
                  </a:lnTo>
                  <a:lnTo>
                    <a:pt x="449907" y="404062"/>
                  </a:lnTo>
                  <a:lnTo>
                    <a:pt x="376147" y="342018"/>
                  </a:lnTo>
                  <a:lnTo>
                    <a:pt x="302387" y="278388"/>
                  </a:lnTo>
                  <a:lnTo>
                    <a:pt x="228627" y="213133"/>
                  </a:lnTo>
                  <a:lnTo>
                    <a:pt x="154867" y="146210"/>
                  </a:lnTo>
                  <a:lnTo>
                    <a:pt x="81107" y="77577"/>
                  </a:lnTo>
                  <a:lnTo>
                    <a:pt x="7347" y="71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1896563"/>
              <a:ext cx="6184249" cy="3562119"/>
            </a:xfrm>
            <a:custGeom>
              <a:avLst/>
              <a:pathLst>
                <a:path w="6184249" h="3562119">
                  <a:moveTo>
                    <a:pt x="0" y="0"/>
                  </a:moveTo>
                  <a:lnTo>
                    <a:pt x="62167" y="133722"/>
                  </a:lnTo>
                  <a:lnTo>
                    <a:pt x="135927" y="285534"/>
                  </a:lnTo>
                  <a:lnTo>
                    <a:pt x="209687" y="430797"/>
                  </a:lnTo>
                  <a:lnTo>
                    <a:pt x="283447" y="569792"/>
                  </a:lnTo>
                  <a:lnTo>
                    <a:pt x="357207" y="702792"/>
                  </a:lnTo>
                  <a:lnTo>
                    <a:pt x="430967" y="830053"/>
                  </a:lnTo>
                  <a:lnTo>
                    <a:pt x="504727" y="951824"/>
                  </a:lnTo>
                  <a:lnTo>
                    <a:pt x="578488" y="1068342"/>
                  </a:lnTo>
                  <a:lnTo>
                    <a:pt x="652248" y="1179833"/>
                  </a:lnTo>
                  <a:lnTo>
                    <a:pt x="726008" y="1286514"/>
                  </a:lnTo>
                  <a:lnTo>
                    <a:pt x="799768" y="1388593"/>
                  </a:lnTo>
                  <a:lnTo>
                    <a:pt x="873528" y="1486268"/>
                  </a:lnTo>
                  <a:lnTo>
                    <a:pt x="947288" y="1579729"/>
                  </a:lnTo>
                  <a:lnTo>
                    <a:pt x="1021048" y="1669158"/>
                  </a:lnTo>
                  <a:lnTo>
                    <a:pt x="1094808" y="1754729"/>
                  </a:lnTo>
                  <a:lnTo>
                    <a:pt x="1168568" y="1836608"/>
                  </a:lnTo>
                  <a:lnTo>
                    <a:pt x="1242328" y="1914955"/>
                  </a:lnTo>
                  <a:lnTo>
                    <a:pt x="1316088" y="1989922"/>
                  </a:lnTo>
                  <a:lnTo>
                    <a:pt x="1389848" y="2061654"/>
                  </a:lnTo>
                  <a:lnTo>
                    <a:pt x="1463608" y="2130292"/>
                  </a:lnTo>
                  <a:lnTo>
                    <a:pt x="1537368" y="2195969"/>
                  </a:lnTo>
                  <a:lnTo>
                    <a:pt x="1611128" y="2258812"/>
                  </a:lnTo>
                  <a:lnTo>
                    <a:pt x="1684888" y="2318945"/>
                  </a:lnTo>
                  <a:lnTo>
                    <a:pt x="1758648" y="2376483"/>
                  </a:lnTo>
                  <a:lnTo>
                    <a:pt x="1832408" y="2431538"/>
                  </a:lnTo>
                  <a:lnTo>
                    <a:pt x="1906168" y="2484219"/>
                  </a:lnTo>
                  <a:lnTo>
                    <a:pt x="1979928" y="2534627"/>
                  </a:lnTo>
                  <a:lnTo>
                    <a:pt x="2053688" y="2582860"/>
                  </a:lnTo>
                  <a:lnTo>
                    <a:pt x="2127448" y="2629012"/>
                  </a:lnTo>
                  <a:lnTo>
                    <a:pt x="2201208" y="2673173"/>
                  </a:lnTo>
                  <a:lnTo>
                    <a:pt x="2274968" y="2715429"/>
                  </a:lnTo>
                  <a:lnTo>
                    <a:pt x="2348728" y="2755862"/>
                  </a:lnTo>
                  <a:lnTo>
                    <a:pt x="2422488" y="2794551"/>
                  </a:lnTo>
                  <a:lnTo>
                    <a:pt x="2496248" y="2831570"/>
                  </a:lnTo>
                  <a:lnTo>
                    <a:pt x="2570008" y="2866993"/>
                  </a:lnTo>
                  <a:lnTo>
                    <a:pt x="2643768" y="2900887"/>
                  </a:lnTo>
                  <a:lnTo>
                    <a:pt x="2717528" y="2933319"/>
                  </a:lnTo>
                  <a:lnTo>
                    <a:pt x="2791288" y="2964352"/>
                  </a:lnTo>
                  <a:lnTo>
                    <a:pt x="2865048" y="2994046"/>
                  </a:lnTo>
                  <a:lnTo>
                    <a:pt x="2938808" y="3022459"/>
                  </a:lnTo>
                  <a:lnTo>
                    <a:pt x="3012568" y="3049646"/>
                  </a:lnTo>
                  <a:lnTo>
                    <a:pt x="3086328" y="3075660"/>
                  </a:lnTo>
                  <a:lnTo>
                    <a:pt x="3160088" y="3100552"/>
                  </a:lnTo>
                  <a:lnTo>
                    <a:pt x="3233848" y="3124370"/>
                  </a:lnTo>
                  <a:lnTo>
                    <a:pt x="3307608" y="3147161"/>
                  </a:lnTo>
                  <a:lnTo>
                    <a:pt x="3381368" y="3168968"/>
                  </a:lnTo>
                  <a:lnTo>
                    <a:pt x="3455128" y="3189835"/>
                  </a:lnTo>
                  <a:lnTo>
                    <a:pt x="3528889" y="3209801"/>
                  </a:lnTo>
                  <a:lnTo>
                    <a:pt x="3602649" y="3228906"/>
                  </a:lnTo>
                  <a:lnTo>
                    <a:pt x="3676409" y="3247187"/>
                  </a:lnTo>
                  <a:lnTo>
                    <a:pt x="3750169" y="3264679"/>
                  </a:lnTo>
                  <a:lnTo>
                    <a:pt x="3823929" y="3281416"/>
                  </a:lnTo>
                  <a:lnTo>
                    <a:pt x="3897689" y="3297432"/>
                  </a:lnTo>
                  <a:lnTo>
                    <a:pt x="3971449" y="3312756"/>
                  </a:lnTo>
                  <a:lnTo>
                    <a:pt x="4045209" y="3327419"/>
                  </a:lnTo>
                  <a:lnTo>
                    <a:pt x="4118969" y="3341450"/>
                  </a:lnTo>
                  <a:lnTo>
                    <a:pt x="4192729" y="3354876"/>
                  </a:lnTo>
                  <a:lnTo>
                    <a:pt x="4266489" y="3367722"/>
                  </a:lnTo>
                  <a:lnTo>
                    <a:pt x="4340249" y="3380014"/>
                  </a:lnTo>
                  <a:lnTo>
                    <a:pt x="4414009" y="3391775"/>
                  </a:lnTo>
                  <a:lnTo>
                    <a:pt x="4487769" y="3403030"/>
                  </a:lnTo>
                  <a:lnTo>
                    <a:pt x="4561529" y="3413798"/>
                  </a:lnTo>
                  <a:lnTo>
                    <a:pt x="4635289" y="3424103"/>
                  </a:lnTo>
                  <a:lnTo>
                    <a:pt x="4709049" y="3433962"/>
                  </a:lnTo>
                  <a:lnTo>
                    <a:pt x="4782809" y="3443397"/>
                  </a:lnTo>
                  <a:lnTo>
                    <a:pt x="4856569" y="3452424"/>
                  </a:lnTo>
                  <a:lnTo>
                    <a:pt x="4930329" y="3461062"/>
                  </a:lnTo>
                  <a:lnTo>
                    <a:pt x="5004089" y="3469327"/>
                  </a:lnTo>
                  <a:lnTo>
                    <a:pt x="5077849" y="3477235"/>
                  </a:lnTo>
                  <a:lnTo>
                    <a:pt x="5151609" y="3484803"/>
                  </a:lnTo>
                  <a:lnTo>
                    <a:pt x="5225369" y="3492044"/>
                  </a:lnTo>
                  <a:lnTo>
                    <a:pt x="5299129" y="3498972"/>
                  </a:lnTo>
                  <a:lnTo>
                    <a:pt x="5372889" y="3505602"/>
                  </a:lnTo>
                  <a:lnTo>
                    <a:pt x="5446649" y="3511945"/>
                  </a:lnTo>
                  <a:lnTo>
                    <a:pt x="5520409" y="3518015"/>
                  </a:lnTo>
                  <a:lnTo>
                    <a:pt x="5594169" y="3523823"/>
                  </a:lnTo>
                  <a:lnTo>
                    <a:pt x="5667929" y="3529381"/>
                  </a:lnTo>
                  <a:lnTo>
                    <a:pt x="5741689" y="3534699"/>
                  </a:lnTo>
                  <a:lnTo>
                    <a:pt x="5815449" y="3539787"/>
                  </a:lnTo>
                  <a:lnTo>
                    <a:pt x="5889209" y="3544656"/>
                  </a:lnTo>
                  <a:lnTo>
                    <a:pt x="5962969" y="3549315"/>
                  </a:lnTo>
                  <a:lnTo>
                    <a:pt x="6036729" y="3553772"/>
                  </a:lnTo>
                  <a:lnTo>
                    <a:pt x="6110489" y="3558038"/>
                  </a:lnTo>
                  <a:lnTo>
                    <a:pt x="6184249" y="35621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2026-05-21T09:01:13Z</dcterms:modified>
  <cp:category/>
</cp:coreProperties>
</file>