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450954"/>
            </a:xfrm>
            <a:custGeom>
              <a:avLst/>
              <a:pathLst>
                <a:path w="7235830" h="3450954">
                  <a:moveTo>
                    <a:pt x="1770827" y="0"/>
                  </a:moveTo>
                  <a:lnTo>
                    <a:pt x="1777588" y="20630"/>
                  </a:lnTo>
                  <a:lnTo>
                    <a:pt x="1851348" y="231976"/>
                  </a:lnTo>
                  <a:lnTo>
                    <a:pt x="1925108" y="430424"/>
                  </a:lnTo>
                  <a:lnTo>
                    <a:pt x="1998868" y="616761"/>
                  </a:lnTo>
                  <a:lnTo>
                    <a:pt x="2072628" y="791726"/>
                  </a:lnTo>
                  <a:lnTo>
                    <a:pt x="2146388" y="956014"/>
                  </a:lnTo>
                  <a:lnTo>
                    <a:pt x="2220148" y="1110275"/>
                  </a:lnTo>
                  <a:lnTo>
                    <a:pt x="2293908" y="1255123"/>
                  </a:lnTo>
                  <a:lnTo>
                    <a:pt x="2367668" y="1391131"/>
                  </a:lnTo>
                  <a:lnTo>
                    <a:pt x="2441428" y="1518838"/>
                  </a:lnTo>
                  <a:lnTo>
                    <a:pt x="2515188" y="1638752"/>
                  </a:lnTo>
                  <a:lnTo>
                    <a:pt x="2588948" y="1751347"/>
                  </a:lnTo>
                  <a:lnTo>
                    <a:pt x="2662708" y="1857072"/>
                  </a:lnTo>
                  <a:lnTo>
                    <a:pt x="2736468" y="1956344"/>
                  </a:lnTo>
                  <a:lnTo>
                    <a:pt x="2810228" y="2049558"/>
                  </a:lnTo>
                  <a:lnTo>
                    <a:pt x="2883988" y="2137083"/>
                  </a:lnTo>
                  <a:lnTo>
                    <a:pt x="2957748" y="2219266"/>
                  </a:lnTo>
                  <a:lnTo>
                    <a:pt x="3031508" y="2296435"/>
                  </a:lnTo>
                  <a:lnTo>
                    <a:pt x="3105268" y="2368894"/>
                  </a:lnTo>
                  <a:lnTo>
                    <a:pt x="3179028" y="2436930"/>
                  </a:lnTo>
                  <a:lnTo>
                    <a:pt x="3252788" y="2500815"/>
                  </a:lnTo>
                  <a:lnTo>
                    <a:pt x="3326548" y="2560801"/>
                  </a:lnTo>
                  <a:lnTo>
                    <a:pt x="3400308" y="2617126"/>
                  </a:lnTo>
                  <a:lnTo>
                    <a:pt x="3474068" y="2660622"/>
                  </a:lnTo>
                  <a:lnTo>
                    <a:pt x="3547828" y="2681130"/>
                  </a:lnTo>
                  <a:lnTo>
                    <a:pt x="3621588" y="2701128"/>
                  </a:lnTo>
                  <a:lnTo>
                    <a:pt x="3695348" y="2720626"/>
                  </a:lnTo>
                  <a:lnTo>
                    <a:pt x="3769108" y="2739640"/>
                  </a:lnTo>
                  <a:lnTo>
                    <a:pt x="3842868" y="2758179"/>
                  </a:lnTo>
                  <a:lnTo>
                    <a:pt x="3916628" y="2776257"/>
                  </a:lnTo>
                  <a:lnTo>
                    <a:pt x="3990388" y="2793884"/>
                  </a:lnTo>
                  <a:lnTo>
                    <a:pt x="4064149" y="2811072"/>
                  </a:lnTo>
                  <a:lnTo>
                    <a:pt x="4137909" y="2827831"/>
                  </a:lnTo>
                  <a:lnTo>
                    <a:pt x="4211669" y="2844173"/>
                  </a:lnTo>
                  <a:lnTo>
                    <a:pt x="4285429" y="2860108"/>
                  </a:lnTo>
                  <a:lnTo>
                    <a:pt x="4359189" y="2875646"/>
                  </a:lnTo>
                  <a:lnTo>
                    <a:pt x="4432949" y="2890797"/>
                  </a:lnTo>
                  <a:lnTo>
                    <a:pt x="4506709" y="2905570"/>
                  </a:lnTo>
                  <a:lnTo>
                    <a:pt x="4580469" y="2919976"/>
                  </a:lnTo>
                  <a:lnTo>
                    <a:pt x="4654229" y="2934022"/>
                  </a:lnTo>
                  <a:lnTo>
                    <a:pt x="4727989" y="2947718"/>
                  </a:lnTo>
                  <a:lnTo>
                    <a:pt x="4801749" y="2961073"/>
                  </a:lnTo>
                  <a:lnTo>
                    <a:pt x="4875509" y="2974096"/>
                  </a:lnTo>
                  <a:lnTo>
                    <a:pt x="4949269" y="2986794"/>
                  </a:lnTo>
                  <a:lnTo>
                    <a:pt x="5023029" y="2999175"/>
                  </a:lnTo>
                  <a:lnTo>
                    <a:pt x="5096789" y="3011248"/>
                  </a:lnTo>
                  <a:lnTo>
                    <a:pt x="5170549" y="3023021"/>
                  </a:lnTo>
                  <a:lnTo>
                    <a:pt x="5244309" y="3034500"/>
                  </a:lnTo>
                  <a:lnTo>
                    <a:pt x="5318069" y="3045693"/>
                  </a:lnTo>
                  <a:lnTo>
                    <a:pt x="5391829" y="3056607"/>
                  </a:lnTo>
                  <a:lnTo>
                    <a:pt x="5465589" y="3067249"/>
                  </a:lnTo>
                  <a:lnTo>
                    <a:pt x="5539349" y="3077626"/>
                  </a:lnTo>
                  <a:lnTo>
                    <a:pt x="5613109" y="3087744"/>
                  </a:lnTo>
                  <a:lnTo>
                    <a:pt x="5686869" y="3097611"/>
                  </a:lnTo>
                  <a:lnTo>
                    <a:pt x="5760629" y="3107231"/>
                  </a:lnTo>
                  <a:lnTo>
                    <a:pt x="5834389" y="3116612"/>
                  </a:lnTo>
                  <a:lnTo>
                    <a:pt x="5908149" y="3125759"/>
                  </a:lnTo>
                  <a:lnTo>
                    <a:pt x="5981909" y="3134679"/>
                  </a:lnTo>
                  <a:lnTo>
                    <a:pt x="6055669" y="3143376"/>
                  </a:lnTo>
                  <a:lnTo>
                    <a:pt x="6129429" y="3151856"/>
                  </a:lnTo>
                  <a:lnTo>
                    <a:pt x="6203189" y="3160125"/>
                  </a:lnTo>
                  <a:lnTo>
                    <a:pt x="6276949" y="3168188"/>
                  </a:lnTo>
                  <a:lnTo>
                    <a:pt x="6350709" y="3176050"/>
                  </a:lnTo>
                  <a:lnTo>
                    <a:pt x="6424469" y="3183716"/>
                  </a:lnTo>
                  <a:lnTo>
                    <a:pt x="6498229" y="3191192"/>
                  </a:lnTo>
                  <a:lnTo>
                    <a:pt x="6571989" y="3198481"/>
                  </a:lnTo>
                  <a:lnTo>
                    <a:pt x="6645749" y="3205588"/>
                  </a:lnTo>
                  <a:lnTo>
                    <a:pt x="6719509" y="3212518"/>
                  </a:lnTo>
                  <a:lnTo>
                    <a:pt x="6793269" y="3219276"/>
                  </a:lnTo>
                  <a:lnTo>
                    <a:pt x="6867029" y="3225865"/>
                  </a:lnTo>
                  <a:lnTo>
                    <a:pt x="6940789" y="3232290"/>
                  </a:lnTo>
                  <a:lnTo>
                    <a:pt x="7014550" y="3238555"/>
                  </a:lnTo>
                  <a:lnTo>
                    <a:pt x="7088310" y="3244664"/>
                  </a:lnTo>
                  <a:lnTo>
                    <a:pt x="7162070" y="3250621"/>
                  </a:lnTo>
                  <a:lnTo>
                    <a:pt x="7235830" y="3256429"/>
                  </a:lnTo>
                  <a:lnTo>
                    <a:pt x="7235830" y="3450954"/>
                  </a:lnTo>
                  <a:lnTo>
                    <a:pt x="7162070" y="3448823"/>
                  </a:lnTo>
                  <a:lnTo>
                    <a:pt x="7088310" y="3446553"/>
                  </a:lnTo>
                  <a:lnTo>
                    <a:pt x="7014550" y="3444135"/>
                  </a:lnTo>
                  <a:lnTo>
                    <a:pt x="6940789" y="3441561"/>
                  </a:lnTo>
                  <a:lnTo>
                    <a:pt x="6867029" y="3438819"/>
                  </a:lnTo>
                  <a:lnTo>
                    <a:pt x="6793269" y="3435899"/>
                  </a:lnTo>
                  <a:lnTo>
                    <a:pt x="6719509" y="3432789"/>
                  </a:lnTo>
                  <a:lnTo>
                    <a:pt x="6645749" y="3429477"/>
                  </a:lnTo>
                  <a:lnTo>
                    <a:pt x="6571989" y="3425950"/>
                  </a:lnTo>
                  <a:lnTo>
                    <a:pt x="6498229" y="3422194"/>
                  </a:lnTo>
                  <a:lnTo>
                    <a:pt x="6424469" y="3418193"/>
                  </a:lnTo>
                  <a:lnTo>
                    <a:pt x="6350709" y="3413933"/>
                  </a:lnTo>
                  <a:lnTo>
                    <a:pt x="6276949" y="3409395"/>
                  </a:lnTo>
                  <a:lnTo>
                    <a:pt x="6203189" y="3404563"/>
                  </a:lnTo>
                  <a:lnTo>
                    <a:pt x="6129429" y="3399416"/>
                  </a:lnTo>
                  <a:lnTo>
                    <a:pt x="6055669" y="3393935"/>
                  </a:lnTo>
                  <a:lnTo>
                    <a:pt x="5981909" y="3388098"/>
                  </a:lnTo>
                  <a:lnTo>
                    <a:pt x="5908149" y="3381882"/>
                  </a:lnTo>
                  <a:lnTo>
                    <a:pt x="5834389" y="3375261"/>
                  </a:lnTo>
                  <a:lnTo>
                    <a:pt x="5760629" y="3368210"/>
                  </a:lnTo>
                  <a:lnTo>
                    <a:pt x="5686869" y="3360701"/>
                  </a:lnTo>
                  <a:lnTo>
                    <a:pt x="5613109" y="3352704"/>
                  </a:lnTo>
                  <a:lnTo>
                    <a:pt x="5539349" y="3344187"/>
                  </a:lnTo>
                  <a:lnTo>
                    <a:pt x="5465589" y="3335116"/>
                  </a:lnTo>
                  <a:lnTo>
                    <a:pt x="5391829" y="3325456"/>
                  </a:lnTo>
                  <a:lnTo>
                    <a:pt x="5318069" y="3315168"/>
                  </a:lnTo>
                  <a:lnTo>
                    <a:pt x="5244309" y="3304212"/>
                  </a:lnTo>
                  <a:lnTo>
                    <a:pt x="5170549" y="3292543"/>
                  </a:lnTo>
                  <a:lnTo>
                    <a:pt x="5096789" y="3280116"/>
                  </a:lnTo>
                  <a:lnTo>
                    <a:pt x="5023029" y="3266881"/>
                  </a:lnTo>
                  <a:lnTo>
                    <a:pt x="4949269" y="3252786"/>
                  </a:lnTo>
                  <a:lnTo>
                    <a:pt x="4875509" y="3237775"/>
                  </a:lnTo>
                  <a:lnTo>
                    <a:pt x="4801749" y="3221788"/>
                  </a:lnTo>
                  <a:lnTo>
                    <a:pt x="4727989" y="3204762"/>
                  </a:lnTo>
                  <a:lnTo>
                    <a:pt x="4654229" y="3186630"/>
                  </a:lnTo>
                  <a:lnTo>
                    <a:pt x="4580469" y="3167319"/>
                  </a:lnTo>
                  <a:lnTo>
                    <a:pt x="4506709" y="3146753"/>
                  </a:lnTo>
                  <a:lnTo>
                    <a:pt x="4432949" y="3124851"/>
                  </a:lnTo>
                  <a:lnTo>
                    <a:pt x="4359189" y="3101525"/>
                  </a:lnTo>
                  <a:lnTo>
                    <a:pt x="4285429" y="3076683"/>
                  </a:lnTo>
                  <a:lnTo>
                    <a:pt x="4211669" y="3050226"/>
                  </a:lnTo>
                  <a:lnTo>
                    <a:pt x="4137909" y="3022050"/>
                  </a:lnTo>
                  <a:lnTo>
                    <a:pt x="4064149" y="2992042"/>
                  </a:lnTo>
                  <a:lnTo>
                    <a:pt x="3990388" y="2960084"/>
                  </a:lnTo>
                  <a:lnTo>
                    <a:pt x="3916628" y="2926049"/>
                  </a:lnTo>
                  <a:lnTo>
                    <a:pt x="3842868" y="2889802"/>
                  </a:lnTo>
                  <a:lnTo>
                    <a:pt x="3769108" y="2851199"/>
                  </a:lnTo>
                  <a:lnTo>
                    <a:pt x="3695348" y="2810088"/>
                  </a:lnTo>
                  <a:lnTo>
                    <a:pt x="3621588" y="2766304"/>
                  </a:lnTo>
                  <a:lnTo>
                    <a:pt x="3547828" y="2719674"/>
                  </a:lnTo>
                  <a:lnTo>
                    <a:pt x="3474068" y="2670014"/>
                  </a:lnTo>
                  <a:lnTo>
                    <a:pt x="3400308" y="2639590"/>
                  </a:lnTo>
                  <a:lnTo>
                    <a:pt x="3326548" y="2618021"/>
                  </a:lnTo>
                  <a:lnTo>
                    <a:pt x="3252788" y="2595900"/>
                  </a:lnTo>
                  <a:lnTo>
                    <a:pt x="3179028" y="2573214"/>
                  </a:lnTo>
                  <a:lnTo>
                    <a:pt x="3105268" y="2549948"/>
                  </a:lnTo>
                  <a:lnTo>
                    <a:pt x="3031508" y="2526088"/>
                  </a:lnTo>
                  <a:lnTo>
                    <a:pt x="2957748" y="2501619"/>
                  </a:lnTo>
                  <a:lnTo>
                    <a:pt x="2883988" y="2476524"/>
                  </a:lnTo>
                  <a:lnTo>
                    <a:pt x="2810228" y="2450788"/>
                  </a:lnTo>
                  <a:lnTo>
                    <a:pt x="2736468" y="2424394"/>
                  </a:lnTo>
                  <a:lnTo>
                    <a:pt x="2662708" y="2397326"/>
                  </a:lnTo>
                  <a:lnTo>
                    <a:pt x="2588948" y="2369566"/>
                  </a:lnTo>
                  <a:lnTo>
                    <a:pt x="2515188" y="2341097"/>
                  </a:lnTo>
                  <a:lnTo>
                    <a:pt x="2441428" y="2311900"/>
                  </a:lnTo>
                  <a:lnTo>
                    <a:pt x="2367668" y="2281958"/>
                  </a:lnTo>
                  <a:lnTo>
                    <a:pt x="2293908" y="2251250"/>
                  </a:lnTo>
                  <a:lnTo>
                    <a:pt x="2220148" y="2219758"/>
                  </a:lnTo>
                  <a:lnTo>
                    <a:pt x="2146388" y="2187461"/>
                  </a:lnTo>
                  <a:lnTo>
                    <a:pt x="2072628" y="2154339"/>
                  </a:lnTo>
                  <a:lnTo>
                    <a:pt x="1998868" y="2120370"/>
                  </a:lnTo>
                  <a:lnTo>
                    <a:pt x="1925108" y="2085534"/>
                  </a:lnTo>
                  <a:lnTo>
                    <a:pt x="1851348" y="2049807"/>
                  </a:lnTo>
                  <a:lnTo>
                    <a:pt x="1777588" y="2013168"/>
                  </a:lnTo>
                  <a:lnTo>
                    <a:pt x="1703828" y="1975592"/>
                  </a:lnTo>
                  <a:lnTo>
                    <a:pt x="1630068" y="1937057"/>
                  </a:lnTo>
                  <a:lnTo>
                    <a:pt x="1556308" y="1897536"/>
                  </a:lnTo>
                  <a:lnTo>
                    <a:pt x="1482548" y="1857006"/>
                  </a:lnTo>
                  <a:lnTo>
                    <a:pt x="1408788" y="1815440"/>
                  </a:lnTo>
                  <a:lnTo>
                    <a:pt x="1335028" y="1772812"/>
                  </a:lnTo>
                  <a:lnTo>
                    <a:pt x="1261268" y="1729095"/>
                  </a:lnTo>
                  <a:lnTo>
                    <a:pt x="1187508" y="1684261"/>
                  </a:lnTo>
                  <a:lnTo>
                    <a:pt x="1113747" y="1638281"/>
                  </a:lnTo>
                  <a:lnTo>
                    <a:pt x="1039987" y="1591127"/>
                  </a:lnTo>
                  <a:lnTo>
                    <a:pt x="966227" y="1542767"/>
                  </a:lnTo>
                  <a:lnTo>
                    <a:pt x="892467" y="1493172"/>
                  </a:lnTo>
                  <a:lnTo>
                    <a:pt x="818707" y="1442310"/>
                  </a:lnTo>
                  <a:lnTo>
                    <a:pt x="744947" y="1390148"/>
                  </a:lnTo>
                  <a:lnTo>
                    <a:pt x="671187" y="1336653"/>
                  </a:lnTo>
                  <a:lnTo>
                    <a:pt x="597427" y="1281791"/>
                  </a:lnTo>
                  <a:lnTo>
                    <a:pt x="523667" y="1225528"/>
                  </a:lnTo>
                  <a:lnTo>
                    <a:pt x="449907" y="1167827"/>
                  </a:lnTo>
                  <a:lnTo>
                    <a:pt x="376147" y="1108651"/>
                  </a:lnTo>
                  <a:lnTo>
                    <a:pt x="302387" y="1047964"/>
                  </a:lnTo>
                  <a:lnTo>
                    <a:pt x="228627" y="985726"/>
                  </a:lnTo>
                  <a:lnTo>
                    <a:pt x="154867" y="921897"/>
                  </a:lnTo>
                  <a:lnTo>
                    <a:pt x="81107" y="856438"/>
                  </a:lnTo>
                  <a:lnTo>
                    <a:pt x="7347" y="789306"/>
                  </a:lnTo>
                  <a:lnTo>
                    <a:pt x="0" y="78244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588345" y="2073503"/>
              <a:ext cx="5465002" cy="3256429"/>
            </a:xfrm>
            <a:custGeom>
              <a:avLst/>
              <a:pathLst>
                <a:path w="5465002" h="3256429">
                  <a:moveTo>
                    <a:pt x="0" y="0"/>
                  </a:moveTo>
                  <a:lnTo>
                    <a:pt x="6760" y="20630"/>
                  </a:lnTo>
                  <a:lnTo>
                    <a:pt x="80520" y="231976"/>
                  </a:lnTo>
                  <a:lnTo>
                    <a:pt x="154280" y="430424"/>
                  </a:lnTo>
                  <a:lnTo>
                    <a:pt x="228040" y="616761"/>
                  </a:lnTo>
                  <a:lnTo>
                    <a:pt x="301800" y="791726"/>
                  </a:lnTo>
                  <a:lnTo>
                    <a:pt x="375560" y="956014"/>
                  </a:lnTo>
                  <a:lnTo>
                    <a:pt x="449320" y="1110275"/>
                  </a:lnTo>
                  <a:lnTo>
                    <a:pt x="523080" y="1255123"/>
                  </a:lnTo>
                  <a:lnTo>
                    <a:pt x="596840" y="1391131"/>
                  </a:lnTo>
                  <a:lnTo>
                    <a:pt x="670600" y="1518838"/>
                  </a:lnTo>
                  <a:lnTo>
                    <a:pt x="744360" y="1638752"/>
                  </a:lnTo>
                  <a:lnTo>
                    <a:pt x="818120" y="1751347"/>
                  </a:lnTo>
                  <a:lnTo>
                    <a:pt x="891880" y="1857072"/>
                  </a:lnTo>
                  <a:lnTo>
                    <a:pt x="965640" y="1956344"/>
                  </a:lnTo>
                  <a:lnTo>
                    <a:pt x="1039401" y="2049558"/>
                  </a:lnTo>
                  <a:lnTo>
                    <a:pt x="1113161" y="2137083"/>
                  </a:lnTo>
                  <a:lnTo>
                    <a:pt x="1186921" y="2219266"/>
                  </a:lnTo>
                  <a:lnTo>
                    <a:pt x="1260681" y="2296435"/>
                  </a:lnTo>
                  <a:lnTo>
                    <a:pt x="1334441" y="2368894"/>
                  </a:lnTo>
                  <a:lnTo>
                    <a:pt x="1408201" y="2436930"/>
                  </a:lnTo>
                  <a:lnTo>
                    <a:pt x="1481961" y="2500815"/>
                  </a:lnTo>
                  <a:lnTo>
                    <a:pt x="1555721" y="2560801"/>
                  </a:lnTo>
                  <a:lnTo>
                    <a:pt x="1629481" y="2617126"/>
                  </a:lnTo>
                  <a:lnTo>
                    <a:pt x="1703241" y="2660622"/>
                  </a:lnTo>
                  <a:lnTo>
                    <a:pt x="1777001" y="2681130"/>
                  </a:lnTo>
                  <a:lnTo>
                    <a:pt x="1850761" y="2701128"/>
                  </a:lnTo>
                  <a:lnTo>
                    <a:pt x="1924521" y="2720626"/>
                  </a:lnTo>
                  <a:lnTo>
                    <a:pt x="1998281" y="2739640"/>
                  </a:lnTo>
                  <a:lnTo>
                    <a:pt x="2072041" y="2758179"/>
                  </a:lnTo>
                  <a:lnTo>
                    <a:pt x="2145801" y="2776257"/>
                  </a:lnTo>
                  <a:lnTo>
                    <a:pt x="2219561" y="2793884"/>
                  </a:lnTo>
                  <a:lnTo>
                    <a:pt x="2293321" y="2811072"/>
                  </a:lnTo>
                  <a:lnTo>
                    <a:pt x="2367081" y="2827831"/>
                  </a:lnTo>
                  <a:lnTo>
                    <a:pt x="2440841" y="2844173"/>
                  </a:lnTo>
                  <a:lnTo>
                    <a:pt x="2514601" y="2860108"/>
                  </a:lnTo>
                  <a:lnTo>
                    <a:pt x="2588361" y="2875646"/>
                  </a:lnTo>
                  <a:lnTo>
                    <a:pt x="2662121" y="2890797"/>
                  </a:lnTo>
                  <a:lnTo>
                    <a:pt x="2735881" y="2905570"/>
                  </a:lnTo>
                  <a:lnTo>
                    <a:pt x="2809641" y="2919976"/>
                  </a:lnTo>
                  <a:lnTo>
                    <a:pt x="2883401" y="2934022"/>
                  </a:lnTo>
                  <a:lnTo>
                    <a:pt x="2957161" y="2947718"/>
                  </a:lnTo>
                  <a:lnTo>
                    <a:pt x="3030921" y="2961073"/>
                  </a:lnTo>
                  <a:lnTo>
                    <a:pt x="3104681" y="2974096"/>
                  </a:lnTo>
                  <a:lnTo>
                    <a:pt x="3178441" y="2986794"/>
                  </a:lnTo>
                  <a:lnTo>
                    <a:pt x="3252201" y="2999175"/>
                  </a:lnTo>
                  <a:lnTo>
                    <a:pt x="3325961" y="3011248"/>
                  </a:lnTo>
                  <a:lnTo>
                    <a:pt x="3399721" y="3023021"/>
                  </a:lnTo>
                  <a:lnTo>
                    <a:pt x="3473481" y="3034500"/>
                  </a:lnTo>
                  <a:lnTo>
                    <a:pt x="3547241" y="3045693"/>
                  </a:lnTo>
                  <a:lnTo>
                    <a:pt x="3621001" y="3056607"/>
                  </a:lnTo>
                  <a:lnTo>
                    <a:pt x="3694761" y="3067249"/>
                  </a:lnTo>
                  <a:lnTo>
                    <a:pt x="3768521" y="3077626"/>
                  </a:lnTo>
                  <a:lnTo>
                    <a:pt x="3842281" y="3087744"/>
                  </a:lnTo>
                  <a:lnTo>
                    <a:pt x="3916041" y="3097611"/>
                  </a:lnTo>
                  <a:lnTo>
                    <a:pt x="3989802" y="3107231"/>
                  </a:lnTo>
                  <a:lnTo>
                    <a:pt x="4063562" y="3116612"/>
                  </a:lnTo>
                  <a:lnTo>
                    <a:pt x="4137322" y="3125759"/>
                  </a:lnTo>
                  <a:lnTo>
                    <a:pt x="4211082" y="3134679"/>
                  </a:lnTo>
                  <a:lnTo>
                    <a:pt x="4284842" y="3143376"/>
                  </a:lnTo>
                  <a:lnTo>
                    <a:pt x="4358602" y="3151856"/>
                  </a:lnTo>
                  <a:lnTo>
                    <a:pt x="4432362" y="3160125"/>
                  </a:lnTo>
                  <a:lnTo>
                    <a:pt x="4506122" y="3168188"/>
                  </a:lnTo>
                  <a:lnTo>
                    <a:pt x="4579882" y="3176050"/>
                  </a:lnTo>
                  <a:lnTo>
                    <a:pt x="4653642" y="3183716"/>
                  </a:lnTo>
                  <a:lnTo>
                    <a:pt x="4727402" y="3191192"/>
                  </a:lnTo>
                  <a:lnTo>
                    <a:pt x="4801162" y="3198481"/>
                  </a:lnTo>
                  <a:lnTo>
                    <a:pt x="4874922" y="3205588"/>
                  </a:lnTo>
                  <a:lnTo>
                    <a:pt x="4948682" y="3212518"/>
                  </a:lnTo>
                  <a:lnTo>
                    <a:pt x="5022442" y="3219276"/>
                  </a:lnTo>
                  <a:lnTo>
                    <a:pt x="5096202" y="3225865"/>
                  </a:lnTo>
                  <a:lnTo>
                    <a:pt x="5169962" y="3232290"/>
                  </a:lnTo>
                  <a:lnTo>
                    <a:pt x="5243722" y="3238555"/>
                  </a:lnTo>
                  <a:lnTo>
                    <a:pt x="5317482" y="3244664"/>
                  </a:lnTo>
                  <a:lnTo>
                    <a:pt x="5391242" y="3250621"/>
                  </a:lnTo>
                  <a:lnTo>
                    <a:pt x="5465002" y="32564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2855951"/>
              <a:ext cx="7235830" cy="2668506"/>
            </a:xfrm>
            <a:custGeom>
              <a:avLst/>
              <a:pathLst>
                <a:path w="7235830" h="2668506">
                  <a:moveTo>
                    <a:pt x="7235830" y="2668506"/>
                  </a:moveTo>
                  <a:lnTo>
                    <a:pt x="7162070" y="2666374"/>
                  </a:lnTo>
                  <a:lnTo>
                    <a:pt x="7088310" y="2664105"/>
                  </a:lnTo>
                  <a:lnTo>
                    <a:pt x="7014550" y="2661687"/>
                  </a:lnTo>
                  <a:lnTo>
                    <a:pt x="6940789" y="2659113"/>
                  </a:lnTo>
                  <a:lnTo>
                    <a:pt x="6867029" y="2656371"/>
                  </a:lnTo>
                  <a:lnTo>
                    <a:pt x="6793269" y="2653451"/>
                  </a:lnTo>
                  <a:lnTo>
                    <a:pt x="6719509" y="2650341"/>
                  </a:lnTo>
                  <a:lnTo>
                    <a:pt x="6645749" y="2647029"/>
                  </a:lnTo>
                  <a:lnTo>
                    <a:pt x="6571989" y="2643502"/>
                  </a:lnTo>
                  <a:lnTo>
                    <a:pt x="6498229" y="2639746"/>
                  </a:lnTo>
                  <a:lnTo>
                    <a:pt x="6424469" y="2635745"/>
                  </a:lnTo>
                  <a:lnTo>
                    <a:pt x="6350709" y="2631485"/>
                  </a:lnTo>
                  <a:lnTo>
                    <a:pt x="6276949" y="2626947"/>
                  </a:lnTo>
                  <a:lnTo>
                    <a:pt x="6203189" y="2622115"/>
                  </a:lnTo>
                  <a:lnTo>
                    <a:pt x="6129429" y="2616968"/>
                  </a:lnTo>
                  <a:lnTo>
                    <a:pt x="6055669" y="2611487"/>
                  </a:lnTo>
                  <a:lnTo>
                    <a:pt x="5981909" y="2605650"/>
                  </a:lnTo>
                  <a:lnTo>
                    <a:pt x="5908149" y="2599433"/>
                  </a:lnTo>
                  <a:lnTo>
                    <a:pt x="5834389" y="2592813"/>
                  </a:lnTo>
                  <a:lnTo>
                    <a:pt x="5760629" y="2585762"/>
                  </a:lnTo>
                  <a:lnTo>
                    <a:pt x="5686869" y="2578253"/>
                  </a:lnTo>
                  <a:lnTo>
                    <a:pt x="5613109" y="2570256"/>
                  </a:lnTo>
                  <a:lnTo>
                    <a:pt x="5539349" y="2561739"/>
                  </a:lnTo>
                  <a:lnTo>
                    <a:pt x="5465589" y="2552668"/>
                  </a:lnTo>
                  <a:lnTo>
                    <a:pt x="5391829" y="2543008"/>
                  </a:lnTo>
                  <a:lnTo>
                    <a:pt x="5318069" y="2532720"/>
                  </a:lnTo>
                  <a:lnTo>
                    <a:pt x="5244309" y="2521763"/>
                  </a:lnTo>
                  <a:lnTo>
                    <a:pt x="5170549" y="2510095"/>
                  </a:lnTo>
                  <a:lnTo>
                    <a:pt x="5096789" y="2497668"/>
                  </a:lnTo>
                  <a:lnTo>
                    <a:pt x="5023029" y="2484433"/>
                  </a:lnTo>
                  <a:lnTo>
                    <a:pt x="4949269" y="2470338"/>
                  </a:lnTo>
                  <a:lnTo>
                    <a:pt x="4875509" y="2455327"/>
                  </a:lnTo>
                  <a:lnTo>
                    <a:pt x="4801749" y="2439340"/>
                  </a:lnTo>
                  <a:lnTo>
                    <a:pt x="4727989" y="2422314"/>
                  </a:lnTo>
                  <a:lnTo>
                    <a:pt x="4654229" y="2404182"/>
                  </a:lnTo>
                  <a:lnTo>
                    <a:pt x="4580469" y="2384871"/>
                  </a:lnTo>
                  <a:lnTo>
                    <a:pt x="4506709" y="2364305"/>
                  </a:lnTo>
                  <a:lnTo>
                    <a:pt x="4432949" y="2342403"/>
                  </a:lnTo>
                  <a:lnTo>
                    <a:pt x="4359189" y="2319077"/>
                  </a:lnTo>
                  <a:lnTo>
                    <a:pt x="4285429" y="2294235"/>
                  </a:lnTo>
                  <a:lnTo>
                    <a:pt x="4211669" y="2267778"/>
                  </a:lnTo>
                  <a:lnTo>
                    <a:pt x="4137909" y="2239602"/>
                  </a:lnTo>
                  <a:lnTo>
                    <a:pt x="4064149" y="2209594"/>
                  </a:lnTo>
                  <a:lnTo>
                    <a:pt x="3990388" y="2177636"/>
                  </a:lnTo>
                  <a:lnTo>
                    <a:pt x="3916628" y="2143601"/>
                  </a:lnTo>
                  <a:lnTo>
                    <a:pt x="3842868" y="2107354"/>
                  </a:lnTo>
                  <a:lnTo>
                    <a:pt x="3769108" y="2068751"/>
                  </a:lnTo>
                  <a:lnTo>
                    <a:pt x="3695348" y="2027639"/>
                  </a:lnTo>
                  <a:lnTo>
                    <a:pt x="3621588" y="1983856"/>
                  </a:lnTo>
                  <a:lnTo>
                    <a:pt x="3547828" y="1937226"/>
                  </a:lnTo>
                  <a:lnTo>
                    <a:pt x="3474068" y="1887566"/>
                  </a:lnTo>
                  <a:lnTo>
                    <a:pt x="3400308" y="1857142"/>
                  </a:lnTo>
                  <a:lnTo>
                    <a:pt x="3326548" y="1835572"/>
                  </a:lnTo>
                  <a:lnTo>
                    <a:pt x="3252788" y="1813452"/>
                  </a:lnTo>
                  <a:lnTo>
                    <a:pt x="3179028" y="1790766"/>
                  </a:lnTo>
                  <a:lnTo>
                    <a:pt x="3105268" y="1767500"/>
                  </a:lnTo>
                  <a:lnTo>
                    <a:pt x="3031508" y="1743640"/>
                  </a:lnTo>
                  <a:lnTo>
                    <a:pt x="2957748" y="1719171"/>
                  </a:lnTo>
                  <a:lnTo>
                    <a:pt x="2883988" y="1694076"/>
                  </a:lnTo>
                  <a:lnTo>
                    <a:pt x="2810228" y="1668339"/>
                  </a:lnTo>
                  <a:lnTo>
                    <a:pt x="2736468" y="1641946"/>
                  </a:lnTo>
                  <a:lnTo>
                    <a:pt x="2662708" y="1614878"/>
                  </a:lnTo>
                  <a:lnTo>
                    <a:pt x="2588948" y="1587118"/>
                  </a:lnTo>
                  <a:lnTo>
                    <a:pt x="2515188" y="1558649"/>
                  </a:lnTo>
                  <a:lnTo>
                    <a:pt x="2441428" y="1529452"/>
                  </a:lnTo>
                  <a:lnTo>
                    <a:pt x="2367668" y="1499510"/>
                  </a:lnTo>
                  <a:lnTo>
                    <a:pt x="2293908" y="1468802"/>
                  </a:lnTo>
                  <a:lnTo>
                    <a:pt x="2220148" y="1437310"/>
                  </a:lnTo>
                  <a:lnTo>
                    <a:pt x="2146388" y="1405013"/>
                  </a:lnTo>
                  <a:lnTo>
                    <a:pt x="2072628" y="1371891"/>
                  </a:lnTo>
                  <a:lnTo>
                    <a:pt x="1998868" y="1337922"/>
                  </a:lnTo>
                  <a:lnTo>
                    <a:pt x="1925108" y="1303086"/>
                  </a:lnTo>
                  <a:lnTo>
                    <a:pt x="1851348" y="1267359"/>
                  </a:lnTo>
                  <a:lnTo>
                    <a:pt x="1777588" y="1230720"/>
                  </a:lnTo>
                  <a:lnTo>
                    <a:pt x="1703828" y="1193144"/>
                  </a:lnTo>
                  <a:lnTo>
                    <a:pt x="1630068" y="1154608"/>
                  </a:lnTo>
                  <a:lnTo>
                    <a:pt x="1556308" y="1115088"/>
                  </a:lnTo>
                  <a:lnTo>
                    <a:pt x="1482548" y="1074558"/>
                  </a:lnTo>
                  <a:lnTo>
                    <a:pt x="1408788" y="1032992"/>
                  </a:lnTo>
                  <a:lnTo>
                    <a:pt x="1335028" y="990364"/>
                  </a:lnTo>
                  <a:lnTo>
                    <a:pt x="1261268" y="946647"/>
                  </a:lnTo>
                  <a:lnTo>
                    <a:pt x="1187508" y="901813"/>
                  </a:lnTo>
                  <a:lnTo>
                    <a:pt x="1113747" y="855833"/>
                  </a:lnTo>
                  <a:lnTo>
                    <a:pt x="1039987" y="808678"/>
                  </a:lnTo>
                  <a:lnTo>
                    <a:pt x="966227" y="760319"/>
                  </a:lnTo>
                  <a:lnTo>
                    <a:pt x="892467" y="710724"/>
                  </a:lnTo>
                  <a:lnTo>
                    <a:pt x="818707" y="659862"/>
                  </a:lnTo>
                  <a:lnTo>
                    <a:pt x="744947" y="607700"/>
                  </a:lnTo>
                  <a:lnTo>
                    <a:pt x="671187" y="554205"/>
                  </a:lnTo>
                  <a:lnTo>
                    <a:pt x="597427" y="499343"/>
                  </a:lnTo>
                  <a:lnTo>
                    <a:pt x="523667" y="443080"/>
                  </a:lnTo>
                  <a:lnTo>
                    <a:pt x="449907" y="385379"/>
                  </a:lnTo>
                  <a:lnTo>
                    <a:pt x="376147" y="326203"/>
                  </a:lnTo>
                  <a:lnTo>
                    <a:pt x="302387" y="265516"/>
                  </a:lnTo>
                  <a:lnTo>
                    <a:pt x="228627" y="203277"/>
                  </a:lnTo>
                  <a:lnTo>
                    <a:pt x="154867" y="139449"/>
                  </a:lnTo>
                  <a:lnTo>
                    <a:pt x="81107" y="73990"/>
                  </a:lnTo>
                  <a:lnTo>
                    <a:pt x="7347" y="685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869098" y="2073503"/>
              <a:ext cx="6184249" cy="3397408"/>
            </a:xfrm>
            <a:custGeom>
              <a:avLst/>
              <a:pathLst>
                <a:path w="6184249" h="3397408">
                  <a:moveTo>
                    <a:pt x="0" y="0"/>
                  </a:moveTo>
                  <a:lnTo>
                    <a:pt x="62167" y="127538"/>
                  </a:lnTo>
                  <a:lnTo>
                    <a:pt x="135927" y="272331"/>
                  </a:lnTo>
                  <a:lnTo>
                    <a:pt x="209687" y="410877"/>
                  </a:lnTo>
                  <a:lnTo>
                    <a:pt x="283447" y="543445"/>
                  </a:lnTo>
                  <a:lnTo>
                    <a:pt x="357207" y="670295"/>
                  </a:lnTo>
                  <a:lnTo>
                    <a:pt x="430967" y="791672"/>
                  </a:lnTo>
                  <a:lnTo>
                    <a:pt x="504727" y="907812"/>
                  </a:lnTo>
                  <a:lnTo>
                    <a:pt x="578488" y="1018943"/>
                  </a:lnTo>
                  <a:lnTo>
                    <a:pt x="652248" y="1125278"/>
                  </a:lnTo>
                  <a:lnTo>
                    <a:pt x="726008" y="1227027"/>
                  </a:lnTo>
                  <a:lnTo>
                    <a:pt x="799768" y="1324385"/>
                  </a:lnTo>
                  <a:lnTo>
                    <a:pt x="873528" y="1417544"/>
                  </a:lnTo>
                  <a:lnTo>
                    <a:pt x="947288" y="1506683"/>
                  </a:lnTo>
                  <a:lnTo>
                    <a:pt x="1021048" y="1591977"/>
                  </a:lnTo>
                  <a:lnTo>
                    <a:pt x="1094808" y="1673591"/>
                  </a:lnTo>
                  <a:lnTo>
                    <a:pt x="1168568" y="1751684"/>
                  </a:lnTo>
                  <a:lnTo>
                    <a:pt x="1242328" y="1826408"/>
                  </a:lnTo>
                  <a:lnTo>
                    <a:pt x="1316088" y="1897908"/>
                  </a:lnTo>
                  <a:lnTo>
                    <a:pt x="1389848" y="1966324"/>
                  </a:lnTo>
                  <a:lnTo>
                    <a:pt x="1463608" y="2031788"/>
                  </a:lnTo>
                  <a:lnTo>
                    <a:pt x="1537368" y="2094428"/>
                  </a:lnTo>
                  <a:lnTo>
                    <a:pt x="1611128" y="2154366"/>
                  </a:lnTo>
                  <a:lnTo>
                    <a:pt x="1684888" y="2211717"/>
                  </a:lnTo>
                  <a:lnTo>
                    <a:pt x="1758648" y="2266595"/>
                  </a:lnTo>
                  <a:lnTo>
                    <a:pt x="1832408" y="2319105"/>
                  </a:lnTo>
                  <a:lnTo>
                    <a:pt x="1906168" y="2369349"/>
                  </a:lnTo>
                  <a:lnTo>
                    <a:pt x="1979928" y="2417426"/>
                  </a:lnTo>
                  <a:lnTo>
                    <a:pt x="2053688" y="2463429"/>
                  </a:lnTo>
                  <a:lnTo>
                    <a:pt x="2127448" y="2507447"/>
                  </a:lnTo>
                  <a:lnTo>
                    <a:pt x="2201208" y="2549566"/>
                  </a:lnTo>
                  <a:lnTo>
                    <a:pt x="2274968" y="2589869"/>
                  </a:lnTo>
                  <a:lnTo>
                    <a:pt x="2348728" y="2628432"/>
                  </a:lnTo>
                  <a:lnTo>
                    <a:pt x="2422488" y="2665332"/>
                  </a:lnTo>
                  <a:lnTo>
                    <a:pt x="2496248" y="2700639"/>
                  </a:lnTo>
                  <a:lnTo>
                    <a:pt x="2570008" y="2734424"/>
                  </a:lnTo>
                  <a:lnTo>
                    <a:pt x="2643768" y="2766751"/>
                  </a:lnTo>
                  <a:lnTo>
                    <a:pt x="2717528" y="2797683"/>
                  </a:lnTo>
                  <a:lnTo>
                    <a:pt x="2791288" y="2827281"/>
                  </a:lnTo>
                  <a:lnTo>
                    <a:pt x="2865048" y="2855602"/>
                  </a:lnTo>
                  <a:lnTo>
                    <a:pt x="2938808" y="2882701"/>
                  </a:lnTo>
                  <a:lnTo>
                    <a:pt x="3012568" y="2908632"/>
                  </a:lnTo>
                  <a:lnTo>
                    <a:pt x="3086328" y="2933443"/>
                  </a:lnTo>
                  <a:lnTo>
                    <a:pt x="3160088" y="2957184"/>
                  </a:lnTo>
                  <a:lnTo>
                    <a:pt x="3233848" y="2979901"/>
                  </a:lnTo>
                  <a:lnTo>
                    <a:pt x="3307608" y="3001637"/>
                  </a:lnTo>
                  <a:lnTo>
                    <a:pt x="3381368" y="3022436"/>
                  </a:lnTo>
                  <a:lnTo>
                    <a:pt x="3455128" y="3042338"/>
                  </a:lnTo>
                  <a:lnTo>
                    <a:pt x="3528889" y="3061381"/>
                  </a:lnTo>
                  <a:lnTo>
                    <a:pt x="3602649" y="3079603"/>
                  </a:lnTo>
                  <a:lnTo>
                    <a:pt x="3676409" y="3097038"/>
                  </a:lnTo>
                  <a:lnTo>
                    <a:pt x="3750169" y="3113721"/>
                  </a:lnTo>
                  <a:lnTo>
                    <a:pt x="3823929" y="3129685"/>
                  </a:lnTo>
                  <a:lnTo>
                    <a:pt x="3897689" y="3144960"/>
                  </a:lnTo>
                  <a:lnTo>
                    <a:pt x="3971449" y="3159576"/>
                  </a:lnTo>
                  <a:lnTo>
                    <a:pt x="4045209" y="3173561"/>
                  </a:lnTo>
                  <a:lnTo>
                    <a:pt x="4118969" y="3186943"/>
                  </a:lnTo>
                  <a:lnTo>
                    <a:pt x="4192729" y="3199747"/>
                  </a:lnTo>
                  <a:lnTo>
                    <a:pt x="4266489" y="3212000"/>
                  </a:lnTo>
                  <a:lnTo>
                    <a:pt x="4340249" y="3223723"/>
                  </a:lnTo>
                  <a:lnTo>
                    <a:pt x="4414009" y="3234941"/>
                  </a:lnTo>
                  <a:lnTo>
                    <a:pt x="4487769" y="3245675"/>
                  </a:lnTo>
                  <a:lnTo>
                    <a:pt x="4561529" y="3255946"/>
                  </a:lnTo>
                  <a:lnTo>
                    <a:pt x="4635289" y="3265773"/>
                  </a:lnTo>
                  <a:lnTo>
                    <a:pt x="4709049" y="3275177"/>
                  </a:lnTo>
                  <a:lnTo>
                    <a:pt x="4782809" y="3284175"/>
                  </a:lnTo>
                  <a:lnTo>
                    <a:pt x="4856569" y="3292785"/>
                  </a:lnTo>
                  <a:lnTo>
                    <a:pt x="4930329" y="3301023"/>
                  </a:lnTo>
                  <a:lnTo>
                    <a:pt x="5004089" y="3308906"/>
                  </a:lnTo>
                  <a:lnTo>
                    <a:pt x="5077849" y="3316449"/>
                  </a:lnTo>
                  <a:lnTo>
                    <a:pt x="5151609" y="3323667"/>
                  </a:lnTo>
                  <a:lnTo>
                    <a:pt x="5225369" y="3330573"/>
                  </a:lnTo>
                  <a:lnTo>
                    <a:pt x="5299129" y="3337181"/>
                  </a:lnTo>
                  <a:lnTo>
                    <a:pt x="5372889" y="3343504"/>
                  </a:lnTo>
                  <a:lnTo>
                    <a:pt x="5446649" y="3349554"/>
                  </a:lnTo>
                  <a:lnTo>
                    <a:pt x="5520409" y="3355344"/>
                  </a:lnTo>
                  <a:lnTo>
                    <a:pt x="5594169" y="3360883"/>
                  </a:lnTo>
                  <a:lnTo>
                    <a:pt x="5667929" y="3366184"/>
                  </a:lnTo>
                  <a:lnTo>
                    <a:pt x="5741689" y="3371256"/>
                  </a:lnTo>
                  <a:lnTo>
                    <a:pt x="5815449" y="3376109"/>
                  </a:lnTo>
                  <a:lnTo>
                    <a:pt x="5889209" y="3380752"/>
                  </a:lnTo>
                  <a:lnTo>
                    <a:pt x="5962969" y="3385196"/>
                  </a:lnTo>
                  <a:lnTo>
                    <a:pt x="6036729" y="3389447"/>
                  </a:lnTo>
                  <a:lnTo>
                    <a:pt x="6110489" y="3393515"/>
                  </a:lnTo>
                  <a:lnTo>
                    <a:pt x="6184249" y="339740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7156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0.1 ratio decline: 1.70 (1.35-2.13), p_Bonf = &lt;0.001 (n = 6)  |  per IQR decline (Δ = 0.29): 4.72 (2.43-9.16)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7689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2026-07-06T08:53:41Z</dcterms:modified>
  <cp:category/>
</cp:coreProperties>
</file>