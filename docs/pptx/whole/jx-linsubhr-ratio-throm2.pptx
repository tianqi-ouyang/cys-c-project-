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489557"/>
            </a:xfrm>
            <a:custGeom>
              <a:avLst/>
              <a:pathLst>
                <a:path w="7235830" h="3489557">
                  <a:moveTo>
                    <a:pt x="207477" y="0"/>
                  </a:moveTo>
                  <a:lnTo>
                    <a:pt x="228627" y="34407"/>
                  </a:lnTo>
                  <a:lnTo>
                    <a:pt x="302387" y="150550"/>
                  </a:lnTo>
                  <a:lnTo>
                    <a:pt x="376147" y="262965"/>
                  </a:lnTo>
                  <a:lnTo>
                    <a:pt x="449907" y="371772"/>
                  </a:lnTo>
                  <a:lnTo>
                    <a:pt x="523667" y="477086"/>
                  </a:lnTo>
                  <a:lnTo>
                    <a:pt x="597427" y="579020"/>
                  </a:lnTo>
                  <a:lnTo>
                    <a:pt x="671187" y="677682"/>
                  </a:lnTo>
                  <a:lnTo>
                    <a:pt x="744947" y="773176"/>
                  </a:lnTo>
                  <a:lnTo>
                    <a:pt x="818707" y="865606"/>
                  </a:lnTo>
                  <a:lnTo>
                    <a:pt x="892467" y="955068"/>
                  </a:lnTo>
                  <a:lnTo>
                    <a:pt x="966227" y="1041659"/>
                  </a:lnTo>
                  <a:lnTo>
                    <a:pt x="1039987" y="1125470"/>
                  </a:lnTo>
                  <a:lnTo>
                    <a:pt x="1113747" y="1206591"/>
                  </a:lnTo>
                  <a:lnTo>
                    <a:pt x="1187508" y="1285108"/>
                  </a:lnTo>
                  <a:lnTo>
                    <a:pt x="1261268" y="1361104"/>
                  </a:lnTo>
                  <a:lnTo>
                    <a:pt x="1335028" y="1434661"/>
                  </a:lnTo>
                  <a:lnTo>
                    <a:pt x="1408788" y="1505857"/>
                  </a:lnTo>
                  <a:lnTo>
                    <a:pt x="1482548" y="1574768"/>
                  </a:lnTo>
                  <a:lnTo>
                    <a:pt x="1556308" y="1641467"/>
                  </a:lnTo>
                  <a:lnTo>
                    <a:pt x="1630068" y="1706024"/>
                  </a:lnTo>
                  <a:lnTo>
                    <a:pt x="1703828" y="1768510"/>
                  </a:lnTo>
                  <a:lnTo>
                    <a:pt x="1777588" y="1828989"/>
                  </a:lnTo>
                  <a:lnTo>
                    <a:pt x="1851348" y="1887528"/>
                  </a:lnTo>
                  <a:lnTo>
                    <a:pt x="1925108" y="1944187"/>
                  </a:lnTo>
                  <a:lnTo>
                    <a:pt x="1998868" y="1999027"/>
                  </a:lnTo>
                  <a:lnTo>
                    <a:pt x="2072628" y="2052107"/>
                  </a:lnTo>
                  <a:lnTo>
                    <a:pt x="2146388" y="2103484"/>
                  </a:lnTo>
                  <a:lnTo>
                    <a:pt x="2220148" y="2153211"/>
                  </a:lnTo>
                  <a:lnTo>
                    <a:pt x="2293908" y="2201342"/>
                  </a:lnTo>
                  <a:lnTo>
                    <a:pt x="2367668" y="2247928"/>
                  </a:lnTo>
                  <a:lnTo>
                    <a:pt x="2441428" y="2293018"/>
                  </a:lnTo>
                  <a:lnTo>
                    <a:pt x="2515188" y="2336662"/>
                  </a:lnTo>
                  <a:lnTo>
                    <a:pt x="2588948" y="2378904"/>
                  </a:lnTo>
                  <a:lnTo>
                    <a:pt x="2662708" y="2419790"/>
                  </a:lnTo>
                  <a:lnTo>
                    <a:pt x="2736468" y="2459364"/>
                  </a:lnTo>
                  <a:lnTo>
                    <a:pt x="2810228" y="2497668"/>
                  </a:lnTo>
                  <a:lnTo>
                    <a:pt x="2883988" y="2534742"/>
                  </a:lnTo>
                  <a:lnTo>
                    <a:pt x="2957748" y="2570626"/>
                  </a:lnTo>
                  <a:lnTo>
                    <a:pt x="3031508" y="2605358"/>
                  </a:lnTo>
                  <a:lnTo>
                    <a:pt x="3105268" y="2638975"/>
                  </a:lnTo>
                  <a:lnTo>
                    <a:pt x="3179028" y="2671513"/>
                  </a:lnTo>
                  <a:lnTo>
                    <a:pt x="3252788" y="2703007"/>
                  </a:lnTo>
                  <a:lnTo>
                    <a:pt x="3326548" y="2733490"/>
                  </a:lnTo>
                  <a:lnTo>
                    <a:pt x="3400308" y="2762994"/>
                  </a:lnTo>
                  <a:lnTo>
                    <a:pt x="3474068" y="2786250"/>
                  </a:lnTo>
                  <a:lnTo>
                    <a:pt x="3547828" y="2796961"/>
                  </a:lnTo>
                  <a:lnTo>
                    <a:pt x="3621588" y="2807540"/>
                  </a:lnTo>
                  <a:lnTo>
                    <a:pt x="3695348" y="2817987"/>
                  </a:lnTo>
                  <a:lnTo>
                    <a:pt x="3769108" y="2828306"/>
                  </a:lnTo>
                  <a:lnTo>
                    <a:pt x="3842868" y="2838497"/>
                  </a:lnTo>
                  <a:lnTo>
                    <a:pt x="3916628" y="2848563"/>
                  </a:lnTo>
                  <a:lnTo>
                    <a:pt x="3990388" y="2858503"/>
                  </a:lnTo>
                  <a:lnTo>
                    <a:pt x="4064149" y="2868321"/>
                  </a:lnTo>
                  <a:lnTo>
                    <a:pt x="4137909" y="2878018"/>
                  </a:lnTo>
                  <a:lnTo>
                    <a:pt x="4211669" y="2887594"/>
                  </a:lnTo>
                  <a:lnTo>
                    <a:pt x="4285429" y="2897053"/>
                  </a:lnTo>
                  <a:lnTo>
                    <a:pt x="4359189" y="2906394"/>
                  </a:lnTo>
                  <a:lnTo>
                    <a:pt x="4432949" y="2915620"/>
                  </a:lnTo>
                  <a:lnTo>
                    <a:pt x="4506709" y="2924731"/>
                  </a:lnTo>
                  <a:lnTo>
                    <a:pt x="4580469" y="2933730"/>
                  </a:lnTo>
                  <a:lnTo>
                    <a:pt x="4654229" y="2942618"/>
                  </a:lnTo>
                  <a:lnTo>
                    <a:pt x="4727989" y="2951396"/>
                  </a:lnTo>
                  <a:lnTo>
                    <a:pt x="4801749" y="2960066"/>
                  </a:lnTo>
                  <a:lnTo>
                    <a:pt x="4875509" y="2968628"/>
                  </a:lnTo>
                  <a:lnTo>
                    <a:pt x="4949269" y="2977084"/>
                  </a:lnTo>
                  <a:lnTo>
                    <a:pt x="5023029" y="2985436"/>
                  </a:lnTo>
                  <a:lnTo>
                    <a:pt x="5096789" y="2993685"/>
                  </a:lnTo>
                  <a:lnTo>
                    <a:pt x="5170549" y="3001831"/>
                  </a:lnTo>
                  <a:lnTo>
                    <a:pt x="5244309" y="3009877"/>
                  </a:lnTo>
                  <a:lnTo>
                    <a:pt x="5318069" y="3017824"/>
                  </a:lnTo>
                  <a:lnTo>
                    <a:pt x="5391829" y="3025672"/>
                  </a:lnTo>
                  <a:lnTo>
                    <a:pt x="5465589" y="3033423"/>
                  </a:lnTo>
                  <a:lnTo>
                    <a:pt x="5539349" y="3041078"/>
                  </a:lnTo>
                  <a:lnTo>
                    <a:pt x="5613109" y="3048639"/>
                  </a:lnTo>
                  <a:lnTo>
                    <a:pt x="5686869" y="3056106"/>
                  </a:lnTo>
                  <a:lnTo>
                    <a:pt x="5760629" y="3063481"/>
                  </a:lnTo>
                  <a:lnTo>
                    <a:pt x="5834389" y="3070765"/>
                  </a:lnTo>
                  <a:lnTo>
                    <a:pt x="5908149" y="3077959"/>
                  </a:lnTo>
                  <a:lnTo>
                    <a:pt x="5981909" y="3085064"/>
                  </a:lnTo>
                  <a:lnTo>
                    <a:pt x="6055669" y="3092080"/>
                  </a:lnTo>
                  <a:lnTo>
                    <a:pt x="6129429" y="3099011"/>
                  </a:lnTo>
                  <a:lnTo>
                    <a:pt x="6203189" y="3105855"/>
                  </a:lnTo>
                  <a:lnTo>
                    <a:pt x="6276949" y="3112615"/>
                  </a:lnTo>
                  <a:lnTo>
                    <a:pt x="6350709" y="3119291"/>
                  </a:lnTo>
                  <a:lnTo>
                    <a:pt x="6424469" y="3125885"/>
                  </a:lnTo>
                  <a:lnTo>
                    <a:pt x="6498229" y="3132397"/>
                  </a:lnTo>
                  <a:lnTo>
                    <a:pt x="6571989" y="3138829"/>
                  </a:lnTo>
                  <a:lnTo>
                    <a:pt x="6645749" y="3145181"/>
                  </a:lnTo>
                  <a:lnTo>
                    <a:pt x="6719509" y="3151455"/>
                  </a:lnTo>
                  <a:lnTo>
                    <a:pt x="6793269" y="3157651"/>
                  </a:lnTo>
                  <a:lnTo>
                    <a:pt x="6867029" y="3163771"/>
                  </a:lnTo>
                  <a:lnTo>
                    <a:pt x="6940789" y="3169814"/>
                  </a:lnTo>
                  <a:lnTo>
                    <a:pt x="7014550" y="3175784"/>
                  </a:lnTo>
                  <a:lnTo>
                    <a:pt x="7088310" y="3181679"/>
                  </a:lnTo>
                  <a:lnTo>
                    <a:pt x="7162070" y="3187501"/>
                  </a:lnTo>
                  <a:lnTo>
                    <a:pt x="7235830" y="3193252"/>
                  </a:lnTo>
                  <a:lnTo>
                    <a:pt x="7235830" y="3489557"/>
                  </a:lnTo>
                  <a:lnTo>
                    <a:pt x="7162070" y="3484149"/>
                  </a:lnTo>
                  <a:lnTo>
                    <a:pt x="7088310" y="3478561"/>
                  </a:lnTo>
                  <a:lnTo>
                    <a:pt x="7014550" y="3472787"/>
                  </a:lnTo>
                  <a:lnTo>
                    <a:pt x="6940789" y="3466823"/>
                  </a:lnTo>
                  <a:lnTo>
                    <a:pt x="6867029" y="3460660"/>
                  </a:lnTo>
                  <a:lnTo>
                    <a:pt x="6793269" y="3454293"/>
                  </a:lnTo>
                  <a:lnTo>
                    <a:pt x="6719509" y="3447715"/>
                  </a:lnTo>
                  <a:lnTo>
                    <a:pt x="6645749" y="3440919"/>
                  </a:lnTo>
                  <a:lnTo>
                    <a:pt x="6571989" y="3433897"/>
                  </a:lnTo>
                  <a:lnTo>
                    <a:pt x="6498229" y="3426643"/>
                  </a:lnTo>
                  <a:lnTo>
                    <a:pt x="6424469" y="3419148"/>
                  </a:lnTo>
                  <a:lnTo>
                    <a:pt x="6350709" y="3411404"/>
                  </a:lnTo>
                  <a:lnTo>
                    <a:pt x="6276949" y="3403403"/>
                  </a:lnTo>
                  <a:lnTo>
                    <a:pt x="6203189" y="3395138"/>
                  </a:lnTo>
                  <a:lnTo>
                    <a:pt x="6129429" y="3386598"/>
                  </a:lnTo>
                  <a:lnTo>
                    <a:pt x="6055669" y="3377775"/>
                  </a:lnTo>
                  <a:lnTo>
                    <a:pt x="5981909" y="3368659"/>
                  </a:lnTo>
                  <a:lnTo>
                    <a:pt x="5908149" y="3359241"/>
                  </a:lnTo>
                  <a:lnTo>
                    <a:pt x="5834389" y="3349510"/>
                  </a:lnTo>
                  <a:lnTo>
                    <a:pt x="5760629" y="3339457"/>
                  </a:lnTo>
                  <a:lnTo>
                    <a:pt x="5686869" y="3329071"/>
                  </a:lnTo>
                  <a:lnTo>
                    <a:pt x="5613109" y="3318340"/>
                  </a:lnTo>
                  <a:lnTo>
                    <a:pt x="5539349" y="3307253"/>
                  </a:lnTo>
                  <a:lnTo>
                    <a:pt x="5465589" y="3295798"/>
                  </a:lnTo>
                  <a:lnTo>
                    <a:pt x="5391829" y="3283964"/>
                  </a:lnTo>
                  <a:lnTo>
                    <a:pt x="5318069" y="3271737"/>
                  </a:lnTo>
                  <a:lnTo>
                    <a:pt x="5244309" y="3259105"/>
                  </a:lnTo>
                  <a:lnTo>
                    <a:pt x="5170549" y="3246054"/>
                  </a:lnTo>
                  <a:lnTo>
                    <a:pt x="5096789" y="3232569"/>
                  </a:lnTo>
                  <a:lnTo>
                    <a:pt x="5023029" y="3218638"/>
                  </a:lnTo>
                  <a:lnTo>
                    <a:pt x="4949269" y="3204245"/>
                  </a:lnTo>
                  <a:lnTo>
                    <a:pt x="4875509" y="3189374"/>
                  </a:lnTo>
                  <a:lnTo>
                    <a:pt x="4801749" y="3174010"/>
                  </a:lnTo>
                  <a:lnTo>
                    <a:pt x="4727989" y="3158137"/>
                  </a:lnTo>
                  <a:lnTo>
                    <a:pt x="4654229" y="3141737"/>
                  </a:lnTo>
                  <a:lnTo>
                    <a:pt x="4580469" y="3124793"/>
                  </a:lnTo>
                  <a:lnTo>
                    <a:pt x="4506709" y="3107288"/>
                  </a:lnTo>
                  <a:lnTo>
                    <a:pt x="4432949" y="3089202"/>
                  </a:lnTo>
                  <a:lnTo>
                    <a:pt x="4359189" y="3070516"/>
                  </a:lnTo>
                  <a:lnTo>
                    <a:pt x="4285429" y="3051210"/>
                  </a:lnTo>
                  <a:lnTo>
                    <a:pt x="4211669" y="3031264"/>
                  </a:lnTo>
                  <a:lnTo>
                    <a:pt x="4137909" y="3010657"/>
                  </a:lnTo>
                  <a:lnTo>
                    <a:pt x="4064149" y="2989366"/>
                  </a:lnTo>
                  <a:lnTo>
                    <a:pt x="3990388" y="2967369"/>
                  </a:lnTo>
                  <a:lnTo>
                    <a:pt x="3916628" y="2944642"/>
                  </a:lnTo>
                  <a:lnTo>
                    <a:pt x="3842868" y="2921162"/>
                  </a:lnTo>
                  <a:lnTo>
                    <a:pt x="3769108" y="2896903"/>
                  </a:lnTo>
                  <a:lnTo>
                    <a:pt x="3695348" y="2871840"/>
                  </a:lnTo>
                  <a:lnTo>
                    <a:pt x="3621588" y="2845945"/>
                  </a:lnTo>
                  <a:lnTo>
                    <a:pt x="3547828" y="2819192"/>
                  </a:lnTo>
                  <a:lnTo>
                    <a:pt x="3474068" y="2791552"/>
                  </a:lnTo>
                  <a:lnTo>
                    <a:pt x="3400308" y="2775405"/>
                  </a:lnTo>
                  <a:lnTo>
                    <a:pt x="3326548" y="2764424"/>
                  </a:lnTo>
                  <a:lnTo>
                    <a:pt x="3252788" y="2753305"/>
                  </a:lnTo>
                  <a:lnTo>
                    <a:pt x="3179028" y="2742048"/>
                  </a:lnTo>
                  <a:lnTo>
                    <a:pt x="3105268" y="2730649"/>
                  </a:lnTo>
                  <a:lnTo>
                    <a:pt x="3031508" y="2719108"/>
                  </a:lnTo>
                  <a:lnTo>
                    <a:pt x="2957748" y="2707422"/>
                  </a:lnTo>
                  <a:lnTo>
                    <a:pt x="2883988" y="2695590"/>
                  </a:lnTo>
                  <a:lnTo>
                    <a:pt x="2810228" y="2683610"/>
                  </a:lnTo>
                  <a:lnTo>
                    <a:pt x="2736468" y="2671480"/>
                  </a:lnTo>
                  <a:lnTo>
                    <a:pt x="2662708" y="2659198"/>
                  </a:lnTo>
                  <a:lnTo>
                    <a:pt x="2588948" y="2646763"/>
                  </a:lnTo>
                  <a:lnTo>
                    <a:pt x="2515188" y="2634172"/>
                  </a:lnTo>
                  <a:lnTo>
                    <a:pt x="2441428" y="2621423"/>
                  </a:lnTo>
                  <a:lnTo>
                    <a:pt x="2367668" y="2608514"/>
                  </a:lnTo>
                  <a:lnTo>
                    <a:pt x="2293908" y="2595444"/>
                  </a:lnTo>
                  <a:lnTo>
                    <a:pt x="2220148" y="2582211"/>
                  </a:lnTo>
                  <a:lnTo>
                    <a:pt x="2146388" y="2568811"/>
                  </a:lnTo>
                  <a:lnTo>
                    <a:pt x="2072628" y="2555244"/>
                  </a:lnTo>
                  <a:lnTo>
                    <a:pt x="1998868" y="2541507"/>
                  </a:lnTo>
                  <a:lnTo>
                    <a:pt x="1925108" y="2527599"/>
                  </a:lnTo>
                  <a:lnTo>
                    <a:pt x="1851348" y="2513516"/>
                  </a:lnTo>
                  <a:lnTo>
                    <a:pt x="1777588" y="2499257"/>
                  </a:lnTo>
                  <a:lnTo>
                    <a:pt x="1703828" y="2484819"/>
                  </a:lnTo>
                  <a:lnTo>
                    <a:pt x="1630068" y="2470201"/>
                  </a:lnTo>
                  <a:lnTo>
                    <a:pt x="1556308" y="2455399"/>
                  </a:lnTo>
                  <a:lnTo>
                    <a:pt x="1482548" y="2440412"/>
                  </a:lnTo>
                  <a:lnTo>
                    <a:pt x="1408788" y="2425238"/>
                  </a:lnTo>
                  <a:lnTo>
                    <a:pt x="1335028" y="2409874"/>
                  </a:lnTo>
                  <a:lnTo>
                    <a:pt x="1261268" y="2394317"/>
                  </a:lnTo>
                  <a:lnTo>
                    <a:pt x="1187508" y="2378566"/>
                  </a:lnTo>
                  <a:lnTo>
                    <a:pt x="1113747" y="2362618"/>
                  </a:lnTo>
                  <a:lnTo>
                    <a:pt x="1039987" y="2346470"/>
                  </a:lnTo>
                  <a:lnTo>
                    <a:pt x="966227" y="2330120"/>
                  </a:lnTo>
                  <a:lnTo>
                    <a:pt x="892467" y="2313565"/>
                  </a:lnTo>
                  <a:lnTo>
                    <a:pt x="818707" y="2296803"/>
                  </a:lnTo>
                  <a:lnTo>
                    <a:pt x="744947" y="2279831"/>
                  </a:lnTo>
                  <a:lnTo>
                    <a:pt x="671187" y="2262646"/>
                  </a:lnTo>
                  <a:lnTo>
                    <a:pt x="597427" y="2245247"/>
                  </a:lnTo>
                  <a:lnTo>
                    <a:pt x="523667" y="2227629"/>
                  </a:lnTo>
                  <a:lnTo>
                    <a:pt x="449907" y="2209792"/>
                  </a:lnTo>
                  <a:lnTo>
                    <a:pt x="376147" y="2191731"/>
                  </a:lnTo>
                  <a:lnTo>
                    <a:pt x="302387" y="2173443"/>
                  </a:lnTo>
                  <a:lnTo>
                    <a:pt x="228627" y="2154927"/>
                  </a:lnTo>
                  <a:lnTo>
                    <a:pt x="154867" y="2136179"/>
                  </a:lnTo>
                  <a:lnTo>
                    <a:pt x="81107" y="2117197"/>
                  </a:lnTo>
                  <a:lnTo>
                    <a:pt x="7347" y="2097977"/>
                  </a:lnTo>
                  <a:lnTo>
                    <a:pt x="0" y="20960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1896563"/>
              <a:ext cx="7028352" cy="3193252"/>
            </a:xfrm>
            <a:custGeom>
              <a:avLst/>
              <a:pathLst>
                <a:path w="7028352" h="3193252">
                  <a:moveTo>
                    <a:pt x="0" y="0"/>
                  </a:moveTo>
                  <a:lnTo>
                    <a:pt x="21149" y="34407"/>
                  </a:lnTo>
                  <a:lnTo>
                    <a:pt x="94909" y="150550"/>
                  </a:lnTo>
                  <a:lnTo>
                    <a:pt x="168669" y="262965"/>
                  </a:lnTo>
                  <a:lnTo>
                    <a:pt x="242429" y="371772"/>
                  </a:lnTo>
                  <a:lnTo>
                    <a:pt x="316190" y="477086"/>
                  </a:lnTo>
                  <a:lnTo>
                    <a:pt x="389950" y="579020"/>
                  </a:lnTo>
                  <a:lnTo>
                    <a:pt x="463710" y="677682"/>
                  </a:lnTo>
                  <a:lnTo>
                    <a:pt x="537470" y="773176"/>
                  </a:lnTo>
                  <a:lnTo>
                    <a:pt x="611230" y="865606"/>
                  </a:lnTo>
                  <a:lnTo>
                    <a:pt x="684990" y="955068"/>
                  </a:lnTo>
                  <a:lnTo>
                    <a:pt x="758750" y="1041659"/>
                  </a:lnTo>
                  <a:lnTo>
                    <a:pt x="832510" y="1125470"/>
                  </a:lnTo>
                  <a:lnTo>
                    <a:pt x="906270" y="1206591"/>
                  </a:lnTo>
                  <a:lnTo>
                    <a:pt x="980030" y="1285108"/>
                  </a:lnTo>
                  <a:lnTo>
                    <a:pt x="1053790" y="1361104"/>
                  </a:lnTo>
                  <a:lnTo>
                    <a:pt x="1127550" y="1434661"/>
                  </a:lnTo>
                  <a:lnTo>
                    <a:pt x="1201310" y="1505857"/>
                  </a:lnTo>
                  <a:lnTo>
                    <a:pt x="1275070" y="1574768"/>
                  </a:lnTo>
                  <a:lnTo>
                    <a:pt x="1348830" y="1641467"/>
                  </a:lnTo>
                  <a:lnTo>
                    <a:pt x="1422590" y="1706024"/>
                  </a:lnTo>
                  <a:lnTo>
                    <a:pt x="1496350" y="1768510"/>
                  </a:lnTo>
                  <a:lnTo>
                    <a:pt x="1570110" y="1828989"/>
                  </a:lnTo>
                  <a:lnTo>
                    <a:pt x="1643870" y="1887528"/>
                  </a:lnTo>
                  <a:lnTo>
                    <a:pt x="1717630" y="1944187"/>
                  </a:lnTo>
                  <a:lnTo>
                    <a:pt x="1791390" y="1999027"/>
                  </a:lnTo>
                  <a:lnTo>
                    <a:pt x="1865150" y="2052107"/>
                  </a:lnTo>
                  <a:lnTo>
                    <a:pt x="1938910" y="2103484"/>
                  </a:lnTo>
                  <a:lnTo>
                    <a:pt x="2012670" y="2153211"/>
                  </a:lnTo>
                  <a:lnTo>
                    <a:pt x="2086430" y="2201342"/>
                  </a:lnTo>
                  <a:lnTo>
                    <a:pt x="2160190" y="2247928"/>
                  </a:lnTo>
                  <a:lnTo>
                    <a:pt x="2233950" y="2293018"/>
                  </a:lnTo>
                  <a:lnTo>
                    <a:pt x="2307710" y="2336662"/>
                  </a:lnTo>
                  <a:lnTo>
                    <a:pt x="2381470" y="2378904"/>
                  </a:lnTo>
                  <a:lnTo>
                    <a:pt x="2455230" y="2419790"/>
                  </a:lnTo>
                  <a:lnTo>
                    <a:pt x="2528990" y="2459364"/>
                  </a:lnTo>
                  <a:lnTo>
                    <a:pt x="2602750" y="2497668"/>
                  </a:lnTo>
                  <a:lnTo>
                    <a:pt x="2676510" y="2534742"/>
                  </a:lnTo>
                  <a:lnTo>
                    <a:pt x="2750270" y="2570626"/>
                  </a:lnTo>
                  <a:lnTo>
                    <a:pt x="2824030" y="2605358"/>
                  </a:lnTo>
                  <a:lnTo>
                    <a:pt x="2897790" y="2638975"/>
                  </a:lnTo>
                  <a:lnTo>
                    <a:pt x="2971550" y="2671513"/>
                  </a:lnTo>
                  <a:lnTo>
                    <a:pt x="3045310" y="2703007"/>
                  </a:lnTo>
                  <a:lnTo>
                    <a:pt x="3119070" y="2733490"/>
                  </a:lnTo>
                  <a:lnTo>
                    <a:pt x="3192831" y="2762994"/>
                  </a:lnTo>
                  <a:lnTo>
                    <a:pt x="3266591" y="2786250"/>
                  </a:lnTo>
                  <a:lnTo>
                    <a:pt x="3340351" y="2796961"/>
                  </a:lnTo>
                  <a:lnTo>
                    <a:pt x="3414111" y="2807540"/>
                  </a:lnTo>
                  <a:lnTo>
                    <a:pt x="3487871" y="2817987"/>
                  </a:lnTo>
                  <a:lnTo>
                    <a:pt x="3561631" y="2828306"/>
                  </a:lnTo>
                  <a:lnTo>
                    <a:pt x="3635391" y="2838497"/>
                  </a:lnTo>
                  <a:lnTo>
                    <a:pt x="3709151" y="2848563"/>
                  </a:lnTo>
                  <a:lnTo>
                    <a:pt x="3782911" y="2858503"/>
                  </a:lnTo>
                  <a:lnTo>
                    <a:pt x="3856671" y="2868321"/>
                  </a:lnTo>
                  <a:lnTo>
                    <a:pt x="3930431" y="2878018"/>
                  </a:lnTo>
                  <a:lnTo>
                    <a:pt x="4004191" y="2887594"/>
                  </a:lnTo>
                  <a:lnTo>
                    <a:pt x="4077951" y="2897053"/>
                  </a:lnTo>
                  <a:lnTo>
                    <a:pt x="4151711" y="2906394"/>
                  </a:lnTo>
                  <a:lnTo>
                    <a:pt x="4225471" y="2915620"/>
                  </a:lnTo>
                  <a:lnTo>
                    <a:pt x="4299231" y="2924731"/>
                  </a:lnTo>
                  <a:lnTo>
                    <a:pt x="4372991" y="2933730"/>
                  </a:lnTo>
                  <a:lnTo>
                    <a:pt x="4446751" y="2942618"/>
                  </a:lnTo>
                  <a:lnTo>
                    <a:pt x="4520511" y="2951396"/>
                  </a:lnTo>
                  <a:lnTo>
                    <a:pt x="4594271" y="2960066"/>
                  </a:lnTo>
                  <a:lnTo>
                    <a:pt x="4668031" y="2968628"/>
                  </a:lnTo>
                  <a:lnTo>
                    <a:pt x="4741791" y="2977084"/>
                  </a:lnTo>
                  <a:lnTo>
                    <a:pt x="4815551" y="2985436"/>
                  </a:lnTo>
                  <a:lnTo>
                    <a:pt x="4889311" y="2993685"/>
                  </a:lnTo>
                  <a:lnTo>
                    <a:pt x="4963071" y="3001831"/>
                  </a:lnTo>
                  <a:lnTo>
                    <a:pt x="5036831" y="3009877"/>
                  </a:lnTo>
                  <a:lnTo>
                    <a:pt x="5110591" y="3017824"/>
                  </a:lnTo>
                  <a:lnTo>
                    <a:pt x="5184351" y="3025672"/>
                  </a:lnTo>
                  <a:lnTo>
                    <a:pt x="5258111" y="3033423"/>
                  </a:lnTo>
                  <a:lnTo>
                    <a:pt x="5331871" y="3041078"/>
                  </a:lnTo>
                  <a:lnTo>
                    <a:pt x="5405631" y="3048639"/>
                  </a:lnTo>
                  <a:lnTo>
                    <a:pt x="5479391" y="3056106"/>
                  </a:lnTo>
                  <a:lnTo>
                    <a:pt x="5553151" y="3063481"/>
                  </a:lnTo>
                  <a:lnTo>
                    <a:pt x="5626911" y="3070765"/>
                  </a:lnTo>
                  <a:lnTo>
                    <a:pt x="5700671" y="3077959"/>
                  </a:lnTo>
                  <a:lnTo>
                    <a:pt x="5774431" y="3085064"/>
                  </a:lnTo>
                  <a:lnTo>
                    <a:pt x="5848191" y="3092080"/>
                  </a:lnTo>
                  <a:lnTo>
                    <a:pt x="5921951" y="3099011"/>
                  </a:lnTo>
                  <a:lnTo>
                    <a:pt x="5995711" y="3105855"/>
                  </a:lnTo>
                  <a:lnTo>
                    <a:pt x="6069471" y="3112615"/>
                  </a:lnTo>
                  <a:lnTo>
                    <a:pt x="6143232" y="3119291"/>
                  </a:lnTo>
                  <a:lnTo>
                    <a:pt x="6216992" y="3125885"/>
                  </a:lnTo>
                  <a:lnTo>
                    <a:pt x="6290752" y="3132397"/>
                  </a:lnTo>
                  <a:lnTo>
                    <a:pt x="6364512" y="3138829"/>
                  </a:lnTo>
                  <a:lnTo>
                    <a:pt x="6438272" y="3145181"/>
                  </a:lnTo>
                  <a:lnTo>
                    <a:pt x="6512032" y="3151455"/>
                  </a:lnTo>
                  <a:lnTo>
                    <a:pt x="6585792" y="3157651"/>
                  </a:lnTo>
                  <a:lnTo>
                    <a:pt x="6659552" y="3163771"/>
                  </a:lnTo>
                  <a:lnTo>
                    <a:pt x="6733312" y="3169814"/>
                  </a:lnTo>
                  <a:lnTo>
                    <a:pt x="6807072" y="3175784"/>
                  </a:lnTo>
                  <a:lnTo>
                    <a:pt x="6880832" y="3181679"/>
                  </a:lnTo>
                  <a:lnTo>
                    <a:pt x="6954592" y="3187501"/>
                  </a:lnTo>
                  <a:lnTo>
                    <a:pt x="7028352" y="3193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2602"/>
              <a:ext cx="7235830" cy="1393518"/>
            </a:xfrm>
            <a:custGeom>
              <a:avLst/>
              <a:pathLst>
                <a:path w="7235830" h="1393518">
                  <a:moveTo>
                    <a:pt x="7235830" y="1393518"/>
                  </a:moveTo>
                  <a:lnTo>
                    <a:pt x="7162070" y="1388110"/>
                  </a:lnTo>
                  <a:lnTo>
                    <a:pt x="7088310" y="1382522"/>
                  </a:lnTo>
                  <a:lnTo>
                    <a:pt x="7014550" y="1376749"/>
                  </a:lnTo>
                  <a:lnTo>
                    <a:pt x="6940789" y="1370784"/>
                  </a:lnTo>
                  <a:lnTo>
                    <a:pt x="6867029" y="1364621"/>
                  </a:lnTo>
                  <a:lnTo>
                    <a:pt x="6793269" y="1358254"/>
                  </a:lnTo>
                  <a:lnTo>
                    <a:pt x="6719509" y="1351676"/>
                  </a:lnTo>
                  <a:lnTo>
                    <a:pt x="6645749" y="1344880"/>
                  </a:lnTo>
                  <a:lnTo>
                    <a:pt x="6571989" y="1337858"/>
                  </a:lnTo>
                  <a:lnTo>
                    <a:pt x="6498229" y="1330604"/>
                  </a:lnTo>
                  <a:lnTo>
                    <a:pt x="6424469" y="1323109"/>
                  </a:lnTo>
                  <a:lnTo>
                    <a:pt x="6350709" y="1315365"/>
                  </a:lnTo>
                  <a:lnTo>
                    <a:pt x="6276949" y="1307365"/>
                  </a:lnTo>
                  <a:lnTo>
                    <a:pt x="6203189" y="1299099"/>
                  </a:lnTo>
                  <a:lnTo>
                    <a:pt x="6129429" y="1290559"/>
                  </a:lnTo>
                  <a:lnTo>
                    <a:pt x="6055669" y="1281736"/>
                  </a:lnTo>
                  <a:lnTo>
                    <a:pt x="5981909" y="1272620"/>
                  </a:lnTo>
                  <a:lnTo>
                    <a:pt x="5908149" y="1263202"/>
                  </a:lnTo>
                  <a:lnTo>
                    <a:pt x="5834389" y="1253472"/>
                  </a:lnTo>
                  <a:lnTo>
                    <a:pt x="5760629" y="1243419"/>
                  </a:lnTo>
                  <a:lnTo>
                    <a:pt x="5686869" y="1233032"/>
                  </a:lnTo>
                  <a:lnTo>
                    <a:pt x="5613109" y="1222301"/>
                  </a:lnTo>
                  <a:lnTo>
                    <a:pt x="5539349" y="1211214"/>
                  </a:lnTo>
                  <a:lnTo>
                    <a:pt x="5465589" y="1199760"/>
                  </a:lnTo>
                  <a:lnTo>
                    <a:pt x="5391829" y="1187925"/>
                  </a:lnTo>
                  <a:lnTo>
                    <a:pt x="5318069" y="1175699"/>
                  </a:lnTo>
                  <a:lnTo>
                    <a:pt x="5244309" y="1163066"/>
                  </a:lnTo>
                  <a:lnTo>
                    <a:pt x="5170549" y="1150015"/>
                  </a:lnTo>
                  <a:lnTo>
                    <a:pt x="5096789" y="1136531"/>
                  </a:lnTo>
                  <a:lnTo>
                    <a:pt x="5023029" y="1122599"/>
                  </a:lnTo>
                  <a:lnTo>
                    <a:pt x="4949269" y="1108206"/>
                  </a:lnTo>
                  <a:lnTo>
                    <a:pt x="4875509" y="1093335"/>
                  </a:lnTo>
                  <a:lnTo>
                    <a:pt x="4801749" y="1077972"/>
                  </a:lnTo>
                  <a:lnTo>
                    <a:pt x="4727989" y="1062098"/>
                  </a:lnTo>
                  <a:lnTo>
                    <a:pt x="4654229" y="1045698"/>
                  </a:lnTo>
                  <a:lnTo>
                    <a:pt x="4580469" y="1028755"/>
                  </a:lnTo>
                  <a:lnTo>
                    <a:pt x="4506709" y="1011249"/>
                  </a:lnTo>
                  <a:lnTo>
                    <a:pt x="4432949" y="993163"/>
                  </a:lnTo>
                  <a:lnTo>
                    <a:pt x="4359189" y="974477"/>
                  </a:lnTo>
                  <a:lnTo>
                    <a:pt x="4285429" y="955171"/>
                  </a:lnTo>
                  <a:lnTo>
                    <a:pt x="4211669" y="935225"/>
                  </a:lnTo>
                  <a:lnTo>
                    <a:pt x="4137909" y="914618"/>
                  </a:lnTo>
                  <a:lnTo>
                    <a:pt x="4064149" y="893327"/>
                  </a:lnTo>
                  <a:lnTo>
                    <a:pt x="3990388" y="871330"/>
                  </a:lnTo>
                  <a:lnTo>
                    <a:pt x="3916628" y="848604"/>
                  </a:lnTo>
                  <a:lnTo>
                    <a:pt x="3842868" y="825123"/>
                  </a:lnTo>
                  <a:lnTo>
                    <a:pt x="3769108" y="800865"/>
                  </a:lnTo>
                  <a:lnTo>
                    <a:pt x="3695348" y="775801"/>
                  </a:lnTo>
                  <a:lnTo>
                    <a:pt x="3621588" y="749907"/>
                  </a:lnTo>
                  <a:lnTo>
                    <a:pt x="3547828" y="723153"/>
                  </a:lnTo>
                  <a:lnTo>
                    <a:pt x="3474068" y="695513"/>
                  </a:lnTo>
                  <a:lnTo>
                    <a:pt x="3400308" y="679366"/>
                  </a:lnTo>
                  <a:lnTo>
                    <a:pt x="3326548" y="668385"/>
                  </a:lnTo>
                  <a:lnTo>
                    <a:pt x="3252788" y="657267"/>
                  </a:lnTo>
                  <a:lnTo>
                    <a:pt x="3179028" y="646009"/>
                  </a:lnTo>
                  <a:lnTo>
                    <a:pt x="3105268" y="634610"/>
                  </a:lnTo>
                  <a:lnTo>
                    <a:pt x="3031508" y="623069"/>
                  </a:lnTo>
                  <a:lnTo>
                    <a:pt x="2957748" y="611384"/>
                  </a:lnTo>
                  <a:lnTo>
                    <a:pt x="2883988" y="599552"/>
                  </a:lnTo>
                  <a:lnTo>
                    <a:pt x="2810228" y="587572"/>
                  </a:lnTo>
                  <a:lnTo>
                    <a:pt x="2736468" y="575442"/>
                  </a:lnTo>
                  <a:lnTo>
                    <a:pt x="2662708" y="563160"/>
                  </a:lnTo>
                  <a:lnTo>
                    <a:pt x="2588948" y="550724"/>
                  </a:lnTo>
                  <a:lnTo>
                    <a:pt x="2515188" y="538133"/>
                  </a:lnTo>
                  <a:lnTo>
                    <a:pt x="2441428" y="525384"/>
                  </a:lnTo>
                  <a:lnTo>
                    <a:pt x="2367668" y="512476"/>
                  </a:lnTo>
                  <a:lnTo>
                    <a:pt x="2293908" y="499406"/>
                  </a:lnTo>
                  <a:lnTo>
                    <a:pt x="2220148" y="486172"/>
                  </a:lnTo>
                  <a:lnTo>
                    <a:pt x="2146388" y="472773"/>
                  </a:lnTo>
                  <a:lnTo>
                    <a:pt x="2072628" y="459206"/>
                  </a:lnTo>
                  <a:lnTo>
                    <a:pt x="1998868" y="445469"/>
                  </a:lnTo>
                  <a:lnTo>
                    <a:pt x="1925108" y="431560"/>
                  </a:lnTo>
                  <a:lnTo>
                    <a:pt x="1851348" y="417477"/>
                  </a:lnTo>
                  <a:lnTo>
                    <a:pt x="1777588" y="403218"/>
                  </a:lnTo>
                  <a:lnTo>
                    <a:pt x="1703828" y="388780"/>
                  </a:lnTo>
                  <a:lnTo>
                    <a:pt x="1630068" y="374162"/>
                  </a:lnTo>
                  <a:lnTo>
                    <a:pt x="1556308" y="359360"/>
                  </a:lnTo>
                  <a:lnTo>
                    <a:pt x="1482548" y="344374"/>
                  </a:lnTo>
                  <a:lnTo>
                    <a:pt x="1408788" y="329200"/>
                  </a:lnTo>
                  <a:lnTo>
                    <a:pt x="1335028" y="313835"/>
                  </a:lnTo>
                  <a:lnTo>
                    <a:pt x="1261268" y="298279"/>
                  </a:lnTo>
                  <a:lnTo>
                    <a:pt x="1187508" y="282528"/>
                  </a:lnTo>
                  <a:lnTo>
                    <a:pt x="1113747" y="266579"/>
                  </a:lnTo>
                  <a:lnTo>
                    <a:pt x="1039987" y="250431"/>
                  </a:lnTo>
                  <a:lnTo>
                    <a:pt x="966227" y="234081"/>
                  </a:lnTo>
                  <a:lnTo>
                    <a:pt x="892467" y="217526"/>
                  </a:lnTo>
                  <a:lnTo>
                    <a:pt x="818707" y="200764"/>
                  </a:lnTo>
                  <a:lnTo>
                    <a:pt x="744947" y="183792"/>
                  </a:lnTo>
                  <a:lnTo>
                    <a:pt x="671187" y="166608"/>
                  </a:lnTo>
                  <a:lnTo>
                    <a:pt x="597427" y="149208"/>
                  </a:lnTo>
                  <a:lnTo>
                    <a:pt x="523667" y="131591"/>
                  </a:lnTo>
                  <a:lnTo>
                    <a:pt x="449907" y="113753"/>
                  </a:lnTo>
                  <a:lnTo>
                    <a:pt x="376147" y="95692"/>
                  </a:lnTo>
                  <a:lnTo>
                    <a:pt x="302387" y="77405"/>
                  </a:lnTo>
                  <a:lnTo>
                    <a:pt x="228627" y="58889"/>
                  </a:lnTo>
                  <a:lnTo>
                    <a:pt x="154867" y="40141"/>
                  </a:lnTo>
                  <a:lnTo>
                    <a:pt x="81107" y="21158"/>
                  </a:lnTo>
                  <a:lnTo>
                    <a:pt x="7347" y="19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52855"/>
              <a:ext cx="7235830" cy="2222635"/>
            </a:xfrm>
            <a:custGeom>
              <a:avLst/>
              <a:pathLst>
                <a:path w="7235830" h="2222635">
                  <a:moveTo>
                    <a:pt x="0" y="0"/>
                  </a:moveTo>
                  <a:lnTo>
                    <a:pt x="7347" y="5654"/>
                  </a:lnTo>
                  <a:lnTo>
                    <a:pt x="81107" y="61149"/>
                  </a:lnTo>
                  <a:lnTo>
                    <a:pt x="154867" y="115407"/>
                  </a:lnTo>
                  <a:lnTo>
                    <a:pt x="228627" y="168457"/>
                  </a:lnTo>
                  <a:lnTo>
                    <a:pt x="302387" y="220325"/>
                  </a:lnTo>
                  <a:lnTo>
                    <a:pt x="376147" y="271037"/>
                  </a:lnTo>
                  <a:lnTo>
                    <a:pt x="449907" y="320619"/>
                  </a:lnTo>
                  <a:lnTo>
                    <a:pt x="523667" y="369096"/>
                  </a:lnTo>
                  <a:lnTo>
                    <a:pt x="597427" y="416494"/>
                  </a:lnTo>
                  <a:lnTo>
                    <a:pt x="671187" y="462835"/>
                  </a:lnTo>
                  <a:lnTo>
                    <a:pt x="744947" y="508144"/>
                  </a:lnTo>
                  <a:lnTo>
                    <a:pt x="818707" y="552443"/>
                  </a:lnTo>
                  <a:lnTo>
                    <a:pt x="892467" y="595755"/>
                  </a:lnTo>
                  <a:lnTo>
                    <a:pt x="966227" y="638102"/>
                  </a:lnTo>
                  <a:lnTo>
                    <a:pt x="1039987" y="679506"/>
                  </a:lnTo>
                  <a:lnTo>
                    <a:pt x="1113747" y="719987"/>
                  </a:lnTo>
                  <a:lnTo>
                    <a:pt x="1187508" y="759566"/>
                  </a:lnTo>
                  <a:lnTo>
                    <a:pt x="1261268" y="798263"/>
                  </a:lnTo>
                  <a:lnTo>
                    <a:pt x="1335028" y="836098"/>
                  </a:lnTo>
                  <a:lnTo>
                    <a:pt x="1408788" y="873090"/>
                  </a:lnTo>
                  <a:lnTo>
                    <a:pt x="1482548" y="909258"/>
                  </a:lnTo>
                  <a:lnTo>
                    <a:pt x="1556308" y="944620"/>
                  </a:lnTo>
                  <a:lnTo>
                    <a:pt x="1630068" y="979194"/>
                  </a:lnTo>
                  <a:lnTo>
                    <a:pt x="1703828" y="1012998"/>
                  </a:lnTo>
                  <a:lnTo>
                    <a:pt x="1777588" y="1046048"/>
                  </a:lnTo>
                  <a:lnTo>
                    <a:pt x="1851348" y="1078362"/>
                  </a:lnTo>
                  <a:lnTo>
                    <a:pt x="1925108" y="1109957"/>
                  </a:lnTo>
                  <a:lnTo>
                    <a:pt x="1998868" y="1140847"/>
                  </a:lnTo>
                  <a:lnTo>
                    <a:pt x="2072628" y="1171049"/>
                  </a:lnTo>
                  <a:lnTo>
                    <a:pt x="2146388" y="1200578"/>
                  </a:lnTo>
                  <a:lnTo>
                    <a:pt x="2220148" y="1229449"/>
                  </a:lnTo>
                  <a:lnTo>
                    <a:pt x="2293908" y="1257677"/>
                  </a:lnTo>
                  <a:lnTo>
                    <a:pt x="2367668" y="1285276"/>
                  </a:lnTo>
                  <a:lnTo>
                    <a:pt x="2441428" y="1312259"/>
                  </a:lnTo>
                  <a:lnTo>
                    <a:pt x="2515188" y="1338642"/>
                  </a:lnTo>
                  <a:lnTo>
                    <a:pt x="2588948" y="1364437"/>
                  </a:lnTo>
                  <a:lnTo>
                    <a:pt x="2662708" y="1389657"/>
                  </a:lnTo>
                  <a:lnTo>
                    <a:pt x="2736468" y="1414315"/>
                  </a:lnTo>
                  <a:lnTo>
                    <a:pt x="2810228" y="1438424"/>
                  </a:lnTo>
                  <a:lnTo>
                    <a:pt x="2883988" y="1461996"/>
                  </a:lnTo>
                  <a:lnTo>
                    <a:pt x="2957748" y="1485042"/>
                  </a:lnTo>
                  <a:lnTo>
                    <a:pt x="3031508" y="1507575"/>
                  </a:lnTo>
                  <a:lnTo>
                    <a:pt x="3105268" y="1529606"/>
                  </a:lnTo>
                  <a:lnTo>
                    <a:pt x="3179028" y="1551146"/>
                  </a:lnTo>
                  <a:lnTo>
                    <a:pt x="3252788" y="1572206"/>
                  </a:lnTo>
                  <a:lnTo>
                    <a:pt x="3326548" y="1592797"/>
                  </a:lnTo>
                  <a:lnTo>
                    <a:pt x="3400308" y="1612929"/>
                  </a:lnTo>
                  <a:lnTo>
                    <a:pt x="3474068" y="1632613"/>
                  </a:lnTo>
                  <a:lnTo>
                    <a:pt x="3547828" y="1651857"/>
                  </a:lnTo>
                  <a:lnTo>
                    <a:pt x="3621588" y="1670674"/>
                  </a:lnTo>
                  <a:lnTo>
                    <a:pt x="3695348" y="1689071"/>
                  </a:lnTo>
                  <a:lnTo>
                    <a:pt x="3769108" y="1707058"/>
                  </a:lnTo>
                  <a:lnTo>
                    <a:pt x="3842868" y="1724644"/>
                  </a:lnTo>
                  <a:lnTo>
                    <a:pt x="3916628" y="1741838"/>
                  </a:lnTo>
                  <a:lnTo>
                    <a:pt x="3990388" y="1758649"/>
                  </a:lnTo>
                  <a:lnTo>
                    <a:pt x="4064149" y="1775086"/>
                  </a:lnTo>
                  <a:lnTo>
                    <a:pt x="4137909" y="1791157"/>
                  </a:lnTo>
                  <a:lnTo>
                    <a:pt x="4211669" y="1806869"/>
                  </a:lnTo>
                  <a:lnTo>
                    <a:pt x="4285429" y="1822231"/>
                  </a:lnTo>
                  <a:lnTo>
                    <a:pt x="4359189" y="1837251"/>
                  </a:lnTo>
                  <a:lnTo>
                    <a:pt x="4432949" y="1851937"/>
                  </a:lnTo>
                  <a:lnTo>
                    <a:pt x="4506709" y="1866295"/>
                  </a:lnTo>
                  <a:lnTo>
                    <a:pt x="4580469" y="1880333"/>
                  </a:lnTo>
                  <a:lnTo>
                    <a:pt x="4654229" y="1894059"/>
                  </a:lnTo>
                  <a:lnTo>
                    <a:pt x="4727989" y="1907478"/>
                  </a:lnTo>
                  <a:lnTo>
                    <a:pt x="4801749" y="1920599"/>
                  </a:lnTo>
                  <a:lnTo>
                    <a:pt x="4875509" y="1933427"/>
                  </a:lnTo>
                  <a:lnTo>
                    <a:pt x="4949269" y="1945970"/>
                  </a:lnTo>
                  <a:lnTo>
                    <a:pt x="5023029" y="1958233"/>
                  </a:lnTo>
                  <a:lnTo>
                    <a:pt x="5096789" y="1970223"/>
                  </a:lnTo>
                  <a:lnTo>
                    <a:pt x="5170549" y="1981945"/>
                  </a:lnTo>
                  <a:lnTo>
                    <a:pt x="5244309" y="1993407"/>
                  </a:lnTo>
                  <a:lnTo>
                    <a:pt x="5318069" y="2004613"/>
                  </a:lnTo>
                  <a:lnTo>
                    <a:pt x="5391829" y="2015569"/>
                  </a:lnTo>
                  <a:lnTo>
                    <a:pt x="5465589" y="2026281"/>
                  </a:lnTo>
                  <a:lnTo>
                    <a:pt x="5539349" y="2036755"/>
                  </a:lnTo>
                  <a:lnTo>
                    <a:pt x="5613109" y="2046995"/>
                  </a:lnTo>
                  <a:lnTo>
                    <a:pt x="5686869" y="2057007"/>
                  </a:lnTo>
                  <a:lnTo>
                    <a:pt x="5760629" y="2066796"/>
                  </a:lnTo>
                  <a:lnTo>
                    <a:pt x="5834389" y="2076367"/>
                  </a:lnTo>
                  <a:lnTo>
                    <a:pt x="5908149" y="2085725"/>
                  </a:lnTo>
                  <a:lnTo>
                    <a:pt x="5981909" y="2094874"/>
                  </a:lnTo>
                  <a:lnTo>
                    <a:pt x="6055669" y="2103819"/>
                  </a:lnTo>
                  <a:lnTo>
                    <a:pt x="6129429" y="2112565"/>
                  </a:lnTo>
                  <a:lnTo>
                    <a:pt x="6203189" y="2121116"/>
                  </a:lnTo>
                  <a:lnTo>
                    <a:pt x="6276949" y="2129477"/>
                  </a:lnTo>
                  <a:lnTo>
                    <a:pt x="6350709" y="2137651"/>
                  </a:lnTo>
                  <a:lnTo>
                    <a:pt x="6424469" y="2145644"/>
                  </a:lnTo>
                  <a:lnTo>
                    <a:pt x="6498229" y="2153458"/>
                  </a:lnTo>
                  <a:lnTo>
                    <a:pt x="6571989" y="2161098"/>
                  </a:lnTo>
                  <a:lnTo>
                    <a:pt x="6645749" y="2168567"/>
                  </a:lnTo>
                  <a:lnTo>
                    <a:pt x="6719509" y="2175871"/>
                  </a:lnTo>
                  <a:lnTo>
                    <a:pt x="6793269" y="2183011"/>
                  </a:lnTo>
                  <a:lnTo>
                    <a:pt x="6867029" y="2189993"/>
                  </a:lnTo>
                  <a:lnTo>
                    <a:pt x="6940789" y="2196819"/>
                  </a:lnTo>
                  <a:lnTo>
                    <a:pt x="7014550" y="2203493"/>
                  </a:lnTo>
                  <a:lnTo>
                    <a:pt x="7088310" y="2210018"/>
                  </a:lnTo>
                  <a:lnTo>
                    <a:pt x="7162070" y="2216398"/>
                  </a:lnTo>
                  <a:lnTo>
                    <a:pt x="7235830" y="22226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2026-05-27T10:00:50Z</dcterms:modified>
  <cp:category/>
</cp:coreProperties>
</file>