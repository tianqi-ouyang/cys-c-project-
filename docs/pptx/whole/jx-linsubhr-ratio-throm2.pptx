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28201"/>
            </a:xfrm>
            <a:custGeom>
              <a:avLst/>
              <a:pathLst>
                <a:path w="7090630" h="3328201">
                  <a:moveTo>
                    <a:pt x="265953" y="0"/>
                  </a:moveTo>
                  <a:lnTo>
                    <a:pt x="286490" y="32816"/>
                  </a:lnTo>
                  <a:lnTo>
                    <a:pt x="358112" y="143589"/>
                  </a:lnTo>
                  <a:lnTo>
                    <a:pt x="429735" y="250806"/>
                  </a:lnTo>
                  <a:lnTo>
                    <a:pt x="501357" y="354582"/>
                  </a:lnTo>
                  <a:lnTo>
                    <a:pt x="572980" y="455026"/>
                  </a:lnTo>
                  <a:lnTo>
                    <a:pt x="644602" y="552246"/>
                  </a:lnTo>
                  <a:lnTo>
                    <a:pt x="716225" y="646346"/>
                  </a:lnTo>
                  <a:lnTo>
                    <a:pt x="787847" y="737425"/>
                  </a:lnTo>
                  <a:lnTo>
                    <a:pt x="859470" y="825580"/>
                  </a:lnTo>
                  <a:lnTo>
                    <a:pt x="931092" y="910906"/>
                  </a:lnTo>
                  <a:lnTo>
                    <a:pt x="1002715" y="993493"/>
                  </a:lnTo>
                  <a:lnTo>
                    <a:pt x="1074337" y="1073428"/>
                  </a:lnTo>
                  <a:lnTo>
                    <a:pt x="1145960" y="1150798"/>
                  </a:lnTo>
                  <a:lnTo>
                    <a:pt x="1217582" y="1225685"/>
                  </a:lnTo>
                  <a:lnTo>
                    <a:pt x="1289205" y="1298167"/>
                  </a:lnTo>
                  <a:lnTo>
                    <a:pt x="1360827" y="1368323"/>
                  </a:lnTo>
                  <a:lnTo>
                    <a:pt x="1432450" y="1436227"/>
                  </a:lnTo>
                  <a:lnTo>
                    <a:pt x="1504073" y="1501951"/>
                  </a:lnTo>
                  <a:lnTo>
                    <a:pt x="1575695" y="1565566"/>
                  </a:lnTo>
                  <a:lnTo>
                    <a:pt x="1647318" y="1627138"/>
                  </a:lnTo>
                  <a:lnTo>
                    <a:pt x="1718940" y="1686734"/>
                  </a:lnTo>
                  <a:lnTo>
                    <a:pt x="1790563" y="1744417"/>
                  </a:lnTo>
                  <a:lnTo>
                    <a:pt x="1862185" y="1800249"/>
                  </a:lnTo>
                  <a:lnTo>
                    <a:pt x="1933808" y="1854288"/>
                  </a:lnTo>
                  <a:lnTo>
                    <a:pt x="2005430" y="1906593"/>
                  </a:lnTo>
                  <a:lnTo>
                    <a:pt x="2077053" y="1957219"/>
                  </a:lnTo>
                  <a:lnTo>
                    <a:pt x="2148675" y="2006219"/>
                  </a:lnTo>
                  <a:lnTo>
                    <a:pt x="2220298" y="2053647"/>
                  </a:lnTo>
                  <a:lnTo>
                    <a:pt x="2291920" y="2099553"/>
                  </a:lnTo>
                  <a:lnTo>
                    <a:pt x="2363543" y="2143984"/>
                  </a:lnTo>
                  <a:lnTo>
                    <a:pt x="2435165" y="2186990"/>
                  </a:lnTo>
                  <a:lnTo>
                    <a:pt x="2506788" y="2228615"/>
                  </a:lnTo>
                  <a:lnTo>
                    <a:pt x="2578410" y="2268904"/>
                  </a:lnTo>
                  <a:lnTo>
                    <a:pt x="2650033" y="2307900"/>
                  </a:lnTo>
                  <a:lnTo>
                    <a:pt x="2721655" y="2345644"/>
                  </a:lnTo>
                  <a:lnTo>
                    <a:pt x="2793278" y="2382176"/>
                  </a:lnTo>
                  <a:lnTo>
                    <a:pt x="2864901" y="2417536"/>
                  </a:lnTo>
                  <a:lnTo>
                    <a:pt x="2936523" y="2451761"/>
                  </a:lnTo>
                  <a:lnTo>
                    <a:pt x="3008146" y="2484887"/>
                  </a:lnTo>
                  <a:lnTo>
                    <a:pt x="3079768" y="2516950"/>
                  </a:lnTo>
                  <a:lnTo>
                    <a:pt x="3151391" y="2547984"/>
                  </a:lnTo>
                  <a:lnTo>
                    <a:pt x="3223013" y="2578021"/>
                  </a:lnTo>
                  <a:lnTo>
                    <a:pt x="3294636" y="2607094"/>
                  </a:lnTo>
                  <a:lnTo>
                    <a:pt x="3366258" y="2635234"/>
                  </a:lnTo>
                  <a:lnTo>
                    <a:pt x="3437881" y="2657415"/>
                  </a:lnTo>
                  <a:lnTo>
                    <a:pt x="3509503" y="2667630"/>
                  </a:lnTo>
                  <a:lnTo>
                    <a:pt x="3581126" y="2677720"/>
                  </a:lnTo>
                  <a:lnTo>
                    <a:pt x="3652748" y="2687685"/>
                  </a:lnTo>
                  <a:lnTo>
                    <a:pt x="3724371" y="2697526"/>
                  </a:lnTo>
                  <a:lnTo>
                    <a:pt x="3795993" y="2707246"/>
                  </a:lnTo>
                  <a:lnTo>
                    <a:pt x="3867616" y="2716846"/>
                  </a:lnTo>
                  <a:lnTo>
                    <a:pt x="3939238" y="2726327"/>
                  </a:lnTo>
                  <a:lnTo>
                    <a:pt x="4010861" y="2735691"/>
                  </a:lnTo>
                  <a:lnTo>
                    <a:pt x="4082483" y="2744939"/>
                  </a:lnTo>
                  <a:lnTo>
                    <a:pt x="4154106" y="2754073"/>
                  </a:lnTo>
                  <a:lnTo>
                    <a:pt x="4225729" y="2763094"/>
                  </a:lnTo>
                  <a:lnTo>
                    <a:pt x="4297351" y="2772003"/>
                  </a:lnTo>
                  <a:lnTo>
                    <a:pt x="4368974" y="2780802"/>
                  </a:lnTo>
                  <a:lnTo>
                    <a:pt x="4440596" y="2789493"/>
                  </a:lnTo>
                  <a:lnTo>
                    <a:pt x="4512219" y="2798076"/>
                  </a:lnTo>
                  <a:lnTo>
                    <a:pt x="4583841" y="2806553"/>
                  </a:lnTo>
                  <a:lnTo>
                    <a:pt x="4655464" y="2814925"/>
                  </a:lnTo>
                  <a:lnTo>
                    <a:pt x="4727086" y="2823193"/>
                  </a:lnTo>
                  <a:lnTo>
                    <a:pt x="4798709" y="2831360"/>
                  </a:lnTo>
                  <a:lnTo>
                    <a:pt x="4870331" y="2839425"/>
                  </a:lnTo>
                  <a:lnTo>
                    <a:pt x="4941954" y="2847391"/>
                  </a:lnTo>
                  <a:lnTo>
                    <a:pt x="5013576" y="2855258"/>
                  </a:lnTo>
                  <a:lnTo>
                    <a:pt x="5085199" y="2863028"/>
                  </a:lnTo>
                  <a:lnTo>
                    <a:pt x="5156821" y="2870702"/>
                  </a:lnTo>
                  <a:lnTo>
                    <a:pt x="5228444" y="2878281"/>
                  </a:lnTo>
                  <a:lnTo>
                    <a:pt x="5300066" y="2885766"/>
                  </a:lnTo>
                  <a:lnTo>
                    <a:pt x="5371689" y="2893159"/>
                  </a:lnTo>
                  <a:lnTo>
                    <a:pt x="5443311" y="2900460"/>
                  </a:lnTo>
                  <a:lnTo>
                    <a:pt x="5514934" y="2907671"/>
                  </a:lnTo>
                  <a:lnTo>
                    <a:pt x="5586557" y="2914793"/>
                  </a:lnTo>
                  <a:lnTo>
                    <a:pt x="5658179" y="2921827"/>
                  </a:lnTo>
                  <a:lnTo>
                    <a:pt x="5729802" y="2928774"/>
                  </a:lnTo>
                  <a:lnTo>
                    <a:pt x="5801424" y="2935635"/>
                  </a:lnTo>
                  <a:lnTo>
                    <a:pt x="5873047" y="2942411"/>
                  </a:lnTo>
                  <a:lnTo>
                    <a:pt x="5944669" y="2949104"/>
                  </a:lnTo>
                  <a:lnTo>
                    <a:pt x="6016292" y="2955713"/>
                  </a:lnTo>
                  <a:lnTo>
                    <a:pt x="6087914" y="2962241"/>
                  </a:lnTo>
                  <a:lnTo>
                    <a:pt x="6159537" y="2968689"/>
                  </a:lnTo>
                  <a:lnTo>
                    <a:pt x="6231159" y="2975056"/>
                  </a:lnTo>
                  <a:lnTo>
                    <a:pt x="6302782" y="2981345"/>
                  </a:lnTo>
                  <a:lnTo>
                    <a:pt x="6374404" y="2987556"/>
                  </a:lnTo>
                  <a:lnTo>
                    <a:pt x="6446027" y="2993691"/>
                  </a:lnTo>
                  <a:lnTo>
                    <a:pt x="6517649" y="2999749"/>
                  </a:lnTo>
                  <a:lnTo>
                    <a:pt x="6589272" y="3005733"/>
                  </a:lnTo>
                  <a:lnTo>
                    <a:pt x="6660894" y="3011642"/>
                  </a:lnTo>
                  <a:lnTo>
                    <a:pt x="6732517" y="3017479"/>
                  </a:lnTo>
                  <a:lnTo>
                    <a:pt x="6804139" y="3023243"/>
                  </a:lnTo>
                  <a:lnTo>
                    <a:pt x="6875762" y="3028937"/>
                  </a:lnTo>
                  <a:lnTo>
                    <a:pt x="6947385" y="3034559"/>
                  </a:lnTo>
                  <a:lnTo>
                    <a:pt x="7019007" y="3040113"/>
                  </a:lnTo>
                  <a:lnTo>
                    <a:pt x="7090630" y="3045597"/>
                  </a:lnTo>
                  <a:lnTo>
                    <a:pt x="7090630" y="3328201"/>
                  </a:lnTo>
                  <a:lnTo>
                    <a:pt x="7019007" y="3323043"/>
                  </a:lnTo>
                  <a:lnTo>
                    <a:pt x="6947385" y="3317713"/>
                  </a:lnTo>
                  <a:lnTo>
                    <a:pt x="6875762" y="3312207"/>
                  </a:lnTo>
                  <a:lnTo>
                    <a:pt x="6804139" y="3306518"/>
                  </a:lnTo>
                  <a:lnTo>
                    <a:pt x="6732517" y="3300640"/>
                  </a:lnTo>
                  <a:lnTo>
                    <a:pt x="6660894" y="3294568"/>
                  </a:lnTo>
                  <a:lnTo>
                    <a:pt x="6589272" y="3288294"/>
                  </a:lnTo>
                  <a:lnTo>
                    <a:pt x="6517649" y="3281812"/>
                  </a:lnTo>
                  <a:lnTo>
                    <a:pt x="6446027" y="3275115"/>
                  </a:lnTo>
                  <a:lnTo>
                    <a:pt x="6374404" y="3268196"/>
                  </a:lnTo>
                  <a:lnTo>
                    <a:pt x="6302782" y="3261047"/>
                  </a:lnTo>
                  <a:lnTo>
                    <a:pt x="6231159" y="3253662"/>
                  </a:lnTo>
                  <a:lnTo>
                    <a:pt x="6159537" y="3246031"/>
                  </a:lnTo>
                  <a:lnTo>
                    <a:pt x="6087914" y="3238148"/>
                  </a:lnTo>
                  <a:lnTo>
                    <a:pt x="6016292" y="3230003"/>
                  </a:lnTo>
                  <a:lnTo>
                    <a:pt x="5944669" y="3221588"/>
                  </a:lnTo>
                  <a:lnTo>
                    <a:pt x="5873047" y="3212893"/>
                  </a:lnTo>
                  <a:lnTo>
                    <a:pt x="5801424" y="3203911"/>
                  </a:lnTo>
                  <a:lnTo>
                    <a:pt x="5729802" y="3194630"/>
                  </a:lnTo>
                  <a:lnTo>
                    <a:pt x="5658179" y="3185042"/>
                  </a:lnTo>
                  <a:lnTo>
                    <a:pt x="5586557" y="3175136"/>
                  </a:lnTo>
                  <a:lnTo>
                    <a:pt x="5514934" y="3164901"/>
                  </a:lnTo>
                  <a:lnTo>
                    <a:pt x="5443311" y="3154327"/>
                  </a:lnTo>
                  <a:lnTo>
                    <a:pt x="5371689" y="3143402"/>
                  </a:lnTo>
                  <a:lnTo>
                    <a:pt x="5300066" y="3132115"/>
                  </a:lnTo>
                  <a:lnTo>
                    <a:pt x="5228444" y="3120453"/>
                  </a:lnTo>
                  <a:lnTo>
                    <a:pt x="5156821" y="3108405"/>
                  </a:lnTo>
                  <a:lnTo>
                    <a:pt x="5085199" y="3095957"/>
                  </a:lnTo>
                  <a:lnTo>
                    <a:pt x="5013576" y="3083097"/>
                  </a:lnTo>
                  <a:lnTo>
                    <a:pt x="4941954" y="3069809"/>
                  </a:lnTo>
                  <a:lnTo>
                    <a:pt x="4870331" y="3056082"/>
                  </a:lnTo>
                  <a:lnTo>
                    <a:pt x="4798709" y="3041899"/>
                  </a:lnTo>
                  <a:lnTo>
                    <a:pt x="4727086" y="3027245"/>
                  </a:lnTo>
                  <a:lnTo>
                    <a:pt x="4655464" y="3012106"/>
                  </a:lnTo>
                  <a:lnTo>
                    <a:pt x="4583841" y="2996464"/>
                  </a:lnTo>
                  <a:lnTo>
                    <a:pt x="4512219" y="2980304"/>
                  </a:lnTo>
                  <a:lnTo>
                    <a:pt x="4440596" y="2963608"/>
                  </a:lnTo>
                  <a:lnTo>
                    <a:pt x="4368974" y="2946358"/>
                  </a:lnTo>
                  <a:lnTo>
                    <a:pt x="4297351" y="2928536"/>
                  </a:lnTo>
                  <a:lnTo>
                    <a:pt x="4225729" y="2910123"/>
                  </a:lnTo>
                  <a:lnTo>
                    <a:pt x="4154106" y="2891099"/>
                  </a:lnTo>
                  <a:lnTo>
                    <a:pt x="4082483" y="2871445"/>
                  </a:lnTo>
                  <a:lnTo>
                    <a:pt x="4010861" y="2851138"/>
                  </a:lnTo>
                  <a:lnTo>
                    <a:pt x="3939238" y="2830159"/>
                  </a:lnTo>
                  <a:lnTo>
                    <a:pt x="3867616" y="2808483"/>
                  </a:lnTo>
                  <a:lnTo>
                    <a:pt x="3795993" y="2786089"/>
                  </a:lnTo>
                  <a:lnTo>
                    <a:pt x="3724371" y="2762952"/>
                  </a:lnTo>
                  <a:lnTo>
                    <a:pt x="3652748" y="2739047"/>
                  </a:lnTo>
                  <a:lnTo>
                    <a:pt x="3581126" y="2714350"/>
                  </a:lnTo>
                  <a:lnTo>
                    <a:pt x="3509503" y="2688834"/>
                  </a:lnTo>
                  <a:lnTo>
                    <a:pt x="3437881" y="2662471"/>
                  </a:lnTo>
                  <a:lnTo>
                    <a:pt x="3366258" y="2647071"/>
                  </a:lnTo>
                  <a:lnTo>
                    <a:pt x="3294636" y="2636598"/>
                  </a:lnTo>
                  <a:lnTo>
                    <a:pt x="3223013" y="2625993"/>
                  </a:lnTo>
                  <a:lnTo>
                    <a:pt x="3151391" y="2615256"/>
                  </a:lnTo>
                  <a:lnTo>
                    <a:pt x="3079768" y="2604385"/>
                  </a:lnTo>
                  <a:lnTo>
                    <a:pt x="3008146" y="2593377"/>
                  </a:lnTo>
                  <a:lnTo>
                    <a:pt x="2936523" y="2582232"/>
                  </a:lnTo>
                  <a:lnTo>
                    <a:pt x="2864901" y="2570947"/>
                  </a:lnTo>
                  <a:lnTo>
                    <a:pt x="2793278" y="2559521"/>
                  </a:lnTo>
                  <a:lnTo>
                    <a:pt x="2721655" y="2547952"/>
                  </a:lnTo>
                  <a:lnTo>
                    <a:pt x="2650033" y="2536238"/>
                  </a:lnTo>
                  <a:lnTo>
                    <a:pt x="2578410" y="2524377"/>
                  </a:lnTo>
                  <a:lnTo>
                    <a:pt x="2506788" y="2512368"/>
                  </a:lnTo>
                  <a:lnTo>
                    <a:pt x="2435165" y="2500209"/>
                  </a:lnTo>
                  <a:lnTo>
                    <a:pt x="2363543" y="2487898"/>
                  </a:lnTo>
                  <a:lnTo>
                    <a:pt x="2291920" y="2475432"/>
                  </a:lnTo>
                  <a:lnTo>
                    <a:pt x="2220298" y="2462810"/>
                  </a:lnTo>
                  <a:lnTo>
                    <a:pt x="2148675" y="2450030"/>
                  </a:lnTo>
                  <a:lnTo>
                    <a:pt x="2077053" y="2437091"/>
                  </a:lnTo>
                  <a:lnTo>
                    <a:pt x="2005430" y="2423989"/>
                  </a:lnTo>
                  <a:lnTo>
                    <a:pt x="1933808" y="2410723"/>
                  </a:lnTo>
                  <a:lnTo>
                    <a:pt x="1862185" y="2397292"/>
                  </a:lnTo>
                  <a:lnTo>
                    <a:pt x="1790563" y="2383692"/>
                  </a:lnTo>
                  <a:lnTo>
                    <a:pt x="1718940" y="2369922"/>
                  </a:lnTo>
                  <a:lnTo>
                    <a:pt x="1647318" y="2355979"/>
                  </a:lnTo>
                  <a:lnTo>
                    <a:pt x="1575695" y="2341862"/>
                  </a:lnTo>
                  <a:lnTo>
                    <a:pt x="1504073" y="2327569"/>
                  </a:lnTo>
                  <a:lnTo>
                    <a:pt x="1432450" y="2313096"/>
                  </a:lnTo>
                  <a:lnTo>
                    <a:pt x="1360827" y="2298442"/>
                  </a:lnTo>
                  <a:lnTo>
                    <a:pt x="1289205" y="2283605"/>
                  </a:lnTo>
                  <a:lnTo>
                    <a:pt x="1217582" y="2268582"/>
                  </a:lnTo>
                  <a:lnTo>
                    <a:pt x="1145960" y="2253371"/>
                  </a:lnTo>
                  <a:lnTo>
                    <a:pt x="1074337" y="2237970"/>
                  </a:lnTo>
                  <a:lnTo>
                    <a:pt x="1002715" y="2222376"/>
                  </a:lnTo>
                  <a:lnTo>
                    <a:pt x="931092" y="2206586"/>
                  </a:lnTo>
                  <a:lnTo>
                    <a:pt x="859470" y="2190599"/>
                  </a:lnTo>
                  <a:lnTo>
                    <a:pt x="787847" y="2174412"/>
                  </a:lnTo>
                  <a:lnTo>
                    <a:pt x="716225" y="2158022"/>
                  </a:lnTo>
                  <a:lnTo>
                    <a:pt x="644602" y="2141427"/>
                  </a:lnTo>
                  <a:lnTo>
                    <a:pt x="572980" y="2124625"/>
                  </a:lnTo>
                  <a:lnTo>
                    <a:pt x="501357" y="2107612"/>
                  </a:lnTo>
                  <a:lnTo>
                    <a:pt x="429735" y="2090386"/>
                  </a:lnTo>
                  <a:lnTo>
                    <a:pt x="358112" y="2072944"/>
                  </a:lnTo>
                  <a:lnTo>
                    <a:pt x="286490" y="2055284"/>
                  </a:lnTo>
                  <a:lnTo>
                    <a:pt x="214867" y="2037403"/>
                  </a:lnTo>
                  <a:lnTo>
                    <a:pt x="143245" y="2019299"/>
                  </a:lnTo>
                  <a:lnTo>
                    <a:pt x="71622" y="2000967"/>
                  </a:lnTo>
                  <a:lnTo>
                    <a:pt x="0" y="198240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38002" y="2073503"/>
              <a:ext cx="6824677" cy="3045597"/>
            </a:xfrm>
            <a:custGeom>
              <a:avLst/>
              <a:pathLst>
                <a:path w="6824677" h="3045597">
                  <a:moveTo>
                    <a:pt x="0" y="0"/>
                  </a:moveTo>
                  <a:lnTo>
                    <a:pt x="20537" y="32816"/>
                  </a:lnTo>
                  <a:lnTo>
                    <a:pt x="92159" y="143589"/>
                  </a:lnTo>
                  <a:lnTo>
                    <a:pt x="163782" y="250806"/>
                  </a:lnTo>
                  <a:lnTo>
                    <a:pt x="235404" y="354582"/>
                  </a:lnTo>
                  <a:lnTo>
                    <a:pt x="307027" y="455026"/>
                  </a:lnTo>
                  <a:lnTo>
                    <a:pt x="378649" y="552246"/>
                  </a:lnTo>
                  <a:lnTo>
                    <a:pt x="450272" y="646346"/>
                  </a:lnTo>
                  <a:lnTo>
                    <a:pt x="521894" y="737425"/>
                  </a:lnTo>
                  <a:lnTo>
                    <a:pt x="593517" y="825580"/>
                  </a:lnTo>
                  <a:lnTo>
                    <a:pt x="665139" y="910906"/>
                  </a:lnTo>
                  <a:lnTo>
                    <a:pt x="736762" y="993493"/>
                  </a:lnTo>
                  <a:lnTo>
                    <a:pt x="808384" y="1073428"/>
                  </a:lnTo>
                  <a:lnTo>
                    <a:pt x="880007" y="1150798"/>
                  </a:lnTo>
                  <a:lnTo>
                    <a:pt x="951629" y="1225685"/>
                  </a:lnTo>
                  <a:lnTo>
                    <a:pt x="1023252" y="1298167"/>
                  </a:lnTo>
                  <a:lnTo>
                    <a:pt x="1094874" y="1368323"/>
                  </a:lnTo>
                  <a:lnTo>
                    <a:pt x="1166497" y="1436227"/>
                  </a:lnTo>
                  <a:lnTo>
                    <a:pt x="1238119" y="1501951"/>
                  </a:lnTo>
                  <a:lnTo>
                    <a:pt x="1309742" y="1565566"/>
                  </a:lnTo>
                  <a:lnTo>
                    <a:pt x="1381365" y="1627138"/>
                  </a:lnTo>
                  <a:lnTo>
                    <a:pt x="1452987" y="1686734"/>
                  </a:lnTo>
                  <a:lnTo>
                    <a:pt x="1524610" y="1744417"/>
                  </a:lnTo>
                  <a:lnTo>
                    <a:pt x="1596232" y="1800249"/>
                  </a:lnTo>
                  <a:lnTo>
                    <a:pt x="1667855" y="1854288"/>
                  </a:lnTo>
                  <a:lnTo>
                    <a:pt x="1739477" y="1906593"/>
                  </a:lnTo>
                  <a:lnTo>
                    <a:pt x="1811100" y="1957219"/>
                  </a:lnTo>
                  <a:lnTo>
                    <a:pt x="1882722" y="2006219"/>
                  </a:lnTo>
                  <a:lnTo>
                    <a:pt x="1954345" y="2053647"/>
                  </a:lnTo>
                  <a:lnTo>
                    <a:pt x="2025967" y="2099553"/>
                  </a:lnTo>
                  <a:lnTo>
                    <a:pt x="2097590" y="2143984"/>
                  </a:lnTo>
                  <a:lnTo>
                    <a:pt x="2169212" y="2186990"/>
                  </a:lnTo>
                  <a:lnTo>
                    <a:pt x="2240835" y="2228615"/>
                  </a:lnTo>
                  <a:lnTo>
                    <a:pt x="2312457" y="2268904"/>
                  </a:lnTo>
                  <a:lnTo>
                    <a:pt x="2384080" y="2307900"/>
                  </a:lnTo>
                  <a:lnTo>
                    <a:pt x="2455702" y="2345644"/>
                  </a:lnTo>
                  <a:lnTo>
                    <a:pt x="2527325" y="2382176"/>
                  </a:lnTo>
                  <a:lnTo>
                    <a:pt x="2598947" y="2417536"/>
                  </a:lnTo>
                  <a:lnTo>
                    <a:pt x="2670570" y="2451761"/>
                  </a:lnTo>
                  <a:lnTo>
                    <a:pt x="2742193" y="2484887"/>
                  </a:lnTo>
                  <a:lnTo>
                    <a:pt x="2813815" y="2516950"/>
                  </a:lnTo>
                  <a:lnTo>
                    <a:pt x="2885438" y="2547984"/>
                  </a:lnTo>
                  <a:lnTo>
                    <a:pt x="2957060" y="2578021"/>
                  </a:lnTo>
                  <a:lnTo>
                    <a:pt x="3028683" y="2607094"/>
                  </a:lnTo>
                  <a:lnTo>
                    <a:pt x="3100305" y="2635234"/>
                  </a:lnTo>
                  <a:lnTo>
                    <a:pt x="3171928" y="2657415"/>
                  </a:lnTo>
                  <a:lnTo>
                    <a:pt x="3243550" y="2667630"/>
                  </a:lnTo>
                  <a:lnTo>
                    <a:pt x="3315173" y="2677720"/>
                  </a:lnTo>
                  <a:lnTo>
                    <a:pt x="3386795" y="2687685"/>
                  </a:lnTo>
                  <a:lnTo>
                    <a:pt x="3458418" y="2697526"/>
                  </a:lnTo>
                  <a:lnTo>
                    <a:pt x="3530040" y="2707246"/>
                  </a:lnTo>
                  <a:lnTo>
                    <a:pt x="3601663" y="2716846"/>
                  </a:lnTo>
                  <a:lnTo>
                    <a:pt x="3673285" y="2726327"/>
                  </a:lnTo>
                  <a:lnTo>
                    <a:pt x="3744908" y="2735691"/>
                  </a:lnTo>
                  <a:lnTo>
                    <a:pt x="3816530" y="2744939"/>
                  </a:lnTo>
                  <a:lnTo>
                    <a:pt x="3888153" y="2754073"/>
                  </a:lnTo>
                  <a:lnTo>
                    <a:pt x="3959775" y="2763094"/>
                  </a:lnTo>
                  <a:lnTo>
                    <a:pt x="4031398" y="2772003"/>
                  </a:lnTo>
                  <a:lnTo>
                    <a:pt x="4103021" y="2780802"/>
                  </a:lnTo>
                  <a:lnTo>
                    <a:pt x="4174643" y="2789493"/>
                  </a:lnTo>
                  <a:lnTo>
                    <a:pt x="4246266" y="2798076"/>
                  </a:lnTo>
                  <a:lnTo>
                    <a:pt x="4317888" y="2806553"/>
                  </a:lnTo>
                  <a:lnTo>
                    <a:pt x="4389511" y="2814925"/>
                  </a:lnTo>
                  <a:lnTo>
                    <a:pt x="4461133" y="2823193"/>
                  </a:lnTo>
                  <a:lnTo>
                    <a:pt x="4532756" y="2831360"/>
                  </a:lnTo>
                  <a:lnTo>
                    <a:pt x="4604378" y="2839425"/>
                  </a:lnTo>
                  <a:lnTo>
                    <a:pt x="4676001" y="2847391"/>
                  </a:lnTo>
                  <a:lnTo>
                    <a:pt x="4747623" y="2855258"/>
                  </a:lnTo>
                  <a:lnTo>
                    <a:pt x="4819246" y="2863028"/>
                  </a:lnTo>
                  <a:lnTo>
                    <a:pt x="4890868" y="2870702"/>
                  </a:lnTo>
                  <a:lnTo>
                    <a:pt x="4962491" y="2878281"/>
                  </a:lnTo>
                  <a:lnTo>
                    <a:pt x="5034113" y="2885766"/>
                  </a:lnTo>
                  <a:lnTo>
                    <a:pt x="5105736" y="2893159"/>
                  </a:lnTo>
                  <a:lnTo>
                    <a:pt x="5177358" y="2900460"/>
                  </a:lnTo>
                  <a:lnTo>
                    <a:pt x="5248981" y="2907671"/>
                  </a:lnTo>
                  <a:lnTo>
                    <a:pt x="5320603" y="2914793"/>
                  </a:lnTo>
                  <a:lnTo>
                    <a:pt x="5392226" y="2921827"/>
                  </a:lnTo>
                  <a:lnTo>
                    <a:pt x="5463849" y="2928774"/>
                  </a:lnTo>
                  <a:lnTo>
                    <a:pt x="5535471" y="2935635"/>
                  </a:lnTo>
                  <a:lnTo>
                    <a:pt x="5607094" y="2942411"/>
                  </a:lnTo>
                  <a:lnTo>
                    <a:pt x="5678716" y="2949104"/>
                  </a:lnTo>
                  <a:lnTo>
                    <a:pt x="5750339" y="2955713"/>
                  </a:lnTo>
                  <a:lnTo>
                    <a:pt x="5821961" y="2962241"/>
                  </a:lnTo>
                  <a:lnTo>
                    <a:pt x="5893584" y="2968689"/>
                  </a:lnTo>
                  <a:lnTo>
                    <a:pt x="5965206" y="2975056"/>
                  </a:lnTo>
                  <a:lnTo>
                    <a:pt x="6036829" y="2981345"/>
                  </a:lnTo>
                  <a:lnTo>
                    <a:pt x="6108451" y="2987556"/>
                  </a:lnTo>
                  <a:lnTo>
                    <a:pt x="6180074" y="2993691"/>
                  </a:lnTo>
                  <a:lnTo>
                    <a:pt x="6251696" y="2999749"/>
                  </a:lnTo>
                  <a:lnTo>
                    <a:pt x="6323319" y="3005733"/>
                  </a:lnTo>
                  <a:lnTo>
                    <a:pt x="6394941" y="3011642"/>
                  </a:lnTo>
                  <a:lnTo>
                    <a:pt x="6466564" y="3017479"/>
                  </a:lnTo>
                  <a:lnTo>
                    <a:pt x="6538186" y="3023243"/>
                  </a:lnTo>
                  <a:lnTo>
                    <a:pt x="6609809" y="3028937"/>
                  </a:lnTo>
                  <a:lnTo>
                    <a:pt x="6681431" y="3034559"/>
                  </a:lnTo>
                  <a:lnTo>
                    <a:pt x="6753054" y="3040113"/>
                  </a:lnTo>
                  <a:lnTo>
                    <a:pt x="6824677" y="30455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055909"/>
              <a:ext cx="7090630" cy="1345795"/>
            </a:xfrm>
            <a:custGeom>
              <a:avLst/>
              <a:pathLst>
                <a:path w="7090630" h="1345795">
                  <a:moveTo>
                    <a:pt x="7090630" y="1345795"/>
                  </a:moveTo>
                  <a:lnTo>
                    <a:pt x="7019007" y="1340636"/>
                  </a:lnTo>
                  <a:lnTo>
                    <a:pt x="6947385" y="1335307"/>
                  </a:lnTo>
                  <a:lnTo>
                    <a:pt x="6875762" y="1329800"/>
                  </a:lnTo>
                  <a:lnTo>
                    <a:pt x="6804139" y="1324111"/>
                  </a:lnTo>
                  <a:lnTo>
                    <a:pt x="6732517" y="1318234"/>
                  </a:lnTo>
                  <a:lnTo>
                    <a:pt x="6660894" y="1312161"/>
                  </a:lnTo>
                  <a:lnTo>
                    <a:pt x="6589272" y="1305887"/>
                  </a:lnTo>
                  <a:lnTo>
                    <a:pt x="6517649" y="1299405"/>
                  </a:lnTo>
                  <a:lnTo>
                    <a:pt x="6446027" y="1292708"/>
                  </a:lnTo>
                  <a:lnTo>
                    <a:pt x="6374404" y="1285789"/>
                  </a:lnTo>
                  <a:lnTo>
                    <a:pt x="6302782" y="1278641"/>
                  </a:lnTo>
                  <a:lnTo>
                    <a:pt x="6231159" y="1271255"/>
                  </a:lnTo>
                  <a:lnTo>
                    <a:pt x="6159537" y="1263625"/>
                  </a:lnTo>
                  <a:lnTo>
                    <a:pt x="6087914" y="1255741"/>
                  </a:lnTo>
                  <a:lnTo>
                    <a:pt x="6016292" y="1247596"/>
                  </a:lnTo>
                  <a:lnTo>
                    <a:pt x="5944669" y="1239181"/>
                  </a:lnTo>
                  <a:lnTo>
                    <a:pt x="5873047" y="1230487"/>
                  </a:lnTo>
                  <a:lnTo>
                    <a:pt x="5801424" y="1221504"/>
                  </a:lnTo>
                  <a:lnTo>
                    <a:pt x="5729802" y="1212224"/>
                  </a:lnTo>
                  <a:lnTo>
                    <a:pt x="5658179" y="1202635"/>
                  </a:lnTo>
                  <a:lnTo>
                    <a:pt x="5586557" y="1192729"/>
                  </a:lnTo>
                  <a:lnTo>
                    <a:pt x="5514934" y="1182494"/>
                  </a:lnTo>
                  <a:lnTo>
                    <a:pt x="5443311" y="1171920"/>
                  </a:lnTo>
                  <a:lnTo>
                    <a:pt x="5371689" y="1160995"/>
                  </a:lnTo>
                  <a:lnTo>
                    <a:pt x="5300066" y="1149708"/>
                  </a:lnTo>
                  <a:lnTo>
                    <a:pt x="5228444" y="1138047"/>
                  </a:lnTo>
                  <a:lnTo>
                    <a:pt x="5156821" y="1125998"/>
                  </a:lnTo>
                  <a:lnTo>
                    <a:pt x="5085199" y="1113551"/>
                  </a:lnTo>
                  <a:lnTo>
                    <a:pt x="5013576" y="1100690"/>
                  </a:lnTo>
                  <a:lnTo>
                    <a:pt x="4941954" y="1087403"/>
                  </a:lnTo>
                  <a:lnTo>
                    <a:pt x="4870331" y="1073675"/>
                  </a:lnTo>
                  <a:lnTo>
                    <a:pt x="4798709" y="1059492"/>
                  </a:lnTo>
                  <a:lnTo>
                    <a:pt x="4727086" y="1044838"/>
                  </a:lnTo>
                  <a:lnTo>
                    <a:pt x="4655464" y="1029699"/>
                  </a:lnTo>
                  <a:lnTo>
                    <a:pt x="4583841" y="1014058"/>
                  </a:lnTo>
                  <a:lnTo>
                    <a:pt x="4512219" y="997897"/>
                  </a:lnTo>
                  <a:lnTo>
                    <a:pt x="4440596" y="981201"/>
                  </a:lnTo>
                  <a:lnTo>
                    <a:pt x="4368974" y="963951"/>
                  </a:lnTo>
                  <a:lnTo>
                    <a:pt x="4297351" y="946129"/>
                  </a:lnTo>
                  <a:lnTo>
                    <a:pt x="4225729" y="927716"/>
                  </a:lnTo>
                  <a:lnTo>
                    <a:pt x="4154106" y="908693"/>
                  </a:lnTo>
                  <a:lnTo>
                    <a:pt x="4082483" y="889038"/>
                  </a:lnTo>
                  <a:lnTo>
                    <a:pt x="4010861" y="868732"/>
                  </a:lnTo>
                  <a:lnTo>
                    <a:pt x="3939238" y="847752"/>
                  </a:lnTo>
                  <a:lnTo>
                    <a:pt x="3867616" y="826076"/>
                  </a:lnTo>
                  <a:lnTo>
                    <a:pt x="3795993" y="803682"/>
                  </a:lnTo>
                  <a:lnTo>
                    <a:pt x="3724371" y="780545"/>
                  </a:lnTo>
                  <a:lnTo>
                    <a:pt x="3652748" y="756640"/>
                  </a:lnTo>
                  <a:lnTo>
                    <a:pt x="3581126" y="731943"/>
                  </a:lnTo>
                  <a:lnTo>
                    <a:pt x="3509503" y="706427"/>
                  </a:lnTo>
                  <a:lnTo>
                    <a:pt x="3437881" y="680065"/>
                  </a:lnTo>
                  <a:lnTo>
                    <a:pt x="3366258" y="664664"/>
                  </a:lnTo>
                  <a:lnTo>
                    <a:pt x="3294636" y="654191"/>
                  </a:lnTo>
                  <a:lnTo>
                    <a:pt x="3223013" y="643587"/>
                  </a:lnTo>
                  <a:lnTo>
                    <a:pt x="3151391" y="632850"/>
                  </a:lnTo>
                  <a:lnTo>
                    <a:pt x="3079768" y="621978"/>
                  </a:lnTo>
                  <a:lnTo>
                    <a:pt x="3008146" y="610971"/>
                  </a:lnTo>
                  <a:lnTo>
                    <a:pt x="2936523" y="599825"/>
                  </a:lnTo>
                  <a:lnTo>
                    <a:pt x="2864901" y="588541"/>
                  </a:lnTo>
                  <a:lnTo>
                    <a:pt x="2793278" y="577114"/>
                  </a:lnTo>
                  <a:lnTo>
                    <a:pt x="2721655" y="565545"/>
                  </a:lnTo>
                  <a:lnTo>
                    <a:pt x="2650033" y="553831"/>
                  </a:lnTo>
                  <a:lnTo>
                    <a:pt x="2578410" y="541971"/>
                  </a:lnTo>
                  <a:lnTo>
                    <a:pt x="2506788" y="529962"/>
                  </a:lnTo>
                  <a:lnTo>
                    <a:pt x="2435165" y="517802"/>
                  </a:lnTo>
                  <a:lnTo>
                    <a:pt x="2363543" y="505491"/>
                  </a:lnTo>
                  <a:lnTo>
                    <a:pt x="2291920" y="493025"/>
                  </a:lnTo>
                  <a:lnTo>
                    <a:pt x="2220298" y="480403"/>
                  </a:lnTo>
                  <a:lnTo>
                    <a:pt x="2148675" y="467624"/>
                  </a:lnTo>
                  <a:lnTo>
                    <a:pt x="2077053" y="454684"/>
                  </a:lnTo>
                  <a:lnTo>
                    <a:pt x="2005430" y="441582"/>
                  </a:lnTo>
                  <a:lnTo>
                    <a:pt x="1933808" y="428317"/>
                  </a:lnTo>
                  <a:lnTo>
                    <a:pt x="1862185" y="414885"/>
                  </a:lnTo>
                  <a:lnTo>
                    <a:pt x="1790563" y="401285"/>
                  </a:lnTo>
                  <a:lnTo>
                    <a:pt x="1718940" y="387515"/>
                  </a:lnTo>
                  <a:lnTo>
                    <a:pt x="1647318" y="373573"/>
                  </a:lnTo>
                  <a:lnTo>
                    <a:pt x="1575695" y="359456"/>
                  </a:lnTo>
                  <a:lnTo>
                    <a:pt x="1504073" y="345162"/>
                  </a:lnTo>
                  <a:lnTo>
                    <a:pt x="1432450" y="330689"/>
                  </a:lnTo>
                  <a:lnTo>
                    <a:pt x="1360827" y="316036"/>
                  </a:lnTo>
                  <a:lnTo>
                    <a:pt x="1289205" y="301198"/>
                  </a:lnTo>
                  <a:lnTo>
                    <a:pt x="1217582" y="286175"/>
                  </a:lnTo>
                  <a:lnTo>
                    <a:pt x="1145960" y="270965"/>
                  </a:lnTo>
                  <a:lnTo>
                    <a:pt x="1074337" y="255563"/>
                  </a:lnTo>
                  <a:lnTo>
                    <a:pt x="1002715" y="239969"/>
                  </a:lnTo>
                  <a:lnTo>
                    <a:pt x="931092" y="224180"/>
                  </a:lnTo>
                  <a:lnTo>
                    <a:pt x="859470" y="208193"/>
                  </a:lnTo>
                  <a:lnTo>
                    <a:pt x="787847" y="192005"/>
                  </a:lnTo>
                  <a:lnTo>
                    <a:pt x="716225" y="175616"/>
                  </a:lnTo>
                  <a:lnTo>
                    <a:pt x="644602" y="159021"/>
                  </a:lnTo>
                  <a:lnTo>
                    <a:pt x="572980" y="142218"/>
                  </a:lnTo>
                  <a:lnTo>
                    <a:pt x="501357" y="125205"/>
                  </a:lnTo>
                  <a:lnTo>
                    <a:pt x="429735" y="107979"/>
                  </a:lnTo>
                  <a:lnTo>
                    <a:pt x="358112" y="90537"/>
                  </a:lnTo>
                  <a:lnTo>
                    <a:pt x="286490" y="72878"/>
                  </a:lnTo>
                  <a:lnTo>
                    <a:pt x="214867" y="54997"/>
                  </a:lnTo>
                  <a:lnTo>
                    <a:pt x="143245" y="36892"/>
                  </a:lnTo>
                  <a:lnTo>
                    <a:pt x="71622" y="1856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127586"/>
              <a:ext cx="7090630" cy="2168604"/>
            </a:xfrm>
            <a:custGeom>
              <a:avLst/>
              <a:pathLst>
                <a:path w="7090630" h="2168604">
                  <a:moveTo>
                    <a:pt x="0" y="0"/>
                  </a:moveTo>
                  <a:lnTo>
                    <a:pt x="71622" y="54135"/>
                  </a:lnTo>
                  <a:lnTo>
                    <a:pt x="143245" y="107064"/>
                  </a:lnTo>
                  <a:lnTo>
                    <a:pt x="214867" y="158814"/>
                  </a:lnTo>
                  <a:lnTo>
                    <a:pt x="286490" y="209410"/>
                  </a:lnTo>
                  <a:lnTo>
                    <a:pt x="358112" y="258880"/>
                  </a:lnTo>
                  <a:lnTo>
                    <a:pt x="429735" y="307247"/>
                  </a:lnTo>
                  <a:lnTo>
                    <a:pt x="501357" y="354536"/>
                  </a:lnTo>
                  <a:lnTo>
                    <a:pt x="572980" y="400772"/>
                  </a:lnTo>
                  <a:lnTo>
                    <a:pt x="644602" y="445978"/>
                  </a:lnTo>
                  <a:lnTo>
                    <a:pt x="716225" y="490176"/>
                  </a:lnTo>
                  <a:lnTo>
                    <a:pt x="787847" y="533390"/>
                  </a:lnTo>
                  <a:lnTo>
                    <a:pt x="859470" y="575641"/>
                  </a:lnTo>
                  <a:lnTo>
                    <a:pt x="931092" y="616950"/>
                  </a:lnTo>
                  <a:lnTo>
                    <a:pt x="1002715" y="657339"/>
                  </a:lnTo>
                  <a:lnTo>
                    <a:pt x="1074337" y="696828"/>
                  </a:lnTo>
                  <a:lnTo>
                    <a:pt x="1145960" y="735437"/>
                  </a:lnTo>
                  <a:lnTo>
                    <a:pt x="1217582" y="773186"/>
                  </a:lnTo>
                  <a:lnTo>
                    <a:pt x="1289205" y="810094"/>
                  </a:lnTo>
                  <a:lnTo>
                    <a:pt x="1360827" y="846180"/>
                  </a:lnTo>
                  <a:lnTo>
                    <a:pt x="1432450" y="881461"/>
                  </a:lnTo>
                  <a:lnTo>
                    <a:pt x="1504073" y="915957"/>
                  </a:lnTo>
                  <a:lnTo>
                    <a:pt x="1575695" y="949684"/>
                  </a:lnTo>
                  <a:lnTo>
                    <a:pt x="1647318" y="982659"/>
                  </a:lnTo>
                  <a:lnTo>
                    <a:pt x="1718940" y="1014900"/>
                  </a:lnTo>
                  <a:lnTo>
                    <a:pt x="1790563" y="1046422"/>
                  </a:lnTo>
                  <a:lnTo>
                    <a:pt x="1862185" y="1077242"/>
                  </a:lnTo>
                  <a:lnTo>
                    <a:pt x="1933808" y="1107375"/>
                  </a:lnTo>
                  <a:lnTo>
                    <a:pt x="2005430" y="1136837"/>
                  </a:lnTo>
                  <a:lnTo>
                    <a:pt x="2077053" y="1165642"/>
                  </a:lnTo>
                  <a:lnTo>
                    <a:pt x="2148675" y="1193806"/>
                  </a:lnTo>
                  <a:lnTo>
                    <a:pt x="2220298" y="1221342"/>
                  </a:lnTo>
                  <a:lnTo>
                    <a:pt x="2291920" y="1248265"/>
                  </a:lnTo>
                  <a:lnTo>
                    <a:pt x="2363543" y="1274587"/>
                  </a:lnTo>
                  <a:lnTo>
                    <a:pt x="2435165" y="1300324"/>
                  </a:lnTo>
                  <a:lnTo>
                    <a:pt x="2506788" y="1325486"/>
                  </a:lnTo>
                  <a:lnTo>
                    <a:pt x="2578410" y="1350089"/>
                  </a:lnTo>
                  <a:lnTo>
                    <a:pt x="2650033" y="1374142"/>
                  </a:lnTo>
                  <a:lnTo>
                    <a:pt x="2721655" y="1397661"/>
                  </a:lnTo>
                  <a:lnTo>
                    <a:pt x="2793278" y="1420655"/>
                  </a:lnTo>
                  <a:lnTo>
                    <a:pt x="2864901" y="1443136"/>
                  </a:lnTo>
                  <a:lnTo>
                    <a:pt x="2936523" y="1465117"/>
                  </a:lnTo>
                  <a:lnTo>
                    <a:pt x="3008146" y="1486608"/>
                  </a:lnTo>
                  <a:lnTo>
                    <a:pt x="3079768" y="1507620"/>
                  </a:lnTo>
                  <a:lnTo>
                    <a:pt x="3151391" y="1528164"/>
                  </a:lnTo>
                  <a:lnTo>
                    <a:pt x="3223013" y="1548250"/>
                  </a:lnTo>
                  <a:lnTo>
                    <a:pt x="3294636" y="1567889"/>
                  </a:lnTo>
                  <a:lnTo>
                    <a:pt x="3366258" y="1587090"/>
                  </a:lnTo>
                  <a:lnTo>
                    <a:pt x="3437881" y="1605864"/>
                  </a:lnTo>
                  <a:lnTo>
                    <a:pt x="3509503" y="1624219"/>
                  </a:lnTo>
                  <a:lnTo>
                    <a:pt x="3581126" y="1642165"/>
                  </a:lnTo>
                  <a:lnTo>
                    <a:pt x="3652748" y="1659711"/>
                  </a:lnTo>
                  <a:lnTo>
                    <a:pt x="3724371" y="1676866"/>
                  </a:lnTo>
                  <a:lnTo>
                    <a:pt x="3795993" y="1693639"/>
                  </a:lnTo>
                  <a:lnTo>
                    <a:pt x="3867616" y="1710039"/>
                  </a:lnTo>
                  <a:lnTo>
                    <a:pt x="3939238" y="1726073"/>
                  </a:lnTo>
                  <a:lnTo>
                    <a:pt x="4010861" y="1741749"/>
                  </a:lnTo>
                  <a:lnTo>
                    <a:pt x="4082483" y="1757077"/>
                  </a:lnTo>
                  <a:lnTo>
                    <a:pt x="4154106" y="1772063"/>
                  </a:lnTo>
                  <a:lnTo>
                    <a:pt x="4225729" y="1786715"/>
                  </a:lnTo>
                  <a:lnTo>
                    <a:pt x="4297351" y="1801040"/>
                  </a:lnTo>
                  <a:lnTo>
                    <a:pt x="4368974" y="1815046"/>
                  </a:lnTo>
                  <a:lnTo>
                    <a:pt x="4440596" y="1828741"/>
                  </a:lnTo>
                  <a:lnTo>
                    <a:pt x="4512219" y="1842130"/>
                  </a:lnTo>
                  <a:lnTo>
                    <a:pt x="4583841" y="1855221"/>
                  </a:lnTo>
                  <a:lnTo>
                    <a:pt x="4655464" y="1868020"/>
                  </a:lnTo>
                  <a:lnTo>
                    <a:pt x="4727086" y="1880534"/>
                  </a:lnTo>
                  <a:lnTo>
                    <a:pt x="4798709" y="1892769"/>
                  </a:lnTo>
                  <a:lnTo>
                    <a:pt x="4870331" y="1904731"/>
                  </a:lnTo>
                  <a:lnTo>
                    <a:pt x="4941954" y="1916427"/>
                  </a:lnTo>
                  <a:lnTo>
                    <a:pt x="5013576" y="1927863"/>
                  </a:lnTo>
                  <a:lnTo>
                    <a:pt x="5085199" y="1939043"/>
                  </a:lnTo>
                  <a:lnTo>
                    <a:pt x="5156821" y="1949975"/>
                  </a:lnTo>
                  <a:lnTo>
                    <a:pt x="5228444" y="1960663"/>
                  </a:lnTo>
                  <a:lnTo>
                    <a:pt x="5300066" y="1971113"/>
                  </a:lnTo>
                  <a:lnTo>
                    <a:pt x="5371689" y="1981330"/>
                  </a:lnTo>
                  <a:lnTo>
                    <a:pt x="5443311" y="1991319"/>
                  </a:lnTo>
                  <a:lnTo>
                    <a:pt x="5514934" y="2001086"/>
                  </a:lnTo>
                  <a:lnTo>
                    <a:pt x="5586557" y="2010635"/>
                  </a:lnTo>
                  <a:lnTo>
                    <a:pt x="5658179" y="2019971"/>
                  </a:lnTo>
                  <a:lnTo>
                    <a:pt x="5729802" y="2029099"/>
                  </a:lnTo>
                  <a:lnTo>
                    <a:pt x="5801424" y="2038024"/>
                  </a:lnTo>
                  <a:lnTo>
                    <a:pt x="5873047" y="2046750"/>
                  </a:lnTo>
                  <a:lnTo>
                    <a:pt x="5944669" y="2055282"/>
                  </a:lnTo>
                  <a:lnTo>
                    <a:pt x="6016292" y="2063624"/>
                  </a:lnTo>
                  <a:lnTo>
                    <a:pt x="6087914" y="2071779"/>
                  </a:lnTo>
                  <a:lnTo>
                    <a:pt x="6159537" y="2079753"/>
                  </a:lnTo>
                  <a:lnTo>
                    <a:pt x="6231159" y="2087550"/>
                  </a:lnTo>
                  <a:lnTo>
                    <a:pt x="6302782" y="2095172"/>
                  </a:lnTo>
                  <a:lnTo>
                    <a:pt x="6374404" y="2102625"/>
                  </a:lnTo>
                  <a:lnTo>
                    <a:pt x="6446027" y="2109912"/>
                  </a:lnTo>
                  <a:lnTo>
                    <a:pt x="6517649" y="2117036"/>
                  </a:lnTo>
                  <a:lnTo>
                    <a:pt x="6589272" y="2124002"/>
                  </a:lnTo>
                  <a:lnTo>
                    <a:pt x="6660894" y="2130812"/>
                  </a:lnTo>
                  <a:lnTo>
                    <a:pt x="6732517" y="2137471"/>
                  </a:lnTo>
                  <a:lnTo>
                    <a:pt x="6804139" y="2143981"/>
                  </a:lnTo>
                  <a:lnTo>
                    <a:pt x="6875762" y="2150347"/>
                  </a:lnTo>
                  <a:lnTo>
                    <a:pt x="6947385" y="2156570"/>
                  </a:lnTo>
                  <a:lnTo>
                    <a:pt x="7019007" y="2162655"/>
                  </a:lnTo>
                  <a:lnTo>
                    <a:pt x="7090630" y="216860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(1.16-1.48), p_Bonf = &lt;0.001 (n = 6)  |  per IQR decline (Δ = 29.3 %): 2.21 (1.55-3.15)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2026-09-28T15:19:42Z</dcterms:modified>
  <cp:category/>
</cp:coreProperties>
</file>