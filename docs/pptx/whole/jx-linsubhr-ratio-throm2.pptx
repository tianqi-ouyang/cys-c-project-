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28201"/>
            </a:xfrm>
            <a:custGeom>
              <a:avLst/>
              <a:pathLst>
                <a:path w="7235830" h="3328201">
                  <a:moveTo>
                    <a:pt x="207477" y="0"/>
                  </a:moveTo>
                  <a:lnTo>
                    <a:pt x="228627" y="32816"/>
                  </a:lnTo>
                  <a:lnTo>
                    <a:pt x="302387" y="143589"/>
                  </a:lnTo>
                  <a:lnTo>
                    <a:pt x="376147" y="250806"/>
                  </a:lnTo>
                  <a:lnTo>
                    <a:pt x="449907" y="354582"/>
                  </a:lnTo>
                  <a:lnTo>
                    <a:pt x="523667" y="455026"/>
                  </a:lnTo>
                  <a:lnTo>
                    <a:pt x="597427" y="552246"/>
                  </a:lnTo>
                  <a:lnTo>
                    <a:pt x="671187" y="646346"/>
                  </a:lnTo>
                  <a:lnTo>
                    <a:pt x="744947" y="737425"/>
                  </a:lnTo>
                  <a:lnTo>
                    <a:pt x="818707" y="825580"/>
                  </a:lnTo>
                  <a:lnTo>
                    <a:pt x="892467" y="910906"/>
                  </a:lnTo>
                  <a:lnTo>
                    <a:pt x="966227" y="993493"/>
                  </a:lnTo>
                  <a:lnTo>
                    <a:pt x="1039987" y="1073428"/>
                  </a:lnTo>
                  <a:lnTo>
                    <a:pt x="1113747" y="1150798"/>
                  </a:lnTo>
                  <a:lnTo>
                    <a:pt x="1187508" y="1225685"/>
                  </a:lnTo>
                  <a:lnTo>
                    <a:pt x="1261268" y="1298167"/>
                  </a:lnTo>
                  <a:lnTo>
                    <a:pt x="1335028" y="1368323"/>
                  </a:lnTo>
                  <a:lnTo>
                    <a:pt x="1408788" y="1436227"/>
                  </a:lnTo>
                  <a:lnTo>
                    <a:pt x="1482548" y="1501951"/>
                  </a:lnTo>
                  <a:lnTo>
                    <a:pt x="1556308" y="1565566"/>
                  </a:lnTo>
                  <a:lnTo>
                    <a:pt x="1630068" y="1627138"/>
                  </a:lnTo>
                  <a:lnTo>
                    <a:pt x="1703828" y="1686734"/>
                  </a:lnTo>
                  <a:lnTo>
                    <a:pt x="1777588" y="1744417"/>
                  </a:lnTo>
                  <a:lnTo>
                    <a:pt x="1851348" y="1800249"/>
                  </a:lnTo>
                  <a:lnTo>
                    <a:pt x="1925108" y="1854288"/>
                  </a:lnTo>
                  <a:lnTo>
                    <a:pt x="1998868" y="1906593"/>
                  </a:lnTo>
                  <a:lnTo>
                    <a:pt x="2072628" y="1957219"/>
                  </a:lnTo>
                  <a:lnTo>
                    <a:pt x="2146388" y="2006219"/>
                  </a:lnTo>
                  <a:lnTo>
                    <a:pt x="2220148" y="2053647"/>
                  </a:lnTo>
                  <a:lnTo>
                    <a:pt x="2293908" y="2099553"/>
                  </a:lnTo>
                  <a:lnTo>
                    <a:pt x="2367668" y="2143984"/>
                  </a:lnTo>
                  <a:lnTo>
                    <a:pt x="2441428" y="2186990"/>
                  </a:lnTo>
                  <a:lnTo>
                    <a:pt x="2515188" y="2228615"/>
                  </a:lnTo>
                  <a:lnTo>
                    <a:pt x="2588948" y="2268904"/>
                  </a:lnTo>
                  <a:lnTo>
                    <a:pt x="2662708" y="2307900"/>
                  </a:lnTo>
                  <a:lnTo>
                    <a:pt x="2736468" y="2345644"/>
                  </a:lnTo>
                  <a:lnTo>
                    <a:pt x="2810228" y="2382176"/>
                  </a:lnTo>
                  <a:lnTo>
                    <a:pt x="2883988" y="2417536"/>
                  </a:lnTo>
                  <a:lnTo>
                    <a:pt x="2957748" y="2451761"/>
                  </a:lnTo>
                  <a:lnTo>
                    <a:pt x="3031508" y="2484887"/>
                  </a:lnTo>
                  <a:lnTo>
                    <a:pt x="3105268" y="2516950"/>
                  </a:lnTo>
                  <a:lnTo>
                    <a:pt x="3179028" y="2547984"/>
                  </a:lnTo>
                  <a:lnTo>
                    <a:pt x="3252788" y="2578021"/>
                  </a:lnTo>
                  <a:lnTo>
                    <a:pt x="3326548" y="2607094"/>
                  </a:lnTo>
                  <a:lnTo>
                    <a:pt x="3400308" y="2635234"/>
                  </a:lnTo>
                  <a:lnTo>
                    <a:pt x="3474068" y="2657415"/>
                  </a:lnTo>
                  <a:lnTo>
                    <a:pt x="3547828" y="2667630"/>
                  </a:lnTo>
                  <a:lnTo>
                    <a:pt x="3621588" y="2677720"/>
                  </a:lnTo>
                  <a:lnTo>
                    <a:pt x="3695348" y="2687685"/>
                  </a:lnTo>
                  <a:lnTo>
                    <a:pt x="3769108" y="2697526"/>
                  </a:lnTo>
                  <a:lnTo>
                    <a:pt x="3842868" y="2707246"/>
                  </a:lnTo>
                  <a:lnTo>
                    <a:pt x="3916628" y="2716846"/>
                  </a:lnTo>
                  <a:lnTo>
                    <a:pt x="3990388" y="2726327"/>
                  </a:lnTo>
                  <a:lnTo>
                    <a:pt x="4064149" y="2735691"/>
                  </a:lnTo>
                  <a:lnTo>
                    <a:pt x="4137909" y="2744939"/>
                  </a:lnTo>
                  <a:lnTo>
                    <a:pt x="4211669" y="2754073"/>
                  </a:lnTo>
                  <a:lnTo>
                    <a:pt x="4285429" y="2763094"/>
                  </a:lnTo>
                  <a:lnTo>
                    <a:pt x="4359189" y="2772003"/>
                  </a:lnTo>
                  <a:lnTo>
                    <a:pt x="4432949" y="2780802"/>
                  </a:lnTo>
                  <a:lnTo>
                    <a:pt x="4506709" y="2789493"/>
                  </a:lnTo>
                  <a:lnTo>
                    <a:pt x="4580469" y="2798076"/>
                  </a:lnTo>
                  <a:lnTo>
                    <a:pt x="4654229" y="2806553"/>
                  </a:lnTo>
                  <a:lnTo>
                    <a:pt x="4727989" y="2814925"/>
                  </a:lnTo>
                  <a:lnTo>
                    <a:pt x="4801749" y="2823193"/>
                  </a:lnTo>
                  <a:lnTo>
                    <a:pt x="4875509" y="2831360"/>
                  </a:lnTo>
                  <a:lnTo>
                    <a:pt x="4949269" y="2839425"/>
                  </a:lnTo>
                  <a:lnTo>
                    <a:pt x="5023029" y="2847391"/>
                  </a:lnTo>
                  <a:lnTo>
                    <a:pt x="5096789" y="2855258"/>
                  </a:lnTo>
                  <a:lnTo>
                    <a:pt x="5170549" y="2863028"/>
                  </a:lnTo>
                  <a:lnTo>
                    <a:pt x="5244309" y="2870702"/>
                  </a:lnTo>
                  <a:lnTo>
                    <a:pt x="5318069" y="2878281"/>
                  </a:lnTo>
                  <a:lnTo>
                    <a:pt x="5391829" y="2885766"/>
                  </a:lnTo>
                  <a:lnTo>
                    <a:pt x="5465589" y="2893159"/>
                  </a:lnTo>
                  <a:lnTo>
                    <a:pt x="5539349" y="2900460"/>
                  </a:lnTo>
                  <a:lnTo>
                    <a:pt x="5613109" y="2907671"/>
                  </a:lnTo>
                  <a:lnTo>
                    <a:pt x="5686869" y="2914793"/>
                  </a:lnTo>
                  <a:lnTo>
                    <a:pt x="5760629" y="2921827"/>
                  </a:lnTo>
                  <a:lnTo>
                    <a:pt x="5834389" y="2928774"/>
                  </a:lnTo>
                  <a:lnTo>
                    <a:pt x="5908149" y="2935635"/>
                  </a:lnTo>
                  <a:lnTo>
                    <a:pt x="5981909" y="2942411"/>
                  </a:lnTo>
                  <a:lnTo>
                    <a:pt x="6055669" y="2949104"/>
                  </a:lnTo>
                  <a:lnTo>
                    <a:pt x="6129429" y="2955713"/>
                  </a:lnTo>
                  <a:lnTo>
                    <a:pt x="6203189" y="2962241"/>
                  </a:lnTo>
                  <a:lnTo>
                    <a:pt x="6276949" y="2968689"/>
                  </a:lnTo>
                  <a:lnTo>
                    <a:pt x="6350709" y="2975056"/>
                  </a:lnTo>
                  <a:lnTo>
                    <a:pt x="6424469" y="2981345"/>
                  </a:lnTo>
                  <a:lnTo>
                    <a:pt x="6498229" y="2987556"/>
                  </a:lnTo>
                  <a:lnTo>
                    <a:pt x="6571989" y="2993691"/>
                  </a:lnTo>
                  <a:lnTo>
                    <a:pt x="6645749" y="2999749"/>
                  </a:lnTo>
                  <a:lnTo>
                    <a:pt x="6719509" y="3005733"/>
                  </a:lnTo>
                  <a:lnTo>
                    <a:pt x="6793269" y="3011642"/>
                  </a:lnTo>
                  <a:lnTo>
                    <a:pt x="6867029" y="3017479"/>
                  </a:lnTo>
                  <a:lnTo>
                    <a:pt x="6940789" y="3023243"/>
                  </a:lnTo>
                  <a:lnTo>
                    <a:pt x="7014550" y="3028937"/>
                  </a:lnTo>
                  <a:lnTo>
                    <a:pt x="7088310" y="3034559"/>
                  </a:lnTo>
                  <a:lnTo>
                    <a:pt x="7162070" y="3040113"/>
                  </a:lnTo>
                  <a:lnTo>
                    <a:pt x="7235830" y="3045597"/>
                  </a:lnTo>
                  <a:lnTo>
                    <a:pt x="7235830" y="3328201"/>
                  </a:lnTo>
                  <a:lnTo>
                    <a:pt x="7162070" y="3323043"/>
                  </a:lnTo>
                  <a:lnTo>
                    <a:pt x="7088310" y="3317713"/>
                  </a:lnTo>
                  <a:lnTo>
                    <a:pt x="7014550" y="3312207"/>
                  </a:lnTo>
                  <a:lnTo>
                    <a:pt x="6940789" y="3306518"/>
                  </a:lnTo>
                  <a:lnTo>
                    <a:pt x="6867029" y="3300640"/>
                  </a:lnTo>
                  <a:lnTo>
                    <a:pt x="6793269" y="3294568"/>
                  </a:lnTo>
                  <a:lnTo>
                    <a:pt x="6719509" y="3288294"/>
                  </a:lnTo>
                  <a:lnTo>
                    <a:pt x="6645749" y="3281812"/>
                  </a:lnTo>
                  <a:lnTo>
                    <a:pt x="6571989" y="3275115"/>
                  </a:lnTo>
                  <a:lnTo>
                    <a:pt x="6498229" y="3268196"/>
                  </a:lnTo>
                  <a:lnTo>
                    <a:pt x="6424469" y="3261047"/>
                  </a:lnTo>
                  <a:lnTo>
                    <a:pt x="6350709" y="3253662"/>
                  </a:lnTo>
                  <a:lnTo>
                    <a:pt x="6276949" y="3246031"/>
                  </a:lnTo>
                  <a:lnTo>
                    <a:pt x="6203189" y="3238148"/>
                  </a:lnTo>
                  <a:lnTo>
                    <a:pt x="6129429" y="3230003"/>
                  </a:lnTo>
                  <a:lnTo>
                    <a:pt x="6055669" y="3221588"/>
                  </a:lnTo>
                  <a:lnTo>
                    <a:pt x="5981909" y="3212893"/>
                  </a:lnTo>
                  <a:lnTo>
                    <a:pt x="5908149" y="3203911"/>
                  </a:lnTo>
                  <a:lnTo>
                    <a:pt x="5834389" y="3194630"/>
                  </a:lnTo>
                  <a:lnTo>
                    <a:pt x="5760629" y="3185042"/>
                  </a:lnTo>
                  <a:lnTo>
                    <a:pt x="5686869" y="3175136"/>
                  </a:lnTo>
                  <a:lnTo>
                    <a:pt x="5613109" y="3164901"/>
                  </a:lnTo>
                  <a:lnTo>
                    <a:pt x="5539349" y="3154327"/>
                  </a:lnTo>
                  <a:lnTo>
                    <a:pt x="5465589" y="3143402"/>
                  </a:lnTo>
                  <a:lnTo>
                    <a:pt x="5391829" y="3132115"/>
                  </a:lnTo>
                  <a:lnTo>
                    <a:pt x="5318069" y="3120453"/>
                  </a:lnTo>
                  <a:lnTo>
                    <a:pt x="5244309" y="3108405"/>
                  </a:lnTo>
                  <a:lnTo>
                    <a:pt x="5170549" y="3095957"/>
                  </a:lnTo>
                  <a:lnTo>
                    <a:pt x="5096789" y="3083097"/>
                  </a:lnTo>
                  <a:lnTo>
                    <a:pt x="5023029" y="3069809"/>
                  </a:lnTo>
                  <a:lnTo>
                    <a:pt x="4949269" y="3056082"/>
                  </a:lnTo>
                  <a:lnTo>
                    <a:pt x="4875509" y="3041899"/>
                  </a:lnTo>
                  <a:lnTo>
                    <a:pt x="4801749" y="3027245"/>
                  </a:lnTo>
                  <a:lnTo>
                    <a:pt x="4727989" y="3012106"/>
                  </a:lnTo>
                  <a:lnTo>
                    <a:pt x="4654229" y="2996464"/>
                  </a:lnTo>
                  <a:lnTo>
                    <a:pt x="4580469" y="2980304"/>
                  </a:lnTo>
                  <a:lnTo>
                    <a:pt x="4506709" y="2963608"/>
                  </a:lnTo>
                  <a:lnTo>
                    <a:pt x="4432949" y="2946358"/>
                  </a:lnTo>
                  <a:lnTo>
                    <a:pt x="4359189" y="2928536"/>
                  </a:lnTo>
                  <a:lnTo>
                    <a:pt x="4285429" y="2910123"/>
                  </a:lnTo>
                  <a:lnTo>
                    <a:pt x="4211669" y="2891099"/>
                  </a:lnTo>
                  <a:lnTo>
                    <a:pt x="4137909" y="2871445"/>
                  </a:lnTo>
                  <a:lnTo>
                    <a:pt x="4064149" y="2851138"/>
                  </a:lnTo>
                  <a:lnTo>
                    <a:pt x="3990388" y="2830159"/>
                  </a:lnTo>
                  <a:lnTo>
                    <a:pt x="3916628" y="2808483"/>
                  </a:lnTo>
                  <a:lnTo>
                    <a:pt x="3842868" y="2786089"/>
                  </a:lnTo>
                  <a:lnTo>
                    <a:pt x="3769108" y="2762952"/>
                  </a:lnTo>
                  <a:lnTo>
                    <a:pt x="3695348" y="2739047"/>
                  </a:lnTo>
                  <a:lnTo>
                    <a:pt x="3621588" y="2714350"/>
                  </a:lnTo>
                  <a:lnTo>
                    <a:pt x="3547828" y="2688834"/>
                  </a:lnTo>
                  <a:lnTo>
                    <a:pt x="3474068" y="2662471"/>
                  </a:lnTo>
                  <a:lnTo>
                    <a:pt x="3400308" y="2647071"/>
                  </a:lnTo>
                  <a:lnTo>
                    <a:pt x="3326548" y="2636598"/>
                  </a:lnTo>
                  <a:lnTo>
                    <a:pt x="3252788" y="2625993"/>
                  </a:lnTo>
                  <a:lnTo>
                    <a:pt x="3179028" y="2615256"/>
                  </a:lnTo>
                  <a:lnTo>
                    <a:pt x="3105268" y="2604385"/>
                  </a:lnTo>
                  <a:lnTo>
                    <a:pt x="3031508" y="2593377"/>
                  </a:lnTo>
                  <a:lnTo>
                    <a:pt x="2957748" y="2582232"/>
                  </a:lnTo>
                  <a:lnTo>
                    <a:pt x="2883988" y="2570947"/>
                  </a:lnTo>
                  <a:lnTo>
                    <a:pt x="2810228" y="2559521"/>
                  </a:lnTo>
                  <a:lnTo>
                    <a:pt x="2736468" y="2547952"/>
                  </a:lnTo>
                  <a:lnTo>
                    <a:pt x="2662708" y="2536238"/>
                  </a:lnTo>
                  <a:lnTo>
                    <a:pt x="2588948" y="2524377"/>
                  </a:lnTo>
                  <a:lnTo>
                    <a:pt x="2515188" y="2512368"/>
                  </a:lnTo>
                  <a:lnTo>
                    <a:pt x="2441428" y="2500209"/>
                  </a:lnTo>
                  <a:lnTo>
                    <a:pt x="2367668" y="2487898"/>
                  </a:lnTo>
                  <a:lnTo>
                    <a:pt x="2293908" y="2475432"/>
                  </a:lnTo>
                  <a:lnTo>
                    <a:pt x="2220148" y="2462810"/>
                  </a:lnTo>
                  <a:lnTo>
                    <a:pt x="2146388" y="2450030"/>
                  </a:lnTo>
                  <a:lnTo>
                    <a:pt x="2072628" y="2437091"/>
                  </a:lnTo>
                  <a:lnTo>
                    <a:pt x="1998868" y="2423989"/>
                  </a:lnTo>
                  <a:lnTo>
                    <a:pt x="1925108" y="2410723"/>
                  </a:lnTo>
                  <a:lnTo>
                    <a:pt x="1851348" y="2397292"/>
                  </a:lnTo>
                  <a:lnTo>
                    <a:pt x="1777588" y="2383692"/>
                  </a:lnTo>
                  <a:lnTo>
                    <a:pt x="1703828" y="2369922"/>
                  </a:lnTo>
                  <a:lnTo>
                    <a:pt x="1630068" y="2355979"/>
                  </a:lnTo>
                  <a:lnTo>
                    <a:pt x="1556308" y="2341862"/>
                  </a:lnTo>
                  <a:lnTo>
                    <a:pt x="1482548" y="2327569"/>
                  </a:lnTo>
                  <a:lnTo>
                    <a:pt x="1408788" y="2313096"/>
                  </a:lnTo>
                  <a:lnTo>
                    <a:pt x="1335028" y="2298442"/>
                  </a:lnTo>
                  <a:lnTo>
                    <a:pt x="1261268" y="2283605"/>
                  </a:lnTo>
                  <a:lnTo>
                    <a:pt x="1187508" y="2268582"/>
                  </a:lnTo>
                  <a:lnTo>
                    <a:pt x="1113747" y="2253371"/>
                  </a:lnTo>
                  <a:lnTo>
                    <a:pt x="1039987" y="2237970"/>
                  </a:lnTo>
                  <a:lnTo>
                    <a:pt x="966227" y="2222376"/>
                  </a:lnTo>
                  <a:lnTo>
                    <a:pt x="892467" y="2206586"/>
                  </a:lnTo>
                  <a:lnTo>
                    <a:pt x="818707" y="2190599"/>
                  </a:lnTo>
                  <a:lnTo>
                    <a:pt x="744947" y="2174412"/>
                  </a:lnTo>
                  <a:lnTo>
                    <a:pt x="671187" y="2158022"/>
                  </a:lnTo>
                  <a:lnTo>
                    <a:pt x="597427" y="2141427"/>
                  </a:lnTo>
                  <a:lnTo>
                    <a:pt x="523667" y="2124625"/>
                  </a:lnTo>
                  <a:lnTo>
                    <a:pt x="449907" y="2107612"/>
                  </a:lnTo>
                  <a:lnTo>
                    <a:pt x="376147" y="2090386"/>
                  </a:lnTo>
                  <a:lnTo>
                    <a:pt x="302387" y="2072944"/>
                  </a:lnTo>
                  <a:lnTo>
                    <a:pt x="228627" y="2055284"/>
                  </a:lnTo>
                  <a:lnTo>
                    <a:pt x="154867" y="2037403"/>
                  </a:lnTo>
                  <a:lnTo>
                    <a:pt x="81107" y="2019299"/>
                  </a:lnTo>
                  <a:lnTo>
                    <a:pt x="7347" y="2000967"/>
                  </a:lnTo>
                  <a:lnTo>
                    <a:pt x="0" y="1999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24995" y="2073503"/>
              <a:ext cx="7028352" cy="3045597"/>
            </a:xfrm>
            <a:custGeom>
              <a:avLst/>
              <a:pathLst>
                <a:path w="7028352" h="3045597">
                  <a:moveTo>
                    <a:pt x="0" y="0"/>
                  </a:moveTo>
                  <a:lnTo>
                    <a:pt x="21149" y="32816"/>
                  </a:lnTo>
                  <a:lnTo>
                    <a:pt x="94909" y="143589"/>
                  </a:lnTo>
                  <a:lnTo>
                    <a:pt x="168669" y="250806"/>
                  </a:lnTo>
                  <a:lnTo>
                    <a:pt x="242429" y="354582"/>
                  </a:lnTo>
                  <a:lnTo>
                    <a:pt x="316190" y="455026"/>
                  </a:lnTo>
                  <a:lnTo>
                    <a:pt x="389950" y="552246"/>
                  </a:lnTo>
                  <a:lnTo>
                    <a:pt x="463710" y="646346"/>
                  </a:lnTo>
                  <a:lnTo>
                    <a:pt x="537470" y="737425"/>
                  </a:lnTo>
                  <a:lnTo>
                    <a:pt x="611230" y="825580"/>
                  </a:lnTo>
                  <a:lnTo>
                    <a:pt x="684990" y="910906"/>
                  </a:lnTo>
                  <a:lnTo>
                    <a:pt x="758750" y="993493"/>
                  </a:lnTo>
                  <a:lnTo>
                    <a:pt x="832510" y="1073428"/>
                  </a:lnTo>
                  <a:lnTo>
                    <a:pt x="906270" y="1150798"/>
                  </a:lnTo>
                  <a:lnTo>
                    <a:pt x="980030" y="1225685"/>
                  </a:lnTo>
                  <a:lnTo>
                    <a:pt x="1053790" y="1298167"/>
                  </a:lnTo>
                  <a:lnTo>
                    <a:pt x="1127550" y="1368323"/>
                  </a:lnTo>
                  <a:lnTo>
                    <a:pt x="1201310" y="1436227"/>
                  </a:lnTo>
                  <a:lnTo>
                    <a:pt x="1275070" y="1501951"/>
                  </a:lnTo>
                  <a:lnTo>
                    <a:pt x="1348830" y="1565566"/>
                  </a:lnTo>
                  <a:lnTo>
                    <a:pt x="1422590" y="1627138"/>
                  </a:lnTo>
                  <a:lnTo>
                    <a:pt x="1496350" y="1686734"/>
                  </a:lnTo>
                  <a:lnTo>
                    <a:pt x="1570110" y="1744417"/>
                  </a:lnTo>
                  <a:lnTo>
                    <a:pt x="1643870" y="1800249"/>
                  </a:lnTo>
                  <a:lnTo>
                    <a:pt x="1717630" y="1854288"/>
                  </a:lnTo>
                  <a:lnTo>
                    <a:pt x="1791390" y="1906593"/>
                  </a:lnTo>
                  <a:lnTo>
                    <a:pt x="1865150" y="1957219"/>
                  </a:lnTo>
                  <a:lnTo>
                    <a:pt x="1938910" y="2006219"/>
                  </a:lnTo>
                  <a:lnTo>
                    <a:pt x="2012670" y="2053647"/>
                  </a:lnTo>
                  <a:lnTo>
                    <a:pt x="2086430" y="2099553"/>
                  </a:lnTo>
                  <a:lnTo>
                    <a:pt x="2160190" y="2143984"/>
                  </a:lnTo>
                  <a:lnTo>
                    <a:pt x="2233950" y="2186990"/>
                  </a:lnTo>
                  <a:lnTo>
                    <a:pt x="2307710" y="2228615"/>
                  </a:lnTo>
                  <a:lnTo>
                    <a:pt x="2381470" y="2268904"/>
                  </a:lnTo>
                  <a:lnTo>
                    <a:pt x="2455230" y="2307900"/>
                  </a:lnTo>
                  <a:lnTo>
                    <a:pt x="2528990" y="2345644"/>
                  </a:lnTo>
                  <a:lnTo>
                    <a:pt x="2602750" y="2382176"/>
                  </a:lnTo>
                  <a:lnTo>
                    <a:pt x="2676510" y="2417536"/>
                  </a:lnTo>
                  <a:lnTo>
                    <a:pt x="2750270" y="2451761"/>
                  </a:lnTo>
                  <a:lnTo>
                    <a:pt x="2824030" y="2484887"/>
                  </a:lnTo>
                  <a:lnTo>
                    <a:pt x="2897790" y="2516950"/>
                  </a:lnTo>
                  <a:lnTo>
                    <a:pt x="2971550" y="2547984"/>
                  </a:lnTo>
                  <a:lnTo>
                    <a:pt x="3045310" y="2578021"/>
                  </a:lnTo>
                  <a:lnTo>
                    <a:pt x="3119070" y="2607094"/>
                  </a:lnTo>
                  <a:lnTo>
                    <a:pt x="3192831" y="2635234"/>
                  </a:lnTo>
                  <a:lnTo>
                    <a:pt x="3266591" y="2657415"/>
                  </a:lnTo>
                  <a:lnTo>
                    <a:pt x="3340351" y="2667630"/>
                  </a:lnTo>
                  <a:lnTo>
                    <a:pt x="3414111" y="2677720"/>
                  </a:lnTo>
                  <a:lnTo>
                    <a:pt x="3487871" y="2687685"/>
                  </a:lnTo>
                  <a:lnTo>
                    <a:pt x="3561631" y="2697526"/>
                  </a:lnTo>
                  <a:lnTo>
                    <a:pt x="3635391" y="2707246"/>
                  </a:lnTo>
                  <a:lnTo>
                    <a:pt x="3709151" y="2716846"/>
                  </a:lnTo>
                  <a:lnTo>
                    <a:pt x="3782911" y="2726327"/>
                  </a:lnTo>
                  <a:lnTo>
                    <a:pt x="3856671" y="2735691"/>
                  </a:lnTo>
                  <a:lnTo>
                    <a:pt x="3930431" y="2744939"/>
                  </a:lnTo>
                  <a:lnTo>
                    <a:pt x="4004191" y="2754073"/>
                  </a:lnTo>
                  <a:lnTo>
                    <a:pt x="4077951" y="2763094"/>
                  </a:lnTo>
                  <a:lnTo>
                    <a:pt x="4151711" y="2772003"/>
                  </a:lnTo>
                  <a:lnTo>
                    <a:pt x="4225471" y="2780802"/>
                  </a:lnTo>
                  <a:lnTo>
                    <a:pt x="4299231" y="2789493"/>
                  </a:lnTo>
                  <a:lnTo>
                    <a:pt x="4372991" y="2798076"/>
                  </a:lnTo>
                  <a:lnTo>
                    <a:pt x="4446751" y="2806553"/>
                  </a:lnTo>
                  <a:lnTo>
                    <a:pt x="4520511" y="2814925"/>
                  </a:lnTo>
                  <a:lnTo>
                    <a:pt x="4594271" y="2823193"/>
                  </a:lnTo>
                  <a:lnTo>
                    <a:pt x="4668031" y="2831360"/>
                  </a:lnTo>
                  <a:lnTo>
                    <a:pt x="4741791" y="2839425"/>
                  </a:lnTo>
                  <a:lnTo>
                    <a:pt x="4815551" y="2847391"/>
                  </a:lnTo>
                  <a:lnTo>
                    <a:pt x="4889311" y="2855258"/>
                  </a:lnTo>
                  <a:lnTo>
                    <a:pt x="4963071" y="2863028"/>
                  </a:lnTo>
                  <a:lnTo>
                    <a:pt x="5036831" y="2870702"/>
                  </a:lnTo>
                  <a:lnTo>
                    <a:pt x="5110591" y="2878281"/>
                  </a:lnTo>
                  <a:lnTo>
                    <a:pt x="5184351" y="2885766"/>
                  </a:lnTo>
                  <a:lnTo>
                    <a:pt x="5258111" y="2893159"/>
                  </a:lnTo>
                  <a:lnTo>
                    <a:pt x="5331871" y="2900460"/>
                  </a:lnTo>
                  <a:lnTo>
                    <a:pt x="5405631" y="2907671"/>
                  </a:lnTo>
                  <a:lnTo>
                    <a:pt x="5479391" y="2914793"/>
                  </a:lnTo>
                  <a:lnTo>
                    <a:pt x="5553151" y="2921827"/>
                  </a:lnTo>
                  <a:lnTo>
                    <a:pt x="5626911" y="2928774"/>
                  </a:lnTo>
                  <a:lnTo>
                    <a:pt x="5700671" y="2935635"/>
                  </a:lnTo>
                  <a:lnTo>
                    <a:pt x="5774431" y="2942411"/>
                  </a:lnTo>
                  <a:lnTo>
                    <a:pt x="5848191" y="2949104"/>
                  </a:lnTo>
                  <a:lnTo>
                    <a:pt x="5921951" y="2955713"/>
                  </a:lnTo>
                  <a:lnTo>
                    <a:pt x="5995711" y="2962241"/>
                  </a:lnTo>
                  <a:lnTo>
                    <a:pt x="6069471" y="2968689"/>
                  </a:lnTo>
                  <a:lnTo>
                    <a:pt x="6143232" y="2975056"/>
                  </a:lnTo>
                  <a:lnTo>
                    <a:pt x="6216992" y="2981345"/>
                  </a:lnTo>
                  <a:lnTo>
                    <a:pt x="6290752" y="2987556"/>
                  </a:lnTo>
                  <a:lnTo>
                    <a:pt x="6364512" y="2993691"/>
                  </a:lnTo>
                  <a:lnTo>
                    <a:pt x="6438272" y="2999749"/>
                  </a:lnTo>
                  <a:lnTo>
                    <a:pt x="6512032" y="3005733"/>
                  </a:lnTo>
                  <a:lnTo>
                    <a:pt x="6585792" y="3011642"/>
                  </a:lnTo>
                  <a:lnTo>
                    <a:pt x="6659552" y="3017479"/>
                  </a:lnTo>
                  <a:lnTo>
                    <a:pt x="6733312" y="3023243"/>
                  </a:lnTo>
                  <a:lnTo>
                    <a:pt x="6807072" y="3028937"/>
                  </a:lnTo>
                  <a:lnTo>
                    <a:pt x="6880832" y="3034559"/>
                  </a:lnTo>
                  <a:lnTo>
                    <a:pt x="6954592" y="3040113"/>
                  </a:lnTo>
                  <a:lnTo>
                    <a:pt x="7028352" y="3045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72621"/>
              <a:ext cx="7235830" cy="1329083"/>
            </a:xfrm>
            <a:custGeom>
              <a:avLst/>
              <a:pathLst>
                <a:path w="7235830" h="1329083">
                  <a:moveTo>
                    <a:pt x="7235830" y="1329083"/>
                  </a:moveTo>
                  <a:lnTo>
                    <a:pt x="7162070" y="1323924"/>
                  </a:lnTo>
                  <a:lnTo>
                    <a:pt x="7088310" y="1318595"/>
                  </a:lnTo>
                  <a:lnTo>
                    <a:pt x="7014550" y="1313088"/>
                  </a:lnTo>
                  <a:lnTo>
                    <a:pt x="6940789" y="1307399"/>
                  </a:lnTo>
                  <a:lnTo>
                    <a:pt x="6867029" y="1301522"/>
                  </a:lnTo>
                  <a:lnTo>
                    <a:pt x="6793269" y="1295449"/>
                  </a:lnTo>
                  <a:lnTo>
                    <a:pt x="6719509" y="1289175"/>
                  </a:lnTo>
                  <a:lnTo>
                    <a:pt x="6645749" y="1282693"/>
                  </a:lnTo>
                  <a:lnTo>
                    <a:pt x="6571989" y="1275996"/>
                  </a:lnTo>
                  <a:lnTo>
                    <a:pt x="6498229" y="1269077"/>
                  </a:lnTo>
                  <a:lnTo>
                    <a:pt x="6424469" y="1261929"/>
                  </a:lnTo>
                  <a:lnTo>
                    <a:pt x="6350709" y="1254543"/>
                  </a:lnTo>
                  <a:lnTo>
                    <a:pt x="6276949" y="1246913"/>
                  </a:lnTo>
                  <a:lnTo>
                    <a:pt x="6203189" y="1239029"/>
                  </a:lnTo>
                  <a:lnTo>
                    <a:pt x="6129429" y="1230884"/>
                  </a:lnTo>
                  <a:lnTo>
                    <a:pt x="6055669" y="1222469"/>
                  </a:lnTo>
                  <a:lnTo>
                    <a:pt x="5981909" y="1213775"/>
                  </a:lnTo>
                  <a:lnTo>
                    <a:pt x="5908149" y="1204792"/>
                  </a:lnTo>
                  <a:lnTo>
                    <a:pt x="5834389" y="1195512"/>
                  </a:lnTo>
                  <a:lnTo>
                    <a:pt x="5760629" y="1185923"/>
                  </a:lnTo>
                  <a:lnTo>
                    <a:pt x="5686869" y="1176017"/>
                  </a:lnTo>
                  <a:lnTo>
                    <a:pt x="5613109" y="1165782"/>
                  </a:lnTo>
                  <a:lnTo>
                    <a:pt x="5539349" y="1155208"/>
                  </a:lnTo>
                  <a:lnTo>
                    <a:pt x="5465589" y="1144283"/>
                  </a:lnTo>
                  <a:lnTo>
                    <a:pt x="5391829" y="1132996"/>
                  </a:lnTo>
                  <a:lnTo>
                    <a:pt x="5318069" y="1121335"/>
                  </a:lnTo>
                  <a:lnTo>
                    <a:pt x="5244309" y="1109286"/>
                  </a:lnTo>
                  <a:lnTo>
                    <a:pt x="5170549" y="1096839"/>
                  </a:lnTo>
                  <a:lnTo>
                    <a:pt x="5096789" y="1083978"/>
                  </a:lnTo>
                  <a:lnTo>
                    <a:pt x="5023029" y="1070691"/>
                  </a:lnTo>
                  <a:lnTo>
                    <a:pt x="4949269" y="1056963"/>
                  </a:lnTo>
                  <a:lnTo>
                    <a:pt x="4875509" y="1042780"/>
                  </a:lnTo>
                  <a:lnTo>
                    <a:pt x="4801749" y="1028126"/>
                  </a:lnTo>
                  <a:lnTo>
                    <a:pt x="4727989" y="1012987"/>
                  </a:lnTo>
                  <a:lnTo>
                    <a:pt x="4654229" y="997346"/>
                  </a:lnTo>
                  <a:lnTo>
                    <a:pt x="4580469" y="981185"/>
                  </a:lnTo>
                  <a:lnTo>
                    <a:pt x="4506709" y="964489"/>
                  </a:lnTo>
                  <a:lnTo>
                    <a:pt x="4432949" y="947239"/>
                  </a:lnTo>
                  <a:lnTo>
                    <a:pt x="4359189" y="929417"/>
                  </a:lnTo>
                  <a:lnTo>
                    <a:pt x="4285429" y="911004"/>
                  </a:lnTo>
                  <a:lnTo>
                    <a:pt x="4211669" y="891981"/>
                  </a:lnTo>
                  <a:lnTo>
                    <a:pt x="4137909" y="872326"/>
                  </a:lnTo>
                  <a:lnTo>
                    <a:pt x="4064149" y="852020"/>
                  </a:lnTo>
                  <a:lnTo>
                    <a:pt x="3990388" y="831040"/>
                  </a:lnTo>
                  <a:lnTo>
                    <a:pt x="3916628" y="809364"/>
                  </a:lnTo>
                  <a:lnTo>
                    <a:pt x="3842868" y="786970"/>
                  </a:lnTo>
                  <a:lnTo>
                    <a:pt x="3769108" y="763833"/>
                  </a:lnTo>
                  <a:lnTo>
                    <a:pt x="3695348" y="739929"/>
                  </a:lnTo>
                  <a:lnTo>
                    <a:pt x="3621588" y="715231"/>
                  </a:lnTo>
                  <a:lnTo>
                    <a:pt x="3547828" y="689715"/>
                  </a:lnTo>
                  <a:lnTo>
                    <a:pt x="3474068" y="663353"/>
                  </a:lnTo>
                  <a:lnTo>
                    <a:pt x="3400308" y="647952"/>
                  </a:lnTo>
                  <a:lnTo>
                    <a:pt x="3326548" y="637479"/>
                  </a:lnTo>
                  <a:lnTo>
                    <a:pt x="3252788" y="626875"/>
                  </a:lnTo>
                  <a:lnTo>
                    <a:pt x="3179028" y="616138"/>
                  </a:lnTo>
                  <a:lnTo>
                    <a:pt x="3105268" y="605266"/>
                  </a:lnTo>
                  <a:lnTo>
                    <a:pt x="3031508" y="594259"/>
                  </a:lnTo>
                  <a:lnTo>
                    <a:pt x="2957748" y="583113"/>
                  </a:lnTo>
                  <a:lnTo>
                    <a:pt x="2883988" y="571829"/>
                  </a:lnTo>
                  <a:lnTo>
                    <a:pt x="2810228" y="560402"/>
                  </a:lnTo>
                  <a:lnTo>
                    <a:pt x="2736468" y="548833"/>
                  </a:lnTo>
                  <a:lnTo>
                    <a:pt x="2662708" y="537119"/>
                  </a:lnTo>
                  <a:lnTo>
                    <a:pt x="2588948" y="525259"/>
                  </a:lnTo>
                  <a:lnTo>
                    <a:pt x="2515188" y="513250"/>
                  </a:lnTo>
                  <a:lnTo>
                    <a:pt x="2441428" y="501090"/>
                  </a:lnTo>
                  <a:lnTo>
                    <a:pt x="2367668" y="488779"/>
                  </a:lnTo>
                  <a:lnTo>
                    <a:pt x="2293908" y="476313"/>
                  </a:lnTo>
                  <a:lnTo>
                    <a:pt x="2220148" y="463692"/>
                  </a:lnTo>
                  <a:lnTo>
                    <a:pt x="2146388" y="450912"/>
                  </a:lnTo>
                  <a:lnTo>
                    <a:pt x="2072628" y="437972"/>
                  </a:lnTo>
                  <a:lnTo>
                    <a:pt x="1998868" y="424870"/>
                  </a:lnTo>
                  <a:lnTo>
                    <a:pt x="1925108" y="411605"/>
                  </a:lnTo>
                  <a:lnTo>
                    <a:pt x="1851348" y="398173"/>
                  </a:lnTo>
                  <a:lnTo>
                    <a:pt x="1777588" y="384573"/>
                  </a:lnTo>
                  <a:lnTo>
                    <a:pt x="1703828" y="370803"/>
                  </a:lnTo>
                  <a:lnTo>
                    <a:pt x="1630068" y="356861"/>
                  </a:lnTo>
                  <a:lnTo>
                    <a:pt x="1556308" y="342744"/>
                  </a:lnTo>
                  <a:lnTo>
                    <a:pt x="1482548" y="328450"/>
                  </a:lnTo>
                  <a:lnTo>
                    <a:pt x="1408788" y="313977"/>
                  </a:lnTo>
                  <a:lnTo>
                    <a:pt x="1335028" y="299324"/>
                  </a:lnTo>
                  <a:lnTo>
                    <a:pt x="1261268" y="284486"/>
                  </a:lnTo>
                  <a:lnTo>
                    <a:pt x="1187508" y="269464"/>
                  </a:lnTo>
                  <a:lnTo>
                    <a:pt x="1113747" y="254253"/>
                  </a:lnTo>
                  <a:lnTo>
                    <a:pt x="1039987" y="238851"/>
                  </a:lnTo>
                  <a:lnTo>
                    <a:pt x="966227" y="223257"/>
                  </a:lnTo>
                  <a:lnTo>
                    <a:pt x="892467" y="207468"/>
                  </a:lnTo>
                  <a:lnTo>
                    <a:pt x="818707" y="191481"/>
                  </a:lnTo>
                  <a:lnTo>
                    <a:pt x="744947" y="175293"/>
                  </a:lnTo>
                  <a:lnTo>
                    <a:pt x="671187" y="158904"/>
                  </a:lnTo>
                  <a:lnTo>
                    <a:pt x="597427" y="142309"/>
                  </a:lnTo>
                  <a:lnTo>
                    <a:pt x="523667" y="125506"/>
                  </a:lnTo>
                  <a:lnTo>
                    <a:pt x="449907" y="108493"/>
                  </a:lnTo>
                  <a:lnTo>
                    <a:pt x="376147" y="91267"/>
                  </a:lnTo>
                  <a:lnTo>
                    <a:pt x="302387" y="73826"/>
                  </a:lnTo>
                  <a:lnTo>
                    <a:pt x="228627" y="56166"/>
                  </a:lnTo>
                  <a:lnTo>
                    <a:pt x="154867" y="38285"/>
                  </a:lnTo>
                  <a:lnTo>
                    <a:pt x="81107" y="20180"/>
                  </a:lnTo>
                  <a:lnTo>
                    <a:pt x="7347" y="1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76328"/>
              <a:ext cx="7235830" cy="2119861"/>
            </a:xfrm>
            <a:custGeom>
              <a:avLst/>
              <a:pathLst>
                <a:path w="7235830" h="2119861">
                  <a:moveTo>
                    <a:pt x="0" y="0"/>
                  </a:moveTo>
                  <a:lnTo>
                    <a:pt x="7347" y="5392"/>
                  </a:lnTo>
                  <a:lnTo>
                    <a:pt x="81107" y="58321"/>
                  </a:lnTo>
                  <a:lnTo>
                    <a:pt x="154867" y="110071"/>
                  </a:lnTo>
                  <a:lnTo>
                    <a:pt x="228627" y="160668"/>
                  </a:lnTo>
                  <a:lnTo>
                    <a:pt x="302387" y="210137"/>
                  </a:lnTo>
                  <a:lnTo>
                    <a:pt x="376147" y="258504"/>
                  </a:lnTo>
                  <a:lnTo>
                    <a:pt x="449907" y="305794"/>
                  </a:lnTo>
                  <a:lnTo>
                    <a:pt x="523667" y="352030"/>
                  </a:lnTo>
                  <a:lnTo>
                    <a:pt x="597427" y="397235"/>
                  </a:lnTo>
                  <a:lnTo>
                    <a:pt x="671187" y="441434"/>
                  </a:lnTo>
                  <a:lnTo>
                    <a:pt x="744947" y="484647"/>
                  </a:lnTo>
                  <a:lnTo>
                    <a:pt x="818707" y="526898"/>
                  </a:lnTo>
                  <a:lnTo>
                    <a:pt x="892467" y="568208"/>
                  </a:lnTo>
                  <a:lnTo>
                    <a:pt x="966227" y="608597"/>
                  </a:lnTo>
                  <a:lnTo>
                    <a:pt x="1039987" y="648086"/>
                  </a:lnTo>
                  <a:lnTo>
                    <a:pt x="1113747" y="686695"/>
                  </a:lnTo>
                  <a:lnTo>
                    <a:pt x="1187508" y="724444"/>
                  </a:lnTo>
                  <a:lnTo>
                    <a:pt x="1261268" y="761352"/>
                  </a:lnTo>
                  <a:lnTo>
                    <a:pt x="1335028" y="797437"/>
                  </a:lnTo>
                  <a:lnTo>
                    <a:pt x="1408788" y="832719"/>
                  </a:lnTo>
                  <a:lnTo>
                    <a:pt x="1482548" y="867214"/>
                  </a:lnTo>
                  <a:lnTo>
                    <a:pt x="1556308" y="900941"/>
                  </a:lnTo>
                  <a:lnTo>
                    <a:pt x="1630068" y="933916"/>
                  </a:lnTo>
                  <a:lnTo>
                    <a:pt x="1703828" y="966157"/>
                  </a:lnTo>
                  <a:lnTo>
                    <a:pt x="1777588" y="997679"/>
                  </a:lnTo>
                  <a:lnTo>
                    <a:pt x="1851348" y="1028499"/>
                  </a:lnTo>
                  <a:lnTo>
                    <a:pt x="1925108" y="1058633"/>
                  </a:lnTo>
                  <a:lnTo>
                    <a:pt x="1998868" y="1088094"/>
                  </a:lnTo>
                  <a:lnTo>
                    <a:pt x="2072628" y="1116900"/>
                  </a:lnTo>
                  <a:lnTo>
                    <a:pt x="2146388" y="1145063"/>
                  </a:lnTo>
                  <a:lnTo>
                    <a:pt x="2220148" y="1172600"/>
                  </a:lnTo>
                  <a:lnTo>
                    <a:pt x="2293908" y="1199522"/>
                  </a:lnTo>
                  <a:lnTo>
                    <a:pt x="2367668" y="1225845"/>
                  </a:lnTo>
                  <a:lnTo>
                    <a:pt x="2441428" y="1251581"/>
                  </a:lnTo>
                  <a:lnTo>
                    <a:pt x="2515188" y="1276744"/>
                  </a:lnTo>
                  <a:lnTo>
                    <a:pt x="2588948" y="1301346"/>
                  </a:lnTo>
                  <a:lnTo>
                    <a:pt x="2662708" y="1325400"/>
                  </a:lnTo>
                  <a:lnTo>
                    <a:pt x="2736468" y="1348918"/>
                  </a:lnTo>
                  <a:lnTo>
                    <a:pt x="2810228" y="1371912"/>
                  </a:lnTo>
                  <a:lnTo>
                    <a:pt x="2883988" y="1394394"/>
                  </a:lnTo>
                  <a:lnTo>
                    <a:pt x="2957748" y="1416374"/>
                  </a:lnTo>
                  <a:lnTo>
                    <a:pt x="3031508" y="1437865"/>
                  </a:lnTo>
                  <a:lnTo>
                    <a:pt x="3105268" y="1458878"/>
                  </a:lnTo>
                  <a:lnTo>
                    <a:pt x="3179028" y="1479422"/>
                  </a:lnTo>
                  <a:lnTo>
                    <a:pt x="3252788" y="1499508"/>
                  </a:lnTo>
                  <a:lnTo>
                    <a:pt x="3326548" y="1519147"/>
                  </a:lnTo>
                  <a:lnTo>
                    <a:pt x="3400308" y="1538348"/>
                  </a:lnTo>
                  <a:lnTo>
                    <a:pt x="3474068" y="1557121"/>
                  </a:lnTo>
                  <a:lnTo>
                    <a:pt x="3547828" y="1575476"/>
                  </a:lnTo>
                  <a:lnTo>
                    <a:pt x="3621588" y="1593422"/>
                  </a:lnTo>
                  <a:lnTo>
                    <a:pt x="3695348" y="1610968"/>
                  </a:lnTo>
                  <a:lnTo>
                    <a:pt x="3769108" y="1628124"/>
                  </a:lnTo>
                  <a:lnTo>
                    <a:pt x="3842868" y="1644897"/>
                  </a:lnTo>
                  <a:lnTo>
                    <a:pt x="3916628" y="1661296"/>
                  </a:lnTo>
                  <a:lnTo>
                    <a:pt x="3990388" y="1677330"/>
                  </a:lnTo>
                  <a:lnTo>
                    <a:pt x="4064149" y="1693007"/>
                  </a:lnTo>
                  <a:lnTo>
                    <a:pt x="4137909" y="1708334"/>
                  </a:lnTo>
                  <a:lnTo>
                    <a:pt x="4211669" y="1723320"/>
                  </a:lnTo>
                  <a:lnTo>
                    <a:pt x="4285429" y="1737972"/>
                  </a:lnTo>
                  <a:lnTo>
                    <a:pt x="4359189" y="1752298"/>
                  </a:lnTo>
                  <a:lnTo>
                    <a:pt x="4432949" y="1766304"/>
                  </a:lnTo>
                  <a:lnTo>
                    <a:pt x="4506709" y="1779998"/>
                  </a:lnTo>
                  <a:lnTo>
                    <a:pt x="4580469" y="1793387"/>
                  </a:lnTo>
                  <a:lnTo>
                    <a:pt x="4654229" y="1806478"/>
                  </a:lnTo>
                  <a:lnTo>
                    <a:pt x="4727989" y="1819277"/>
                  </a:lnTo>
                  <a:lnTo>
                    <a:pt x="4801749" y="1831791"/>
                  </a:lnTo>
                  <a:lnTo>
                    <a:pt x="4875509" y="1844026"/>
                  </a:lnTo>
                  <a:lnTo>
                    <a:pt x="4949269" y="1855989"/>
                  </a:lnTo>
                  <a:lnTo>
                    <a:pt x="5023029" y="1867685"/>
                  </a:lnTo>
                  <a:lnTo>
                    <a:pt x="5096789" y="1879120"/>
                  </a:lnTo>
                  <a:lnTo>
                    <a:pt x="5170549" y="1890301"/>
                  </a:lnTo>
                  <a:lnTo>
                    <a:pt x="5244309" y="1901232"/>
                  </a:lnTo>
                  <a:lnTo>
                    <a:pt x="5318069" y="1911920"/>
                  </a:lnTo>
                  <a:lnTo>
                    <a:pt x="5391829" y="1922370"/>
                  </a:lnTo>
                  <a:lnTo>
                    <a:pt x="5465589" y="1932587"/>
                  </a:lnTo>
                  <a:lnTo>
                    <a:pt x="5539349" y="1942576"/>
                  </a:lnTo>
                  <a:lnTo>
                    <a:pt x="5613109" y="1952343"/>
                  </a:lnTo>
                  <a:lnTo>
                    <a:pt x="5686869" y="1961892"/>
                  </a:lnTo>
                  <a:lnTo>
                    <a:pt x="5760629" y="1971228"/>
                  </a:lnTo>
                  <a:lnTo>
                    <a:pt x="5834389" y="1980357"/>
                  </a:lnTo>
                  <a:lnTo>
                    <a:pt x="5908149" y="1989282"/>
                  </a:lnTo>
                  <a:lnTo>
                    <a:pt x="5981909" y="1998008"/>
                  </a:lnTo>
                  <a:lnTo>
                    <a:pt x="6055669" y="2006540"/>
                  </a:lnTo>
                  <a:lnTo>
                    <a:pt x="6129429" y="2014881"/>
                  </a:lnTo>
                  <a:lnTo>
                    <a:pt x="6203189" y="2023037"/>
                  </a:lnTo>
                  <a:lnTo>
                    <a:pt x="6276949" y="2031011"/>
                  </a:lnTo>
                  <a:lnTo>
                    <a:pt x="6350709" y="2038807"/>
                  </a:lnTo>
                  <a:lnTo>
                    <a:pt x="6424469" y="2046430"/>
                  </a:lnTo>
                  <a:lnTo>
                    <a:pt x="6498229" y="2053883"/>
                  </a:lnTo>
                  <a:lnTo>
                    <a:pt x="6571989" y="2061169"/>
                  </a:lnTo>
                  <a:lnTo>
                    <a:pt x="6645749" y="2068294"/>
                  </a:lnTo>
                  <a:lnTo>
                    <a:pt x="6719509" y="2075259"/>
                  </a:lnTo>
                  <a:lnTo>
                    <a:pt x="6793269" y="2082070"/>
                  </a:lnTo>
                  <a:lnTo>
                    <a:pt x="6867029" y="2088728"/>
                  </a:lnTo>
                  <a:lnTo>
                    <a:pt x="6940789" y="2095239"/>
                  </a:lnTo>
                  <a:lnTo>
                    <a:pt x="7014550" y="2101604"/>
                  </a:lnTo>
                  <a:lnTo>
                    <a:pt x="7088310" y="2107827"/>
                  </a:lnTo>
                  <a:lnTo>
                    <a:pt x="7162070" y="2113912"/>
                  </a:lnTo>
                  <a:lnTo>
                    <a:pt x="7235830" y="2119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1.31 (1.16-1.48)  |  per IQR decline (Δ = 0.29): 2.21 (1.55-3.15)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2026-05-28T20:40:56Z</dcterms:modified>
  <cp:category/>
</cp:coreProperties>
</file>