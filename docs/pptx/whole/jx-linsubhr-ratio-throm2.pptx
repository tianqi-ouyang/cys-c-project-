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01069"/>
            </a:xfrm>
            <a:custGeom>
              <a:avLst/>
              <a:pathLst>
                <a:path w="6964104" h="1201069">
                  <a:moveTo>
                    <a:pt x="261207" y="0"/>
                  </a:moveTo>
                  <a:lnTo>
                    <a:pt x="281377" y="11842"/>
                  </a:lnTo>
                  <a:lnTo>
                    <a:pt x="351722" y="51818"/>
                  </a:lnTo>
                  <a:lnTo>
                    <a:pt x="422066" y="90510"/>
                  </a:lnTo>
                  <a:lnTo>
                    <a:pt x="492411" y="127960"/>
                  </a:lnTo>
                  <a:lnTo>
                    <a:pt x="562755" y="164208"/>
                  </a:lnTo>
                  <a:lnTo>
                    <a:pt x="633100" y="199292"/>
                  </a:lnTo>
                  <a:lnTo>
                    <a:pt x="703444" y="233251"/>
                  </a:lnTo>
                  <a:lnTo>
                    <a:pt x="773789" y="266119"/>
                  </a:lnTo>
                  <a:lnTo>
                    <a:pt x="844133" y="297932"/>
                  </a:lnTo>
                  <a:lnTo>
                    <a:pt x="914478" y="328724"/>
                  </a:lnTo>
                  <a:lnTo>
                    <a:pt x="984822" y="358528"/>
                  </a:lnTo>
                  <a:lnTo>
                    <a:pt x="1055167" y="387375"/>
                  </a:lnTo>
                  <a:lnTo>
                    <a:pt x="1125511" y="415296"/>
                  </a:lnTo>
                  <a:lnTo>
                    <a:pt x="1195856" y="442320"/>
                  </a:lnTo>
                  <a:lnTo>
                    <a:pt x="1266200" y="468478"/>
                  </a:lnTo>
                  <a:lnTo>
                    <a:pt x="1336545" y="493795"/>
                  </a:lnTo>
                  <a:lnTo>
                    <a:pt x="1406889" y="518300"/>
                  </a:lnTo>
                  <a:lnTo>
                    <a:pt x="1477234" y="542019"/>
                  </a:lnTo>
                  <a:lnTo>
                    <a:pt x="1547578" y="564976"/>
                  </a:lnTo>
                  <a:lnTo>
                    <a:pt x="1617923" y="587196"/>
                  </a:lnTo>
                  <a:lnTo>
                    <a:pt x="1688267" y="608702"/>
                  </a:lnTo>
                  <a:lnTo>
                    <a:pt x="1758612" y="629519"/>
                  </a:lnTo>
                  <a:lnTo>
                    <a:pt x="1828956" y="649667"/>
                  </a:lnTo>
                  <a:lnTo>
                    <a:pt x="1899301" y="669169"/>
                  </a:lnTo>
                  <a:lnTo>
                    <a:pt x="1969645" y="688044"/>
                  </a:lnTo>
                  <a:lnTo>
                    <a:pt x="2039990" y="706314"/>
                  </a:lnTo>
                  <a:lnTo>
                    <a:pt x="2110334" y="723997"/>
                  </a:lnTo>
                  <a:lnTo>
                    <a:pt x="2180679" y="741113"/>
                  </a:lnTo>
                  <a:lnTo>
                    <a:pt x="2251023" y="757679"/>
                  </a:lnTo>
                  <a:lnTo>
                    <a:pt x="2321368" y="773713"/>
                  </a:lnTo>
                  <a:lnTo>
                    <a:pt x="2391712" y="789233"/>
                  </a:lnTo>
                  <a:lnTo>
                    <a:pt x="2462057" y="804254"/>
                  </a:lnTo>
                  <a:lnTo>
                    <a:pt x="2532401" y="818794"/>
                  </a:lnTo>
                  <a:lnTo>
                    <a:pt x="2602746" y="832867"/>
                  </a:lnTo>
                  <a:lnTo>
                    <a:pt x="2673090" y="846487"/>
                  </a:lnTo>
                  <a:lnTo>
                    <a:pt x="2743435" y="859671"/>
                  </a:lnTo>
                  <a:lnTo>
                    <a:pt x="2813779" y="872432"/>
                  </a:lnTo>
                  <a:lnTo>
                    <a:pt x="2884124" y="884783"/>
                  </a:lnTo>
                  <a:lnTo>
                    <a:pt x="2954468" y="896737"/>
                  </a:lnTo>
                  <a:lnTo>
                    <a:pt x="3024813" y="908308"/>
                  </a:lnTo>
                  <a:lnTo>
                    <a:pt x="3095157" y="919507"/>
                  </a:lnTo>
                  <a:lnTo>
                    <a:pt x="3165502" y="930347"/>
                  </a:lnTo>
                  <a:lnTo>
                    <a:pt x="3235846" y="940839"/>
                  </a:lnTo>
                  <a:lnTo>
                    <a:pt x="3306191" y="950994"/>
                  </a:lnTo>
                  <a:lnTo>
                    <a:pt x="3376535" y="958998"/>
                  </a:lnTo>
                  <a:lnTo>
                    <a:pt x="3446880" y="962685"/>
                  </a:lnTo>
                  <a:lnTo>
                    <a:pt x="3517224" y="966326"/>
                  </a:lnTo>
                  <a:lnTo>
                    <a:pt x="3587569" y="969922"/>
                  </a:lnTo>
                  <a:lnTo>
                    <a:pt x="3657913" y="973473"/>
                  </a:lnTo>
                  <a:lnTo>
                    <a:pt x="3728257" y="976981"/>
                  </a:lnTo>
                  <a:lnTo>
                    <a:pt x="3798602" y="980446"/>
                  </a:lnTo>
                  <a:lnTo>
                    <a:pt x="3868946" y="983867"/>
                  </a:lnTo>
                  <a:lnTo>
                    <a:pt x="3939291" y="987246"/>
                  </a:lnTo>
                  <a:lnTo>
                    <a:pt x="4009635" y="990584"/>
                  </a:lnTo>
                  <a:lnTo>
                    <a:pt x="4079980" y="993880"/>
                  </a:lnTo>
                  <a:lnTo>
                    <a:pt x="4150324" y="997135"/>
                  </a:lnTo>
                  <a:lnTo>
                    <a:pt x="4220669" y="1000350"/>
                  </a:lnTo>
                  <a:lnTo>
                    <a:pt x="4291013" y="1003526"/>
                  </a:lnTo>
                  <a:lnTo>
                    <a:pt x="4361358" y="1006662"/>
                  </a:lnTo>
                  <a:lnTo>
                    <a:pt x="4431702" y="1009759"/>
                  </a:lnTo>
                  <a:lnTo>
                    <a:pt x="4502047" y="1012819"/>
                  </a:lnTo>
                  <a:lnTo>
                    <a:pt x="4572391" y="1015840"/>
                  </a:lnTo>
                  <a:lnTo>
                    <a:pt x="4642736" y="1018824"/>
                  </a:lnTo>
                  <a:lnTo>
                    <a:pt x="4713080" y="1021771"/>
                  </a:lnTo>
                  <a:lnTo>
                    <a:pt x="4783425" y="1024681"/>
                  </a:lnTo>
                  <a:lnTo>
                    <a:pt x="4853769" y="1027556"/>
                  </a:lnTo>
                  <a:lnTo>
                    <a:pt x="4924114" y="1030395"/>
                  </a:lnTo>
                  <a:lnTo>
                    <a:pt x="4994458" y="1033199"/>
                  </a:lnTo>
                  <a:lnTo>
                    <a:pt x="5064803" y="1035968"/>
                  </a:lnTo>
                  <a:lnTo>
                    <a:pt x="5135147" y="1038703"/>
                  </a:lnTo>
                  <a:lnTo>
                    <a:pt x="5205492" y="1041405"/>
                  </a:lnTo>
                  <a:lnTo>
                    <a:pt x="5275836" y="1044073"/>
                  </a:lnTo>
                  <a:lnTo>
                    <a:pt x="5346181" y="1046707"/>
                  </a:lnTo>
                  <a:lnTo>
                    <a:pt x="5416525" y="1049310"/>
                  </a:lnTo>
                  <a:lnTo>
                    <a:pt x="5486870" y="1051880"/>
                  </a:lnTo>
                  <a:lnTo>
                    <a:pt x="5557214" y="1054418"/>
                  </a:lnTo>
                  <a:lnTo>
                    <a:pt x="5627559" y="1056925"/>
                  </a:lnTo>
                  <a:lnTo>
                    <a:pt x="5697903" y="1059401"/>
                  </a:lnTo>
                  <a:lnTo>
                    <a:pt x="5768248" y="1061847"/>
                  </a:lnTo>
                  <a:lnTo>
                    <a:pt x="5838592" y="1064262"/>
                  </a:lnTo>
                  <a:lnTo>
                    <a:pt x="5908937" y="1066647"/>
                  </a:lnTo>
                  <a:lnTo>
                    <a:pt x="5979281" y="1069003"/>
                  </a:lnTo>
                  <a:lnTo>
                    <a:pt x="6049626" y="1071330"/>
                  </a:lnTo>
                  <a:lnTo>
                    <a:pt x="6119970" y="1073628"/>
                  </a:lnTo>
                  <a:lnTo>
                    <a:pt x="6190315" y="1075897"/>
                  </a:lnTo>
                  <a:lnTo>
                    <a:pt x="6260659" y="1078138"/>
                  </a:lnTo>
                  <a:lnTo>
                    <a:pt x="6331004" y="1080352"/>
                  </a:lnTo>
                  <a:lnTo>
                    <a:pt x="6401348" y="1082539"/>
                  </a:lnTo>
                  <a:lnTo>
                    <a:pt x="6471693" y="1084698"/>
                  </a:lnTo>
                  <a:lnTo>
                    <a:pt x="6542037" y="1086831"/>
                  </a:lnTo>
                  <a:lnTo>
                    <a:pt x="6612382" y="1088937"/>
                  </a:lnTo>
                  <a:lnTo>
                    <a:pt x="6682726" y="1091017"/>
                  </a:lnTo>
                  <a:lnTo>
                    <a:pt x="6753071" y="1093072"/>
                  </a:lnTo>
                  <a:lnTo>
                    <a:pt x="6823415" y="1095101"/>
                  </a:lnTo>
                  <a:lnTo>
                    <a:pt x="6893760" y="1097105"/>
                  </a:lnTo>
                  <a:lnTo>
                    <a:pt x="6964104" y="1099084"/>
                  </a:lnTo>
                  <a:lnTo>
                    <a:pt x="6964104" y="1201069"/>
                  </a:lnTo>
                  <a:lnTo>
                    <a:pt x="6893760" y="1199208"/>
                  </a:lnTo>
                  <a:lnTo>
                    <a:pt x="6823415" y="1197284"/>
                  </a:lnTo>
                  <a:lnTo>
                    <a:pt x="6753071" y="1195297"/>
                  </a:lnTo>
                  <a:lnTo>
                    <a:pt x="6682726" y="1193244"/>
                  </a:lnTo>
                  <a:lnTo>
                    <a:pt x="6612382" y="1191123"/>
                  </a:lnTo>
                  <a:lnTo>
                    <a:pt x="6542037" y="1188932"/>
                  </a:lnTo>
                  <a:lnTo>
                    <a:pt x="6471693" y="1186668"/>
                  </a:lnTo>
                  <a:lnTo>
                    <a:pt x="6401348" y="1184328"/>
                  </a:lnTo>
                  <a:lnTo>
                    <a:pt x="6331004" y="1181912"/>
                  </a:lnTo>
                  <a:lnTo>
                    <a:pt x="6260659" y="1179415"/>
                  </a:lnTo>
                  <a:lnTo>
                    <a:pt x="6190315" y="1176835"/>
                  </a:lnTo>
                  <a:lnTo>
                    <a:pt x="6119970" y="1174170"/>
                  </a:lnTo>
                  <a:lnTo>
                    <a:pt x="6049626" y="1171416"/>
                  </a:lnTo>
                  <a:lnTo>
                    <a:pt x="5979281" y="1168571"/>
                  </a:lnTo>
                  <a:lnTo>
                    <a:pt x="5908937" y="1165632"/>
                  </a:lnTo>
                  <a:lnTo>
                    <a:pt x="5838592" y="1162595"/>
                  </a:lnTo>
                  <a:lnTo>
                    <a:pt x="5768248" y="1159457"/>
                  </a:lnTo>
                  <a:lnTo>
                    <a:pt x="5697903" y="1156216"/>
                  </a:lnTo>
                  <a:lnTo>
                    <a:pt x="5627559" y="1152867"/>
                  </a:lnTo>
                  <a:lnTo>
                    <a:pt x="5557214" y="1149406"/>
                  </a:lnTo>
                  <a:lnTo>
                    <a:pt x="5486870" y="1145831"/>
                  </a:lnTo>
                  <a:lnTo>
                    <a:pt x="5416525" y="1142138"/>
                  </a:lnTo>
                  <a:lnTo>
                    <a:pt x="5346181" y="1138322"/>
                  </a:lnTo>
                  <a:lnTo>
                    <a:pt x="5275836" y="1134380"/>
                  </a:lnTo>
                  <a:lnTo>
                    <a:pt x="5205492" y="1130306"/>
                  </a:lnTo>
                  <a:lnTo>
                    <a:pt x="5135147" y="1126098"/>
                  </a:lnTo>
                  <a:lnTo>
                    <a:pt x="5064803" y="1121750"/>
                  </a:lnTo>
                  <a:lnTo>
                    <a:pt x="4994458" y="1117258"/>
                  </a:lnTo>
                  <a:lnTo>
                    <a:pt x="4924114" y="1112617"/>
                  </a:lnTo>
                  <a:lnTo>
                    <a:pt x="4853769" y="1107822"/>
                  </a:lnTo>
                  <a:lnTo>
                    <a:pt x="4783425" y="1102868"/>
                  </a:lnTo>
                  <a:lnTo>
                    <a:pt x="4713080" y="1097749"/>
                  </a:lnTo>
                  <a:lnTo>
                    <a:pt x="4642736" y="1092461"/>
                  </a:lnTo>
                  <a:lnTo>
                    <a:pt x="4572391" y="1086998"/>
                  </a:lnTo>
                  <a:lnTo>
                    <a:pt x="4502047" y="1081353"/>
                  </a:lnTo>
                  <a:lnTo>
                    <a:pt x="4431702" y="1075521"/>
                  </a:lnTo>
                  <a:lnTo>
                    <a:pt x="4361358" y="1069496"/>
                  </a:lnTo>
                  <a:lnTo>
                    <a:pt x="4291013" y="1063271"/>
                  </a:lnTo>
                  <a:lnTo>
                    <a:pt x="4220669" y="1056839"/>
                  </a:lnTo>
                  <a:lnTo>
                    <a:pt x="4150324" y="1050195"/>
                  </a:lnTo>
                  <a:lnTo>
                    <a:pt x="4079980" y="1043329"/>
                  </a:lnTo>
                  <a:lnTo>
                    <a:pt x="4009635" y="1036237"/>
                  </a:lnTo>
                  <a:lnTo>
                    <a:pt x="3939291" y="1028908"/>
                  </a:lnTo>
                  <a:lnTo>
                    <a:pt x="3868946" y="1021337"/>
                  </a:lnTo>
                  <a:lnTo>
                    <a:pt x="3798602" y="1013515"/>
                  </a:lnTo>
                  <a:lnTo>
                    <a:pt x="3728257" y="1005434"/>
                  </a:lnTo>
                  <a:lnTo>
                    <a:pt x="3657913" y="997084"/>
                  </a:lnTo>
                  <a:lnTo>
                    <a:pt x="3587569" y="988457"/>
                  </a:lnTo>
                  <a:lnTo>
                    <a:pt x="3517224" y="979545"/>
                  </a:lnTo>
                  <a:lnTo>
                    <a:pt x="3446880" y="970336"/>
                  </a:lnTo>
                  <a:lnTo>
                    <a:pt x="3376535" y="960823"/>
                  </a:lnTo>
                  <a:lnTo>
                    <a:pt x="3306191" y="955265"/>
                  </a:lnTo>
                  <a:lnTo>
                    <a:pt x="3235846" y="951486"/>
                  </a:lnTo>
                  <a:lnTo>
                    <a:pt x="3165502" y="947659"/>
                  </a:lnTo>
                  <a:lnTo>
                    <a:pt x="3095157" y="943784"/>
                  </a:lnTo>
                  <a:lnTo>
                    <a:pt x="3024813" y="939861"/>
                  </a:lnTo>
                  <a:lnTo>
                    <a:pt x="2954468" y="935889"/>
                  </a:lnTo>
                  <a:lnTo>
                    <a:pt x="2884124" y="931866"/>
                  </a:lnTo>
                  <a:lnTo>
                    <a:pt x="2813779" y="927794"/>
                  </a:lnTo>
                  <a:lnTo>
                    <a:pt x="2743435" y="923671"/>
                  </a:lnTo>
                  <a:lnTo>
                    <a:pt x="2673090" y="919496"/>
                  </a:lnTo>
                  <a:lnTo>
                    <a:pt x="2602746" y="915268"/>
                  </a:lnTo>
                  <a:lnTo>
                    <a:pt x="2532401" y="910988"/>
                  </a:lnTo>
                  <a:lnTo>
                    <a:pt x="2462057" y="906654"/>
                  </a:lnTo>
                  <a:lnTo>
                    <a:pt x="2391712" y="902266"/>
                  </a:lnTo>
                  <a:lnTo>
                    <a:pt x="2321368" y="897823"/>
                  </a:lnTo>
                  <a:lnTo>
                    <a:pt x="2251023" y="893325"/>
                  </a:lnTo>
                  <a:lnTo>
                    <a:pt x="2180679" y="888770"/>
                  </a:lnTo>
                  <a:lnTo>
                    <a:pt x="2110334" y="884158"/>
                  </a:lnTo>
                  <a:lnTo>
                    <a:pt x="2039990" y="879488"/>
                  </a:lnTo>
                  <a:lnTo>
                    <a:pt x="1969645" y="874760"/>
                  </a:lnTo>
                  <a:lnTo>
                    <a:pt x="1899301" y="869973"/>
                  </a:lnTo>
                  <a:lnTo>
                    <a:pt x="1828956" y="865126"/>
                  </a:lnTo>
                  <a:lnTo>
                    <a:pt x="1758612" y="860218"/>
                  </a:lnTo>
                  <a:lnTo>
                    <a:pt x="1688267" y="855249"/>
                  </a:lnTo>
                  <a:lnTo>
                    <a:pt x="1617923" y="850217"/>
                  </a:lnTo>
                  <a:lnTo>
                    <a:pt x="1547578" y="845123"/>
                  </a:lnTo>
                  <a:lnTo>
                    <a:pt x="1477234" y="839964"/>
                  </a:lnTo>
                  <a:lnTo>
                    <a:pt x="1406889" y="834742"/>
                  </a:lnTo>
                  <a:lnTo>
                    <a:pt x="1336545" y="829453"/>
                  </a:lnTo>
                  <a:lnTo>
                    <a:pt x="1266200" y="824099"/>
                  </a:lnTo>
                  <a:lnTo>
                    <a:pt x="1195856" y="818678"/>
                  </a:lnTo>
                  <a:lnTo>
                    <a:pt x="1125511" y="813188"/>
                  </a:lnTo>
                  <a:lnTo>
                    <a:pt x="1055167" y="807630"/>
                  </a:lnTo>
                  <a:lnTo>
                    <a:pt x="984822" y="802003"/>
                  </a:lnTo>
                  <a:lnTo>
                    <a:pt x="914478" y="796305"/>
                  </a:lnTo>
                  <a:lnTo>
                    <a:pt x="844133" y="790535"/>
                  </a:lnTo>
                  <a:lnTo>
                    <a:pt x="773789" y="784694"/>
                  </a:lnTo>
                  <a:lnTo>
                    <a:pt x="703444" y="778779"/>
                  </a:lnTo>
                  <a:lnTo>
                    <a:pt x="633100" y="772790"/>
                  </a:lnTo>
                  <a:lnTo>
                    <a:pt x="562755" y="766727"/>
                  </a:lnTo>
                  <a:lnTo>
                    <a:pt x="492411" y="760587"/>
                  </a:lnTo>
                  <a:lnTo>
                    <a:pt x="422066" y="754371"/>
                  </a:lnTo>
                  <a:lnTo>
                    <a:pt x="351722" y="748076"/>
                  </a:lnTo>
                  <a:lnTo>
                    <a:pt x="281377" y="741703"/>
                  </a:lnTo>
                  <a:lnTo>
                    <a:pt x="211033" y="735251"/>
                  </a:lnTo>
                  <a:lnTo>
                    <a:pt x="140688" y="728717"/>
                  </a:lnTo>
                  <a:lnTo>
                    <a:pt x="70344" y="722102"/>
                  </a:lnTo>
                  <a:lnTo>
                    <a:pt x="0" y="7154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6519" y="2143092"/>
              <a:ext cx="6702897" cy="1099084"/>
            </a:xfrm>
            <a:custGeom>
              <a:avLst/>
              <a:pathLst>
                <a:path w="6702897" h="1099084">
                  <a:moveTo>
                    <a:pt x="0" y="0"/>
                  </a:moveTo>
                  <a:lnTo>
                    <a:pt x="20170" y="11842"/>
                  </a:lnTo>
                  <a:lnTo>
                    <a:pt x="90515" y="51818"/>
                  </a:lnTo>
                  <a:lnTo>
                    <a:pt x="160859" y="90510"/>
                  </a:lnTo>
                  <a:lnTo>
                    <a:pt x="231204" y="127960"/>
                  </a:lnTo>
                  <a:lnTo>
                    <a:pt x="301548" y="164208"/>
                  </a:lnTo>
                  <a:lnTo>
                    <a:pt x="371893" y="199292"/>
                  </a:lnTo>
                  <a:lnTo>
                    <a:pt x="442237" y="233251"/>
                  </a:lnTo>
                  <a:lnTo>
                    <a:pt x="512581" y="266119"/>
                  </a:lnTo>
                  <a:lnTo>
                    <a:pt x="582926" y="297932"/>
                  </a:lnTo>
                  <a:lnTo>
                    <a:pt x="653270" y="328724"/>
                  </a:lnTo>
                  <a:lnTo>
                    <a:pt x="723615" y="358528"/>
                  </a:lnTo>
                  <a:lnTo>
                    <a:pt x="793959" y="387375"/>
                  </a:lnTo>
                  <a:lnTo>
                    <a:pt x="864304" y="415296"/>
                  </a:lnTo>
                  <a:lnTo>
                    <a:pt x="934648" y="442320"/>
                  </a:lnTo>
                  <a:lnTo>
                    <a:pt x="1004993" y="468478"/>
                  </a:lnTo>
                  <a:lnTo>
                    <a:pt x="1075337" y="493795"/>
                  </a:lnTo>
                  <a:lnTo>
                    <a:pt x="1145682" y="518300"/>
                  </a:lnTo>
                  <a:lnTo>
                    <a:pt x="1216026" y="542019"/>
                  </a:lnTo>
                  <a:lnTo>
                    <a:pt x="1286371" y="564976"/>
                  </a:lnTo>
                  <a:lnTo>
                    <a:pt x="1356715" y="587196"/>
                  </a:lnTo>
                  <a:lnTo>
                    <a:pt x="1427060" y="608702"/>
                  </a:lnTo>
                  <a:lnTo>
                    <a:pt x="1497404" y="629519"/>
                  </a:lnTo>
                  <a:lnTo>
                    <a:pt x="1567749" y="649667"/>
                  </a:lnTo>
                  <a:lnTo>
                    <a:pt x="1638093" y="669169"/>
                  </a:lnTo>
                  <a:lnTo>
                    <a:pt x="1708438" y="688044"/>
                  </a:lnTo>
                  <a:lnTo>
                    <a:pt x="1778782" y="706314"/>
                  </a:lnTo>
                  <a:lnTo>
                    <a:pt x="1849127" y="723997"/>
                  </a:lnTo>
                  <a:lnTo>
                    <a:pt x="1919471" y="741113"/>
                  </a:lnTo>
                  <a:lnTo>
                    <a:pt x="1989816" y="757679"/>
                  </a:lnTo>
                  <a:lnTo>
                    <a:pt x="2060160" y="773713"/>
                  </a:lnTo>
                  <a:lnTo>
                    <a:pt x="2130505" y="789233"/>
                  </a:lnTo>
                  <a:lnTo>
                    <a:pt x="2200849" y="804254"/>
                  </a:lnTo>
                  <a:lnTo>
                    <a:pt x="2271194" y="818794"/>
                  </a:lnTo>
                  <a:lnTo>
                    <a:pt x="2341538" y="832867"/>
                  </a:lnTo>
                  <a:lnTo>
                    <a:pt x="2411883" y="846487"/>
                  </a:lnTo>
                  <a:lnTo>
                    <a:pt x="2482227" y="859671"/>
                  </a:lnTo>
                  <a:lnTo>
                    <a:pt x="2552572" y="872432"/>
                  </a:lnTo>
                  <a:lnTo>
                    <a:pt x="2622916" y="884783"/>
                  </a:lnTo>
                  <a:lnTo>
                    <a:pt x="2693261" y="896737"/>
                  </a:lnTo>
                  <a:lnTo>
                    <a:pt x="2763605" y="908308"/>
                  </a:lnTo>
                  <a:lnTo>
                    <a:pt x="2833950" y="919507"/>
                  </a:lnTo>
                  <a:lnTo>
                    <a:pt x="2904294" y="930347"/>
                  </a:lnTo>
                  <a:lnTo>
                    <a:pt x="2974639" y="940839"/>
                  </a:lnTo>
                  <a:lnTo>
                    <a:pt x="3044983" y="950994"/>
                  </a:lnTo>
                  <a:lnTo>
                    <a:pt x="3115328" y="958998"/>
                  </a:lnTo>
                  <a:lnTo>
                    <a:pt x="3185672" y="962685"/>
                  </a:lnTo>
                  <a:lnTo>
                    <a:pt x="3256017" y="966326"/>
                  </a:lnTo>
                  <a:lnTo>
                    <a:pt x="3326361" y="969922"/>
                  </a:lnTo>
                  <a:lnTo>
                    <a:pt x="3396706" y="973473"/>
                  </a:lnTo>
                  <a:lnTo>
                    <a:pt x="3467050" y="976981"/>
                  </a:lnTo>
                  <a:lnTo>
                    <a:pt x="3537395" y="980446"/>
                  </a:lnTo>
                  <a:lnTo>
                    <a:pt x="3607739" y="983867"/>
                  </a:lnTo>
                  <a:lnTo>
                    <a:pt x="3678084" y="987246"/>
                  </a:lnTo>
                  <a:lnTo>
                    <a:pt x="3748428" y="990584"/>
                  </a:lnTo>
                  <a:lnTo>
                    <a:pt x="3818773" y="993880"/>
                  </a:lnTo>
                  <a:lnTo>
                    <a:pt x="3889117" y="997135"/>
                  </a:lnTo>
                  <a:lnTo>
                    <a:pt x="3959462" y="1000350"/>
                  </a:lnTo>
                  <a:lnTo>
                    <a:pt x="4029806" y="1003526"/>
                  </a:lnTo>
                  <a:lnTo>
                    <a:pt x="4100151" y="1006662"/>
                  </a:lnTo>
                  <a:lnTo>
                    <a:pt x="4170495" y="1009759"/>
                  </a:lnTo>
                  <a:lnTo>
                    <a:pt x="4240839" y="1012819"/>
                  </a:lnTo>
                  <a:lnTo>
                    <a:pt x="4311184" y="1015840"/>
                  </a:lnTo>
                  <a:lnTo>
                    <a:pt x="4381528" y="1018824"/>
                  </a:lnTo>
                  <a:lnTo>
                    <a:pt x="4451873" y="1021771"/>
                  </a:lnTo>
                  <a:lnTo>
                    <a:pt x="4522217" y="1024681"/>
                  </a:lnTo>
                  <a:lnTo>
                    <a:pt x="4592562" y="1027556"/>
                  </a:lnTo>
                  <a:lnTo>
                    <a:pt x="4662906" y="1030395"/>
                  </a:lnTo>
                  <a:lnTo>
                    <a:pt x="4733251" y="1033199"/>
                  </a:lnTo>
                  <a:lnTo>
                    <a:pt x="4803595" y="1035968"/>
                  </a:lnTo>
                  <a:lnTo>
                    <a:pt x="4873940" y="1038703"/>
                  </a:lnTo>
                  <a:lnTo>
                    <a:pt x="4944284" y="1041405"/>
                  </a:lnTo>
                  <a:lnTo>
                    <a:pt x="5014629" y="1044073"/>
                  </a:lnTo>
                  <a:lnTo>
                    <a:pt x="5084973" y="1046707"/>
                  </a:lnTo>
                  <a:lnTo>
                    <a:pt x="5155318" y="1049310"/>
                  </a:lnTo>
                  <a:lnTo>
                    <a:pt x="5225662" y="1051880"/>
                  </a:lnTo>
                  <a:lnTo>
                    <a:pt x="5296007" y="1054418"/>
                  </a:lnTo>
                  <a:lnTo>
                    <a:pt x="5366351" y="1056925"/>
                  </a:lnTo>
                  <a:lnTo>
                    <a:pt x="5436696" y="1059401"/>
                  </a:lnTo>
                  <a:lnTo>
                    <a:pt x="5507040" y="1061847"/>
                  </a:lnTo>
                  <a:lnTo>
                    <a:pt x="5577385" y="1064262"/>
                  </a:lnTo>
                  <a:lnTo>
                    <a:pt x="5647729" y="1066647"/>
                  </a:lnTo>
                  <a:lnTo>
                    <a:pt x="5718074" y="1069003"/>
                  </a:lnTo>
                  <a:lnTo>
                    <a:pt x="5788418" y="1071330"/>
                  </a:lnTo>
                  <a:lnTo>
                    <a:pt x="5858763" y="1073628"/>
                  </a:lnTo>
                  <a:lnTo>
                    <a:pt x="5929107" y="1075897"/>
                  </a:lnTo>
                  <a:lnTo>
                    <a:pt x="5999452" y="1078138"/>
                  </a:lnTo>
                  <a:lnTo>
                    <a:pt x="6069796" y="1080352"/>
                  </a:lnTo>
                  <a:lnTo>
                    <a:pt x="6140141" y="1082539"/>
                  </a:lnTo>
                  <a:lnTo>
                    <a:pt x="6210485" y="1084698"/>
                  </a:lnTo>
                  <a:lnTo>
                    <a:pt x="6280830" y="1086831"/>
                  </a:lnTo>
                  <a:lnTo>
                    <a:pt x="6351174" y="1088937"/>
                  </a:lnTo>
                  <a:lnTo>
                    <a:pt x="6421519" y="1091017"/>
                  </a:lnTo>
                  <a:lnTo>
                    <a:pt x="6491863" y="1093072"/>
                  </a:lnTo>
                  <a:lnTo>
                    <a:pt x="6562208" y="1095101"/>
                  </a:lnTo>
                  <a:lnTo>
                    <a:pt x="6632552" y="1097105"/>
                  </a:lnTo>
                  <a:lnTo>
                    <a:pt x="6702897" y="1099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858496"/>
              <a:ext cx="6964104" cy="485665"/>
            </a:xfrm>
            <a:custGeom>
              <a:avLst/>
              <a:pathLst>
                <a:path w="6964104" h="485665">
                  <a:moveTo>
                    <a:pt x="6964104" y="485665"/>
                  </a:moveTo>
                  <a:lnTo>
                    <a:pt x="6893760" y="483804"/>
                  </a:lnTo>
                  <a:lnTo>
                    <a:pt x="6823415" y="481880"/>
                  </a:lnTo>
                  <a:lnTo>
                    <a:pt x="6753071" y="479893"/>
                  </a:lnTo>
                  <a:lnTo>
                    <a:pt x="6682726" y="477840"/>
                  </a:lnTo>
                  <a:lnTo>
                    <a:pt x="6612382" y="475719"/>
                  </a:lnTo>
                  <a:lnTo>
                    <a:pt x="6542037" y="473528"/>
                  </a:lnTo>
                  <a:lnTo>
                    <a:pt x="6471693" y="471264"/>
                  </a:lnTo>
                  <a:lnTo>
                    <a:pt x="6401348" y="468924"/>
                  </a:lnTo>
                  <a:lnTo>
                    <a:pt x="6331004" y="466508"/>
                  </a:lnTo>
                  <a:lnTo>
                    <a:pt x="6260659" y="464011"/>
                  </a:lnTo>
                  <a:lnTo>
                    <a:pt x="6190315" y="461431"/>
                  </a:lnTo>
                  <a:lnTo>
                    <a:pt x="6119970" y="458766"/>
                  </a:lnTo>
                  <a:lnTo>
                    <a:pt x="6049626" y="456012"/>
                  </a:lnTo>
                  <a:lnTo>
                    <a:pt x="5979281" y="453167"/>
                  </a:lnTo>
                  <a:lnTo>
                    <a:pt x="5908937" y="450228"/>
                  </a:lnTo>
                  <a:lnTo>
                    <a:pt x="5838592" y="447191"/>
                  </a:lnTo>
                  <a:lnTo>
                    <a:pt x="5768248" y="444053"/>
                  </a:lnTo>
                  <a:lnTo>
                    <a:pt x="5697903" y="440812"/>
                  </a:lnTo>
                  <a:lnTo>
                    <a:pt x="5627559" y="437463"/>
                  </a:lnTo>
                  <a:lnTo>
                    <a:pt x="5557214" y="434002"/>
                  </a:lnTo>
                  <a:lnTo>
                    <a:pt x="5486870" y="430428"/>
                  </a:lnTo>
                  <a:lnTo>
                    <a:pt x="5416525" y="426734"/>
                  </a:lnTo>
                  <a:lnTo>
                    <a:pt x="5346181" y="422918"/>
                  </a:lnTo>
                  <a:lnTo>
                    <a:pt x="5275836" y="418976"/>
                  </a:lnTo>
                  <a:lnTo>
                    <a:pt x="5205492" y="414902"/>
                  </a:lnTo>
                  <a:lnTo>
                    <a:pt x="5135147" y="410694"/>
                  </a:lnTo>
                  <a:lnTo>
                    <a:pt x="5064803" y="406346"/>
                  </a:lnTo>
                  <a:lnTo>
                    <a:pt x="4994458" y="401854"/>
                  </a:lnTo>
                  <a:lnTo>
                    <a:pt x="4924114" y="397213"/>
                  </a:lnTo>
                  <a:lnTo>
                    <a:pt x="4853769" y="392418"/>
                  </a:lnTo>
                  <a:lnTo>
                    <a:pt x="4783425" y="387464"/>
                  </a:lnTo>
                  <a:lnTo>
                    <a:pt x="4713080" y="382345"/>
                  </a:lnTo>
                  <a:lnTo>
                    <a:pt x="4642736" y="377057"/>
                  </a:lnTo>
                  <a:lnTo>
                    <a:pt x="4572391" y="371594"/>
                  </a:lnTo>
                  <a:lnTo>
                    <a:pt x="4502047" y="365949"/>
                  </a:lnTo>
                  <a:lnTo>
                    <a:pt x="4431702" y="360117"/>
                  </a:lnTo>
                  <a:lnTo>
                    <a:pt x="4361358" y="354092"/>
                  </a:lnTo>
                  <a:lnTo>
                    <a:pt x="4291013" y="347867"/>
                  </a:lnTo>
                  <a:lnTo>
                    <a:pt x="4220669" y="341436"/>
                  </a:lnTo>
                  <a:lnTo>
                    <a:pt x="4150324" y="334791"/>
                  </a:lnTo>
                  <a:lnTo>
                    <a:pt x="4079980" y="327926"/>
                  </a:lnTo>
                  <a:lnTo>
                    <a:pt x="4009635" y="320833"/>
                  </a:lnTo>
                  <a:lnTo>
                    <a:pt x="3939291" y="313505"/>
                  </a:lnTo>
                  <a:lnTo>
                    <a:pt x="3868946" y="305933"/>
                  </a:lnTo>
                  <a:lnTo>
                    <a:pt x="3798602" y="298111"/>
                  </a:lnTo>
                  <a:lnTo>
                    <a:pt x="3728257" y="290030"/>
                  </a:lnTo>
                  <a:lnTo>
                    <a:pt x="3657913" y="281680"/>
                  </a:lnTo>
                  <a:lnTo>
                    <a:pt x="3587569" y="273053"/>
                  </a:lnTo>
                  <a:lnTo>
                    <a:pt x="3517224" y="264141"/>
                  </a:lnTo>
                  <a:lnTo>
                    <a:pt x="3446880" y="254933"/>
                  </a:lnTo>
                  <a:lnTo>
                    <a:pt x="3376535" y="245419"/>
                  </a:lnTo>
                  <a:lnTo>
                    <a:pt x="3306191" y="239861"/>
                  </a:lnTo>
                  <a:lnTo>
                    <a:pt x="3235846" y="236082"/>
                  </a:lnTo>
                  <a:lnTo>
                    <a:pt x="3165502" y="232255"/>
                  </a:lnTo>
                  <a:lnTo>
                    <a:pt x="3095157" y="228380"/>
                  </a:lnTo>
                  <a:lnTo>
                    <a:pt x="3024813" y="224457"/>
                  </a:lnTo>
                  <a:lnTo>
                    <a:pt x="2954468" y="220485"/>
                  </a:lnTo>
                  <a:lnTo>
                    <a:pt x="2884124" y="216463"/>
                  </a:lnTo>
                  <a:lnTo>
                    <a:pt x="2813779" y="212390"/>
                  </a:lnTo>
                  <a:lnTo>
                    <a:pt x="2743435" y="208267"/>
                  </a:lnTo>
                  <a:lnTo>
                    <a:pt x="2673090" y="204092"/>
                  </a:lnTo>
                  <a:lnTo>
                    <a:pt x="2602746" y="199864"/>
                  </a:lnTo>
                  <a:lnTo>
                    <a:pt x="2532401" y="195584"/>
                  </a:lnTo>
                  <a:lnTo>
                    <a:pt x="2462057" y="191250"/>
                  </a:lnTo>
                  <a:lnTo>
                    <a:pt x="2391712" y="186862"/>
                  </a:lnTo>
                  <a:lnTo>
                    <a:pt x="2321368" y="182419"/>
                  </a:lnTo>
                  <a:lnTo>
                    <a:pt x="2251023" y="177921"/>
                  </a:lnTo>
                  <a:lnTo>
                    <a:pt x="2180679" y="173366"/>
                  </a:lnTo>
                  <a:lnTo>
                    <a:pt x="2110334" y="168754"/>
                  </a:lnTo>
                  <a:lnTo>
                    <a:pt x="2039990" y="164084"/>
                  </a:lnTo>
                  <a:lnTo>
                    <a:pt x="1969645" y="159356"/>
                  </a:lnTo>
                  <a:lnTo>
                    <a:pt x="1899301" y="154569"/>
                  </a:lnTo>
                  <a:lnTo>
                    <a:pt x="1828956" y="149722"/>
                  </a:lnTo>
                  <a:lnTo>
                    <a:pt x="1758612" y="144814"/>
                  </a:lnTo>
                  <a:lnTo>
                    <a:pt x="1688267" y="139845"/>
                  </a:lnTo>
                  <a:lnTo>
                    <a:pt x="1617923" y="134813"/>
                  </a:lnTo>
                  <a:lnTo>
                    <a:pt x="1547578" y="129719"/>
                  </a:lnTo>
                  <a:lnTo>
                    <a:pt x="1477234" y="124561"/>
                  </a:lnTo>
                  <a:lnTo>
                    <a:pt x="1406889" y="119338"/>
                  </a:lnTo>
                  <a:lnTo>
                    <a:pt x="1336545" y="114050"/>
                  </a:lnTo>
                  <a:lnTo>
                    <a:pt x="1266200" y="108695"/>
                  </a:lnTo>
                  <a:lnTo>
                    <a:pt x="1195856" y="103274"/>
                  </a:lnTo>
                  <a:lnTo>
                    <a:pt x="1125511" y="97784"/>
                  </a:lnTo>
                  <a:lnTo>
                    <a:pt x="1055167" y="92226"/>
                  </a:lnTo>
                  <a:lnTo>
                    <a:pt x="984822" y="86599"/>
                  </a:lnTo>
                  <a:lnTo>
                    <a:pt x="914478" y="80901"/>
                  </a:lnTo>
                  <a:lnTo>
                    <a:pt x="844133" y="75131"/>
                  </a:lnTo>
                  <a:lnTo>
                    <a:pt x="773789" y="69290"/>
                  </a:lnTo>
                  <a:lnTo>
                    <a:pt x="703444" y="63375"/>
                  </a:lnTo>
                  <a:lnTo>
                    <a:pt x="633100" y="57387"/>
                  </a:lnTo>
                  <a:lnTo>
                    <a:pt x="562755" y="51323"/>
                  </a:lnTo>
                  <a:lnTo>
                    <a:pt x="492411" y="45183"/>
                  </a:lnTo>
                  <a:lnTo>
                    <a:pt x="422066" y="38967"/>
                  </a:lnTo>
                  <a:lnTo>
                    <a:pt x="351722" y="32673"/>
                  </a:lnTo>
                  <a:lnTo>
                    <a:pt x="281377" y="26299"/>
                  </a:lnTo>
                  <a:lnTo>
                    <a:pt x="211033" y="19847"/>
                  </a:lnTo>
                  <a:lnTo>
                    <a:pt x="140688" y="13313"/>
                  </a:lnTo>
                  <a:lnTo>
                    <a:pt x="70344" y="66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523485"/>
              <a:ext cx="6964104" cy="782598"/>
            </a:xfrm>
            <a:custGeom>
              <a:avLst/>
              <a:pathLst>
                <a:path w="6964104" h="782598">
                  <a:moveTo>
                    <a:pt x="0" y="0"/>
                  </a:moveTo>
                  <a:lnTo>
                    <a:pt x="70344" y="19536"/>
                  </a:lnTo>
                  <a:lnTo>
                    <a:pt x="140688" y="38636"/>
                  </a:lnTo>
                  <a:lnTo>
                    <a:pt x="211033" y="57312"/>
                  </a:lnTo>
                  <a:lnTo>
                    <a:pt x="281377" y="75571"/>
                  </a:lnTo>
                  <a:lnTo>
                    <a:pt x="351722" y="93423"/>
                  </a:lnTo>
                  <a:lnTo>
                    <a:pt x="422066" y="110878"/>
                  </a:lnTo>
                  <a:lnTo>
                    <a:pt x="492411" y="127943"/>
                  </a:lnTo>
                  <a:lnTo>
                    <a:pt x="562755" y="144629"/>
                  </a:lnTo>
                  <a:lnTo>
                    <a:pt x="633100" y="160943"/>
                  </a:lnTo>
                  <a:lnTo>
                    <a:pt x="703444" y="176893"/>
                  </a:lnTo>
                  <a:lnTo>
                    <a:pt x="773789" y="192488"/>
                  </a:lnTo>
                  <a:lnTo>
                    <a:pt x="844133" y="207735"/>
                  </a:lnTo>
                  <a:lnTo>
                    <a:pt x="914478" y="222642"/>
                  </a:lnTo>
                  <a:lnTo>
                    <a:pt x="984822" y="237218"/>
                  </a:lnTo>
                  <a:lnTo>
                    <a:pt x="1055167" y="251469"/>
                  </a:lnTo>
                  <a:lnTo>
                    <a:pt x="1125511" y="265402"/>
                  </a:lnTo>
                  <a:lnTo>
                    <a:pt x="1195856" y="279024"/>
                  </a:lnTo>
                  <a:lnTo>
                    <a:pt x="1266200" y="292344"/>
                  </a:lnTo>
                  <a:lnTo>
                    <a:pt x="1336545" y="305366"/>
                  </a:lnTo>
                  <a:lnTo>
                    <a:pt x="1406889" y="318098"/>
                  </a:lnTo>
                  <a:lnTo>
                    <a:pt x="1477234" y="330547"/>
                  </a:lnTo>
                  <a:lnTo>
                    <a:pt x="1547578" y="342718"/>
                  </a:lnTo>
                  <a:lnTo>
                    <a:pt x="1617923" y="354618"/>
                  </a:lnTo>
                  <a:lnTo>
                    <a:pt x="1688267" y="366253"/>
                  </a:lnTo>
                  <a:lnTo>
                    <a:pt x="1758612" y="377629"/>
                  </a:lnTo>
                  <a:lnTo>
                    <a:pt x="1828956" y="388751"/>
                  </a:lnTo>
                  <a:lnTo>
                    <a:pt x="1899301" y="399625"/>
                  </a:lnTo>
                  <a:lnTo>
                    <a:pt x="1969645" y="410257"/>
                  </a:lnTo>
                  <a:lnTo>
                    <a:pt x="2039990" y="420653"/>
                  </a:lnTo>
                  <a:lnTo>
                    <a:pt x="2110334" y="430816"/>
                  </a:lnTo>
                  <a:lnTo>
                    <a:pt x="2180679" y="440753"/>
                  </a:lnTo>
                  <a:lnTo>
                    <a:pt x="2251023" y="450469"/>
                  </a:lnTo>
                  <a:lnTo>
                    <a:pt x="2321368" y="459968"/>
                  </a:lnTo>
                  <a:lnTo>
                    <a:pt x="2391712" y="469256"/>
                  </a:lnTo>
                  <a:lnTo>
                    <a:pt x="2462057" y="478337"/>
                  </a:lnTo>
                  <a:lnTo>
                    <a:pt x="2532401" y="487215"/>
                  </a:lnTo>
                  <a:lnTo>
                    <a:pt x="2602746" y="495895"/>
                  </a:lnTo>
                  <a:lnTo>
                    <a:pt x="2673090" y="504382"/>
                  </a:lnTo>
                  <a:lnTo>
                    <a:pt x="2743435" y="512680"/>
                  </a:lnTo>
                  <a:lnTo>
                    <a:pt x="2813779" y="520794"/>
                  </a:lnTo>
                  <a:lnTo>
                    <a:pt x="2884124" y="528726"/>
                  </a:lnTo>
                  <a:lnTo>
                    <a:pt x="2954468" y="536482"/>
                  </a:lnTo>
                  <a:lnTo>
                    <a:pt x="3024813" y="544064"/>
                  </a:lnTo>
                  <a:lnTo>
                    <a:pt x="3095157" y="551478"/>
                  </a:lnTo>
                  <a:lnTo>
                    <a:pt x="3165502" y="558727"/>
                  </a:lnTo>
                  <a:lnTo>
                    <a:pt x="3235846" y="565814"/>
                  </a:lnTo>
                  <a:lnTo>
                    <a:pt x="3306191" y="572743"/>
                  </a:lnTo>
                  <a:lnTo>
                    <a:pt x="3376535" y="579518"/>
                  </a:lnTo>
                  <a:lnTo>
                    <a:pt x="3446880" y="586142"/>
                  </a:lnTo>
                  <a:lnTo>
                    <a:pt x="3517224" y="592618"/>
                  </a:lnTo>
                  <a:lnTo>
                    <a:pt x="3587569" y="598950"/>
                  </a:lnTo>
                  <a:lnTo>
                    <a:pt x="3657913" y="605141"/>
                  </a:lnTo>
                  <a:lnTo>
                    <a:pt x="3728257" y="611194"/>
                  </a:lnTo>
                  <a:lnTo>
                    <a:pt x="3798602" y="617112"/>
                  </a:lnTo>
                  <a:lnTo>
                    <a:pt x="3868946" y="622899"/>
                  </a:lnTo>
                  <a:lnTo>
                    <a:pt x="3939291" y="628556"/>
                  </a:lnTo>
                  <a:lnTo>
                    <a:pt x="4009635" y="634087"/>
                  </a:lnTo>
                  <a:lnTo>
                    <a:pt x="4079980" y="639495"/>
                  </a:lnTo>
                  <a:lnTo>
                    <a:pt x="4150324" y="644783"/>
                  </a:lnTo>
                  <a:lnTo>
                    <a:pt x="4220669" y="649953"/>
                  </a:lnTo>
                  <a:lnTo>
                    <a:pt x="4291013" y="655007"/>
                  </a:lnTo>
                  <a:lnTo>
                    <a:pt x="4361358" y="659949"/>
                  </a:lnTo>
                  <a:lnTo>
                    <a:pt x="4431702" y="664781"/>
                  </a:lnTo>
                  <a:lnTo>
                    <a:pt x="4502047" y="669505"/>
                  </a:lnTo>
                  <a:lnTo>
                    <a:pt x="4572391" y="674124"/>
                  </a:lnTo>
                  <a:lnTo>
                    <a:pt x="4642736" y="678640"/>
                  </a:lnTo>
                  <a:lnTo>
                    <a:pt x="4713080" y="683055"/>
                  </a:lnTo>
                  <a:lnTo>
                    <a:pt x="4783425" y="687372"/>
                  </a:lnTo>
                  <a:lnTo>
                    <a:pt x="4853769" y="691593"/>
                  </a:lnTo>
                  <a:lnTo>
                    <a:pt x="4924114" y="695720"/>
                  </a:lnTo>
                  <a:lnTo>
                    <a:pt x="4994458" y="699755"/>
                  </a:lnTo>
                  <a:lnTo>
                    <a:pt x="5064803" y="703700"/>
                  </a:lnTo>
                  <a:lnTo>
                    <a:pt x="5135147" y="707557"/>
                  </a:lnTo>
                  <a:lnTo>
                    <a:pt x="5205492" y="711328"/>
                  </a:lnTo>
                  <a:lnTo>
                    <a:pt x="5275836" y="715015"/>
                  </a:lnTo>
                  <a:lnTo>
                    <a:pt x="5346181" y="718620"/>
                  </a:lnTo>
                  <a:lnTo>
                    <a:pt x="5416525" y="722144"/>
                  </a:lnTo>
                  <a:lnTo>
                    <a:pt x="5486870" y="725590"/>
                  </a:lnTo>
                  <a:lnTo>
                    <a:pt x="5557214" y="728960"/>
                  </a:lnTo>
                  <a:lnTo>
                    <a:pt x="5627559" y="732254"/>
                  </a:lnTo>
                  <a:lnTo>
                    <a:pt x="5697903" y="735475"/>
                  </a:lnTo>
                  <a:lnTo>
                    <a:pt x="5768248" y="738624"/>
                  </a:lnTo>
                  <a:lnTo>
                    <a:pt x="5838592" y="741703"/>
                  </a:lnTo>
                  <a:lnTo>
                    <a:pt x="5908937" y="744713"/>
                  </a:lnTo>
                  <a:lnTo>
                    <a:pt x="5979281" y="747656"/>
                  </a:lnTo>
                  <a:lnTo>
                    <a:pt x="6049626" y="750534"/>
                  </a:lnTo>
                  <a:lnTo>
                    <a:pt x="6119970" y="753347"/>
                  </a:lnTo>
                  <a:lnTo>
                    <a:pt x="6190315" y="756098"/>
                  </a:lnTo>
                  <a:lnTo>
                    <a:pt x="6260659" y="758788"/>
                  </a:lnTo>
                  <a:lnTo>
                    <a:pt x="6331004" y="761417"/>
                  </a:lnTo>
                  <a:lnTo>
                    <a:pt x="6401348" y="763988"/>
                  </a:lnTo>
                  <a:lnTo>
                    <a:pt x="6471693" y="766502"/>
                  </a:lnTo>
                  <a:lnTo>
                    <a:pt x="6542037" y="768960"/>
                  </a:lnTo>
                  <a:lnTo>
                    <a:pt x="6612382" y="771363"/>
                  </a:lnTo>
                  <a:lnTo>
                    <a:pt x="6682726" y="773712"/>
                  </a:lnTo>
                  <a:lnTo>
                    <a:pt x="6753071" y="776009"/>
                  </a:lnTo>
                  <a:lnTo>
                    <a:pt x="6823415" y="778255"/>
                  </a:lnTo>
                  <a:lnTo>
                    <a:pt x="6893760" y="780451"/>
                  </a:lnTo>
                  <a:lnTo>
                    <a:pt x="6964104" y="782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336484"/>
              <a:ext cx="6964104" cy="1201069"/>
            </a:xfrm>
            <a:custGeom>
              <a:avLst/>
              <a:pathLst>
                <a:path w="6964104" h="1201069">
                  <a:moveTo>
                    <a:pt x="261207" y="0"/>
                  </a:moveTo>
                  <a:lnTo>
                    <a:pt x="281377" y="11842"/>
                  </a:lnTo>
                  <a:lnTo>
                    <a:pt x="351722" y="51818"/>
                  </a:lnTo>
                  <a:lnTo>
                    <a:pt x="422066" y="90510"/>
                  </a:lnTo>
                  <a:lnTo>
                    <a:pt x="492411" y="127960"/>
                  </a:lnTo>
                  <a:lnTo>
                    <a:pt x="562755" y="164208"/>
                  </a:lnTo>
                  <a:lnTo>
                    <a:pt x="633100" y="199292"/>
                  </a:lnTo>
                  <a:lnTo>
                    <a:pt x="703444" y="233251"/>
                  </a:lnTo>
                  <a:lnTo>
                    <a:pt x="773789" y="266119"/>
                  </a:lnTo>
                  <a:lnTo>
                    <a:pt x="844133" y="297932"/>
                  </a:lnTo>
                  <a:lnTo>
                    <a:pt x="914478" y="328724"/>
                  </a:lnTo>
                  <a:lnTo>
                    <a:pt x="984822" y="358528"/>
                  </a:lnTo>
                  <a:lnTo>
                    <a:pt x="1055167" y="387375"/>
                  </a:lnTo>
                  <a:lnTo>
                    <a:pt x="1125511" y="415296"/>
                  </a:lnTo>
                  <a:lnTo>
                    <a:pt x="1195856" y="442320"/>
                  </a:lnTo>
                  <a:lnTo>
                    <a:pt x="1266200" y="468478"/>
                  </a:lnTo>
                  <a:lnTo>
                    <a:pt x="1336545" y="493795"/>
                  </a:lnTo>
                  <a:lnTo>
                    <a:pt x="1406889" y="518300"/>
                  </a:lnTo>
                  <a:lnTo>
                    <a:pt x="1477234" y="542019"/>
                  </a:lnTo>
                  <a:lnTo>
                    <a:pt x="1547578" y="564976"/>
                  </a:lnTo>
                  <a:lnTo>
                    <a:pt x="1617923" y="587196"/>
                  </a:lnTo>
                  <a:lnTo>
                    <a:pt x="1688267" y="608702"/>
                  </a:lnTo>
                  <a:lnTo>
                    <a:pt x="1758612" y="629519"/>
                  </a:lnTo>
                  <a:lnTo>
                    <a:pt x="1828956" y="649667"/>
                  </a:lnTo>
                  <a:lnTo>
                    <a:pt x="1899301" y="669169"/>
                  </a:lnTo>
                  <a:lnTo>
                    <a:pt x="1969645" y="688044"/>
                  </a:lnTo>
                  <a:lnTo>
                    <a:pt x="2039990" y="706314"/>
                  </a:lnTo>
                  <a:lnTo>
                    <a:pt x="2110334" y="723997"/>
                  </a:lnTo>
                  <a:lnTo>
                    <a:pt x="2180679" y="741113"/>
                  </a:lnTo>
                  <a:lnTo>
                    <a:pt x="2251023" y="757679"/>
                  </a:lnTo>
                  <a:lnTo>
                    <a:pt x="2321368" y="773713"/>
                  </a:lnTo>
                  <a:lnTo>
                    <a:pt x="2391712" y="789233"/>
                  </a:lnTo>
                  <a:lnTo>
                    <a:pt x="2462057" y="804254"/>
                  </a:lnTo>
                  <a:lnTo>
                    <a:pt x="2532401" y="818794"/>
                  </a:lnTo>
                  <a:lnTo>
                    <a:pt x="2602746" y="832867"/>
                  </a:lnTo>
                  <a:lnTo>
                    <a:pt x="2673090" y="846487"/>
                  </a:lnTo>
                  <a:lnTo>
                    <a:pt x="2743435" y="859671"/>
                  </a:lnTo>
                  <a:lnTo>
                    <a:pt x="2813779" y="872432"/>
                  </a:lnTo>
                  <a:lnTo>
                    <a:pt x="2884124" y="884783"/>
                  </a:lnTo>
                  <a:lnTo>
                    <a:pt x="2954468" y="896737"/>
                  </a:lnTo>
                  <a:lnTo>
                    <a:pt x="3024813" y="908308"/>
                  </a:lnTo>
                  <a:lnTo>
                    <a:pt x="3095157" y="919507"/>
                  </a:lnTo>
                  <a:lnTo>
                    <a:pt x="3165502" y="930347"/>
                  </a:lnTo>
                  <a:lnTo>
                    <a:pt x="3235846" y="940839"/>
                  </a:lnTo>
                  <a:lnTo>
                    <a:pt x="3306191" y="950994"/>
                  </a:lnTo>
                  <a:lnTo>
                    <a:pt x="3376535" y="958998"/>
                  </a:lnTo>
                  <a:lnTo>
                    <a:pt x="3446880" y="962685"/>
                  </a:lnTo>
                  <a:lnTo>
                    <a:pt x="3517224" y="966326"/>
                  </a:lnTo>
                  <a:lnTo>
                    <a:pt x="3587569" y="969922"/>
                  </a:lnTo>
                  <a:lnTo>
                    <a:pt x="3657913" y="973473"/>
                  </a:lnTo>
                  <a:lnTo>
                    <a:pt x="3728257" y="976981"/>
                  </a:lnTo>
                  <a:lnTo>
                    <a:pt x="3798602" y="980446"/>
                  </a:lnTo>
                  <a:lnTo>
                    <a:pt x="3868946" y="983867"/>
                  </a:lnTo>
                  <a:lnTo>
                    <a:pt x="3939291" y="987246"/>
                  </a:lnTo>
                  <a:lnTo>
                    <a:pt x="4009635" y="990584"/>
                  </a:lnTo>
                  <a:lnTo>
                    <a:pt x="4079980" y="993880"/>
                  </a:lnTo>
                  <a:lnTo>
                    <a:pt x="4150324" y="997135"/>
                  </a:lnTo>
                  <a:lnTo>
                    <a:pt x="4220669" y="1000350"/>
                  </a:lnTo>
                  <a:lnTo>
                    <a:pt x="4291013" y="1003526"/>
                  </a:lnTo>
                  <a:lnTo>
                    <a:pt x="4361358" y="1006662"/>
                  </a:lnTo>
                  <a:lnTo>
                    <a:pt x="4431702" y="1009759"/>
                  </a:lnTo>
                  <a:lnTo>
                    <a:pt x="4502047" y="1012819"/>
                  </a:lnTo>
                  <a:lnTo>
                    <a:pt x="4572391" y="1015840"/>
                  </a:lnTo>
                  <a:lnTo>
                    <a:pt x="4642736" y="1018824"/>
                  </a:lnTo>
                  <a:lnTo>
                    <a:pt x="4713080" y="1021771"/>
                  </a:lnTo>
                  <a:lnTo>
                    <a:pt x="4783425" y="1024681"/>
                  </a:lnTo>
                  <a:lnTo>
                    <a:pt x="4853769" y="1027556"/>
                  </a:lnTo>
                  <a:lnTo>
                    <a:pt x="4924114" y="1030395"/>
                  </a:lnTo>
                  <a:lnTo>
                    <a:pt x="4994458" y="1033199"/>
                  </a:lnTo>
                  <a:lnTo>
                    <a:pt x="5064803" y="1035968"/>
                  </a:lnTo>
                  <a:lnTo>
                    <a:pt x="5135147" y="1038703"/>
                  </a:lnTo>
                  <a:lnTo>
                    <a:pt x="5205492" y="1041405"/>
                  </a:lnTo>
                  <a:lnTo>
                    <a:pt x="5275836" y="1044073"/>
                  </a:lnTo>
                  <a:lnTo>
                    <a:pt x="5346181" y="1046707"/>
                  </a:lnTo>
                  <a:lnTo>
                    <a:pt x="5416525" y="1049310"/>
                  </a:lnTo>
                  <a:lnTo>
                    <a:pt x="5486870" y="1051880"/>
                  </a:lnTo>
                  <a:lnTo>
                    <a:pt x="5557214" y="1054418"/>
                  </a:lnTo>
                  <a:lnTo>
                    <a:pt x="5627559" y="1056925"/>
                  </a:lnTo>
                  <a:lnTo>
                    <a:pt x="5697903" y="1059401"/>
                  </a:lnTo>
                  <a:lnTo>
                    <a:pt x="5768248" y="1061847"/>
                  </a:lnTo>
                  <a:lnTo>
                    <a:pt x="5838592" y="1064262"/>
                  </a:lnTo>
                  <a:lnTo>
                    <a:pt x="5908937" y="1066647"/>
                  </a:lnTo>
                  <a:lnTo>
                    <a:pt x="5979281" y="1069003"/>
                  </a:lnTo>
                  <a:lnTo>
                    <a:pt x="6049626" y="1071330"/>
                  </a:lnTo>
                  <a:lnTo>
                    <a:pt x="6119970" y="1073628"/>
                  </a:lnTo>
                  <a:lnTo>
                    <a:pt x="6190315" y="1075897"/>
                  </a:lnTo>
                  <a:lnTo>
                    <a:pt x="6260659" y="1078138"/>
                  </a:lnTo>
                  <a:lnTo>
                    <a:pt x="6331004" y="1080352"/>
                  </a:lnTo>
                  <a:lnTo>
                    <a:pt x="6401348" y="1082539"/>
                  </a:lnTo>
                  <a:lnTo>
                    <a:pt x="6471693" y="1084698"/>
                  </a:lnTo>
                  <a:lnTo>
                    <a:pt x="6542037" y="1086831"/>
                  </a:lnTo>
                  <a:lnTo>
                    <a:pt x="6612382" y="1088937"/>
                  </a:lnTo>
                  <a:lnTo>
                    <a:pt x="6682726" y="1091017"/>
                  </a:lnTo>
                  <a:lnTo>
                    <a:pt x="6753071" y="1093072"/>
                  </a:lnTo>
                  <a:lnTo>
                    <a:pt x="6823415" y="1095101"/>
                  </a:lnTo>
                  <a:lnTo>
                    <a:pt x="6893760" y="1097105"/>
                  </a:lnTo>
                  <a:lnTo>
                    <a:pt x="6964104" y="1099084"/>
                  </a:lnTo>
                  <a:lnTo>
                    <a:pt x="6964104" y="1201069"/>
                  </a:lnTo>
                  <a:lnTo>
                    <a:pt x="6893760" y="1199208"/>
                  </a:lnTo>
                  <a:lnTo>
                    <a:pt x="6823415" y="1197284"/>
                  </a:lnTo>
                  <a:lnTo>
                    <a:pt x="6753071" y="1195297"/>
                  </a:lnTo>
                  <a:lnTo>
                    <a:pt x="6682726" y="1193244"/>
                  </a:lnTo>
                  <a:lnTo>
                    <a:pt x="6612382" y="1191123"/>
                  </a:lnTo>
                  <a:lnTo>
                    <a:pt x="6542037" y="1188932"/>
                  </a:lnTo>
                  <a:lnTo>
                    <a:pt x="6471693" y="1186668"/>
                  </a:lnTo>
                  <a:lnTo>
                    <a:pt x="6401348" y="1184328"/>
                  </a:lnTo>
                  <a:lnTo>
                    <a:pt x="6331004" y="1181912"/>
                  </a:lnTo>
                  <a:lnTo>
                    <a:pt x="6260659" y="1179415"/>
                  </a:lnTo>
                  <a:lnTo>
                    <a:pt x="6190315" y="1176835"/>
                  </a:lnTo>
                  <a:lnTo>
                    <a:pt x="6119970" y="1174170"/>
                  </a:lnTo>
                  <a:lnTo>
                    <a:pt x="6049626" y="1171416"/>
                  </a:lnTo>
                  <a:lnTo>
                    <a:pt x="5979281" y="1168571"/>
                  </a:lnTo>
                  <a:lnTo>
                    <a:pt x="5908937" y="1165632"/>
                  </a:lnTo>
                  <a:lnTo>
                    <a:pt x="5838592" y="1162595"/>
                  </a:lnTo>
                  <a:lnTo>
                    <a:pt x="5768248" y="1159457"/>
                  </a:lnTo>
                  <a:lnTo>
                    <a:pt x="5697903" y="1156216"/>
                  </a:lnTo>
                  <a:lnTo>
                    <a:pt x="5627559" y="1152867"/>
                  </a:lnTo>
                  <a:lnTo>
                    <a:pt x="5557214" y="1149406"/>
                  </a:lnTo>
                  <a:lnTo>
                    <a:pt x="5486870" y="1145831"/>
                  </a:lnTo>
                  <a:lnTo>
                    <a:pt x="5416525" y="1142138"/>
                  </a:lnTo>
                  <a:lnTo>
                    <a:pt x="5346181" y="1138322"/>
                  </a:lnTo>
                  <a:lnTo>
                    <a:pt x="5275836" y="1134380"/>
                  </a:lnTo>
                  <a:lnTo>
                    <a:pt x="5205492" y="1130306"/>
                  </a:lnTo>
                  <a:lnTo>
                    <a:pt x="5135147" y="1126098"/>
                  </a:lnTo>
                  <a:lnTo>
                    <a:pt x="5064803" y="1121750"/>
                  </a:lnTo>
                  <a:lnTo>
                    <a:pt x="4994458" y="1117258"/>
                  </a:lnTo>
                  <a:lnTo>
                    <a:pt x="4924114" y="1112617"/>
                  </a:lnTo>
                  <a:lnTo>
                    <a:pt x="4853769" y="1107822"/>
                  </a:lnTo>
                  <a:lnTo>
                    <a:pt x="4783425" y="1102868"/>
                  </a:lnTo>
                  <a:lnTo>
                    <a:pt x="4713080" y="1097749"/>
                  </a:lnTo>
                  <a:lnTo>
                    <a:pt x="4642736" y="1092461"/>
                  </a:lnTo>
                  <a:lnTo>
                    <a:pt x="4572391" y="1086998"/>
                  </a:lnTo>
                  <a:lnTo>
                    <a:pt x="4502047" y="1081353"/>
                  </a:lnTo>
                  <a:lnTo>
                    <a:pt x="4431702" y="1075521"/>
                  </a:lnTo>
                  <a:lnTo>
                    <a:pt x="4361358" y="1069496"/>
                  </a:lnTo>
                  <a:lnTo>
                    <a:pt x="4291013" y="1063271"/>
                  </a:lnTo>
                  <a:lnTo>
                    <a:pt x="4220669" y="1056839"/>
                  </a:lnTo>
                  <a:lnTo>
                    <a:pt x="4150324" y="1050195"/>
                  </a:lnTo>
                  <a:lnTo>
                    <a:pt x="4079980" y="1043329"/>
                  </a:lnTo>
                  <a:lnTo>
                    <a:pt x="4009635" y="1036237"/>
                  </a:lnTo>
                  <a:lnTo>
                    <a:pt x="3939291" y="1028908"/>
                  </a:lnTo>
                  <a:lnTo>
                    <a:pt x="3868946" y="1021337"/>
                  </a:lnTo>
                  <a:lnTo>
                    <a:pt x="3798602" y="1013515"/>
                  </a:lnTo>
                  <a:lnTo>
                    <a:pt x="3728257" y="1005434"/>
                  </a:lnTo>
                  <a:lnTo>
                    <a:pt x="3657913" y="997084"/>
                  </a:lnTo>
                  <a:lnTo>
                    <a:pt x="3587569" y="988457"/>
                  </a:lnTo>
                  <a:lnTo>
                    <a:pt x="3517224" y="979545"/>
                  </a:lnTo>
                  <a:lnTo>
                    <a:pt x="3446880" y="970336"/>
                  </a:lnTo>
                  <a:lnTo>
                    <a:pt x="3376535" y="960823"/>
                  </a:lnTo>
                  <a:lnTo>
                    <a:pt x="3306191" y="955265"/>
                  </a:lnTo>
                  <a:lnTo>
                    <a:pt x="3235846" y="951486"/>
                  </a:lnTo>
                  <a:lnTo>
                    <a:pt x="3165502" y="947659"/>
                  </a:lnTo>
                  <a:lnTo>
                    <a:pt x="3095157" y="943784"/>
                  </a:lnTo>
                  <a:lnTo>
                    <a:pt x="3024813" y="939861"/>
                  </a:lnTo>
                  <a:lnTo>
                    <a:pt x="2954468" y="935889"/>
                  </a:lnTo>
                  <a:lnTo>
                    <a:pt x="2884124" y="931866"/>
                  </a:lnTo>
                  <a:lnTo>
                    <a:pt x="2813779" y="927794"/>
                  </a:lnTo>
                  <a:lnTo>
                    <a:pt x="2743435" y="923671"/>
                  </a:lnTo>
                  <a:lnTo>
                    <a:pt x="2673090" y="919496"/>
                  </a:lnTo>
                  <a:lnTo>
                    <a:pt x="2602746" y="915268"/>
                  </a:lnTo>
                  <a:lnTo>
                    <a:pt x="2532401" y="910988"/>
                  </a:lnTo>
                  <a:lnTo>
                    <a:pt x="2462057" y="906654"/>
                  </a:lnTo>
                  <a:lnTo>
                    <a:pt x="2391712" y="902266"/>
                  </a:lnTo>
                  <a:lnTo>
                    <a:pt x="2321368" y="897823"/>
                  </a:lnTo>
                  <a:lnTo>
                    <a:pt x="2251023" y="893325"/>
                  </a:lnTo>
                  <a:lnTo>
                    <a:pt x="2180679" y="888770"/>
                  </a:lnTo>
                  <a:lnTo>
                    <a:pt x="2110334" y="884158"/>
                  </a:lnTo>
                  <a:lnTo>
                    <a:pt x="2039990" y="879488"/>
                  </a:lnTo>
                  <a:lnTo>
                    <a:pt x="1969645" y="874760"/>
                  </a:lnTo>
                  <a:lnTo>
                    <a:pt x="1899301" y="869973"/>
                  </a:lnTo>
                  <a:lnTo>
                    <a:pt x="1828956" y="865126"/>
                  </a:lnTo>
                  <a:lnTo>
                    <a:pt x="1758612" y="860218"/>
                  </a:lnTo>
                  <a:lnTo>
                    <a:pt x="1688267" y="855249"/>
                  </a:lnTo>
                  <a:lnTo>
                    <a:pt x="1617923" y="850217"/>
                  </a:lnTo>
                  <a:lnTo>
                    <a:pt x="1547578" y="845123"/>
                  </a:lnTo>
                  <a:lnTo>
                    <a:pt x="1477234" y="839964"/>
                  </a:lnTo>
                  <a:lnTo>
                    <a:pt x="1406889" y="834742"/>
                  </a:lnTo>
                  <a:lnTo>
                    <a:pt x="1336545" y="829453"/>
                  </a:lnTo>
                  <a:lnTo>
                    <a:pt x="1266200" y="824099"/>
                  </a:lnTo>
                  <a:lnTo>
                    <a:pt x="1195856" y="818678"/>
                  </a:lnTo>
                  <a:lnTo>
                    <a:pt x="1125511" y="813188"/>
                  </a:lnTo>
                  <a:lnTo>
                    <a:pt x="1055167" y="807630"/>
                  </a:lnTo>
                  <a:lnTo>
                    <a:pt x="984822" y="802003"/>
                  </a:lnTo>
                  <a:lnTo>
                    <a:pt x="914478" y="796305"/>
                  </a:lnTo>
                  <a:lnTo>
                    <a:pt x="844133" y="790535"/>
                  </a:lnTo>
                  <a:lnTo>
                    <a:pt x="773789" y="784694"/>
                  </a:lnTo>
                  <a:lnTo>
                    <a:pt x="703444" y="778779"/>
                  </a:lnTo>
                  <a:lnTo>
                    <a:pt x="633100" y="772790"/>
                  </a:lnTo>
                  <a:lnTo>
                    <a:pt x="562755" y="766727"/>
                  </a:lnTo>
                  <a:lnTo>
                    <a:pt x="492411" y="760587"/>
                  </a:lnTo>
                  <a:lnTo>
                    <a:pt x="422066" y="754371"/>
                  </a:lnTo>
                  <a:lnTo>
                    <a:pt x="351722" y="748076"/>
                  </a:lnTo>
                  <a:lnTo>
                    <a:pt x="281377" y="741703"/>
                  </a:lnTo>
                  <a:lnTo>
                    <a:pt x="211033" y="735251"/>
                  </a:lnTo>
                  <a:lnTo>
                    <a:pt x="140688" y="728717"/>
                  </a:lnTo>
                  <a:lnTo>
                    <a:pt x="70344" y="722102"/>
                  </a:lnTo>
                  <a:lnTo>
                    <a:pt x="0" y="7154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496519" y="4336484"/>
              <a:ext cx="6702897" cy="1099084"/>
            </a:xfrm>
            <a:custGeom>
              <a:avLst/>
              <a:pathLst>
                <a:path w="6702897" h="1099084">
                  <a:moveTo>
                    <a:pt x="0" y="0"/>
                  </a:moveTo>
                  <a:lnTo>
                    <a:pt x="20170" y="11842"/>
                  </a:lnTo>
                  <a:lnTo>
                    <a:pt x="90515" y="51818"/>
                  </a:lnTo>
                  <a:lnTo>
                    <a:pt x="160859" y="90510"/>
                  </a:lnTo>
                  <a:lnTo>
                    <a:pt x="231204" y="127960"/>
                  </a:lnTo>
                  <a:lnTo>
                    <a:pt x="301548" y="164208"/>
                  </a:lnTo>
                  <a:lnTo>
                    <a:pt x="371893" y="199292"/>
                  </a:lnTo>
                  <a:lnTo>
                    <a:pt x="442237" y="233251"/>
                  </a:lnTo>
                  <a:lnTo>
                    <a:pt x="512581" y="266119"/>
                  </a:lnTo>
                  <a:lnTo>
                    <a:pt x="582926" y="297932"/>
                  </a:lnTo>
                  <a:lnTo>
                    <a:pt x="653270" y="328724"/>
                  </a:lnTo>
                  <a:lnTo>
                    <a:pt x="723615" y="358528"/>
                  </a:lnTo>
                  <a:lnTo>
                    <a:pt x="793959" y="387375"/>
                  </a:lnTo>
                  <a:lnTo>
                    <a:pt x="864304" y="415296"/>
                  </a:lnTo>
                  <a:lnTo>
                    <a:pt x="934648" y="442320"/>
                  </a:lnTo>
                  <a:lnTo>
                    <a:pt x="1004993" y="468478"/>
                  </a:lnTo>
                  <a:lnTo>
                    <a:pt x="1075337" y="493795"/>
                  </a:lnTo>
                  <a:lnTo>
                    <a:pt x="1145682" y="518300"/>
                  </a:lnTo>
                  <a:lnTo>
                    <a:pt x="1216026" y="542019"/>
                  </a:lnTo>
                  <a:lnTo>
                    <a:pt x="1286371" y="564976"/>
                  </a:lnTo>
                  <a:lnTo>
                    <a:pt x="1356715" y="587196"/>
                  </a:lnTo>
                  <a:lnTo>
                    <a:pt x="1427060" y="608702"/>
                  </a:lnTo>
                  <a:lnTo>
                    <a:pt x="1497404" y="629519"/>
                  </a:lnTo>
                  <a:lnTo>
                    <a:pt x="1567749" y="649667"/>
                  </a:lnTo>
                  <a:lnTo>
                    <a:pt x="1638093" y="669169"/>
                  </a:lnTo>
                  <a:lnTo>
                    <a:pt x="1708438" y="688044"/>
                  </a:lnTo>
                  <a:lnTo>
                    <a:pt x="1778782" y="706314"/>
                  </a:lnTo>
                  <a:lnTo>
                    <a:pt x="1849127" y="723997"/>
                  </a:lnTo>
                  <a:lnTo>
                    <a:pt x="1919471" y="741113"/>
                  </a:lnTo>
                  <a:lnTo>
                    <a:pt x="1989816" y="757679"/>
                  </a:lnTo>
                  <a:lnTo>
                    <a:pt x="2060160" y="773713"/>
                  </a:lnTo>
                  <a:lnTo>
                    <a:pt x="2130505" y="789233"/>
                  </a:lnTo>
                  <a:lnTo>
                    <a:pt x="2200849" y="804254"/>
                  </a:lnTo>
                  <a:lnTo>
                    <a:pt x="2271194" y="818794"/>
                  </a:lnTo>
                  <a:lnTo>
                    <a:pt x="2341538" y="832867"/>
                  </a:lnTo>
                  <a:lnTo>
                    <a:pt x="2411883" y="846487"/>
                  </a:lnTo>
                  <a:lnTo>
                    <a:pt x="2482227" y="859671"/>
                  </a:lnTo>
                  <a:lnTo>
                    <a:pt x="2552572" y="872432"/>
                  </a:lnTo>
                  <a:lnTo>
                    <a:pt x="2622916" y="884783"/>
                  </a:lnTo>
                  <a:lnTo>
                    <a:pt x="2693261" y="896737"/>
                  </a:lnTo>
                  <a:lnTo>
                    <a:pt x="2763605" y="908308"/>
                  </a:lnTo>
                  <a:lnTo>
                    <a:pt x="2833950" y="919507"/>
                  </a:lnTo>
                  <a:lnTo>
                    <a:pt x="2904294" y="930347"/>
                  </a:lnTo>
                  <a:lnTo>
                    <a:pt x="2974639" y="940839"/>
                  </a:lnTo>
                  <a:lnTo>
                    <a:pt x="3044983" y="950994"/>
                  </a:lnTo>
                  <a:lnTo>
                    <a:pt x="3115328" y="958998"/>
                  </a:lnTo>
                  <a:lnTo>
                    <a:pt x="3185672" y="962685"/>
                  </a:lnTo>
                  <a:lnTo>
                    <a:pt x="3256017" y="966326"/>
                  </a:lnTo>
                  <a:lnTo>
                    <a:pt x="3326361" y="969922"/>
                  </a:lnTo>
                  <a:lnTo>
                    <a:pt x="3396706" y="973473"/>
                  </a:lnTo>
                  <a:lnTo>
                    <a:pt x="3467050" y="976981"/>
                  </a:lnTo>
                  <a:lnTo>
                    <a:pt x="3537395" y="980446"/>
                  </a:lnTo>
                  <a:lnTo>
                    <a:pt x="3607739" y="983867"/>
                  </a:lnTo>
                  <a:lnTo>
                    <a:pt x="3678084" y="987246"/>
                  </a:lnTo>
                  <a:lnTo>
                    <a:pt x="3748428" y="990584"/>
                  </a:lnTo>
                  <a:lnTo>
                    <a:pt x="3818773" y="993880"/>
                  </a:lnTo>
                  <a:lnTo>
                    <a:pt x="3889117" y="997135"/>
                  </a:lnTo>
                  <a:lnTo>
                    <a:pt x="3959462" y="1000350"/>
                  </a:lnTo>
                  <a:lnTo>
                    <a:pt x="4029806" y="1003526"/>
                  </a:lnTo>
                  <a:lnTo>
                    <a:pt x="4100151" y="1006662"/>
                  </a:lnTo>
                  <a:lnTo>
                    <a:pt x="4170495" y="1009759"/>
                  </a:lnTo>
                  <a:lnTo>
                    <a:pt x="4240839" y="1012819"/>
                  </a:lnTo>
                  <a:lnTo>
                    <a:pt x="4311184" y="1015840"/>
                  </a:lnTo>
                  <a:lnTo>
                    <a:pt x="4381528" y="1018824"/>
                  </a:lnTo>
                  <a:lnTo>
                    <a:pt x="4451873" y="1021771"/>
                  </a:lnTo>
                  <a:lnTo>
                    <a:pt x="4522217" y="1024681"/>
                  </a:lnTo>
                  <a:lnTo>
                    <a:pt x="4592562" y="1027556"/>
                  </a:lnTo>
                  <a:lnTo>
                    <a:pt x="4662906" y="1030395"/>
                  </a:lnTo>
                  <a:lnTo>
                    <a:pt x="4733251" y="1033199"/>
                  </a:lnTo>
                  <a:lnTo>
                    <a:pt x="4803595" y="1035968"/>
                  </a:lnTo>
                  <a:lnTo>
                    <a:pt x="4873940" y="1038703"/>
                  </a:lnTo>
                  <a:lnTo>
                    <a:pt x="4944284" y="1041405"/>
                  </a:lnTo>
                  <a:lnTo>
                    <a:pt x="5014629" y="1044073"/>
                  </a:lnTo>
                  <a:lnTo>
                    <a:pt x="5084973" y="1046707"/>
                  </a:lnTo>
                  <a:lnTo>
                    <a:pt x="5155318" y="1049310"/>
                  </a:lnTo>
                  <a:lnTo>
                    <a:pt x="5225662" y="1051880"/>
                  </a:lnTo>
                  <a:lnTo>
                    <a:pt x="5296007" y="1054418"/>
                  </a:lnTo>
                  <a:lnTo>
                    <a:pt x="5366351" y="1056925"/>
                  </a:lnTo>
                  <a:lnTo>
                    <a:pt x="5436696" y="1059401"/>
                  </a:lnTo>
                  <a:lnTo>
                    <a:pt x="5507040" y="1061847"/>
                  </a:lnTo>
                  <a:lnTo>
                    <a:pt x="5577385" y="1064262"/>
                  </a:lnTo>
                  <a:lnTo>
                    <a:pt x="5647729" y="1066647"/>
                  </a:lnTo>
                  <a:lnTo>
                    <a:pt x="5718074" y="1069003"/>
                  </a:lnTo>
                  <a:lnTo>
                    <a:pt x="5788418" y="1071330"/>
                  </a:lnTo>
                  <a:lnTo>
                    <a:pt x="5858763" y="1073628"/>
                  </a:lnTo>
                  <a:lnTo>
                    <a:pt x="5929107" y="1075897"/>
                  </a:lnTo>
                  <a:lnTo>
                    <a:pt x="5999452" y="1078138"/>
                  </a:lnTo>
                  <a:lnTo>
                    <a:pt x="6069796" y="1080352"/>
                  </a:lnTo>
                  <a:lnTo>
                    <a:pt x="6140141" y="1082539"/>
                  </a:lnTo>
                  <a:lnTo>
                    <a:pt x="6210485" y="1084698"/>
                  </a:lnTo>
                  <a:lnTo>
                    <a:pt x="6280830" y="1086831"/>
                  </a:lnTo>
                  <a:lnTo>
                    <a:pt x="6351174" y="1088937"/>
                  </a:lnTo>
                  <a:lnTo>
                    <a:pt x="6421519" y="1091017"/>
                  </a:lnTo>
                  <a:lnTo>
                    <a:pt x="6491863" y="1093072"/>
                  </a:lnTo>
                  <a:lnTo>
                    <a:pt x="6562208" y="1095101"/>
                  </a:lnTo>
                  <a:lnTo>
                    <a:pt x="6632552" y="1097105"/>
                  </a:lnTo>
                  <a:lnTo>
                    <a:pt x="6702897" y="1099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5051888"/>
              <a:ext cx="6964104" cy="485665"/>
            </a:xfrm>
            <a:custGeom>
              <a:avLst/>
              <a:pathLst>
                <a:path w="6964104" h="485665">
                  <a:moveTo>
                    <a:pt x="6964104" y="485665"/>
                  </a:moveTo>
                  <a:lnTo>
                    <a:pt x="6893760" y="483804"/>
                  </a:lnTo>
                  <a:lnTo>
                    <a:pt x="6823415" y="481880"/>
                  </a:lnTo>
                  <a:lnTo>
                    <a:pt x="6753071" y="479893"/>
                  </a:lnTo>
                  <a:lnTo>
                    <a:pt x="6682726" y="477840"/>
                  </a:lnTo>
                  <a:lnTo>
                    <a:pt x="6612382" y="475719"/>
                  </a:lnTo>
                  <a:lnTo>
                    <a:pt x="6542037" y="473528"/>
                  </a:lnTo>
                  <a:lnTo>
                    <a:pt x="6471693" y="471264"/>
                  </a:lnTo>
                  <a:lnTo>
                    <a:pt x="6401348" y="468924"/>
                  </a:lnTo>
                  <a:lnTo>
                    <a:pt x="6331004" y="466508"/>
                  </a:lnTo>
                  <a:lnTo>
                    <a:pt x="6260659" y="464011"/>
                  </a:lnTo>
                  <a:lnTo>
                    <a:pt x="6190315" y="461431"/>
                  </a:lnTo>
                  <a:lnTo>
                    <a:pt x="6119970" y="458766"/>
                  </a:lnTo>
                  <a:lnTo>
                    <a:pt x="6049626" y="456012"/>
                  </a:lnTo>
                  <a:lnTo>
                    <a:pt x="5979281" y="453167"/>
                  </a:lnTo>
                  <a:lnTo>
                    <a:pt x="5908937" y="450228"/>
                  </a:lnTo>
                  <a:lnTo>
                    <a:pt x="5838592" y="447191"/>
                  </a:lnTo>
                  <a:lnTo>
                    <a:pt x="5768248" y="444053"/>
                  </a:lnTo>
                  <a:lnTo>
                    <a:pt x="5697903" y="440812"/>
                  </a:lnTo>
                  <a:lnTo>
                    <a:pt x="5627559" y="437463"/>
                  </a:lnTo>
                  <a:lnTo>
                    <a:pt x="5557214" y="434002"/>
                  </a:lnTo>
                  <a:lnTo>
                    <a:pt x="5486870" y="430428"/>
                  </a:lnTo>
                  <a:lnTo>
                    <a:pt x="5416525" y="426734"/>
                  </a:lnTo>
                  <a:lnTo>
                    <a:pt x="5346181" y="422918"/>
                  </a:lnTo>
                  <a:lnTo>
                    <a:pt x="5275836" y="418976"/>
                  </a:lnTo>
                  <a:lnTo>
                    <a:pt x="5205492" y="414902"/>
                  </a:lnTo>
                  <a:lnTo>
                    <a:pt x="5135147" y="410694"/>
                  </a:lnTo>
                  <a:lnTo>
                    <a:pt x="5064803" y="406346"/>
                  </a:lnTo>
                  <a:lnTo>
                    <a:pt x="4994458" y="401854"/>
                  </a:lnTo>
                  <a:lnTo>
                    <a:pt x="4924114" y="397213"/>
                  </a:lnTo>
                  <a:lnTo>
                    <a:pt x="4853769" y="392418"/>
                  </a:lnTo>
                  <a:lnTo>
                    <a:pt x="4783425" y="387464"/>
                  </a:lnTo>
                  <a:lnTo>
                    <a:pt x="4713080" y="382345"/>
                  </a:lnTo>
                  <a:lnTo>
                    <a:pt x="4642736" y="377057"/>
                  </a:lnTo>
                  <a:lnTo>
                    <a:pt x="4572391" y="371594"/>
                  </a:lnTo>
                  <a:lnTo>
                    <a:pt x="4502047" y="365949"/>
                  </a:lnTo>
                  <a:lnTo>
                    <a:pt x="4431702" y="360117"/>
                  </a:lnTo>
                  <a:lnTo>
                    <a:pt x="4361358" y="354092"/>
                  </a:lnTo>
                  <a:lnTo>
                    <a:pt x="4291013" y="347867"/>
                  </a:lnTo>
                  <a:lnTo>
                    <a:pt x="4220669" y="341436"/>
                  </a:lnTo>
                  <a:lnTo>
                    <a:pt x="4150324" y="334791"/>
                  </a:lnTo>
                  <a:lnTo>
                    <a:pt x="4079980" y="327926"/>
                  </a:lnTo>
                  <a:lnTo>
                    <a:pt x="4009635" y="320833"/>
                  </a:lnTo>
                  <a:lnTo>
                    <a:pt x="3939291" y="313505"/>
                  </a:lnTo>
                  <a:lnTo>
                    <a:pt x="3868946" y="305933"/>
                  </a:lnTo>
                  <a:lnTo>
                    <a:pt x="3798602" y="298111"/>
                  </a:lnTo>
                  <a:lnTo>
                    <a:pt x="3728257" y="290030"/>
                  </a:lnTo>
                  <a:lnTo>
                    <a:pt x="3657913" y="281680"/>
                  </a:lnTo>
                  <a:lnTo>
                    <a:pt x="3587569" y="273053"/>
                  </a:lnTo>
                  <a:lnTo>
                    <a:pt x="3517224" y="264141"/>
                  </a:lnTo>
                  <a:lnTo>
                    <a:pt x="3446880" y="254933"/>
                  </a:lnTo>
                  <a:lnTo>
                    <a:pt x="3376535" y="245419"/>
                  </a:lnTo>
                  <a:lnTo>
                    <a:pt x="3306191" y="239861"/>
                  </a:lnTo>
                  <a:lnTo>
                    <a:pt x="3235846" y="236082"/>
                  </a:lnTo>
                  <a:lnTo>
                    <a:pt x="3165502" y="232255"/>
                  </a:lnTo>
                  <a:lnTo>
                    <a:pt x="3095157" y="228380"/>
                  </a:lnTo>
                  <a:lnTo>
                    <a:pt x="3024813" y="224457"/>
                  </a:lnTo>
                  <a:lnTo>
                    <a:pt x="2954468" y="220485"/>
                  </a:lnTo>
                  <a:lnTo>
                    <a:pt x="2884124" y="216463"/>
                  </a:lnTo>
                  <a:lnTo>
                    <a:pt x="2813779" y="212390"/>
                  </a:lnTo>
                  <a:lnTo>
                    <a:pt x="2743435" y="208267"/>
                  </a:lnTo>
                  <a:lnTo>
                    <a:pt x="2673090" y="204092"/>
                  </a:lnTo>
                  <a:lnTo>
                    <a:pt x="2602746" y="199864"/>
                  </a:lnTo>
                  <a:lnTo>
                    <a:pt x="2532401" y="195584"/>
                  </a:lnTo>
                  <a:lnTo>
                    <a:pt x="2462057" y="191250"/>
                  </a:lnTo>
                  <a:lnTo>
                    <a:pt x="2391712" y="186862"/>
                  </a:lnTo>
                  <a:lnTo>
                    <a:pt x="2321368" y="182419"/>
                  </a:lnTo>
                  <a:lnTo>
                    <a:pt x="2251023" y="177921"/>
                  </a:lnTo>
                  <a:lnTo>
                    <a:pt x="2180679" y="173366"/>
                  </a:lnTo>
                  <a:lnTo>
                    <a:pt x="2110334" y="168754"/>
                  </a:lnTo>
                  <a:lnTo>
                    <a:pt x="2039990" y="164084"/>
                  </a:lnTo>
                  <a:lnTo>
                    <a:pt x="1969645" y="159356"/>
                  </a:lnTo>
                  <a:lnTo>
                    <a:pt x="1899301" y="154569"/>
                  </a:lnTo>
                  <a:lnTo>
                    <a:pt x="1828956" y="149722"/>
                  </a:lnTo>
                  <a:lnTo>
                    <a:pt x="1758612" y="144814"/>
                  </a:lnTo>
                  <a:lnTo>
                    <a:pt x="1688267" y="139845"/>
                  </a:lnTo>
                  <a:lnTo>
                    <a:pt x="1617923" y="134813"/>
                  </a:lnTo>
                  <a:lnTo>
                    <a:pt x="1547578" y="129719"/>
                  </a:lnTo>
                  <a:lnTo>
                    <a:pt x="1477234" y="124561"/>
                  </a:lnTo>
                  <a:lnTo>
                    <a:pt x="1406889" y="119338"/>
                  </a:lnTo>
                  <a:lnTo>
                    <a:pt x="1336545" y="114050"/>
                  </a:lnTo>
                  <a:lnTo>
                    <a:pt x="1266200" y="108695"/>
                  </a:lnTo>
                  <a:lnTo>
                    <a:pt x="1195856" y="103274"/>
                  </a:lnTo>
                  <a:lnTo>
                    <a:pt x="1125511" y="97784"/>
                  </a:lnTo>
                  <a:lnTo>
                    <a:pt x="1055167" y="92226"/>
                  </a:lnTo>
                  <a:lnTo>
                    <a:pt x="984822" y="86599"/>
                  </a:lnTo>
                  <a:lnTo>
                    <a:pt x="914478" y="80901"/>
                  </a:lnTo>
                  <a:lnTo>
                    <a:pt x="844133" y="75131"/>
                  </a:lnTo>
                  <a:lnTo>
                    <a:pt x="773789" y="69290"/>
                  </a:lnTo>
                  <a:lnTo>
                    <a:pt x="703444" y="63375"/>
                  </a:lnTo>
                  <a:lnTo>
                    <a:pt x="633100" y="57387"/>
                  </a:lnTo>
                  <a:lnTo>
                    <a:pt x="562755" y="51323"/>
                  </a:lnTo>
                  <a:lnTo>
                    <a:pt x="492411" y="45183"/>
                  </a:lnTo>
                  <a:lnTo>
                    <a:pt x="422066" y="38967"/>
                  </a:lnTo>
                  <a:lnTo>
                    <a:pt x="351722" y="32673"/>
                  </a:lnTo>
                  <a:lnTo>
                    <a:pt x="281377" y="26299"/>
                  </a:lnTo>
                  <a:lnTo>
                    <a:pt x="211033" y="19847"/>
                  </a:lnTo>
                  <a:lnTo>
                    <a:pt x="140688" y="13313"/>
                  </a:lnTo>
                  <a:lnTo>
                    <a:pt x="70344" y="66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716878"/>
              <a:ext cx="6964104" cy="782598"/>
            </a:xfrm>
            <a:custGeom>
              <a:avLst/>
              <a:pathLst>
                <a:path w="6964104" h="782598">
                  <a:moveTo>
                    <a:pt x="0" y="0"/>
                  </a:moveTo>
                  <a:lnTo>
                    <a:pt x="70344" y="19536"/>
                  </a:lnTo>
                  <a:lnTo>
                    <a:pt x="140688" y="38636"/>
                  </a:lnTo>
                  <a:lnTo>
                    <a:pt x="211033" y="57312"/>
                  </a:lnTo>
                  <a:lnTo>
                    <a:pt x="281377" y="75571"/>
                  </a:lnTo>
                  <a:lnTo>
                    <a:pt x="351722" y="93423"/>
                  </a:lnTo>
                  <a:lnTo>
                    <a:pt x="422066" y="110878"/>
                  </a:lnTo>
                  <a:lnTo>
                    <a:pt x="492411" y="127943"/>
                  </a:lnTo>
                  <a:lnTo>
                    <a:pt x="562755" y="144629"/>
                  </a:lnTo>
                  <a:lnTo>
                    <a:pt x="633100" y="160943"/>
                  </a:lnTo>
                  <a:lnTo>
                    <a:pt x="703444" y="176893"/>
                  </a:lnTo>
                  <a:lnTo>
                    <a:pt x="773789" y="192488"/>
                  </a:lnTo>
                  <a:lnTo>
                    <a:pt x="844133" y="207735"/>
                  </a:lnTo>
                  <a:lnTo>
                    <a:pt x="914478" y="222642"/>
                  </a:lnTo>
                  <a:lnTo>
                    <a:pt x="984822" y="237218"/>
                  </a:lnTo>
                  <a:lnTo>
                    <a:pt x="1055167" y="251469"/>
                  </a:lnTo>
                  <a:lnTo>
                    <a:pt x="1125511" y="265402"/>
                  </a:lnTo>
                  <a:lnTo>
                    <a:pt x="1195856" y="279024"/>
                  </a:lnTo>
                  <a:lnTo>
                    <a:pt x="1266200" y="292344"/>
                  </a:lnTo>
                  <a:lnTo>
                    <a:pt x="1336545" y="305366"/>
                  </a:lnTo>
                  <a:lnTo>
                    <a:pt x="1406889" y="318098"/>
                  </a:lnTo>
                  <a:lnTo>
                    <a:pt x="1477234" y="330547"/>
                  </a:lnTo>
                  <a:lnTo>
                    <a:pt x="1547578" y="342718"/>
                  </a:lnTo>
                  <a:lnTo>
                    <a:pt x="1617923" y="354618"/>
                  </a:lnTo>
                  <a:lnTo>
                    <a:pt x="1688267" y="366253"/>
                  </a:lnTo>
                  <a:lnTo>
                    <a:pt x="1758612" y="377629"/>
                  </a:lnTo>
                  <a:lnTo>
                    <a:pt x="1828956" y="388751"/>
                  </a:lnTo>
                  <a:lnTo>
                    <a:pt x="1899301" y="399625"/>
                  </a:lnTo>
                  <a:lnTo>
                    <a:pt x="1969645" y="410257"/>
                  </a:lnTo>
                  <a:lnTo>
                    <a:pt x="2039990" y="420653"/>
                  </a:lnTo>
                  <a:lnTo>
                    <a:pt x="2110334" y="430816"/>
                  </a:lnTo>
                  <a:lnTo>
                    <a:pt x="2180679" y="440753"/>
                  </a:lnTo>
                  <a:lnTo>
                    <a:pt x="2251023" y="450469"/>
                  </a:lnTo>
                  <a:lnTo>
                    <a:pt x="2321368" y="459968"/>
                  </a:lnTo>
                  <a:lnTo>
                    <a:pt x="2391712" y="469256"/>
                  </a:lnTo>
                  <a:lnTo>
                    <a:pt x="2462057" y="478337"/>
                  </a:lnTo>
                  <a:lnTo>
                    <a:pt x="2532401" y="487215"/>
                  </a:lnTo>
                  <a:lnTo>
                    <a:pt x="2602746" y="495895"/>
                  </a:lnTo>
                  <a:lnTo>
                    <a:pt x="2673090" y="504382"/>
                  </a:lnTo>
                  <a:lnTo>
                    <a:pt x="2743435" y="512680"/>
                  </a:lnTo>
                  <a:lnTo>
                    <a:pt x="2813779" y="520794"/>
                  </a:lnTo>
                  <a:lnTo>
                    <a:pt x="2884124" y="528726"/>
                  </a:lnTo>
                  <a:lnTo>
                    <a:pt x="2954468" y="536482"/>
                  </a:lnTo>
                  <a:lnTo>
                    <a:pt x="3024813" y="544064"/>
                  </a:lnTo>
                  <a:lnTo>
                    <a:pt x="3095157" y="551478"/>
                  </a:lnTo>
                  <a:lnTo>
                    <a:pt x="3165502" y="558727"/>
                  </a:lnTo>
                  <a:lnTo>
                    <a:pt x="3235846" y="565814"/>
                  </a:lnTo>
                  <a:lnTo>
                    <a:pt x="3306191" y="572743"/>
                  </a:lnTo>
                  <a:lnTo>
                    <a:pt x="3376535" y="579518"/>
                  </a:lnTo>
                  <a:lnTo>
                    <a:pt x="3446880" y="586142"/>
                  </a:lnTo>
                  <a:lnTo>
                    <a:pt x="3517224" y="592618"/>
                  </a:lnTo>
                  <a:lnTo>
                    <a:pt x="3587569" y="598950"/>
                  </a:lnTo>
                  <a:lnTo>
                    <a:pt x="3657913" y="605141"/>
                  </a:lnTo>
                  <a:lnTo>
                    <a:pt x="3728257" y="611194"/>
                  </a:lnTo>
                  <a:lnTo>
                    <a:pt x="3798602" y="617112"/>
                  </a:lnTo>
                  <a:lnTo>
                    <a:pt x="3868946" y="622899"/>
                  </a:lnTo>
                  <a:lnTo>
                    <a:pt x="3939291" y="628556"/>
                  </a:lnTo>
                  <a:lnTo>
                    <a:pt x="4009635" y="634087"/>
                  </a:lnTo>
                  <a:lnTo>
                    <a:pt x="4079980" y="639495"/>
                  </a:lnTo>
                  <a:lnTo>
                    <a:pt x="4150324" y="644783"/>
                  </a:lnTo>
                  <a:lnTo>
                    <a:pt x="4220669" y="649953"/>
                  </a:lnTo>
                  <a:lnTo>
                    <a:pt x="4291013" y="655007"/>
                  </a:lnTo>
                  <a:lnTo>
                    <a:pt x="4361358" y="659949"/>
                  </a:lnTo>
                  <a:lnTo>
                    <a:pt x="4431702" y="664781"/>
                  </a:lnTo>
                  <a:lnTo>
                    <a:pt x="4502047" y="669505"/>
                  </a:lnTo>
                  <a:lnTo>
                    <a:pt x="4572391" y="674124"/>
                  </a:lnTo>
                  <a:lnTo>
                    <a:pt x="4642736" y="678640"/>
                  </a:lnTo>
                  <a:lnTo>
                    <a:pt x="4713080" y="683055"/>
                  </a:lnTo>
                  <a:lnTo>
                    <a:pt x="4783425" y="687372"/>
                  </a:lnTo>
                  <a:lnTo>
                    <a:pt x="4853769" y="691593"/>
                  </a:lnTo>
                  <a:lnTo>
                    <a:pt x="4924114" y="695720"/>
                  </a:lnTo>
                  <a:lnTo>
                    <a:pt x="4994458" y="699755"/>
                  </a:lnTo>
                  <a:lnTo>
                    <a:pt x="5064803" y="703700"/>
                  </a:lnTo>
                  <a:lnTo>
                    <a:pt x="5135147" y="707557"/>
                  </a:lnTo>
                  <a:lnTo>
                    <a:pt x="5205492" y="711328"/>
                  </a:lnTo>
                  <a:lnTo>
                    <a:pt x="5275836" y="715015"/>
                  </a:lnTo>
                  <a:lnTo>
                    <a:pt x="5346181" y="718620"/>
                  </a:lnTo>
                  <a:lnTo>
                    <a:pt x="5416525" y="722144"/>
                  </a:lnTo>
                  <a:lnTo>
                    <a:pt x="5486870" y="725590"/>
                  </a:lnTo>
                  <a:lnTo>
                    <a:pt x="5557214" y="728960"/>
                  </a:lnTo>
                  <a:lnTo>
                    <a:pt x="5627559" y="732254"/>
                  </a:lnTo>
                  <a:lnTo>
                    <a:pt x="5697903" y="735475"/>
                  </a:lnTo>
                  <a:lnTo>
                    <a:pt x="5768248" y="738624"/>
                  </a:lnTo>
                  <a:lnTo>
                    <a:pt x="5838592" y="741703"/>
                  </a:lnTo>
                  <a:lnTo>
                    <a:pt x="5908937" y="744713"/>
                  </a:lnTo>
                  <a:lnTo>
                    <a:pt x="5979281" y="747656"/>
                  </a:lnTo>
                  <a:lnTo>
                    <a:pt x="6049626" y="750534"/>
                  </a:lnTo>
                  <a:lnTo>
                    <a:pt x="6119970" y="753347"/>
                  </a:lnTo>
                  <a:lnTo>
                    <a:pt x="6190315" y="756098"/>
                  </a:lnTo>
                  <a:lnTo>
                    <a:pt x="6260659" y="758788"/>
                  </a:lnTo>
                  <a:lnTo>
                    <a:pt x="6331004" y="761417"/>
                  </a:lnTo>
                  <a:lnTo>
                    <a:pt x="6401348" y="763988"/>
                  </a:lnTo>
                  <a:lnTo>
                    <a:pt x="6471693" y="766502"/>
                  </a:lnTo>
                  <a:lnTo>
                    <a:pt x="6542037" y="768960"/>
                  </a:lnTo>
                  <a:lnTo>
                    <a:pt x="6612382" y="771363"/>
                  </a:lnTo>
                  <a:lnTo>
                    <a:pt x="6682726" y="773712"/>
                  </a:lnTo>
                  <a:lnTo>
                    <a:pt x="6753071" y="776009"/>
                  </a:lnTo>
                  <a:lnTo>
                    <a:pt x="6823415" y="778255"/>
                  </a:lnTo>
                  <a:lnTo>
                    <a:pt x="6893760" y="780451"/>
                  </a:lnTo>
                  <a:lnTo>
                    <a:pt x="6964104" y="782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2026-07-22T07:54:27Z</dcterms:modified>
  <cp:category/>
</cp:coreProperties>
</file>