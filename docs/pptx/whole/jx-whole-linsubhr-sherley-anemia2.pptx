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17204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05837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294470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310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36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0369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49002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35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626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6152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0154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38787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2742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605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468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318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951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817517" y="3593332"/>
              <a:ext cx="7235830" cy="1641503"/>
            </a:xfrm>
            <a:custGeom>
              <a:avLst/>
              <a:pathLst>
                <a:path w="7235830" h="1641503">
                  <a:moveTo>
                    <a:pt x="0" y="0"/>
                  </a:moveTo>
                  <a:lnTo>
                    <a:pt x="7347" y="3629"/>
                  </a:lnTo>
                  <a:lnTo>
                    <a:pt x="81107" y="39404"/>
                  </a:lnTo>
                  <a:lnTo>
                    <a:pt x="154867" y="74527"/>
                  </a:lnTo>
                  <a:lnTo>
                    <a:pt x="228627" y="109008"/>
                  </a:lnTo>
                  <a:lnTo>
                    <a:pt x="302387" y="142860"/>
                  </a:lnTo>
                  <a:lnTo>
                    <a:pt x="376147" y="176094"/>
                  </a:lnTo>
                  <a:lnTo>
                    <a:pt x="449907" y="208721"/>
                  </a:lnTo>
                  <a:lnTo>
                    <a:pt x="523667" y="240753"/>
                  </a:lnTo>
                  <a:lnTo>
                    <a:pt x="597427" y="272201"/>
                  </a:lnTo>
                  <a:lnTo>
                    <a:pt x="671187" y="303075"/>
                  </a:lnTo>
                  <a:lnTo>
                    <a:pt x="744947" y="333385"/>
                  </a:lnTo>
                  <a:lnTo>
                    <a:pt x="818707" y="363142"/>
                  </a:lnTo>
                  <a:lnTo>
                    <a:pt x="892467" y="392356"/>
                  </a:lnTo>
                  <a:lnTo>
                    <a:pt x="966227" y="421036"/>
                  </a:lnTo>
                  <a:lnTo>
                    <a:pt x="1039987" y="449194"/>
                  </a:lnTo>
                  <a:lnTo>
                    <a:pt x="1113747" y="476837"/>
                  </a:lnTo>
                  <a:lnTo>
                    <a:pt x="1187508" y="503976"/>
                  </a:lnTo>
                  <a:lnTo>
                    <a:pt x="1261268" y="530620"/>
                  </a:lnTo>
                  <a:lnTo>
                    <a:pt x="1335028" y="556778"/>
                  </a:lnTo>
                  <a:lnTo>
                    <a:pt x="1408788" y="582458"/>
                  </a:lnTo>
                  <a:lnTo>
                    <a:pt x="1482548" y="607669"/>
                  </a:lnTo>
                  <a:lnTo>
                    <a:pt x="1556308" y="632421"/>
                  </a:lnTo>
                  <a:lnTo>
                    <a:pt x="1630068" y="656720"/>
                  </a:lnTo>
                  <a:lnTo>
                    <a:pt x="1703828" y="680576"/>
                  </a:lnTo>
                  <a:lnTo>
                    <a:pt x="1777588" y="703997"/>
                  </a:lnTo>
                  <a:lnTo>
                    <a:pt x="1851348" y="726991"/>
                  </a:lnTo>
                  <a:lnTo>
                    <a:pt x="1925108" y="749564"/>
                  </a:lnTo>
                  <a:lnTo>
                    <a:pt x="1998868" y="771726"/>
                  </a:lnTo>
                  <a:lnTo>
                    <a:pt x="2072628" y="793484"/>
                  </a:lnTo>
                  <a:lnTo>
                    <a:pt x="2146388" y="814844"/>
                  </a:lnTo>
                  <a:lnTo>
                    <a:pt x="2220148" y="835814"/>
                  </a:lnTo>
                  <a:lnTo>
                    <a:pt x="2293908" y="856402"/>
                  </a:lnTo>
                  <a:lnTo>
                    <a:pt x="2367668" y="876614"/>
                  </a:lnTo>
                  <a:lnTo>
                    <a:pt x="2441428" y="896457"/>
                  </a:lnTo>
                  <a:lnTo>
                    <a:pt x="2515188" y="915938"/>
                  </a:lnTo>
                  <a:lnTo>
                    <a:pt x="2588948" y="935064"/>
                  </a:lnTo>
                  <a:lnTo>
                    <a:pt x="2662708" y="953840"/>
                  </a:lnTo>
                  <a:lnTo>
                    <a:pt x="2736468" y="972274"/>
                  </a:lnTo>
                  <a:lnTo>
                    <a:pt x="2810228" y="990371"/>
                  </a:lnTo>
                  <a:lnTo>
                    <a:pt x="2883988" y="1008138"/>
                  </a:lnTo>
                  <a:lnTo>
                    <a:pt x="2957748" y="1025581"/>
                  </a:lnTo>
                  <a:lnTo>
                    <a:pt x="3031508" y="1042706"/>
                  </a:lnTo>
                  <a:lnTo>
                    <a:pt x="3105268" y="1059518"/>
                  </a:lnTo>
                  <a:lnTo>
                    <a:pt x="3179028" y="1076023"/>
                  </a:lnTo>
                  <a:lnTo>
                    <a:pt x="3252788" y="1092227"/>
                  </a:lnTo>
                  <a:lnTo>
                    <a:pt x="3326548" y="1108135"/>
                  </a:lnTo>
                  <a:lnTo>
                    <a:pt x="3400308" y="1123753"/>
                  </a:lnTo>
                  <a:lnTo>
                    <a:pt x="3474068" y="1136566"/>
                  </a:lnTo>
                  <a:lnTo>
                    <a:pt x="3547828" y="1143478"/>
                  </a:lnTo>
                  <a:lnTo>
                    <a:pt x="3621588" y="1150332"/>
                  </a:lnTo>
                  <a:lnTo>
                    <a:pt x="3695348" y="1157128"/>
                  </a:lnTo>
                  <a:lnTo>
                    <a:pt x="3769108" y="1163868"/>
                  </a:lnTo>
                  <a:lnTo>
                    <a:pt x="3842868" y="1170552"/>
                  </a:lnTo>
                  <a:lnTo>
                    <a:pt x="3916628" y="1177179"/>
                  </a:lnTo>
                  <a:lnTo>
                    <a:pt x="3990388" y="1183752"/>
                  </a:lnTo>
                  <a:lnTo>
                    <a:pt x="4064149" y="1190269"/>
                  </a:lnTo>
                  <a:lnTo>
                    <a:pt x="4137909" y="1196732"/>
                  </a:lnTo>
                  <a:lnTo>
                    <a:pt x="4211669" y="1203141"/>
                  </a:lnTo>
                  <a:lnTo>
                    <a:pt x="4285429" y="1209496"/>
                  </a:lnTo>
                  <a:lnTo>
                    <a:pt x="4359189" y="1215799"/>
                  </a:lnTo>
                  <a:lnTo>
                    <a:pt x="4432949" y="1222048"/>
                  </a:lnTo>
                  <a:lnTo>
                    <a:pt x="4506709" y="1228246"/>
                  </a:lnTo>
                  <a:lnTo>
                    <a:pt x="4580469" y="1234391"/>
                  </a:lnTo>
                  <a:lnTo>
                    <a:pt x="4654229" y="1240486"/>
                  </a:lnTo>
                  <a:lnTo>
                    <a:pt x="4727989" y="1246529"/>
                  </a:lnTo>
                  <a:lnTo>
                    <a:pt x="4801749" y="1252522"/>
                  </a:lnTo>
                  <a:lnTo>
                    <a:pt x="4875509" y="1258465"/>
                  </a:lnTo>
                  <a:lnTo>
                    <a:pt x="4949269" y="1264358"/>
                  </a:lnTo>
                  <a:lnTo>
                    <a:pt x="5023029" y="1270202"/>
                  </a:lnTo>
                  <a:lnTo>
                    <a:pt x="5096789" y="1275997"/>
                  </a:lnTo>
                  <a:lnTo>
                    <a:pt x="5170549" y="1281744"/>
                  </a:lnTo>
                  <a:lnTo>
                    <a:pt x="5244309" y="1287443"/>
                  </a:lnTo>
                  <a:lnTo>
                    <a:pt x="5318069" y="1293094"/>
                  </a:lnTo>
                  <a:lnTo>
                    <a:pt x="5391829" y="1298698"/>
                  </a:lnTo>
                  <a:lnTo>
                    <a:pt x="5465589" y="1304255"/>
                  </a:lnTo>
                  <a:lnTo>
                    <a:pt x="5539349" y="1309766"/>
                  </a:lnTo>
                  <a:lnTo>
                    <a:pt x="5613109" y="1315231"/>
                  </a:lnTo>
                  <a:lnTo>
                    <a:pt x="5686869" y="1320650"/>
                  </a:lnTo>
                  <a:lnTo>
                    <a:pt x="5760629" y="1326023"/>
                  </a:lnTo>
                  <a:lnTo>
                    <a:pt x="5834389" y="1331352"/>
                  </a:lnTo>
                  <a:lnTo>
                    <a:pt x="5908149" y="1336637"/>
                  </a:lnTo>
                  <a:lnTo>
                    <a:pt x="5981909" y="1341877"/>
                  </a:lnTo>
                  <a:lnTo>
                    <a:pt x="6055669" y="1347073"/>
                  </a:lnTo>
                  <a:lnTo>
                    <a:pt x="6129429" y="1352226"/>
                  </a:lnTo>
                  <a:lnTo>
                    <a:pt x="6203189" y="1357336"/>
                  </a:lnTo>
                  <a:lnTo>
                    <a:pt x="6276949" y="1362403"/>
                  </a:lnTo>
                  <a:lnTo>
                    <a:pt x="6350709" y="1367428"/>
                  </a:lnTo>
                  <a:lnTo>
                    <a:pt x="6424469" y="1372411"/>
                  </a:lnTo>
                  <a:lnTo>
                    <a:pt x="6498229" y="1377353"/>
                  </a:lnTo>
                  <a:lnTo>
                    <a:pt x="6571989" y="1382253"/>
                  </a:lnTo>
                  <a:lnTo>
                    <a:pt x="6645749" y="1387112"/>
                  </a:lnTo>
                  <a:lnTo>
                    <a:pt x="6719509" y="1391931"/>
                  </a:lnTo>
                  <a:lnTo>
                    <a:pt x="6793269" y="1396709"/>
                  </a:lnTo>
                  <a:lnTo>
                    <a:pt x="6867029" y="1401447"/>
                  </a:lnTo>
                  <a:lnTo>
                    <a:pt x="6940789" y="1406146"/>
                  </a:lnTo>
                  <a:lnTo>
                    <a:pt x="7014550" y="1410805"/>
                  </a:lnTo>
                  <a:lnTo>
                    <a:pt x="7088310" y="1415426"/>
                  </a:lnTo>
                  <a:lnTo>
                    <a:pt x="7162070" y="1420008"/>
                  </a:lnTo>
                  <a:lnTo>
                    <a:pt x="7235830" y="1424552"/>
                  </a:lnTo>
                  <a:lnTo>
                    <a:pt x="7235830" y="1641503"/>
                  </a:lnTo>
                  <a:lnTo>
                    <a:pt x="7162070" y="1635509"/>
                  </a:lnTo>
                  <a:lnTo>
                    <a:pt x="7088310" y="1629405"/>
                  </a:lnTo>
                  <a:lnTo>
                    <a:pt x="7014550" y="1623186"/>
                  </a:lnTo>
                  <a:lnTo>
                    <a:pt x="6940789" y="1616852"/>
                  </a:lnTo>
                  <a:lnTo>
                    <a:pt x="6867029" y="1610401"/>
                  </a:lnTo>
                  <a:lnTo>
                    <a:pt x="6793269" y="1603829"/>
                  </a:lnTo>
                  <a:lnTo>
                    <a:pt x="6719509" y="1597135"/>
                  </a:lnTo>
                  <a:lnTo>
                    <a:pt x="6645749" y="1590317"/>
                  </a:lnTo>
                  <a:lnTo>
                    <a:pt x="6571989" y="1583372"/>
                  </a:lnTo>
                  <a:lnTo>
                    <a:pt x="6498229" y="1576298"/>
                  </a:lnTo>
                  <a:lnTo>
                    <a:pt x="6424469" y="1569093"/>
                  </a:lnTo>
                  <a:lnTo>
                    <a:pt x="6350709" y="1561754"/>
                  </a:lnTo>
                  <a:lnTo>
                    <a:pt x="6276949" y="1554278"/>
                  </a:lnTo>
                  <a:lnTo>
                    <a:pt x="6203189" y="1546663"/>
                  </a:lnTo>
                  <a:lnTo>
                    <a:pt x="6129429" y="1538906"/>
                  </a:lnTo>
                  <a:lnTo>
                    <a:pt x="6055669" y="1531006"/>
                  </a:lnTo>
                  <a:lnTo>
                    <a:pt x="5981909" y="1522958"/>
                  </a:lnTo>
                  <a:lnTo>
                    <a:pt x="5908149" y="1514761"/>
                  </a:lnTo>
                  <a:lnTo>
                    <a:pt x="5834389" y="1506412"/>
                  </a:lnTo>
                  <a:lnTo>
                    <a:pt x="5760629" y="1497907"/>
                  </a:lnTo>
                  <a:lnTo>
                    <a:pt x="5686869" y="1489245"/>
                  </a:lnTo>
                  <a:lnTo>
                    <a:pt x="5613109" y="1480421"/>
                  </a:lnTo>
                  <a:lnTo>
                    <a:pt x="5539349" y="1471433"/>
                  </a:lnTo>
                  <a:lnTo>
                    <a:pt x="5465589" y="1462278"/>
                  </a:lnTo>
                  <a:lnTo>
                    <a:pt x="5391829" y="1452953"/>
                  </a:lnTo>
                  <a:lnTo>
                    <a:pt x="5318069" y="1443455"/>
                  </a:lnTo>
                  <a:lnTo>
                    <a:pt x="5244309" y="1433780"/>
                  </a:lnTo>
                  <a:lnTo>
                    <a:pt x="5170549" y="1423925"/>
                  </a:lnTo>
                  <a:lnTo>
                    <a:pt x="5096789" y="1413887"/>
                  </a:lnTo>
                  <a:lnTo>
                    <a:pt x="5023029" y="1403663"/>
                  </a:lnTo>
                  <a:lnTo>
                    <a:pt x="4949269" y="1393248"/>
                  </a:lnTo>
                  <a:lnTo>
                    <a:pt x="4875509" y="1382640"/>
                  </a:lnTo>
                  <a:lnTo>
                    <a:pt x="4801749" y="1371834"/>
                  </a:lnTo>
                  <a:lnTo>
                    <a:pt x="4727989" y="1360828"/>
                  </a:lnTo>
                  <a:lnTo>
                    <a:pt x="4654229" y="1349617"/>
                  </a:lnTo>
                  <a:lnTo>
                    <a:pt x="4580469" y="1338198"/>
                  </a:lnTo>
                  <a:lnTo>
                    <a:pt x="4506709" y="1326566"/>
                  </a:lnTo>
                  <a:lnTo>
                    <a:pt x="4432949" y="1314718"/>
                  </a:lnTo>
                  <a:lnTo>
                    <a:pt x="4359189" y="1302650"/>
                  </a:lnTo>
                  <a:lnTo>
                    <a:pt x="4285429" y="1290358"/>
                  </a:lnTo>
                  <a:lnTo>
                    <a:pt x="4211669" y="1277837"/>
                  </a:lnTo>
                  <a:lnTo>
                    <a:pt x="4137909" y="1265084"/>
                  </a:lnTo>
                  <a:lnTo>
                    <a:pt x="4064149" y="1252093"/>
                  </a:lnTo>
                  <a:lnTo>
                    <a:pt x="3990388" y="1238861"/>
                  </a:lnTo>
                  <a:lnTo>
                    <a:pt x="3916628" y="1225382"/>
                  </a:lnTo>
                  <a:lnTo>
                    <a:pt x="3842868" y="1211654"/>
                  </a:lnTo>
                  <a:lnTo>
                    <a:pt x="3769108" y="1197670"/>
                  </a:lnTo>
                  <a:lnTo>
                    <a:pt x="3695348" y="1183426"/>
                  </a:lnTo>
                  <a:lnTo>
                    <a:pt x="3621588" y="1168917"/>
                  </a:lnTo>
                  <a:lnTo>
                    <a:pt x="3547828" y="1154139"/>
                  </a:lnTo>
                  <a:lnTo>
                    <a:pt x="3474068" y="1139086"/>
                  </a:lnTo>
                  <a:lnTo>
                    <a:pt x="3400308" y="1129597"/>
                  </a:lnTo>
                  <a:lnTo>
                    <a:pt x="3326548" y="1122568"/>
                  </a:lnTo>
                  <a:lnTo>
                    <a:pt x="3252788" y="1115481"/>
                  </a:lnTo>
                  <a:lnTo>
                    <a:pt x="3179028" y="1108333"/>
                  </a:lnTo>
                  <a:lnTo>
                    <a:pt x="3105268" y="1101125"/>
                  </a:lnTo>
                  <a:lnTo>
                    <a:pt x="3031508" y="1093857"/>
                  </a:lnTo>
                  <a:lnTo>
                    <a:pt x="2957748" y="1086528"/>
                  </a:lnTo>
                  <a:lnTo>
                    <a:pt x="2883988" y="1079136"/>
                  </a:lnTo>
                  <a:lnTo>
                    <a:pt x="2810228" y="1071683"/>
                  </a:lnTo>
                  <a:lnTo>
                    <a:pt x="2736468" y="1064166"/>
                  </a:lnTo>
                  <a:lnTo>
                    <a:pt x="2662708" y="1056587"/>
                  </a:lnTo>
                  <a:lnTo>
                    <a:pt x="2588948" y="1048943"/>
                  </a:lnTo>
                  <a:lnTo>
                    <a:pt x="2515188" y="1041235"/>
                  </a:lnTo>
                  <a:lnTo>
                    <a:pt x="2441428" y="1033462"/>
                  </a:lnTo>
                  <a:lnTo>
                    <a:pt x="2367668" y="1025624"/>
                  </a:lnTo>
                  <a:lnTo>
                    <a:pt x="2293908" y="1017719"/>
                  </a:lnTo>
                  <a:lnTo>
                    <a:pt x="2220148" y="1009748"/>
                  </a:lnTo>
                  <a:lnTo>
                    <a:pt x="2146388" y="1001710"/>
                  </a:lnTo>
                  <a:lnTo>
                    <a:pt x="2072628" y="993605"/>
                  </a:lnTo>
                  <a:lnTo>
                    <a:pt x="1998868" y="985430"/>
                  </a:lnTo>
                  <a:lnTo>
                    <a:pt x="1925108" y="977187"/>
                  </a:lnTo>
                  <a:lnTo>
                    <a:pt x="1851348" y="968875"/>
                  </a:lnTo>
                  <a:lnTo>
                    <a:pt x="1777588" y="960493"/>
                  </a:lnTo>
                  <a:lnTo>
                    <a:pt x="1703828" y="952039"/>
                  </a:lnTo>
                  <a:lnTo>
                    <a:pt x="1630068" y="943515"/>
                  </a:lnTo>
                  <a:lnTo>
                    <a:pt x="1556308" y="934919"/>
                  </a:lnTo>
                  <a:lnTo>
                    <a:pt x="1482548" y="926251"/>
                  </a:lnTo>
                  <a:lnTo>
                    <a:pt x="1408788" y="917509"/>
                  </a:lnTo>
                  <a:lnTo>
                    <a:pt x="1335028" y="908694"/>
                  </a:lnTo>
                  <a:lnTo>
                    <a:pt x="1261268" y="899804"/>
                  </a:lnTo>
                  <a:lnTo>
                    <a:pt x="1187508" y="890840"/>
                  </a:lnTo>
                  <a:lnTo>
                    <a:pt x="1113747" y="881800"/>
                  </a:lnTo>
                  <a:lnTo>
                    <a:pt x="1039987" y="872684"/>
                  </a:lnTo>
                  <a:lnTo>
                    <a:pt x="966227" y="863492"/>
                  </a:lnTo>
                  <a:lnTo>
                    <a:pt x="892467" y="854221"/>
                  </a:lnTo>
                  <a:lnTo>
                    <a:pt x="818707" y="844873"/>
                  </a:lnTo>
                  <a:lnTo>
                    <a:pt x="744947" y="835446"/>
                  </a:lnTo>
                  <a:lnTo>
                    <a:pt x="671187" y="825939"/>
                  </a:lnTo>
                  <a:lnTo>
                    <a:pt x="597427" y="816353"/>
                  </a:lnTo>
                  <a:lnTo>
                    <a:pt x="523667" y="806686"/>
                  </a:lnTo>
                  <a:lnTo>
                    <a:pt x="449907" y="796937"/>
                  </a:lnTo>
                  <a:lnTo>
                    <a:pt x="376147" y="787106"/>
                  </a:lnTo>
                  <a:lnTo>
                    <a:pt x="302387" y="777192"/>
                  </a:lnTo>
                  <a:lnTo>
                    <a:pt x="228627" y="767195"/>
                  </a:lnTo>
                  <a:lnTo>
                    <a:pt x="154867" y="757113"/>
                  </a:lnTo>
                  <a:lnTo>
                    <a:pt x="81107" y="746947"/>
                  </a:lnTo>
                  <a:lnTo>
                    <a:pt x="7347" y="736695"/>
                  </a:lnTo>
                  <a:lnTo>
                    <a:pt x="0" y="735665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817517" y="3593332"/>
              <a:ext cx="7235830" cy="1424552"/>
            </a:xfrm>
            <a:custGeom>
              <a:avLst/>
              <a:pathLst>
                <a:path w="7235830" h="1424552">
                  <a:moveTo>
                    <a:pt x="0" y="0"/>
                  </a:moveTo>
                  <a:lnTo>
                    <a:pt x="7347" y="3629"/>
                  </a:lnTo>
                  <a:lnTo>
                    <a:pt x="81107" y="39404"/>
                  </a:lnTo>
                  <a:lnTo>
                    <a:pt x="154867" y="74527"/>
                  </a:lnTo>
                  <a:lnTo>
                    <a:pt x="228627" y="109008"/>
                  </a:lnTo>
                  <a:lnTo>
                    <a:pt x="302387" y="142860"/>
                  </a:lnTo>
                  <a:lnTo>
                    <a:pt x="376147" y="176094"/>
                  </a:lnTo>
                  <a:lnTo>
                    <a:pt x="449907" y="208721"/>
                  </a:lnTo>
                  <a:lnTo>
                    <a:pt x="523667" y="240753"/>
                  </a:lnTo>
                  <a:lnTo>
                    <a:pt x="597427" y="272201"/>
                  </a:lnTo>
                  <a:lnTo>
                    <a:pt x="671187" y="303075"/>
                  </a:lnTo>
                  <a:lnTo>
                    <a:pt x="744947" y="333385"/>
                  </a:lnTo>
                  <a:lnTo>
                    <a:pt x="818707" y="363142"/>
                  </a:lnTo>
                  <a:lnTo>
                    <a:pt x="892467" y="392356"/>
                  </a:lnTo>
                  <a:lnTo>
                    <a:pt x="966227" y="421036"/>
                  </a:lnTo>
                  <a:lnTo>
                    <a:pt x="1039987" y="449194"/>
                  </a:lnTo>
                  <a:lnTo>
                    <a:pt x="1113747" y="476837"/>
                  </a:lnTo>
                  <a:lnTo>
                    <a:pt x="1187508" y="503976"/>
                  </a:lnTo>
                  <a:lnTo>
                    <a:pt x="1261268" y="530620"/>
                  </a:lnTo>
                  <a:lnTo>
                    <a:pt x="1335028" y="556778"/>
                  </a:lnTo>
                  <a:lnTo>
                    <a:pt x="1408788" y="582458"/>
                  </a:lnTo>
                  <a:lnTo>
                    <a:pt x="1482548" y="607669"/>
                  </a:lnTo>
                  <a:lnTo>
                    <a:pt x="1556308" y="632421"/>
                  </a:lnTo>
                  <a:lnTo>
                    <a:pt x="1630068" y="656720"/>
                  </a:lnTo>
                  <a:lnTo>
                    <a:pt x="1703828" y="680576"/>
                  </a:lnTo>
                  <a:lnTo>
                    <a:pt x="1777588" y="703997"/>
                  </a:lnTo>
                  <a:lnTo>
                    <a:pt x="1851348" y="726991"/>
                  </a:lnTo>
                  <a:lnTo>
                    <a:pt x="1925108" y="749564"/>
                  </a:lnTo>
                  <a:lnTo>
                    <a:pt x="1998868" y="771726"/>
                  </a:lnTo>
                  <a:lnTo>
                    <a:pt x="2072628" y="793484"/>
                  </a:lnTo>
                  <a:lnTo>
                    <a:pt x="2146388" y="814844"/>
                  </a:lnTo>
                  <a:lnTo>
                    <a:pt x="2220148" y="835814"/>
                  </a:lnTo>
                  <a:lnTo>
                    <a:pt x="2293908" y="856402"/>
                  </a:lnTo>
                  <a:lnTo>
                    <a:pt x="2367668" y="876614"/>
                  </a:lnTo>
                  <a:lnTo>
                    <a:pt x="2441428" y="896457"/>
                  </a:lnTo>
                  <a:lnTo>
                    <a:pt x="2515188" y="915938"/>
                  </a:lnTo>
                  <a:lnTo>
                    <a:pt x="2588948" y="935064"/>
                  </a:lnTo>
                  <a:lnTo>
                    <a:pt x="2662708" y="953840"/>
                  </a:lnTo>
                  <a:lnTo>
                    <a:pt x="2736468" y="972274"/>
                  </a:lnTo>
                  <a:lnTo>
                    <a:pt x="2810228" y="990371"/>
                  </a:lnTo>
                  <a:lnTo>
                    <a:pt x="2883988" y="1008138"/>
                  </a:lnTo>
                  <a:lnTo>
                    <a:pt x="2957748" y="1025581"/>
                  </a:lnTo>
                  <a:lnTo>
                    <a:pt x="3031508" y="1042706"/>
                  </a:lnTo>
                  <a:lnTo>
                    <a:pt x="3105268" y="1059518"/>
                  </a:lnTo>
                  <a:lnTo>
                    <a:pt x="3179028" y="1076023"/>
                  </a:lnTo>
                  <a:lnTo>
                    <a:pt x="3252788" y="1092227"/>
                  </a:lnTo>
                  <a:lnTo>
                    <a:pt x="3326548" y="1108135"/>
                  </a:lnTo>
                  <a:lnTo>
                    <a:pt x="3400308" y="1123753"/>
                  </a:lnTo>
                  <a:lnTo>
                    <a:pt x="3474068" y="1136566"/>
                  </a:lnTo>
                  <a:lnTo>
                    <a:pt x="3547828" y="1143478"/>
                  </a:lnTo>
                  <a:lnTo>
                    <a:pt x="3621588" y="1150332"/>
                  </a:lnTo>
                  <a:lnTo>
                    <a:pt x="3695348" y="1157128"/>
                  </a:lnTo>
                  <a:lnTo>
                    <a:pt x="3769108" y="1163868"/>
                  </a:lnTo>
                  <a:lnTo>
                    <a:pt x="3842868" y="1170552"/>
                  </a:lnTo>
                  <a:lnTo>
                    <a:pt x="3916628" y="1177179"/>
                  </a:lnTo>
                  <a:lnTo>
                    <a:pt x="3990388" y="1183752"/>
                  </a:lnTo>
                  <a:lnTo>
                    <a:pt x="4064149" y="1190269"/>
                  </a:lnTo>
                  <a:lnTo>
                    <a:pt x="4137909" y="1196732"/>
                  </a:lnTo>
                  <a:lnTo>
                    <a:pt x="4211669" y="1203141"/>
                  </a:lnTo>
                  <a:lnTo>
                    <a:pt x="4285429" y="1209496"/>
                  </a:lnTo>
                  <a:lnTo>
                    <a:pt x="4359189" y="1215799"/>
                  </a:lnTo>
                  <a:lnTo>
                    <a:pt x="4432949" y="1222048"/>
                  </a:lnTo>
                  <a:lnTo>
                    <a:pt x="4506709" y="1228246"/>
                  </a:lnTo>
                  <a:lnTo>
                    <a:pt x="4580469" y="1234391"/>
                  </a:lnTo>
                  <a:lnTo>
                    <a:pt x="4654229" y="1240486"/>
                  </a:lnTo>
                  <a:lnTo>
                    <a:pt x="4727989" y="1246529"/>
                  </a:lnTo>
                  <a:lnTo>
                    <a:pt x="4801749" y="1252522"/>
                  </a:lnTo>
                  <a:lnTo>
                    <a:pt x="4875509" y="1258465"/>
                  </a:lnTo>
                  <a:lnTo>
                    <a:pt x="4949269" y="1264358"/>
                  </a:lnTo>
                  <a:lnTo>
                    <a:pt x="5023029" y="1270202"/>
                  </a:lnTo>
                  <a:lnTo>
                    <a:pt x="5096789" y="1275997"/>
                  </a:lnTo>
                  <a:lnTo>
                    <a:pt x="5170549" y="1281744"/>
                  </a:lnTo>
                  <a:lnTo>
                    <a:pt x="5244309" y="1287443"/>
                  </a:lnTo>
                  <a:lnTo>
                    <a:pt x="5318069" y="1293094"/>
                  </a:lnTo>
                  <a:lnTo>
                    <a:pt x="5391829" y="1298698"/>
                  </a:lnTo>
                  <a:lnTo>
                    <a:pt x="5465589" y="1304255"/>
                  </a:lnTo>
                  <a:lnTo>
                    <a:pt x="5539349" y="1309766"/>
                  </a:lnTo>
                  <a:lnTo>
                    <a:pt x="5613109" y="1315231"/>
                  </a:lnTo>
                  <a:lnTo>
                    <a:pt x="5686869" y="1320650"/>
                  </a:lnTo>
                  <a:lnTo>
                    <a:pt x="5760629" y="1326023"/>
                  </a:lnTo>
                  <a:lnTo>
                    <a:pt x="5834389" y="1331352"/>
                  </a:lnTo>
                  <a:lnTo>
                    <a:pt x="5908149" y="1336637"/>
                  </a:lnTo>
                  <a:lnTo>
                    <a:pt x="5981909" y="1341877"/>
                  </a:lnTo>
                  <a:lnTo>
                    <a:pt x="6055669" y="1347073"/>
                  </a:lnTo>
                  <a:lnTo>
                    <a:pt x="6129429" y="1352226"/>
                  </a:lnTo>
                  <a:lnTo>
                    <a:pt x="6203189" y="1357336"/>
                  </a:lnTo>
                  <a:lnTo>
                    <a:pt x="6276949" y="1362403"/>
                  </a:lnTo>
                  <a:lnTo>
                    <a:pt x="6350709" y="1367428"/>
                  </a:lnTo>
                  <a:lnTo>
                    <a:pt x="6424469" y="1372411"/>
                  </a:lnTo>
                  <a:lnTo>
                    <a:pt x="6498229" y="1377353"/>
                  </a:lnTo>
                  <a:lnTo>
                    <a:pt x="6571989" y="1382253"/>
                  </a:lnTo>
                  <a:lnTo>
                    <a:pt x="6645749" y="1387112"/>
                  </a:lnTo>
                  <a:lnTo>
                    <a:pt x="6719509" y="1391931"/>
                  </a:lnTo>
                  <a:lnTo>
                    <a:pt x="6793269" y="1396709"/>
                  </a:lnTo>
                  <a:lnTo>
                    <a:pt x="6867029" y="1401447"/>
                  </a:lnTo>
                  <a:lnTo>
                    <a:pt x="6940789" y="1406146"/>
                  </a:lnTo>
                  <a:lnTo>
                    <a:pt x="7014550" y="1410805"/>
                  </a:lnTo>
                  <a:lnTo>
                    <a:pt x="7088310" y="1415426"/>
                  </a:lnTo>
                  <a:lnTo>
                    <a:pt x="7162070" y="1420008"/>
                  </a:lnTo>
                  <a:lnTo>
                    <a:pt x="7235830" y="1424552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817517" y="4328998"/>
              <a:ext cx="7235830" cy="905837"/>
            </a:xfrm>
            <a:custGeom>
              <a:avLst/>
              <a:pathLst>
                <a:path w="7235830" h="905837">
                  <a:moveTo>
                    <a:pt x="7235830" y="905837"/>
                  </a:moveTo>
                  <a:lnTo>
                    <a:pt x="7162070" y="899844"/>
                  </a:lnTo>
                  <a:lnTo>
                    <a:pt x="7088310" y="893739"/>
                  </a:lnTo>
                  <a:lnTo>
                    <a:pt x="7014550" y="887521"/>
                  </a:lnTo>
                  <a:lnTo>
                    <a:pt x="6940789" y="881187"/>
                  </a:lnTo>
                  <a:lnTo>
                    <a:pt x="6867029" y="874735"/>
                  </a:lnTo>
                  <a:lnTo>
                    <a:pt x="6793269" y="868163"/>
                  </a:lnTo>
                  <a:lnTo>
                    <a:pt x="6719509" y="861470"/>
                  </a:lnTo>
                  <a:lnTo>
                    <a:pt x="6645749" y="854652"/>
                  </a:lnTo>
                  <a:lnTo>
                    <a:pt x="6571989" y="847707"/>
                  </a:lnTo>
                  <a:lnTo>
                    <a:pt x="6498229" y="840633"/>
                  </a:lnTo>
                  <a:lnTo>
                    <a:pt x="6424469" y="833427"/>
                  </a:lnTo>
                  <a:lnTo>
                    <a:pt x="6350709" y="826088"/>
                  </a:lnTo>
                  <a:lnTo>
                    <a:pt x="6276949" y="818612"/>
                  </a:lnTo>
                  <a:lnTo>
                    <a:pt x="6203189" y="810997"/>
                  </a:lnTo>
                  <a:lnTo>
                    <a:pt x="6129429" y="803241"/>
                  </a:lnTo>
                  <a:lnTo>
                    <a:pt x="6055669" y="795340"/>
                  </a:lnTo>
                  <a:lnTo>
                    <a:pt x="5981909" y="787293"/>
                  </a:lnTo>
                  <a:lnTo>
                    <a:pt x="5908149" y="779096"/>
                  </a:lnTo>
                  <a:lnTo>
                    <a:pt x="5834389" y="770746"/>
                  </a:lnTo>
                  <a:lnTo>
                    <a:pt x="5760629" y="762242"/>
                  </a:lnTo>
                  <a:lnTo>
                    <a:pt x="5686869" y="753579"/>
                  </a:lnTo>
                  <a:lnTo>
                    <a:pt x="5613109" y="744755"/>
                  </a:lnTo>
                  <a:lnTo>
                    <a:pt x="5539349" y="735767"/>
                  </a:lnTo>
                  <a:lnTo>
                    <a:pt x="5465589" y="726613"/>
                  </a:lnTo>
                  <a:lnTo>
                    <a:pt x="5391829" y="717288"/>
                  </a:lnTo>
                  <a:lnTo>
                    <a:pt x="5318069" y="707789"/>
                  </a:lnTo>
                  <a:lnTo>
                    <a:pt x="5244309" y="698114"/>
                  </a:lnTo>
                  <a:lnTo>
                    <a:pt x="5170549" y="688259"/>
                  </a:lnTo>
                  <a:lnTo>
                    <a:pt x="5096789" y="678221"/>
                  </a:lnTo>
                  <a:lnTo>
                    <a:pt x="5023029" y="667997"/>
                  </a:lnTo>
                  <a:lnTo>
                    <a:pt x="4949269" y="657582"/>
                  </a:lnTo>
                  <a:lnTo>
                    <a:pt x="4875509" y="646974"/>
                  </a:lnTo>
                  <a:lnTo>
                    <a:pt x="4801749" y="636169"/>
                  </a:lnTo>
                  <a:lnTo>
                    <a:pt x="4727989" y="625162"/>
                  </a:lnTo>
                  <a:lnTo>
                    <a:pt x="4654229" y="613951"/>
                  </a:lnTo>
                  <a:lnTo>
                    <a:pt x="4580469" y="602532"/>
                  </a:lnTo>
                  <a:lnTo>
                    <a:pt x="4506709" y="590901"/>
                  </a:lnTo>
                  <a:lnTo>
                    <a:pt x="4432949" y="579053"/>
                  </a:lnTo>
                  <a:lnTo>
                    <a:pt x="4359189" y="566985"/>
                  </a:lnTo>
                  <a:lnTo>
                    <a:pt x="4285429" y="554692"/>
                  </a:lnTo>
                  <a:lnTo>
                    <a:pt x="4211669" y="542171"/>
                  </a:lnTo>
                  <a:lnTo>
                    <a:pt x="4137909" y="529418"/>
                  </a:lnTo>
                  <a:lnTo>
                    <a:pt x="4064149" y="516427"/>
                  </a:lnTo>
                  <a:lnTo>
                    <a:pt x="3990388" y="503195"/>
                  </a:lnTo>
                  <a:lnTo>
                    <a:pt x="3916628" y="489717"/>
                  </a:lnTo>
                  <a:lnTo>
                    <a:pt x="3842868" y="475988"/>
                  </a:lnTo>
                  <a:lnTo>
                    <a:pt x="3769108" y="462004"/>
                  </a:lnTo>
                  <a:lnTo>
                    <a:pt x="3695348" y="447760"/>
                  </a:lnTo>
                  <a:lnTo>
                    <a:pt x="3621588" y="433252"/>
                  </a:lnTo>
                  <a:lnTo>
                    <a:pt x="3547828" y="418473"/>
                  </a:lnTo>
                  <a:lnTo>
                    <a:pt x="3474068" y="403420"/>
                  </a:lnTo>
                  <a:lnTo>
                    <a:pt x="3400308" y="393931"/>
                  </a:lnTo>
                  <a:lnTo>
                    <a:pt x="3326548" y="386903"/>
                  </a:lnTo>
                  <a:lnTo>
                    <a:pt x="3252788" y="379815"/>
                  </a:lnTo>
                  <a:lnTo>
                    <a:pt x="3179028" y="372667"/>
                  </a:lnTo>
                  <a:lnTo>
                    <a:pt x="3105268" y="365460"/>
                  </a:lnTo>
                  <a:lnTo>
                    <a:pt x="3031508" y="358191"/>
                  </a:lnTo>
                  <a:lnTo>
                    <a:pt x="2957748" y="350862"/>
                  </a:lnTo>
                  <a:lnTo>
                    <a:pt x="2883988" y="343471"/>
                  </a:lnTo>
                  <a:lnTo>
                    <a:pt x="2810228" y="336017"/>
                  </a:lnTo>
                  <a:lnTo>
                    <a:pt x="2736468" y="328501"/>
                  </a:lnTo>
                  <a:lnTo>
                    <a:pt x="2662708" y="320921"/>
                  </a:lnTo>
                  <a:lnTo>
                    <a:pt x="2588948" y="313277"/>
                  </a:lnTo>
                  <a:lnTo>
                    <a:pt x="2515188" y="305569"/>
                  </a:lnTo>
                  <a:lnTo>
                    <a:pt x="2441428" y="297797"/>
                  </a:lnTo>
                  <a:lnTo>
                    <a:pt x="2367668" y="289958"/>
                  </a:lnTo>
                  <a:lnTo>
                    <a:pt x="2293908" y="282054"/>
                  </a:lnTo>
                  <a:lnTo>
                    <a:pt x="2220148" y="274083"/>
                  </a:lnTo>
                  <a:lnTo>
                    <a:pt x="2146388" y="266045"/>
                  </a:lnTo>
                  <a:lnTo>
                    <a:pt x="2072628" y="257939"/>
                  </a:lnTo>
                  <a:lnTo>
                    <a:pt x="1998868" y="249765"/>
                  </a:lnTo>
                  <a:lnTo>
                    <a:pt x="1925108" y="241522"/>
                  </a:lnTo>
                  <a:lnTo>
                    <a:pt x="1851348" y="233209"/>
                  </a:lnTo>
                  <a:lnTo>
                    <a:pt x="1777588" y="224827"/>
                  </a:lnTo>
                  <a:lnTo>
                    <a:pt x="1703828" y="216374"/>
                  </a:lnTo>
                  <a:lnTo>
                    <a:pt x="1630068" y="207849"/>
                  </a:lnTo>
                  <a:lnTo>
                    <a:pt x="1556308" y="199253"/>
                  </a:lnTo>
                  <a:lnTo>
                    <a:pt x="1482548" y="190585"/>
                  </a:lnTo>
                  <a:lnTo>
                    <a:pt x="1408788" y="181843"/>
                  </a:lnTo>
                  <a:lnTo>
                    <a:pt x="1335028" y="173028"/>
                  </a:lnTo>
                  <a:lnTo>
                    <a:pt x="1261268" y="164139"/>
                  </a:lnTo>
                  <a:lnTo>
                    <a:pt x="1187508" y="155174"/>
                  </a:lnTo>
                  <a:lnTo>
                    <a:pt x="1113747" y="146135"/>
                  </a:lnTo>
                  <a:lnTo>
                    <a:pt x="1039987" y="137019"/>
                  </a:lnTo>
                  <a:lnTo>
                    <a:pt x="966227" y="127826"/>
                  </a:lnTo>
                  <a:lnTo>
                    <a:pt x="892467" y="118556"/>
                  </a:lnTo>
                  <a:lnTo>
                    <a:pt x="818707" y="109207"/>
                  </a:lnTo>
                  <a:lnTo>
                    <a:pt x="744947" y="99780"/>
                  </a:lnTo>
                  <a:lnTo>
                    <a:pt x="671187" y="90274"/>
                  </a:lnTo>
                  <a:lnTo>
                    <a:pt x="597427" y="80687"/>
                  </a:lnTo>
                  <a:lnTo>
                    <a:pt x="523667" y="71020"/>
                  </a:lnTo>
                  <a:lnTo>
                    <a:pt x="449907" y="61271"/>
                  </a:lnTo>
                  <a:lnTo>
                    <a:pt x="376147" y="51440"/>
                  </a:lnTo>
                  <a:lnTo>
                    <a:pt x="302387" y="41526"/>
                  </a:lnTo>
                  <a:lnTo>
                    <a:pt x="228627" y="31529"/>
                  </a:lnTo>
                  <a:lnTo>
                    <a:pt x="154867" y="21448"/>
                  </a:lnTo>
                  <a:lnTo>
                    <a:pt x="81107" y="11281"/>
                  </a:lnTo>
                  <a:lnTo>
                    <a:pt x="7347" y="1029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817517" y="4004130"/>
              <a:ext cx="7235830" cy="1136107"/>
            </a:xfrm>
            <a:custGeom>
              <a:avLst/>
              <a:pathLst>
                <a:path w="7235830" h="1136107">
                  <a:moveTo>
                    <a:pt x="0" y="0"/>
                  </a:moveTo>
                  <a:lnTo>
                    <a:pt x="7347" y="2084"/>
                  </a:lnTo>
                  <a:lnTo>
                    <a:pt x="81107" y="22735"/>
                  </a:lnTo>
                  <a:lnTo>
                    <a:pt x="154867" y="43111"/>
                  </a:lnTo>
                  <a:lnTo>
                    <a:pt x="228627" y="63216"/>
                  </a:lnTo>
                  <a:lnTo>
                    <a:pt x="302387" y="83053"/>
                  </a:lnTo>
                  <a:lnTo>
                    <a:pt x="376147" y="102626"/>
                  </a:lnTo>
                  <a:lnTo>
                    <a:pt x="449907" y="121938"/>
                  </a:lnTo>
                  <a:lnTo>
                    <a:pt x="523667" y="140993"/>
                  </a:lnTo>
                  <a:lnTo>
                    <a:pt x="597427" y="159795"/>
                  </a:lnTo>
                  <a:lnTo>
                    <a:pt x="671187" y="178346"/>
                  </a:lnTo>
                  <a:lnTo>
                    <a:pt x="744947" y="196650"/>
                  </a:lnTo>
                  <a:lnTo>
                    <a:pt x="818707" y="214710"/>
                  </a:lnTo>
                  <a:lnTo>
                    <a:pt x="892467" y="232530"/>
                  </a:lnTo>
                  <a:lnTo>
                    <a:pt x="966227" y="250113"/>
                  </a:lnTo>
                  <a:lnTo>
                    <a:pt x="1039987" y="267461"/>
                  </a:lnTo>
                  <a:lnTo>
                    <a:pt x="1113747" y="284579"/>
                  </a:lnTo>
                  <a:lnTo>
                    <a:pt x="1187508" y="301469"/>
                  </a:lnTo>
                  <a:lnTo>
                    <a:pt x="1261268" y="318133"/>
                  </a:lnTo>
                  <a:lnTo>
                    <a:pt x="1335028" y="334576"/>
                  </a:lnTo>
                  <a:lnTo>
                    <a:pt x="1408788" y="350800"/>
                  </a:lnTo>
                  <a:lnTo>
                    <a:pt x="1482548" y="366808"/>
                  </a:lnTo>
                  <a:lnTo>
                    <a:pt x="1556308" y="382603"/>
                  </a:lnTo>
                  <a:lnTo>
                    <a:pt x="1630068" y="398188"/>
                  </a:lnTo>
                  <a:lnTo>
                    <a:pt x="1703828" y="413565"/>
                  </a:lnTo>
                  <a:lnTo>
                    <a:pt x="1777588" y="428737"/>
                  </a:lnTo>
                  <a:lnTo>
                    <a:pt x="1851348" y="443707"/>
                  </a:lnTo>
                  <a:lnTo>
                    <a:pt x="1925108" y="458478"/>
                  </a:lnTo>
                  <a:lnTo>
                    <a:pt x="1998868" y="473053"/>
                  </a:lnTo>
                  <a:lnTo>
                    <a:pt x="2072628" y="487433"/>
                  </a:lnTo>
                  <a:lnTo>
                    <a:pt x="2146388" y="501622"/>
                  </a:lnTo>
                  <a:lnTo>
                    <a:pt x="2220148" y="515622"/>
                  </a:lnTo>
                  <a:lnTo>
                    <a:pt x="2293908" y="529435"/>
                  </a:lnTo>
                  <a:lnTo>
                    <a:pt x="2367668" y="543065"/>
                  </a:lnTo>
                  <a:lnTo>
                    <a:pt x="2441428" y="556513"/>
                  </a:lnTo>
                  <a:lnTo>
                    <a:pt x="2515188" y="569782"/>
                  </a:lnTo>
                  <a:lnTo>
                    <a:pt x="2588948" y="582875"/>
                  </a:lnTo>
                  <a:lnTo>
                    <a:pt x="2662708" y="595793"/>
                  </a:lnTo>
                  <a:lnTo>
                    <a:pt x="2736468" y="608539"/>
                  </a:lnTo>
                  <a:lnTo>
                    <a:pt x="2810228" y="621115"/>
                  </a:lnTo>
                  <a:lnTo>
                    <a:pt x="2883988" y="633524"/>
                  </a:lnTo>
                  <a:lnTo>
                    <a:pt x="2957748" y="645768"/>
                  </a:lnTo>
                  <a:lnTo>
                    <a:pt x="3031508" y="657849"/>
                  </a:lnTo>
                  <a:lnTo>
                    <a:pt x="3105268" y="669768"/>
                  </a:lnTo>
                  <a:lnTo>
                    <a:pt x="3179028" y="681530"/>
                  </a:lnTo>
                  <a:lnTo>
                    <a:pt x="3252788" y="693134"/>
                  </a:lnTo>
                  <a:lnTo>
                    <a:pt x="3326548" y="704584"/>
                  </a:lnTo>
                  <a:lnTo>
                    <a:pt x="3400308" y="715882"/>
                  </a:lnTo>
                  <a:lnTo>
                    <a:pt x="3474068" y="727029"/>
                  </a:lnTo>
                  <a:lnTo>
                    <a:pt x="3547828" y="738028"/>
                  </a:lnTo>
                  <a:lnTo>
                    <a:pt x="3621588" y="748880"/>
                  </a:lnTo>
                  <a:lnTo>
                    <a:pt x="3695348" y="759588"/>
                  </a:lnTo>
                  <a:lnTo>
                    <a:pt x="3769108" y="770153"/>
                  </a:lnTo>
                  <a:lnTo>
                    <a:pt x="3842868" y="780578"/>
                  </a:lnTo>
                  <a:lnTo>
                    <a:pt x="3916628" y="790864"/>
                  </a:lnTo>
                  <a:lnTo>
                    <a:pt x="3990388" y="801013"/>
                  </a:lnTo>
                  <a:lnTo>
                    <a:pt x="4064149" y="811026"/>
                  </a:lnTo>
                  <a:lnTo>
                    <a:pt x="4137909" y="820907"/>
                  </a:lnTo>
                  <a:lnTo>
                    <a:pt x="4211669" y="830656"/>
                  </a:lnTo>
                  <a:lnTo>
                    <a:pt x="4285429" y="840275"/>
                  </a:lnTo>
                  <a:lnTo>
                    <a:pt x="4359189" y="849766"/>
                  </a:lnTo>
                  <a:lnTo>
                    <a:pt x="4432949" y="859130"/>
                  </a:lnTo>
                  <a:lnTo>
                    <a:pt x="4506709" y="868370"/>
                  </a:lnTo>
                  <a:lnTo>
                    <a:pt x="4580469" y="877487"/>
                  </a:lnTo>
                  <a:lnTo>
                    <a:pt x="4654229" y="886483"/>
                  </a:lnTo>
                  <a:lnTo>
                    <a:pt x="4727989" y="895358"/>
                  </a:lnTo>
                  <a:lnTo>
                    <a:pt x="4801749" y="904116"/>
                  </a:lnTo>
                  <a:lnTo>
                    <a:pt x="4875509" y="912757"/>
                  </a:lnTo>
                  <a:lnTo>
                    <a:pt x="4949269" y="921283"/>
                  </a:lnTo>
                  <a:lnTo>
                    <a:pt x="5023029" y="929695"/>
                  </a:lnTo>
                  <a:lnTo>
                    <a:pt x="5096789" y="937996"/>
                  </a:lnTo>
                  <a:lnTo>
                    <a:pt x="5170549" y="946186"/>
                  </a:lnTo>
                  <a:lnTo>
                    <a:pt x="5244309" y="954267"/>
                  </a:lnTo>
                  <a:lnTo>
                    <a:pt x="5318069" y="962240"/>
                  </a:lnTo>
                  <a:lnTo>
                    <a:pt x="5391829" y="970107"/>
                  </a:lnTo>
                  <a:lnTo>
                    <a:pt x="5465589" y="977869"/>
                  </a:lnTo>
                  <a:lnTo>
                    <a:pt x="5539349" y="985528"/>
                  </a:lnTo>
                  <a:lnTo>
                    <a:pt x="5613109" y="993086"/>
                  </a:lnTo>
                  <a:lnTo>
                    <a:pt x="5686869" y="1000542"/>
                  </a:lnTo>
                  <a:lnTo>
                    <a:pt x="5760629" y="1007899"/>
                  </a:lnTo>
                  <a:lnTo>
                    <a:pt x="5834389" y="1015158"/>
                  </a:lnTo>
                  <a:lnTo>
                    <a:pt x="5908149" y="1022321"/>
                  </a:lnTo>
                  <a:lnTo>
                    <a:pt x="5981909" y="1029388"/>
                  </a:lnTo>
                  <a:lnTo>
                    <a:pt x="6055669" y="1036361"/>
                  </a:lnTo>
                  <a:lnTo>
                    <a:pt x="6129429" y="1043241"/>
                  </a:lnTo>
                  <a:lnTo>
                    <a:pt x="6203189" y="1050030"/>
                  </a:lnTo>
                  <a:lnTo>
                    <a:pt x="6276949" y="1056728"/>
                  </a:lnTo>
                  <a:lnTo>
                    <a:pt x="6350709" y="1063337"/>
                  </a:lnTo>
                  <a:lnTo>
                    <a:pt x="6424469" y="1069858"/>
                  </a:lnTo>
                  <a:lnTo>
                    <a:pt x="6498229" y="1076293"/>
                  </a:lnTo>
                  <a:lnTo>
                    <a:pt x="6571989" y="1082641"/>
                  </a:lnTo>
                  <a:lnTo>
                    <a:pt x="6645749" y="1088905"/>
                  </a:lnTo>
                  <a:lnTo>
                    <a:pt x="6719509" y="1095086"/>
                  </a:lnTo>
                  <a:lnTo>
                    <a:pt x="6793269" y="1101184"/>
                  </a:lnTo>
                  <a:lnTo>
                    <a:pt x="6867029" y="1107202"/>
                  </a:lnTo>
                  <a:lnTo>
                    <a:pt x="6940789" y="1113139"/>
                  </a:lnTo>
                  <a:lnTo>
                    <a:pt x="7014550" y="1118997"/>
                  </a:lnTo>
                  <a:lnTo>
                    <a:pt x="7088310" y="1124777"/>
                  </a:lnTo>
                  <a:lnTo>
                    <a:pt x="7162070" y="1130480"/>
                  </a:lnTo>
                  <a:lnTo>
                    <a:pt x="7235830" y="1136107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691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3442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2075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07084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43110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09834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4678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71007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57335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817517" y="1896563"/>
              <a:ext cx="7052127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1.17 (1.11-1.25), p_Bonf = &lt;0.001 (n = 6)  |  per IQR decline (Δ = 29.3 %): 1.60 (1.34-1.91)  |  IQR: [-14.6, 14.7] %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817517" y="1669789"/>
              <a:ext cx="2672334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Anemia Grade 2 (Sherley adjusters)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2026-09-28T16:57:52Z</dcterms:modified>
  <cp:category/>
</cp:coreProperties>
</file>