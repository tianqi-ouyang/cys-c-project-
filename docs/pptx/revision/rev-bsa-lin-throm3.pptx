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316443"/>
            </a:xfrm>
            <a:custGeom>
              <a:avLst/>
              <a:pathLst>
                <a:path w="7090630" h="3316443">
                  <a:moveTo>
                    <a:pt x="1522743" y="0"/>
                  </a:moveTo>
                  <a:lnTo>
                    <a:pt x="1532146" y="24138"/>
                  </a:lnTo>
                  <a:lnTo>
                    <a:pt x="1567777" y="113177"/>
                  </a:lnTo>
                  <a:lnTo>
                    <a:pt x="1603408" y="199844"/>
                  </a:lnTo>
                  <a:lnTo>
                    <a:pt x="1639040" y="284202"/>
                  </a:lnTo>
                  <a:lnTo>
                    <a:pt x="1674671" y="366312"/>
                  </a:lnTo>
                  <a:lnTo>
                    <a:pt x="1710302" y="446234"/>
                  </a:lnTo>
                  <a:lnTo>
                    <a:pt x="1745934" y="524027"/>
                  </a:lnTo>
                  <a:lnTo>
                    <a:pt x="1781565" y="599747"/>
                  </a:lnTo>
                  <a:lnTo>
                    <a:pt x="1817196" y="673449"/>
                  </a:lnTo>
                  <a:lnTo>
                    <a:pt x="1852827" y="745188"/>
                  </a:lnTo>
                  <a:lnTo>
                    <a:pt x="1888459" y="815015"/>
                  </a:lnTo>
                  <a:lnTo>
                    <a:pt x="1924090" y="882982"/>
                  </a:lnTo>
                  <a:lnTo>
                    <a:pt x="1959721" y="949138"/>
                  </a:lnTo>
                  <a:lnTo>
                    <a:pt x="1995353" y="1013531"/>
                  </a:lnTo>
                  <a:lnTo>
                    <a:pt x="2030984" y="1076209"/>
                  </a:lnTo>
                  <a:lnTo>
                    <a:pt x="2066615" y="1137216"/>
                  </a:lnTo>
                  <a:lnTo>
                    <a:pt x="2102247" y="1196598"/>
                  </a:lnTo>
                  <a:lnTo>
                    <a:pt x="2137878" y="1254398"/>
                  </a:lnTo>
                  <a:lnTo>
                    <a:pt x="2173509" y="1310658"/>
                  </a:lnTo>
                  <a:lnTo>
                    <a:pt x="2209141" y="1365419"/>
                  </a:lnTo>
                  <a:lnTo>
                    <a:pt x="2244772" y="1418720"/>
                  </a:lnTo>
                  <a:lnTo>
                    <a:pt x="2280403" y="1470602"/>
                  </a:lnTo>
                  <a:lnTo>
                    <a:pt x="2316034" y="1521101"/>
                  </a:lnTo>
                  <a:lnTo>
                    <a:pt x="2351666" y="1570255"/>
                  </a:lnTo>
                  <a:lnTo>
                    <a:pt x="2387297" y="1618099"/>
                  </a:lnTo>
                  <a:lnTo>
                    <a:pt x="2422928" y="1664668"/>
                  </a:lnTo>
                  <a:lnTo>
                    <a:pt x="2458560" y="1709997"/>
                  </a:lnTo>
                  <a:lnTo>
                    <a:pt x="2494191" y="1754117"/>
                  </a:lnTo>
                  <a:lnTo>
                    <a:pt x="2529822" y="1797062"/>
                  </a:lnTo>
                  <a:lnTo>
                    <a:pt x="2565454" y="1838863"/>
                  </a:lnTo>
                  <a:lnTo>
                    <a:pt x="2601085" y="1879550"/>
                  </a:lnTo>
                  <a:lnTo>
                    <a:pt x="2636716" y="1919153"/>
                  </a:lnTo>
                  <a:lnTo>
                    <a:pt x="2672348" y="1957701"/>
                  </a:lnTo>
                  <a:lnTo>
                    <a:pt x="2707979" y="1995222"/>
                  </a:lnTo>
                  <a:lnTo>
                    <a:pt x="2743610" y="2031743"/>
                  </a:lnTo>
                  <a:lnTo>
                    <a:pt x="2779241" y="2067291"/>
                  </a:lnTo>
                  <a:lnTo>
                    <a:pt x="2814873" y="2101892"/>
                  </a:lnTo>
                  <a:lnTo>
                    <a:pt x="2850504" y="2135571"/>
                  </a:lnTo>
                  <a:lnTo>
                    <a:pt x="2886135" y="2168353"/>
                  </a:lnTo>
                  <a:lnTo>
                    <a:pt x="2921767" y="2200261"/>
                  </a:lnTo>
                  <a:lnTo>
                    <a:pt x="2957398" y="2231319"/>
                  </a:lnTo>
                  <a:lnTo>
                    <a:pt x="2993029" y="2261549"/>
                  </a:lnTo>
                  <a:lnTo>
                    <a:pt x="3028661" y="2290974"/>
                  </a:lnTo>
                  <a:lnTo>
                    <a:pt x="3064292" y="2319615"/>
                  </a:lnTo>
                  <a:lnTo>
                    <a:pt x="3099923" y="2347493"/>
                  </a:lnTo>
                  <a:lnTo>
                    <a:pt x="3135555" y="2374628"/>
                  </a:lnTo>
                  <a:lnTo>
                    <a:pt x="3171186" y="2401040"/>
                  </a:lnTo>
                  <a:lnTo>
                    <a:pt x="3206817" y="2426748"/>
                  </a:lnTo>
                  <a:lnTo>
                    <a:pt x="3242448" y="2451772"/>
                  </a:lnTo>
                  <a:lnTo>
                    <a:pt x="3278080" y="2476128"/>
                  </a:lnTo>
                  <a:lnTo>
                    <a:pt x="3313711" y="2499836"/>
                  </a:lnTo>
                  <a:lnTo>
                    <a:pt x="3349342" y="2522912"/>
                  </a:lnTo>
                  <a:lnTo>
                    <a:pt x="3384974" y="2545373"/>
                  </a:lnTo>
                  <a:lnTo>
                    <a:pt x="3420605" y="2565535"/>
                  </a:lnTo>
                  <a:lnTo>
                    <a:pt x="3456236" y="2573632"/>
                  </a:lnTo>
                  <a:lnTo>
                    <a:pt x="3491868" y="2581647"/>
                  </a:lnTo>
                  <a:lnTo>
                    <a:pt x="3527499" y="2589582"/>
                  </a:lnTo>
                  <a:lnTo>
                    <a:pt x="3563130" y="2597436"/>
                  </a:lnTo>
                  <a:lnTo>
                    <a:pt x="3598762" y="2605210"/>
                  </a:lnTo>
                  <a:lnTo>
                    <a:pt x="3634393" y="2612906"/>
                  </a:lnTo>
                  <a:lnTo>
                    <a:pt x="3670024" y="2620525"/>
                  </a:lnTo>
                  <a:lnTo>
                    <a:pt x="3705655" y="2628066"/>
                  </a:lnTo>
                  <a:lnTo>
                    <a:pt x="3741287" y="2635530"/>
                  </a:lnTo>
                  <a:lnTo>
                    <a:pt x="3776918" y="2642919"/>
                  </a:lnTo>
                  <a:lnTo>
                    <a:pt x="3812549" y="2650234"/>
                  </a:lnTo>
                  <a:lnTo>
                    <a:pt x="3848181" y="2657474"/>
                  </a:lnTo>
                  <a:lnTo>
                    <a:pt x="3883812" y="2664642"/>
                  </a:lnTo>
                  <a:lnTo>
                    <a:pt x="3919443" y="2671736"/>
                  </a:lnTo>
                  <a:lnTo>
                    <a:pt x="3955075" y="2678759"/>
                  </a:lnTo>
                  <a:lnTo>
                    <a:pt x="3990706" y="2685711"/>
                  </a:lnTo>
                  <a:lnTo>
                    <a:pt x="4026337" y="2692593"/>
                  </a:lnTo>
                  <a:lnTo>
                    <a:pt x="4061968" y="2699405"/>
                  </a:lnTo>
                  <a:lnTo>
                    <a:pt x="4097600" y="2706148"/>
                  </a:lnTo>
                  <a:lnTo>
                    <a:pt x="4133231" y="2712822"/>
                  </a:lnTo>
                  <a:lnTo>
                    <a:pt x="4168862" y="2719430"/>
                  </a:lnTo>
                  <a:lnTo>
                    <a:pt x="4204494" y="2725970"/>
                  </a:lnTo>
                  <a:lnTo>
                    <a:pt x="4240125" y="2732444"/>
                  </a:lnTo>
                  <a:lnTo>
                    <a:pt x="4275756" y="2738853"/>
                  </a:lnTo>
                  <a:lnTo>
                    <a:pt x="4311388" y="2745197"/>
                  </a:lnTo>
                  <a:lnTo>
                    <a:pt x="4347019" y="2751477"/>
                  </a:lnTo>
                  <a:lnTo>
                    <a:pt x="4382650" y="2757693"/>
                  </a:lnTo>
                  <a:lnTo>
                    <a:pt x="4418282" y="2763846"/>
                  </a:lnTo>
                  <a:lnTo>
                    <a:pt x="4453913" y="2769937"/>
                  </a:lnTo>
                  <a:lnTo>
                    <a:pt x="4489544" y="2775967"/>
                  </a:lnTo>
                  <a:lnTo>
                    <a:pt x="4525175" y="2781935"/>
                  </a:lnTo>
                  <a:lnTo>
                    <a:pt x="4560807" y="2787843"/>
                  </a:lnTo>
                  <a:lnTo>
                    <a:pt x="4596438" y="2793691"/>
                  </a:lnTo>
                  <a:lnTo>
                    <a:pt x="4632069" y="2799481"/>
                  </a:lnTo>
                  <a:lnTo>
                    <a:pt x="4667701" y="2805211"/>
                  </a:lnTo>
                  <a:lnTo>
                    <a:pt x="4703332" y="2810884"/>
                  </a:lnTo>
                  <a:lnTo>
                    <a:pt x="4738963" y="2816499"/>
                  </a:lnTo>
                  <a:lnTo>
                    <a:pt x="4774595" y="2822057"/>
                  </a:lnTo>
                  <a:lnTo>
                    <a:pt x="4810226" y="2827559"/>
                  </a:lnTo>
                  <a:lnTo>
                    <a:pt x="4845857" y="2833006"/>
                  </a:lnTo>
                  <a:lnTo>
                    <a:pt x="4881489" y="2838397"/>
                  </a:lnTo>
                  <a:lnTo>
                    <a:pt x="4917120" y="2843734"/>
                  </a:lnTo>
                  <a:lnTo>
                    <a:pt x="4952751" y="2849017"/>
                  </a:lnTo>
                  <a:lnTo>
                    <a:pt x="4988382" y="2854246"/>
                  </a:lnTo>
                  <a:lnTo>
                    <a:pt x="5024014" y="2859423"/>
                  </a:lnTo>
                  <a:lnTo>
                    <a:pt x="5059645" y="2864547"/>
                  </a:lnTo>
                  <a:lnTo>
                    <a:pt x="5095276" y="2869619"/>
                  </a:lnTo>
                  <a:lnTo>
                    <a:pt x="5130908" y="2874640"/>
                  </a:lnTo>
                  <a:lnTo>
                    <a:pt x="5166539" y="2879610"/>
                  </a:lnTo>
                  <a:lnTo>
                    <a:pt x="5202170" y="2884530"/>
                  </a:lnTo>
                  <a:lnTo>
                    <a:pt x="5237802" y="2889400"/>
                  </a:lnTo>
                  <a:lnTo>
                    <a:pt x="5273433" y="2894221"/>
                  </a:lnTo>
                  <a:lnTo>
                    <a:pt x="5309064" y="2898993"/>
                  </a:lnTo>
                  <a:lnTo>
                    <a:pt x="5344696" y="2903717"/>
                  </a:lnTo>
                  <a:lnTo>
                    <a:pt x="5380327" y="2908393"/>
                  </a:lnTo>
                  <a:lnTo>
                    <a:pt x="5415958" y="2913022"/>
                  </a:lnTo>
                  <a:lnTo>
                    <a:pt x="5451589" y="2917604"/>
                  </a:lnTo>
                  <a:lnTo>
                    <a:pt x="5487221" y="2922139"/>
                  </a:lnTo>
                  <a:lnTo>
                    <a:pt x="5522852" y="2926629"/>
                  </a:lnTo>
                  <a:lnTo>
                    <a:pt x="5558483" y="2931073"/>
                  </a:lnTo>
                  <a:lnTo>
                    <a:pt x="5594115" y="2935472"/>
                  </a:lnTo>
                  <a:lnTo>
                    <a:pt x="5629746" y="2939827"/>
                  </a:lnTo>
                  <a:lnTo>
                    <a:pt x="5665377" y="2944137"/>
                  </a:lnTo>
                  <a:lnTo>
                    <a:pt x="5701009" y="2948405"/>
                  </a:lnTo>
                  <a:lnTo>
                    <a:pt x="5736640" y="2952628"/>
                  </a:lnTo>
                  <a:lnTo>
                    <a:pt x="5772271" y="2956810"/>
                  </a:lnTo>
                  <a:lnTo>
                    <a:pt x="5807903" y="2960948"/>
                  </a:lnTo>
                  <a:lnTo>
                    <a:pt x="5843534" y="2965045"/>
                  </a:lnTo>
                  <a:lnTo>
                    <a:pt x="5879165" y="2969101"/>
                  </a:lnTo>
                  <a:lnTo>
                    <a:pt x="5914796" y="2973116"/>
                  </a:lnTo>
                  <a:lnTo>
                    <a:pt x="5950428" y="2977089"/>
                  </a:lnTo>
                  <a:lnTo>
                    <a:pt x="5986059" y="2981023"/>
                  </a:lnTo>
                  <a:lnTo>
                    <a:pt x="6021690" y="2984917"/>
                  </a:lnTo>
                  <a:lnTo>
                    <a:pt x="6057322" y="2988772"/>
                  </a:lnTo>
                  <a:lnTo>
                    <a:pt x="6092953" y="2992587"/>
                  </a:lnTo>
                  <a:lnTo>
                    <a:pt x="6128584" y="2996364"/>
                  </a:lnTo>
                  <a:lnTo>
                    <a:pt x="6164216" y="3000103"/>
                  </a:lnTo>
                  <a:lnTo>
                    <a:pt x="6199847" y="3003804"/>
                  </a:lnTo>
                  <a:lnTo>
                    <a:pt x="6235478" y="3007467"/>
                  </a:lnTo>
                  <a:lnTo>
                    <a:pt x="6271110" y="3011093"/>
                  </a:lnTo>
                  <a:lnTo>
                    <a:pt x="6306741" y="3014683"/>
                  </a:lnTo>
                  <a:lnTo>
                    <a:pt x="6342372" y="3018236"/>
                  </a:lnTo>
                  <a:lnTo>
                    <a:pt x="6378003" y="3021754"/>
                  </a:lnTo>
                  <a:lnTo>
                    <a:pt x="6413635" y="3025236"/>
                  </a:lnTo>
                  <a:lnTo>
                    <a:pt x="6449266" y="3028682"/>
                  </a:lnTo>
                  <a:lnTo>
                    <a:pt x="6484897" y="3032094"/>
                  </a:lnTo>
                  <a:lnTo>
                    <a:pt x="6520529" y="3035471"/>
                  </a:lnTo>
                  <a:lnTo>
                    <a:pt x="6556160" y="3038814"/>
                  </a:lnTo>
                  <a:lnTo>
                    <a:pt x="6591791" y="3042123"/>
                  </a:lnTo>
                  <a:lnTo>
                    <a:pt x="6627423" y="3045399"/>
                  </a:lnTo>
                  <a:lnTo>
                    <a:pt x="6663054" y="3048642"/>
                  </a:lnTo>
                  <a:lnTo>
                    <a:pt x="6698685" y="3051852"/>
                  </a:lnTo>
                  <a:lnTo>
                    <a:pt x="6734317" y="3055029"/>
                  </a:lnTo>
                  <a:lnTo>
                    <a:pt x="6769948" y="3058174"/>
                  </a:lnTo>
                  <a:lnTo>
                    <a:pt x="6805579" y="3061288"/>
                  </a:lnTo>
                  <a:lnTo>
                    <a:pt x="6841210" y="3064369"/>
                  </a:lnTo>
                  <a:lnTo>
                    <a:pt x="6876842" y="3067420"/>
                  </a:lnTo>
                  <a:lnTo>
                    <a:pt x="6912473" y="3070440"/>
                  </a:lnTo>
                  <a:lnTo>
                    <a:pt x="6948104" y="3073429"/>
                  </a:lnTo>
                  <a:lnTo>
                    <a:pt x="6983736" y="3076388"/>
                  </a:lnTo>
                  <a:lnTo>
                    <a:pt x="7019367" y="3079317"/>
                  </a:lnTo>
                  <a:lnTo>
                    <a:pt x="7054998" y="3082217"/>
                  </a:lnTo>
                  <a:lnTo>
                    <a:pt x="7090630" y="3085087"/>
                  </a:lnTo>
                  <a:lnTo>
                    <a:pt x="7090630" y="3316443"/>
                  </a:lnTo>
                  <a:lnTo>
                    <a:pt x="7054998" y="3315089"/>
                  </a:lnTo>
                  <a:lnTo>
                    <a:pt x="7019367" y="3313698"/>
                  </a:lnTo>
                  <a:lnTo>
                    <a:pt x="6983736" y="3312268"/>
                  </a:lnTo>
                  <a:lnTo>
                    <a:pt x="6948104" y="3310800"/>
                  </a:lnTo>
                  <a:lnTo>
                    <a:pt x="6912473" y="3309291"/>
                  </a:lnTo>
                  <a:lnTo>
                    <a:pt x="6876842" y="3307741"/>
                  </a:lnTo>
                  <a:lnTo>
                    <a:pt x="6841210" y="3306149"/>
                  </a:lnTo>
                  <a:lnTo>
                    <a:pt x="6805579" y="3304513"/>
                  </a:lnTo>
                  <a:lnTo>
                    <a:pt x="6769948" y="3302832"/>
                  </a:lnTo>
                  <a:lnTo>
                    <a:pt x="6734317" y="3301105"/>
                  </a:lnTo>
                  <a:lnTo>
                    <a:pt x="6698685" y="3299331"/>
                  </a:lnTo>
                  <a:lnTo>
                    <a:pt x="6663054" y="3297509"/>
                  </a:lnTo>
                  <a:lnTo>
                    <a:pt x="6627423" y="3295636"/>
                  </a:lnTo>
                  <a:lnTo>
                    <a:pt x="6591791" y="3293713"/>
                  </a:lnTo>
                  <a:lnTo>
                    <a:pt x="6556160" y="3291736"/>
                  </a:lnTo>
                  <a:lnTo>
                    <a:pt x="6520529" y="3289706"/>
                  </a:lnTo>
                  <a:lnTo>
                    <a:pt x="6484897" y="3287620"/>
                  </a:lnTo>
                  <a:lnTo>
                    <a:pt x="6449266" y="3285476"/>
                  </a:lnTo>
                  <a:lnTo>
                    <a:pt x="6413635" y="3283275"/>
                  </a:lnTo>
                  <a:lnTo>
                    <a:pt x="6378003" y="3281012"/>
                  </a:lnTo>
                  <a:lnTo>
                    <a:pt x="6342372" y="3278688"/>
                  </a:lnTo>
                  <a:lnTo>
                    <a:pt x="6306741" y="3276301"/>
                  </a:lnTo>
                  <a:lnTo>
                    <a:pt x="6271110" y="3273848"/>
                  </a:lnTo>
                  <a:lnTo>
                    <a:pt x="6235478" y="3271327"/>
                  </a:lnTo>
                  <a:lnTo>
                    <a:pt x="6199847" y="3268738"/>
                  </a:lnTo>
                  <a:lnTo>
                    <a:pt x="6164216" y="3266078"/>
                  </a:lnTo>
                  <a:lnTo>
                    <a:pt x="6128584" y="3263345"/>
                  </a:lnTo>
                  <a:lnTo>
                    <a:pt x="6092953" y="3260538"/>
                  </a:lnTo>
                  <a:lnTo>
                    <a:pt x="6057322" y="3257653"/>
                  </a:lnTo>
                  <a:lnTo>
                    <a:pt x="6021690" y="3254690"/>
                  </a:lnTo>
                  <a:lnTo>
                    <a:pt x="5986059" y="3251645"/>
                  </a:lnTo>
                  <a:lnTo>
                    <a:pt x="5950428" y="3248517"/>
                  </a:lnTo>
                  <a:lnTo>
                    <a:pt x="5914796" y="3245304"/>
                  </a:lnTo>
                  <a:lnTo>
                    <a:pt x="5879165" y="3242002"/>
                  </a:lnTo>
                  <a:lnTo>
                    <a:pt x="5843534" y="3238610"/>
                  </a:lnTo>
                  <a:lnTo>
                    <a:pt x="5807903" y="3235126"/>
                  </a:lnTo>
                  <a:lnTo>
                    <a:pt x="5772271" y="3231545"/>
                  </a:lnTo>
                  <a:lnTo>
                    <a:pt x="5736640" y="3227867"/>
                  </a:lnTo>
                  <a:lnTo>
                    <a:pt x="5701009" y="3224088"/>
                  </a:lnTo>
                  <a:lnTo>
                    <a:pt x="5665377" y="3220206"/>
                  </a:lnTo>
                  <a:lnTo>
                    <a:pt x="5629746" y="3216218"/>
                  </a:lnTo>
                  <a:lnTo>
                    <a:pt x="5594115" y="3212120"/>
                  </a:lnTo>
                  <a:lnTo>
                    <a:pt x="5558483" y="3207910"/>
                  </a:lnTo>
                  <a:lnTo>
                    <a:pt x="5522852" y="3203585"/>
                  </a:lnTo>
                  <a:lnTo>
                    <a:pt x="5487221" y="3199141"/>
                  </a:lnTo>
                  <a:lnTo>
                    <a:pt x="5451589" y="3194576"/>
                  </a:lnTo>
                  <a:lnTo>
                    <a:pt x="5415958" y="3189886"/>
                  </a:lnTo>
                  <a:lnTo>
                    <a:pt x="5380327" y="3185068"/>
                  </a:lnTo>
                  <a:lnTo>
                    <a:pt x="5344696" y="3180117"/>
                  </a:lnTo>
                  <a:lnTo>
                    <a:pt x="5309064" y="3175031"/>
                  </a:lnTo>
                  <a:lnTo>
                    <a:pt x="5273433" y="3169806"/>
                  </a:lnTo>
                  <a:lnTo>
                    <a:pt x="5237802" y="3164438"/>
                  </a:lnTo>
                  <a:lnTo>
                    <a:pt x="5202170" y="3158923"/>
                  </a:lnTo>
                  <a:lnTo>
                    <a:pt x="5166539" y="3153257"/>
                  </a:lnTo>
                  <a:lnTo>
                    <a:pt x="5130908" y="3147436"/>
                  </a:lnTo>
                  <a:lnTo>
                    <a:pt x="5095276" y="3141455"/>
                  </a:lnTo>
                  <a:lnTo>
                    <a:pt x="5059645" y="3135311"/>
                  </a:lnTo>
                  <a:lnTo>
                    <a:pt x="5024014" y="3128998"/>
                  </a:lnTo>
                  <a:lnTo>
                    <a:pt x="4988382" y="3122513"/>
                  </a:lnTo>
                  <a:lnTo>
                    <a:pt x="4952751" y="3115850"/>
                  </a:lnTo>
                  <a:lnTo>
                    <a:pt x="4917120" y="3109005"/>
                  </a:lnTo>
                  <a:lnTo>
                    <a:pt x="4881489" y="3101973"/>
                  </a:lnTo>
                  <a:lnTo>
                    <a:pt x="4845857" y="3094748"/>
                  </a:lnTo>
                  <a:lnTo>
                    <a:pt x="4810226" y="3087325"/>
                  </a:lnTo>
                  <a:lnTo>
                    <a:pt x="4774595" y="3079699"/>
                  </a:lnTo>
                  <a:lnTo>
                    <a:pt x="4738963" y="3071864"/>
                  </a:lnTo>
                  <a:lnTo>
                    <a:pt x="4703332" y="3063815"/>
                  </a:lnTo>
                  <a:lnTo>
                    <a:pt x="4667701" y="3055545"/>
                  </a:lnTo>
                  <a:lnTo>
                    <a:pt x="4632069" y="3047050"/>
                  </a:lnTo>
                  <a:lnTo>
                    <a:pt x="4596438" y="3038321"/>
                  </a:lnTo>
                  <a:lnTo>
                    <a:pt x="4560807" y="3029354"/>
                  </a:lnTo>
                  <a:lnTo>
                    <a:pt x="4525175" y="3020141"/>
                  </a:lnTo>
                  <a:lnTo>
                    <a:pt x="4489544" y="3010676"/>
                  </a:lnTo>
                  <a:lnTo>
                    <a:pt x="4453913" y="3000952"/>
                  </a:lnTo>
                  <a:lnTo>
                    <a:pt x="4418282" y="2990961"/>
                  </a:lnTo>
                  <a:lnTo>
                    <a:pt x="4382650" y="2980697"/>
                  </a:lnTo>
                  <a:lnTo>
                    <a:pt x="4347019" y="2970153"/>
                  </a:lnTo>
                  <a:lnTo>
                    <a:pt x="4311388" y="2959319"/>
                  </a:lnTo>
                  <a:lnTo>
                    <a:pt x="4275756" y="2948189"/>
                  </a:lnTo>
                  <a:lnTo>
                    <a:pt x="4240125" y="2936755"/>
                  </a:lnTo>
                  <a:lnTo>
                    <a:pt x="4204494" y="2925007"/>
                  </a:lnTo>
                  <a:lnTo>
                    <a:pt x="4168862" y="2912938"/>
                  </a:lnTo>
                  <a:lnTo>
                    <a:pt x="4133231" y="2900538"/>
                  </a:lnTo>
                  <a:lnTo>
                    <a:pt x="4097600" y="2887799"/>
                  </a:lnTo>
                  <a:lnTo>
                    <a:pt x="4061968" y="2874712"/>
                  </a:lnTo>
                  <a:lnTo>
                    <a:pt x="4026337" y="2861266"/>
                  </a:lnTo>
                  <a:lnTo>
                    <a:pt x="3990706" y="2847452"/>
                  </a:lnTo>
                  <a:lnTo>
                    <a:pt x="3955075" y="2833259"/>
                  </a:lnTo>
                  <a:lnTo>
                    <a:pt x="3919443" y="2818679"/>
                  </a:lnTo>
                  <a:lnTo>
                    <a:pt x="3883812" y="2803699"/>
                  </a:lnTo>
                  <a:lnTo>
                    <a:pt x="3848181" y="2788309"/>
                  </a:lnTo>
                  <a:lnTo>
                    <a:pt x="3812549" y="2772498"/>
                  </a:lnTo>
                  <a:lnTo>
                    <a:pt x="3776918" y="2756254"/>
                  </a:lnTo>
                  <a:lnTo>
                    <a:pt x="3741287" y="2739565"/>
                  </a:lnTo>
                  <a:lnTo>
                    <a:pt x="3705655" y="2722420"/>
                  </a:lnTo>
                  <a:lnTo>
                    <a:pt x="3670024" y="2704805"/>
                  </a:lnTo>
                  <a:lnTo>
                    <a:pt x="3634393" y="2686708"/>
                  </a:lnTo>
                  <a:lnTo>
                    <a:pt x="3598762" y="2668116"/>
                  </a:lnTo>
                  <a:lnTo>
                    <a:pt x="3563130" y="2649015"/>
                  </a:lnTo>
                  <a:lnTo>
                    <a:pt x="3527499" y="2629391"/>
                  </a:lnTo>
                  <a:lnTo>
                    <a:pt x="3491868" y="2609229"/>
                  </a:lnTo>
                  <a:lnTo>
                    <a:pt x="3456236" y="2588516"/>
                  </a:lnTo>
                  <a:lnTo>
                    <a:pt x="3420605" y="2567236"/>
                  </a:lnTo>
                  <a:lnTo>
                    <a:pt x="3384974" y="2557355"/>
                  </a:lnTo>
                  <a:lnTo>
                    <a:pt x="3349342" y="2549091"/>
                  </a:lnTo>
                  <a:lnTo>
                    <a:pt x="3313711" y="2540743"/>
                  </a:lnTo>
                  <a:lnTo>
                    <a:pt x="3278080" y="2532309"/>
                  </a:lnTo>
                  <a:lnTo>
                    <a:pt x="3242448" y="2523789"/>
                  </a:lnTo>
                  <a:lnTo>
                    <a:pt x="3206817" y="2515183"/>
                  </a:lnTo>
                  <a:lnTo>
                    <a:pt x="3171186" y="2506488"/>
                  </a:lnTo>
                  <a:lnTo>
                    <a:pt x="3135555" y="2497704"/>
                  </a:lnTo>
                  <a:lnTo>
                    <a:pt x="3099923" y="2488831"/>
                  </a:lnTo>
                  <a:lnTo>
                    <a:pt x="3064292" y="2479867"/>
                  </a:lnTo>
                  <a:lnTo>
                    <a:pt x="3028661" y="2470811"/>
                  </a:lnTo>
                  <a:lnTo>
                    <a:pt x="2993029" y="2461663"/>
                  </a:lnTo>
                  <a:lnTo>
                    <a:pt x="2957398" y="2452421"/>
                  </a:lnTo>
                  <a:lnTo>
                    <a:pt x="2921767" y="2443085"/>
                  </a:lnTo>
                  <a:lnTo>
                    <a:pt x="2886135" y="2433654"/>
                  </a:lnTo>
                  <a:lnTo>
                    <a:pt x="2850504" y="2424126"/>
                  </a:lnTo>
                  <a:lnTo>
                    <a:pt x="2814873" y="2414500"/>
                  </a:lnTo>
                  <a:lnTo>
                    <a:pt x="2779241" y="2404777"/>
                  </a:lnTo>
                  <a:lnTo>
                    <a:pt x="2743610" y="2394954"/>
                  </a:lnTo>
                  <a:lnTo>
                    <a:pt x="2707979" y="2385030"/>
                  </a:lnTo>
                  <a:lnTo>
                    <a:pt x="2672348" y="2375005"/>
                  </a:lnTo>
                  <a:lnTo>
                    <a:pt x="2636716" y="2364878"/>
                  </a:lnTo>
                  <a:lnTo>
                    <a:pt x="2601085" y="2354647"/>
                  </a:lnTo>
                  <a:lnTo>
                    <a:pt x="2565454" y="2344311"/>
                  </a:lnTo>
                  <a:lnTo>
                    <a:pt x="2529822" y="2333870"/>
                  </a:lnTo>
                  <a:lnTo>
                    <a:pt x="2494191" y="2323323"/>
                  </a:lnTo>
                  <a:lnTo>
                    <a:pt x="2458560" y="2312667"/>
                  </a:lnTo>
                  <a:lnTo>
                    <a:pt x="2422928" y="2301902"/>
                  </a:lnTo>
                  <a:lnTo>
                    <a:pt x="2387297" y="2291028"/>
                  </a:lnTo>
                  <a:lnTo>
                    <a:pt x="2351666" y="2280042"/>
                  </a:lnTo>
                  <a:lnTo>
                    <a:pt x="2316034" y="2268944"/>
                  </a:lnTo>
                  <a:lnTo>
                    <a:pt x="2280403" y="2257733"/>
                  </a:lnTo>
                  <a:lnTo>
                    <a:pt x="2244772" y="2246407"/>
                  </a:lnTo>
                  <a:lnTo>
                    <a:pt x="2209141" y="2234965"/>
                  </a:lnTo>
                  <a:lnTo>
                    <a:pt x="2173509" y="2223407"/>
                  </a:lnTo>
                  <a:lnTo>
                    <a:pt x="2137878" y="2211730"/>
                  </a:lnTo>
                  <a:lnTo>
                    <a:pt x="2102247" y="2199934"/>
                  </a:lnTo>
                  <a:lnTo>
                    <a:pt x="2066615" y="2188017"/>
                  </a:lnTo>
                  <a:lnTo>
                    <a:pt x="2030984" y="2175979"/>
                  </a:lnTo>
                  <a:lnTo>
                    <a:pt x="1995353" y="2163817"/>
                  </a:lnTo>
                  <a:lnTo>
                    <a:pt x="1959721" y="2151531"/>
                  </a:lnTo>
                  <a:lnTo>
                    <a:pt x="1924090" y="2139120"/>
                  </a:lnTo>
                  <a:lnTo>
                    <a:pt x="1888459" y="2126582"/>
                  </a:lnTo>
                  <a:lnTo>
                    <a:pt x="1852827" y="2113916"/>
                  </a:lnTo>
                  <a:lnTo>
                    <a:pt x="1817196" y="2101120"/>
                  </a:lnTo>
                  <a:lnTo>
                    <a:pt x="1781565" y="2088193"/>
                  </a:lnTo>
                  <a:lnTo>
                    <a:pt x="1745934" y="2075135"/>
                  </a:lnTo>
                  <a:lnTo>
                    <a:pt x="1710302" y="2061942"/>
                  </a:lnTo>
                  <a:lnTo>
                    <a:pt x="1674671" y="2048615"/>
                  </a:lnTo>
                  <a:lnTo>
                    <a:pt x="1639040" y="2035152"/>
                  </a:lnTo>
                  <a:lnTo>
                    <a:pt x="1603408" y="2021551"/>
                  </a:lnTo>
                  <a:lnTo>
                    <a:pt x="1567777" y="2007812"/>
                  </a:lnTo>
                  <a:lnTo>
                    <a:pt x="1532146" y="1993931"/>
                  </a:lnTo>
                  <a:lnTo>
                    <a:pt x="1496514" y="1979909"/>
                  </a:lnTo>
                  <a:lnTo>
                    <a:pt x="1460883" y="1965744"/>
                  </a:lnTo>
                  <a:lnTo>
                    <a:pt x="1425252" y="1951434"/>
                  </a:lnTo>
                  <a:lnTo>
                    <a:pt x="1389620" y="1936977"/>
                  </a:lnTo>
                  <a:lnTo>
                    <a:pt x="1353989" y="1922373"/>
                  </a:lnTo>
                  <a:lnTo>
                    <a:pt x="1318358" y="1907620"/>
                  </a:lnTo>
                  <a:lnTo>
                    <a:pt x="1282727" y="1892716"/>
                  </a:lnTo>
                  <a:lnTo>
                    <a:pt x="1247095" y="1877659"/>
                  </a:lnTo>
                  <a:lnTo>
                    <a:pt x="1211464" y="1862449"/>
                  </a:lnTo>
                  <a:lnTo>
                    <a:pt x="1175833" y="1847083"/>
                  </a:lnTo>
                  <a:lnTo>
                    <a:pt x="1140201" y="1831560"/>
                  </a:lnTo>
                  <a:lnTo>
                    <a:pt x="1104570" y="1815878"/>
                  </a:lnTo>
                  <a:lnTo>
                    <a:pt x="1068939" y="1800037"/>
                  </a:lnTo>
                  <a:lnTo>
                    <a:pt x="1033307" y="1784033"/>
                  </a:lnTo>
                  <a:lnTo>
                    <a:pt x="997676" y="1767866"/>
                  </a:lnTo>
                  <a:lnTo>
                    <a:pt x="962045" y="1751533"/>
                  </a:lnTo>
                  <a:lnTo>
                    <a:pt x="926413" y="1735034"/>
                  </a:lnTo>
                  <a:lnTo>
                    <a:pt x="890782" y="1718366"/>
                  </a:lnTo>
                  <a:lnTo>
                    <a:pt x="855151" y="1701527"/>
                  </a:lnTo>
                  <a:lnTo>
                    <a:pt x="819520" y="1684517"/>
                  </a:lnTo>
                  <a:lnTo>
                    <a:pt x="783888" y="1667332"/>
                  </a:lnTo>
                  <a:lnTo>
                    <a:pt x="748257" y="1649972"/>
                  </a:lnTo>
                  <a:lnTo>
                    <a:pt x="712626" y="1632435"/>
                  </a:lnTo>
                  <a:lnTo>
                    <a:pt x="676994" y="1614718"/>
                  </a:lnTo>
                  <a:lnTo>
                    <a:pt x="641363" y="1596820"/>
                  </a:lnTo>
                  <a:lnTo>
                    <a:pt x="605732" y="1578740"/>
                  </a:lnTo>
                  <a:lnTo>
                    <a:pt x="570100" y="1560474"/>
                  </a:lnTo>
                  <a:lnTo>
                    <a:pt x="534469" y="1542022"/>
                  </a:lnTo>
                  <a:lnTo>
                    <a:pt x="498838" y="1523381"/>
                  </a:lnTo>
                  <a:lnTo>
                    <a:pt x="463206" y="1504550"/>
                  </a:lnTo>
                  <a:lnTo>
                    <a:pt x="427575" y="1485526"/>
                  </a:lnTo>
                  <a:lnTo>
                    <a:pt x="391944" y="1466308"/>
                  </a:lnTo>
                  <a:lnTo>
                    <a:pt x="356313" y="1446894"/>
                  </a:lnTo>
                  <a:lnTo>
                    <a:pt x="320681" y="1427281"/>
                  </a:lnTo>
                  <a:lnTo>
                    <a:pt x="285050" y="1407467"/>
                  </a:lnTo>
                  <a:lnTo>
                    <a:pt x="249419" y="1387452"/>
                  </a:lnTo>
                  <a:lnTo>
                    <a:pt x="213787" y="1367231"/>
                  </a:lnTo>
                  <a:lnTo>
                    <a:pt x="178156" y="1346804"/>
                  </a:lnTo>
                  <a:lnTo>
                    <a:pt x="142525" y="1326168"/>
                  </a:lnTo>
                  <a:lnTo>
                    <a:pt x="106893" y="1305321"/>
                  </a:lnTo>
                  <a:lnTo>
                    <a:pt x="71262" y="1284261"/>
                  </a:lnTo>
                  <a:lnTo>
                    <a:pt x="35631" y="1262986"/>
                  </a:lnTo>
                  <a:lnTo>
                    <a:pt x="0" y="124149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94793" y="2196947"/>
              <a:ext cx="5567886" cy="3085087"/>
            </a:xfrm>
            <a:custGeom>
              <a:avLst/>
              <a:pathLst>
                <a:path w="5567886" h="3085087">
                  <a:moveTo>
                    <a:pt x="0" y="0"/>
                  </a:moveTo>
                  <a:lnTo>
                    <a:pt x="9402" y="24138"/>
                  </a:lnTo>
                  <a:lnTo>
                    <a:pt x="45033" y="113177"/>
                  </a:lnTo>
                  <a:lnTo>
                    <a:pt x="80664" y="199844"/>
                  </a:lnTo>
                  <a:lnTo>
                    <a:pt x="116296" y="284202"/>
                  </a:lnTo>
                  <a:lnTo>
                    <a:pt x="151927" y="366312"/>
                  </a:lnTo>
                  <a:lnTo>
                    <a:pt x="187558" y="446234"/>
                  </a:lnTo>
                  <a:lnTo>
                    <a:pt x="223190" y="524027"/>
                  </a:lnTo>
                  <a:lnTo>
                    <a:pt x="258821" y="599747"/>
                  </a:lnTo>
                  <a:lnTo>
                    <a:pt x="294452" y="673449"/>
                  </a:lnTo>
                  <a:lnTo>
                    <a:pt x="330084" y="745188"/>
                  </a:lnTo>
                  <a:lnTo>
                    <a:pt x="365715" y="815015"/>
                  </a:lnTo>
                  <a:lnTo>
                    <a:pt x="401346" y="882982"/>
                  </a:lnTo>
                  <a:lnTo>
                    <a:pt x="436977" y="949138"/>
                  </a:lnTo>
                  <a:lnTo>
                    <a:pt x="472609" y="1013531"/>
                  </a:lnTo>
                  <a:lnTo>
                    <a:pt x="508240" y="1076209"/>
                  </a:lnTo>
                  <a:lnTo>
                    <a:pt x="543871" y="1137216"/>
                  </a:lnTo>
                  <a:lnTo>
                    <a:pt x="579503" y="1196598"/>
                  </a:lnTo>
                  <a:lnTo>
                    <a:pt x="615134" y="1254398"/>
                  </a:lnTo>
                  <a:lnTo>
                    <a:pt x="650765" y="1310658"/>
                  </a:lnTo>
                  <a:lnTo>
                    <a:pt x="686397" y="1365419"/>
                  </a:lnTo>
                  <a:lnTo>
                    <a:pt x="722028" y="1418720"/>
                  </a:lnTo>
                  <a:lnTo>
                    <a:pt x="757659" y="1470602"/>
                  </a:lnTo>
                  <a:lnTo>
                    <a:pt x="793291" y="1521101"/>
                  </a:lnTo>
                  <a:lnTo>
                    <a:pt x="828922" y="1570255"/>
                  </a:lnTo>
                  <a:lnTo>
                    <a:pt x="864553" y="1618099"/>
                  </a:lnTo>
                  <a:lnTo>
                    <a:pt x="900184" y="1664668"/>
                  </a:lnTo>
                  <a:lnTo>
                    <a:pt x="935816" y="1709997"/>
                  </a:lnTo>
                  <a:lnTo>
                    <a:pt x="971447" y="1754117"/>
                  </a:lnTo>
                  <a:lnTo>
                    <a:pt x="1007078" y="1797062"/>
                  </a:lnTo>
                  <a:lnTo>
                    <a:pt x="1042710" y="1838863"/>
                  </a:lnTo>
                  <a:lnTo>
                    <a:pt x="1078341" y="1879550"/>
                  </a:lnTo>
                  <a:lnTo>
                    <a:pt x="1113972" y="1919153"/>
                  </a:lnTo>
                  <a:lnTo>
                    <a:pt x="1149604" y="1957701"/>
                  </a:lnTo>
                  <a:lnTo>
                    <a:pt x="1185235" y="1995222"/>
                  </a:lnTo>
                  <a:lnTo>
                    <a:pt x="1220866" y="2031743"/>
                  </a:lnTo>
                  <a:lnTo>
                    <a:pt x="1256498" y="2067291"/>
                  </a:lnTo>
                  <a:lnTo>
                    <a:pt x="1292129" y="2101892"/>
                  </a:lnTo>
                  <a:lnTo>
                    <a:pt x="1327760" y="2135571"/>
                  </a:lnTo>
                  <a:lnTo>
                    <a:pt x="1363391" y="2168353"/>
                  </a:lnTo>
                  <a:lnTo>
                    <a:pt x="1399023" y="2200261"/>
                  </a:lnTo>
                  <a:lnTo>
                    <a:pt x="1434654" y="2231319"/>
                  </a:lnTo>
                  <a:lnTo>
                    <a:pt x="1470285" y="2261549"/>
                  </a:lnTo>
                  <a:lnTo>
                    <a:pt x="1505917" y="2290974"/>
                  </a:lnTo>
                  <a:lnTo>
                    <a:pt x="1541548" y="2319615"/>
                  </a:lnTo>
                  <a:lnTo>
                    <a:pt x="1577179" y="2347493"/>
                  </a:lnTo>
                  <a:lnTo>
                    <a:pt x="1612811" y="2374628"/>
                  </a:lnTo>
                  <a:lnTo>
                    <a:pt x="1648442" y="2401040"/>
                  </a:lnTo>
                  <a:lnTo>
                    <a:pt x="1684073" y="2426748"/>
                  </a:lnTo>
                  <a:lnTo>
                    <a:pt x="1719705" y="2451772"/>
                  </a:lnTo>
                  <a:lnTo>
                    <a:pt x="1755336" y="2476128"/>
                  </a:lnTo>
                  <a:lnTo>
                    <a:pt x="1790967" y="2499836"/>
                  </a:lnTo>
                  <a:lnTo>
                    <a:pt x="1826598" y="2522912"/>
                  </a:lnTo>
                  <a:lnTo>
                    <a:pt x="1862230" y="2545373"/>
                  </a:lnTo>
                  <a:lnTo>
                    <a:pt x="1897861" y="2565535"/>
                  </a:lnTo>
                  <a:lnTo>
                    <a:pt x="1933492" y="2573632"/>
                  </a:lnTo>
                  <a:lnTo>
                    <a:pt x="1969124" y="2581647"/>
                  </a:lnTo>
                  <a:lnTo>
                    <a:pt x="2004755" y="2589582"/>
                  </a:lnTo>
                  <a:lnTo>
                    <a:pt x="2040386" y="2597436"/>
                  </a:lnTo>
                  <a:lnTo>
                    <a:pt x="2076018" y="2605210"/>
                  </a:lnTo>
                  <a:lnTo>
                    <a:pt x="2111649" y="2612906"/>
                  </a:lnTo>
                  <a:lnTo>
                    <a:pt x="2147280" y="2620525"/>
                  </a:lnTo>
                  <a:lnTo>
                    <a:pt x="2182912" y="2628066"/>
                  </a:lnTo>
                  <a:lnTo>
                    <a:pt x="2218543" y="2635530"/>
                  </a:lnTo>
                  <a:lnTo>
                    <a:pt x="2254174" y="2642919"/>
                  </a:lnTo>
                  <a:lnTo>
                    <a:pt x="2289805" y="2650234"/>
                  </a:lnTo>
                  <a:lnTo>
                    <a:pt x="2325437" y="2657474"/>
                  </a:lnTo>
                  <a:lnTo>
                    <a:pt x="2361068" y="2664642"/>
                  </a:lnTo>
                  <a:lnTo>
                    <a:pt x="2396699" y="2671736"/>
                  </a:lnTo>
                  <a:lnTo>
                    <a:pt x="2432331" y="2678759"/>
                  </a:lnTo>
                  <a:lnTo>
                    <a:pt x="2467962" y="2685711"/>
                  </a:lnTo>
                  <a:lnTo>
                    <a:pt x="2503593" y="2692593"/>
                  </a:lnTo>
                  <a:lnTo>
                    <a:pt x="2539225" y="2699405"/>
                  </a:lnTo>
                  <a:lnTo>
                    <a:pt x="2574856" y="2706148"/>
                  </a:lnTo>
                  <a:lnTo>
                    <a:pt x="2610487" y="2712822"/>
                  </a:lnTo>
                  <a:lnTo>
                    <a:pt x="2646119" y="2719430"/>
                  </a:lnTo>
                  <a:lnTo>
                    <a:pt x="2681750" y="2725970"/>
                  </a:lnTo>
                  <a:lnTo>
                    <a:pt x="2717381" y="2732444"/>
                  </a:lnTo>
                  <a:lnTo>
                    <a:pt x="2753012" y="2738853"/>
                  </a:lnTo>
                  <a:lnTo>
                    <a:pt x="2788644" y="2745197"/>
                  </a:lnTo>
                  <a:lnTo>
                    <a:pt x="2824275" y="2751477"/>
                  </a:lnTo>
                  <a:lnTo>
                    <a:pt x="2859906" y="2757693"/>
                  </a:lnTo>
                  <a:lnTo>
                    <a:pt x="2895538" y="2763846"/>
                  </a:lnTo>
                  <a:lnTo>
                    <a:pt x="2931169" y="2769937"/>
                  </a:lnTo>
                  <a:lnTo>
                    <a:pt x="2966800" y="2775967"/>
                  </a:lnTo>
                  <a:lnTo>
                    <a:pt x="3002432" y="2781935"/>
                  </a:lnTo>
                  <a:lnTo>
                    <a:pt x="3038063" y="2787843"/>
                  </a:lnTo>
                  <a:lnTo>
                    <a:pt x="3073694" y="2793691"/>
                  </a:lnTo>
                  <a:lnTo>
                    <a:pt x="3109325" y="2799481"/>
                  </a:lnTo>
                  <a:lnTo>
                    <a:pt x="3144957" y="2805211"/>
                  </a:lnTo>
                  <a:lnTo>
                    <a:pt x="3180588" y="2810884"/>
                  </a:lnTo>
                  <a:lnTo>
                    <a:pt x="3216219" y="2816499"/>
                  </a:lnTo>
                  <a:lnTo>
                    <a:pt x="3251851" y="2822057"/>
                  </a:lnTo>
                  <a:lnTo>
                    <a:pt x="3287482" y="2827559"/>
                  </a:lnTo>
                  <a:lnTo>
                    <a:pt x="3323113" y="2833006"/>
                  </a:lnTo>
                  <a:lnTo>
                    <a:pt x="3358745" y="2838397"/>
                  </a:lnTo>
                  <a:lnTo>
                    <a:pt x="3394376" y="2843734"/>
                  </a:lnTo>
                  <a:lnTo>
                    <a:pt x="3430007" y="2849017"/>
                  </a:lnTo>
                  <a:lnTo>
                    <a:pt x="3465639" y="2854246"/>
                  </a:lnTo>
                  <a:lnTo>
                    <a:pt x="3501270" y="2859423"/>
                  </a:lnTo>
                  <a:lnTo>
                    <a:pt x="3536901" y="2864547"/>
                  </a:lnTo>
                  <a:lnTo>
                    <a:pt x="3572532" y="2869619"/>
                  </a:lnTo>
                  <a:lnTo>
                    <a:pt x="3608164" y="2874640"/>
                  </a:lnTo>
                  <a:lnTo>
                    <a:pt x="3643795" y="2879610"/>
                  </a:lnTo>
                  <a:lnTo>
                    <a:pt x="3679426" y="2884530"/>
                  </a:lnTo>
                  <a:lnTo>
                    <a:pt x="3715058" y="2889400"/>
                  </a:lnTo>
                  <a:lnTo>
                    <a:pt x="3750689" y="2894221"/>
                  </a:lnTo>
                  <a:lnTo>
                    <a:pt x="3786320" y="2898993"/>
                  </a:lnTo>
                  <a:lnTo>
                    <a:pt x="3821952" y="2903717"/>
                  </a:lnTo>
                  <a:lnTo>
                    <a:pt x="3857583" y="2908393"/>
                  </a:lnTo>
                  <a:lnTo>
                    <a:pt x="3893214" y="2913022"/>
                  </a:lnTo>
                  <a:lnTo>
                    <a:pt x="3928846" y="2917604"/>
                  </a:lnTo>
                  <a:lnTo>
                    <a:pt x="3964477" y="2922139"/>
                  </a:lnTo>
                  <a:lnTo>
                    <a:pt x="4000108" y="2926629"/>
                  </a:lnTo>
                  <a:lnTo>
                    <a:pt x="4035739" y="2931073"/>
                  </a:lnTo>
                  <a:lnTo>
                    <a:pt x="4071371" y="2935472"/>
                  </a:lnTo>
                  <a:lnTo>
                    <a:pt x="4107002" y="2939827"/>
                  </a:lnTo>
                  <a:lnTo>
                    <a:pt x="4142633" y="2944137"/>
                  </a:lnTo>
                  <a:lnTo>
                    <a:pt x="4178265" y="2948405"/>
                  </a:lnTo>
                  <a:lnTo>
                    <a:pt x="4213896" y="2952628"/>
                  </a:lnTo>
                  <a:lnTo>
                    <a:pt x="4249527" y="2956810"/>
                  </a:lnTo>
                  <a:lnTo>
                    <a:pt x="4285159" y="2960948"/>
                  </a:lnTo>
                  <a:lnTo>
                    <a:pt x="4320790" y="2965045"/>
                  </a:lnTo>
                  <a:lnTo>
                    <a:pt x="4356421" y="2969101"/>
                  </a:lnTo>
                  <a:lnTo>
                    <a:pt x="4392053" y="2973116"/>
                  </a:lnTo>
                  <a:lnTo>
                    <a:pt x="4427684" y="2977089"/>
                  </a:lnTo>
                  <a:lnTo>
                    <a:pt x="4463315" y="2981023"/>
                  </a:lnTo>
                  <a:lnTo>
                    <a:pt x="4498946" y="2984917"/>
                  </a:lnTo>
                  <a:lnTo>
                    <a:pt x="4534578" y="2988772"/>
                  </a:lnTo>
                  <a:lnTo>
                    <a:pt x="4570209" y="2992587"/>
                  </a:lnTo>
                  <a:lnTo>
                    <a:pt x="4605840" y="2996364"/>
                  </a:lnTo>
                  <a:lnTo>
                    <a:pt x="4641472" y="3000103"/>
                  </a:lnTo>
                  <a:lnTo>
                    <a:pt x="4677103" y="3003804"/>
                  </a:lnTo>
                  <a:lnTo>
                    <a:pt x="4712734" y="3007467"/>
                  </a:lnTo>
                  <a:lnTo>
                    <a:pt x="4748366" y="3011093"/>
                  </a:lnTo>
                  <a:lnTo>
                    <a:pt x="4783997" y="3014683"/>
                  </a:lnTo>
                  <a:lnTo>
                    <a:pt x="4819628" y="3018236"/>
                  </a:lnTo>
                  <a:lnTo>
                    <a:pt x="4855260" y="3021754"/>
                  </a:lnTo>
                  <a:lnTo>
                    <a:pt x="4890891" y="3025236"/>
                  </a:lnTo>
                  <a:lnTo>
                    <a:pt x="4926522" y="3028682"/>
                  </a:lnTo>
                  <a:lnTo>
                    <a:pt x="4962153" y="3032094"/>
                  </a:lnTo>
                  <a:lnTo>
                    <a:pt x="4997785" y="3035471"/>
                  </a:lnTo>
                  <a:lnTo>
                    <a:pt x="5033416" y="3038814"/>
                  </a:lnTo>
                  <a:lnTo>
                    <a:pt x="5069047" y="3042123"/>
                  </a:lnTo>
                  <a:lnTo>
                    <a:pt x="5104679" y="3045399"/>
                  </a:lnTo>
                  <a:lnTo>
                    <a:pt x="5140310" y="3048642"/>
                  </a:lnTo>
                  <a:lnTo>
                    <a:pt x="5175941" y="3051852"/>
                  </a:lnTo>
                  <a:lnTo>
                    <a:pt x="5211573" y="3055029"/>
                  </a:lnTo>
                  <a:lnTo>
                    <a:pt x="5247204" y="3058174"/>
                  </a:lnTo>
                  <a:lnTo>
                    <a:pt x="5282835" y="3061288"/>
                  </a:lnTo>
                  <a:lnTo>
                    <a:pt x="5318467" y="3064369"/>
                  </a:lnTo>
                  <a:lnTo>
                    <a:pt x="5354098" y="3067420"/>
                  </a:lnTo>
                  <a:lnTo>
                    <a:pt x="5389729" y="3070440"/>
                  </a:lnTo>
                  <a:lnTo>
                    <a:pt x="5425360" y="3073429"/>
                  </a:lnTo>
                  <a:lnTo>
                    <a:pt x="5460992" y="3076388"/>
                  </a:lnTo>
                  <a:lnTo>
                    <a:pt x="5496623" y="3079317"/>
                  </a:lnTo>
                  <a:lnTo>
                    <a:pt x="5532254" y="3082217"/>
                  </a:lnTo>
                  <a:lnTo>
                    <a:pt x="5567886" y="30850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438441"/>
              <a:ext cx="7090630" cy="2074949"/>
            </a:xfrm>
            <a:custGeom>
              <a:avLst/>
              <a:pathLst>
                <a:path w="7090630" h="2074949">
                  <a:moveTo>
                    <a:pt x="7090630" y="2074949"/>
                  </a:moveTo>
                  <a:lnTo>
                    <a:pt x="7054998" y="2073595"/>
                  </a:lnTo>
                  <a:lnTo>
                    <a:pt x="7019367" y="2072203"/>
                  </a:lnTo>
                  <a:lnTo>
                    <a:pt x="6983736" y="2070774"/>
                  </a:lnTo>
                  <a:lnTo>
                    <a:pt x="6948104" y="2069306"/>
                  </a:lnTo>
                  <a:lnTo>
                    <a:pt x="6912473" y="2067797"/>
                  </a:lnTo>
                  <a:lnTo>
                    <a:pt x="6876842" y="2066247"/>
                  </a:lnTo>
                  <a:lnTo>
                    <a:pt x="6841210" y="2064655"/>
                  </a:lnTo>
                  <a:lnTo>
                    <a:pt x="6805579" y="2063019"/>
                  </a:lnTo>
                  <a:lnTo>
                    <a:pt x="6769948" y="2061338"/>
                  </a:lnTo>
                  <a:lnTo>
                    <a:pt x="6734317" y="2059611"/>
                  </a:lnTo>
                  <a:lnTo>
                    <a:pt x="6698685" y="2057837"/>
                  </a:lnTo>
                  <a:lnTo>
                    <a:pt x="6663054" y="2056015"/>
                  </a:lnTo>
                  <a:lnTo>
                    <a:pt x="6627423" y="2054142"/>
                  </a:lnTo>
                  <a:lnTo>
                    <a:pt x="6591791" y="2052218"/>
                  </a:lnTo>
                  <a:lnTo>
                    <a:pt x="6556160" y="2050242"/>
                  </a:lnTo>
                  <a:lnTo>
                    <a:pt x="6520529" y="2048211"/>
                  </a:lnTo>
                  <a:lnTo>
                    <a:pt x="6484897" y="2046125"/>
                  </a:lnTo>
                  <a:lnTo>
                    <a:pt x="6449266" y="2043982"/>
                  </a:lnTo>
                  <a:lnTo>
                    <a:pt x="6413635" y="2041780"/>
                  </a:lnTo>
                  <a:lnTo>
                    <a:pt x="6378003" y="2039518"/>
                  </a:lnTo>
                  <a:lnTo>
                    <a:pt x="6342372" y="2037194"/>
                  </a:lnTo>
                  <a:lnTo>
                    <a:pt x="6306741" y="2034806"/>
                  </a:lnTo>
                  <a:lnTo>
                    <a:pt x="6271110" y="2032353"/>
                  </a:lnTo>
                  <a:lnTo>
                    <a:pt x="6235478" y="2029833"/>
                  </a:lnTo>
                  <a:lnTo>
                    <a:pt x="6199847" y="2027244"/>
                  </a:lnTo>
                  <a:lnTo>
                    <a:pt x="6164216" y="2024584"/>
                  </a:lnTo>
                  <a:lnTo>
                    <a:pt x="6128584" y="2021851"/>
                  </a:lnTo>
                  <a:lnTo>
                    <a:pt x="6092953" y="2019044"/>
                  </a:lnTo>
                  <a:lnTo>
                    <a:pt x="6057322" y="2016159"/>
                  </a:lnTo>
                  <a:lnTo>
                    <a:pt x="6021690" y="2013196"/>
                  </a:lnTo>
                  <a:lnTo>
                    <a:pt x="5986059" y="2010151"/>
                  </a:lnTo>
                  <a:lnTo>
                    <a:pt x="5950428" y="2007023"/>
                  </a:lnTo>
                  <a:lnTo>
                    <a:pt x="5914796" y="2003809"/>
                  </a:lnTo>
                  <a:lnTo>
                    <a:pt x="5879165" y="2000508"/>
                  </a:lnTo>
                  <a:lnTo>
                    <a:pt x="5843534" y="1997116"/>
                  </a:lnTo>
                  <a:lnTo>
                    <a:pt x="5807903" y="1993631"/>
                  </a:lnTo>
                  <a:lnTo>
                    <a:pt x="5772271" y="1990051"/>
                  </a:lnTo>
                  <a:lnTo>
                    <a:pt x="5736640" y="1986373"/>
                  </a:lnTo>
                  <a:lnTo>
                    <a:pt x="5701009" y="1982594"/>
                  </a:lnTo>
                  <a:lnTo>
                    <a:pt x="5665377" y="1978712"/>
                  </a:lnTo>
                  <a:lnTo>
                    <a:pt x="5629746" y="1974723"/>
                  </a:lnTo>
                  <a:lnTo>
                    <a:pt x="5594115" y="1970626"/>
                  </a:lnTo>
                  <a:lnTo>
                    <a:pt x="5558483" y="1966416"/>
                  </a:lnTo>
                  <a:lnTo>
                    <a:pt x="5522852" y="1962091"/>
                  </a:lnTo>
                  <a:lnTo>
                    <a:pt x="5487221" y="1957647"/>
                  </a:lnTo>
                  <a:lnTo>
                    <a:pt x="5451589" y="1953082"/>
                  </a:lnTo>
                  <a:lnTo>
                    <a:pt x="5415958" y="1948392"/>
                  </a:lnTo>
                  <a:lnTo>
                    <a:pt x="5380327" y="1943573"/>
                  </a:lnTo>
                  <a:lnTo>
                    <a:pt x="5344696" y="1938623"/>
                  </a:lnTo>
                  <a:lnTo>
                    <a:pt x="5309064" y="1933537"/>
                  </a:lnTo>
                  <a:lnTo>
                    <a:pt x="5273433" y="1928312"/>
                  </a:lnTo>
                  <a:lnTo>
                    <a:pt x="5237802" y="1922944"/>
                  </a:lnTo>
                  <a:lnTo>
                    <a:pt x="5202170" y="1917429"/>
                  </a:lnTo>
                  <a:lnTo>
                    <a:pt x="5166539" y="1911762"/>
                  </a:lnTo>
                  <a:lnTo>
                    <a:pt x="5130908" y="1905941"/>
                  </a:lnTo>
                  <a:lnTo>
                    <a:pt x="5095276" y="1899961"/>
                  </a:lnTo>
                  <a:lnTo>
                    <a:pt x="5059645" y="1893817"/>
                  </a:lnTo>
                  <a:lnTo>
                    <a:pt x="5024014" y="1887504"/>
                  </a:lnTo>
                  <a:lnTo>
                    <a:pt x="4988382" y="1881019"/>
                  </a:lnTo>
                  <a:lnTo>
                    <a:pt x="4952751" y="1874356"/>
                  </a:lnTo>
                  <a:lnTo>
                    <a:pt x="4917120" y="1867511"/>
                  </a:lnTo>
                  <a:lnTo>
                    <a:pt x="4881489" y="1860478"/>
                  </a:lnTo>
                  <a:lnTo>
                    <a:pt x="4845857" y="1853253"/>
                  </a:lnTo>
                  <a:lnTo>
                    <a:pt x="4810226" y="1845831"/>
                  </a:lnTo>
                  <a:lnTo>
                    <a:pt x="4774595" y="1838205"/>
                  </a:lnTo>
                  <a:lnTo>
                    <a:pt x="4738963" y="1830370"/>
                  </a:lnTo>
                  <a:lnTo>
                    <a:pt x="4703332" y="1822321"/>
                  </a:lnTo>
                  <a:lnTo>
                    <a:pt x="4667701" y="1814051"/>
                  </a:lnTo>
                  <a:lnTo>
                    <a:pt x="4632069" y="1805555"/>
                  </a:lnTo>
                  <a:lnTo>
                    <a:pt x="4596438" y="1796827"/>
                  </a:lnTo>
                  <a:lnTo>
                    <a:pt x="4560807" y="1787859"/>
                  </a:lnTo>
                  <a:lnTo>
                    <a:pt x="4525175" y="1778647"/>
                  </a:lnTo>
                  <a:lnTo>
                    <a:pt x="4489544" y="1769182"/>
                  </a:lnTo>
                  <a:lnTo>
                    <a:pt x="4453913" y="1759457"/>
                  </a:lnTo>
                  <a:lnTo>
                    <a:pt x="4418282" y="1749467"/>
                  </a:lnTo>
                  <a:lnTo>
                    <a:pt x="4382650" y="1739203"/>
                  </a:lnTo>
                  <a:lnTo>
                    <a:pt x="4347019" y="1728658"/>
                  </a:lnTo>
                  <a:lnTo>
                    <a:pt x="4311388" y="1717825"/>
                  </a:lnTo>
                  <a:lnTo>
                    <a:pt x="4275756" y="1706695"/>
                  </a:lnTo>
                  <a:lnTo>
                    <a:pt x="4240125" y="1695261"/>
                  </a:lnTo>
                  <a:lnTo>
                    <a:pt x="4204494" y="1683513"/>
                  </a:lnTo>
                  <a:lnTo>
                    <a:pt x="4168862" y="1671444"/>
                  </a:lnTo>
                  <a:lnTo>
                    <a:pt x="4133231" y="1659044"/>
                  </a:lnTo>
                  <a:lnTo>
                    <a:pt x="4097600" y="1646305"/>
                  </a:lnTo>
                  <a:lnTo>
                    <a:pt x="4061968" y="1633217"/>
                  </a:lnTo>
                  <a:lnTo>
                    <a:pt x="4026337" y="1619771"/>
                  </a:lnTo>
                  <a:lnTo>
                    <a:pt x="3990706" y="1605957"/>
                  </a:lnTo>
                  <a:lnTo>
                    <a:pt x="3955075" y="1591765"/>
                  </a:lnTo>
                  <a:lnTo>
                    <a:pt x="3919443" y="1577185"/>
                  </a:lnTo>
                  <a:lnTo>
                    <a:pt x="3883812" y="1562205"/>
                  </a:lnTo>
                  <a:lnTo>
                    <a:pt x="3848181" y="1546815"/>
                  </a:lnTo>
                  <a:lnTo>
                    <a:pt x="3812549" y="1531004"/>
                  </a:lnTo>
                  <a:lnTo>
                    <a:pt x="3776918" y="1514760"/>
                  </a:lnTo>
                  <a:lnTo>
                    <a:pt x="3741287" y="1498071"/>
                  </a:lnTo>
                  <a:lnTo>
                    <a:pt x="3705655" y="1480926"/>
                  </a:lnTo>
                  <a:lnTo>
                    <a:pt x="3670024" y="1463311"/>
                  </a:lnTo>
                  <a:lnTo>
                    <a:pt x="3634393" y="1445214"/>
                  </a:lnTo>
                  <a:lnTo>
                    <a:pt x="3598762" y="1426622"/>
                  </a:lnTo>
                  <a:lnTo>
                    <a:pt x="3563130" y="1407521"/>
                  </a:lnTo>
                  <a:lnTo>
                    <a:pt x="3527499" y="1387896"/>
                  </a:lnTo>
                  <a:lnTo>
                    <a:pt x="3491868" y="1367735"/>
                  </a:lnTo>
                  <a:lnTo>
                    <a:pt x="3456236" y="1347022"/>
                  </a:lnTo>
                  <a:lnTo>
                    <a:pt x="3420605" y="1325742"/>
                  </a:lnTo>
                  <a:lnTo>
                    <a:pt x="3384974" y="1315860"/>
                  </a:lnTo>
                  <a:lnTo>
                    <a:pt x="3349342" y="1307597"/>
                  </a:lnTo>
                  <a:lnTo>
                    <a:pt x="3313711" y="1299248"/>
                  </a:lnTo>
                  <a:lnTo>
                    <a:pt x="3278080" y="1290815"/>
                  </a:lnTo>
                  <a:lnTo>
                    <a:pt x="3242448" y="1282295"/>
                  </a:lnTo>
                  <a:lnTo>
                    <a:pt x="3206817" y="1273688"/>
                  </a:lnTo>
                  <a:lnTo>
                    <a:pt x="3171186" y="1264994"/>
                  </a:lnTo>
                  <a:lnTo>
                    <a:pt x="3135555" y="1256210"/>
                  </a:lnTo>
                  <a:lnTo>
                    <a:pt x="3099923" y="1247337"/>
                  </a:lnTo>
                  <a:lnTo>
                    <a:pt x="3064292" y="1238373"/>
                  </a:lnTo>
                  <a:lnTo>
                    <a:pt x="3028661" y="1229317"/>
                  </a:lnTo>
                  <a:lnTo>
                    <a:pt x="2993029" y="1220169"/>
                  </a:lnTo>
                  <a:lnTo>
                    <a:pt x="2957398" y="1210927"/>
                  </a:lnTo>
                  <a:lnTo>
                    <a:pt x="2921767" y="1201591"/>
                  </a:lnTo>
                  <a:lnTo>
                    <a:pt x="2886135" y="1192159"/>
                  </a:lnTo>
                  <a:lnTo>
                    <a:pt x="2850504" y="1182631"/>
                  </a:lnTo>
                  <a:lnTo>
                    <a:pt x="2814873" y="1173006"/>
                  </a:lnTo>
                  <a:lnTo>
                    <a:pt x="2779241" y="1163282"/>
                  </a:lnTo>
                  <a:lnTo>
                    <a:pt x="2743610" y="1153459"/>
                  </a:lnTo>
                  <a:lnTo>
                    <a:pt x="2707979" y="1143536"/>
                  </a:lnTo>
                  <a:lnTo>
                    <a:pt x="2672348" y="1133511"/>
                  </a:lnTo>
                  <a:lnTo>
                    <a:pt x="2636716" y="1123383"/>
                  </a:lnTo>
                  <a:lnTo>
                    <a:pt x="2601085" y="1113153"/>
                  </a:lnTo>
                  <a:lnTo>
                    <a:pt x="2565454" y="1102817"/>
                  </a:lnTo>
                  <a:lnTo>
                    <a:pt x="2529822" y="1092376"/>
                  </a:lnTo>
                  <a:lnTo>
                    <a:pt x="2494191" y="1081828"/>
                  </a:lnTo>
                  <a:lnTo>
                    <a:pt x="2458560" y="1071173"/>
                  </a:lnTo>
                  <a:lnTo>
                    <a:pt x="2422928" y="1060408"/>
                  </a:lnTo>
                  <a:lnTo>
                    <a:pt x="2387297" y="1049534"/>
                  </a:lnTo>
                  <a:lnTo>
                    <a:pt x="2351666" y="1038548"/>
                  </a:lnTo>
                  <a:lnTo>
                    <a:pt x="2316034" y="1027450"/>
                  </a:lnTo>
                  <a:lnTo>
                    <a:pt x="2280403" y="1016239"/>
                  </a:lnTo>
                  <a:lnTo>
                    <a:pt x="2244772" y="1004913"/>
                  </a:lnTo>
                  <a:lnTo>
                    <a:pt x="2209141" y="993471"/>
                  </a:lnTo>
                  <a:lnTo>
                    <a:pt x="2173509" y="981912"/>
                  </a:lnTo>
                  <a:lnTo>
                    <a:pt x="2137878" y="970236"/>
                  </a:lnTo>
                  <a:lnTo>
                    <a:pt x="2102247" y="958440"/>
                  </a:lnTo>
                  <a:lnTo>
                    <a:pt x="2066615" y="946523"/>
                  </a:lnTo>
                  <a:lnTo>
                    <a:pt x="2030984" y="934485"/>
                  </a:lnTo>
                  <a:lnTo>
                    <a:pt x="1995353" y="922323"/>
                  </a:lnTo>
                  <a:lnTo>
                    <a:pt x="1959721" y="910037"/>
                  </a:lnTo>
                  <a:lnTo>
                    <a:pt x="1924090" y="897626"/>
                  </a:lnTo>
                  <a:lnTo>
                    <a:pt x="1888459" y="885088"/>
                  </a:lnTo>
                  <a:lnTo>
                    <a:pt x="1852827" y="872421"/>
                  </a:lnTo>
                  <a:lnTo>
                    <a:pt x="1817196" y="859626"/>
                  </a:lnTo>
                  <a:lnTo>
                    <a:pt x="1781565" y="846699"/>
                  </a:lnTo>
                  <a:lnTo>
                    <a:pt x="1745934" y="833640"/>
                  </a:lnTo>
                  <a:lnTo>
                    <a:pt x="1710302" y="820448"/>
                  </a:lnTo>
                  <a:lnTo>
                    <a:pt x="1674671" y="807121"/>
                  </a:lnTo>
                  <a:lnTo>
                    <a:pt x="1639040" y="793658"/>
                  </a:lnTo>
                  <a:lnTo>
                    <a:pt x="1603408" y="780057"/>
                  </a:lnTo>
                  <a:lnTo>
                    <a:pt x="1567777" y="766317"/>
                  </a:lnTo>
                  <a:lnTo>
                    <a:pt x="1532146" y="752437"/>
                  </a:lnTo>
                  <a:lnTo>
                    <a:pt x="1496514" y="738415"/>
                  </a:lnTo>
                  <a:lnTo>
                    <a:pt x="1460883" y="724250"/>
                  </a:lnTo>
                  <a:lnTo>
                    <a:pt x="1425252" y="709940"/>
                  </a:lnTo>
                  <a:lnTo>
                    <a:pt x="1389620" y="695483"/>
                  </a:lnTo>
                  <a:lnTo>
                    <a:pt x="1353989" y="680879"/>
                  </a:lnTo>
                  <a:lnTo>
                    <a:pt x="1318358" y="666126"/>
                  </a:lnTo>
                  <a:lnTo>
                    <a:pt x="1282727" y="651221"/>
                  </a:lnTo>
                  <a:lnTo>
                    <a:pt x="1247095" y="636165"/>
                  </a:lnTo>
                  <a:lnTo>
                    <a:pt x="1211464" y="620955"/>
                  </a:lnTo>
                  <a:lnTo>
                    <a:pt x="1175833" y="605589"/>
                  </a:lnTo>
                  <a:lnTo>
                    <a:pt x="1140201" y="590066"/>
                  </a:lnTo>
                  <a:lnTo>
                    <a:pt x="1104570" y="574384"/>
                  </a:lnTo>
                  <a:lnTo>
                    <a:pt x="1068939" y="558542"/>
                  </a:lnTo>
                  <a:lnTo>
                    <a:pt x="1033307" y="542539"/>
                  </a:lnTo>
                  <a:lnTo>
                    <a:pt x="997676" y="526371"/>
                  </a:lnTo>
                  <a:lnTo>
                    <a:pt x="962045" y="510039"/>
                  </a:lnTo>
                  <a:lnTo>
                    <a:pt x="926413" y="493539"/>
                  </a:lnTo>
                  <a:lnTo>
                    <a:pt x="890782" y="476871"/>
                  </a:lnTo>
                  <a:lnTo>
                    <a:pt x="855151" y="460033"/>
                  </a:lnTo>
                  <a:lnTo>
                    <a:pt x="819520" y="443022"/>
                  </a:lnTo>
                  <a:lnTo>
                    <a:pt x="783888" y="425838"/>
                  </a:lnTo>
                  <a:lnTo>
                    <a:pt x="748257" y="408478"/>
                  </a:lnTo>
                  <a:lnTo>
                    <a:pt x="712626" y="390941"/>
                  </a:lnTo>
                  <a:lnTo>
                    <a:pt x="676994" y="373224"/>
                  </a:lnTo>
                  <a:lnTo>
                    <a:pt x="641363" y="355326"/>
                  </a:lnTo>
                  <a:lnTo>
                    <a:pt x="605732" y="337245"/>
                  </a:lnTo>
                  <a:lnTo>
                    <a:pt x="570100" y="318980"/>
                  </a:lnTo>
                  <a:lnTo>
                    <a:pt x="534469" y="300528"/>
                  </a:lnTo>
                  <a:lnTo>
                    <a:pt x="498838" y="281887"/>
                  </a:lnTo>
                  <a:lnTo>
                    <a:pt x="463206" y="263056"/>
                  </a:lnTo>
                  <a:lnTo>
                    <a:pt x="427575" y="244032"/>
                  </a:lnTo>
                  <a:lnTo>
                    <a:pt x="391944" y="224814"/>
                  </a:lnTo>
                  <a:lnTo>
                    <a:pt x="356313" y="205400"/>
                  </a:lnTo>
                  <a:lnTo>
                    <a:pt x="320681" y="185787"/>
                  </a:lnTo>
                  <a:lnTo>
                    <a:pt x="285050" y="165973"/>
                  </a:lnTo>
                  <a:lnTo>
                    <a:pt x="249419" y="145957"/>
                  </a:lnTo>
                  <a:lnTo>
                    <a:pt x="213787" y="125737"/>
                  </a:lnTo>
                  <a:lnTo>
                    <a:pt x="178156" y="105310"/>
                  </a:lnTo>
                  <a:lnTo>
                    <a:pt x="142525" y="84674"/>
                  </a:lnTo>
                  <a:lnTo>
                    <a:pt x="106893" y="63827"/>
                  </a:lnTo>
                  <a:lnTo>
                    <a:pt x="71262" y="42767"/>
                  </a:lnTo>
                  <a:lnTo>
                    <a:pt x="35631" y="2149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37172" y="2196947"/>
              <a:ext cx="6425506" cy="3248047"/>
            </a:xfrm>
            <a:custGeom>
              <a:avLst/>
              <a:pathLst>
                <a:path w="6425506" h="3248047">
                  <a:moveTo>
                    <a:pt x="0" y="0"/>
                  </a:moveTo>
                  <a:lnTo>
                    <a:pt x="11871" y="20908"/>
                  </a:lnTo>
                  <a:lnTo>
                    <a:pt x="47502" y="82507"/>
                  </a:lnTo>
                  <a:lnTo>
                    <a:pt x="83133" y="142972"/>
                  </a:lnTo>
                  <a:lnTo>
                    <a:pt x="118765" y="202324"/>
                  </a:lnTo>
                  <a:lnTo>
                    <a:pt x="154396" y="260583"/>
                  </a:lnTo>
                  <a:lnTo>
                    <a:pt x="190027" y="317769"/>
                  </a:lnTo>
                  <a:lnTo>
                    <a:pt x="225659" y="373901"/>
                  </a:lnTo>
                  <a:lnTo>
                    <a:pt x="261290" y="429000"/>
                  </a:lnTo>
                  <a:lnTo>
                    <a:pt x="296921" y="483085"/>
                  </a:lnTo>
                  <a:lnTo>
                    <a:pt x="332553" y="536173"/>
                  </a:lnTo>
                  <a:lnTo>
                    <a:pt x="368184" y="588284"/>
                  </a:lnTo>
                  <a:lnTo>
                    <a:pt x="403815" y="639435"/>
                  </a:lnTo>
                  <a:lnTo>
                    <a:pt x="439447" y="689644"/>
                  </a:lnTo>
                  <a:lnTo>
                    <a:pt x="475078" y="738928"/>
                  </a:lnTo>
                  <a:lnTo>
                    <a:pt x="510709" y="787305"/>
                  </a:lnTo>
                  <a:lnTo>
                    <a:pt x="546340" y="834791"/>
                  </a:lnTo>
                  <a:lnTo>
                    <a:pt x="581972" y="881403"/>
                  </a:lnTo>
                  <a:lnTo>
                    <a:pt x="617603" y="927156"/>
                  </a:lnTo>
                  <a:lnTo>
                    <a:pt x="653234" y="972067"/>
                  </a:lnTo>
                  <a:lnTo>
                    <a:pt x="688866" y="1016150"/>
                  </a:lnTo>
                  <a:lnTo>
                    <a:pt x="724497" y="1059422"/>
                  </a:lnTo>
                  <a:lnTo>
                    <a:pt x="760128" y="1101897"/>
                  </a:lnTo>
                  <a:lnTo>
                    <a:pt x="795760" y="1143590"/>
                  </a:lnTo>
                  <a:lnTo>
                    <a:pt x="831391" y="1184515"/>
                  </a:lnTo>
                  <a:lnTo>
                    <a:pt x="867022" y="1224686"/>
                  </a:lnTo>
                  <a:lnTo>
                    <a:pt x="902653" y="1264117"/>
                  </a:lnTo>
                  <a:lnTo>
                    <a:pt x="938285" y="1302823"/>
                  </a:lnTo>
                  <a:lnTo>
                    <a:pt x="973916" y="1340815"/>
                  </a:lnTo>
                  <a:lnTo>
                    <a:pt x="1009547" y="1378108"/>
                  </a:lnTo>
                  <a:lnTo>
                    <a:pt x="1045179" y="1414714"/>
                  </a:lnTo>
                  <a:lnTo>
                    <a:pt x="1080810" y="1450646"/>
                  </a:lnTo>
                  <a:lnTo>
                    <a:pt x="1116441" y="1485917"/>
                  </a:lnTo>
                  <a:lnTo>
                    <a:pt x="1152073" y="1520538"/>
                  </a:lnTo>
                  <a:lnTo>
                    <a:pt x="1187704" y="1554521"/>
                  </a:lnTo>
                  <a:lnTo>
                    <a:pt x="1223335" y="1587878"/>
                  </a:lnTo>
                  <a:lnTo>
                    <a:pt x="1258967" y="1620622"/>
                  </a:lnTo>
                  <a:lnTo>
                    <a:pt x="1294598" y="1652762"/>
                  </a:lnTo>
                  <a:lnTo>
                    <a:pt x="1330229" y="1684310"/>
                  </a:lnTo>
                  <a:lnTo>
                    <a:pt x="1365860" y="1715277"/>
                  </a:lnTo>
                  <a:lnTo>
                    <a:pt x="1401492" y="1745675"/>
                  </a:lnTo>
                  <a:lnTo>
                    <a:pt x="1437123" y="1775512"/>
                  </a:lnTo>
                  <a:lnTo>
                    <a:pt x="1472754" y="1804800"/>
                  </a:lnTo>
                  <a:lnTo>
                    <a:pt x="1508386" y="1833548"/>
                  </a:lnTo>
                  <a:lnTo>
                    <a:pt x="1544017" y="1861767"/>
                  </a:lnTo>
                  <a:lnTo>
                    <a:pt x="1579648" y="1889467"/>
                  </a:lnTo>
                  <a:lnTo>
                    <a:pt x="1615280" y="1916656"/>
                  </a:lnTo>
                  <a:lnTo>
                    <a:pt x="1650911" y="1943345"/>
                  </a:lnTo>
                  <a:lnTo>
                    <a:pt x="1686542" y="1969542"/>
                  </a:lnTo>
                  <a:lnTo>
                    <a:pt x="1722174" y="1995256"/>
                  </a:lnTo>
                  <a:lnTo>
                    <a:pt x="1757805" y="2020498"/>
                  </a:lnTo>
                  <a:lnTo>
                    <a:pt x="1793436" y="2045274"/>
                  </a:lnTo>
                  <a:lnTo>
                    <a:pt x="1829067" y="2069594"/>
                  </a:lnTo>
                  <a:lnTo>
                    <a:pt x="1864699" y="2093466"/>
                  </a:lnTo>
                  <a:lnTo>
                    <a:pt x="1900330" y="2116899"/>
                  </a:lnTo>
                  <a:lnTo>
                    <a:pt x="1935961" y="2139900"/>
                  </a:lnTo>
                  <a:lnTo>
                    <a:pt x="1971593" y="2162477"/>
                  </a:lnTo>
                  <a:lnTo>
                    <a:pt x="2007224" y="2184639"/>
                  </a:lnTo>
                  <a:lnTo>
                    <a:pt x="2042855" y="2206393"/>
                  </a:lnTo>
                  <a:lnTo>
                    <a:pt x="2078487" y="2227746"/>
                  </a:lnTo>
                  <a:lnTo>
                    <a:pt x="2114118" y="2248705"/>
                  </a:lnTo>
                  <a:lnTo>
                    <a:pt x="2149749" y="2269279"/>
                  </a:lnTo>
                  <a:lnTo>
                    <a:pt x="2185381" y="2289474"/>
                  </a:lnTo>
                  <a:lnTo>
                    <a:pt x="2221012" y="2309297"/>
                  </a:lnTo>
                  <a:lnTo>
                    <a:pt x="2256643" y="2328755"/>
                  </a:lnTo>
                  <a:lnTo>
                    <a:pt x="2292274" y="2347855"/>
                  </a:lnTo>
                  <a:lnTo>
                    <a:pt x="2327906" y="2366603"/>
                  </a:lnTo>
                  <a:lnTo>
                    <a:pt x="2363537" y="2385005"/>
                  </a:lnTo>
                  <a:lnTo>
                    <a:pt x="2399168" y="2403069"/>
                  </a:lnTo>
                  <a:lnTo>
                    <a:pt x="2434800" y="2420800"/>
                  </a:lnTo>
                  <a:lnTo>
                    <a:pt x="2470431" y="2438205"/>
                  </a:lnTo>
                  <a:lnTo>
                    <a:pt x="2506062" y="2455289"/>
                  </a:lnTo>
                  <a:lnTo>
                    <a:pt x="2541694" y="2472059"/>
                  </a:lnTo>
                  <a:lnTo>
                    <a:pt x="2577325" y="2488519"/>
                  </a:lnTo>
                  <a:lnTo>
                    <a:pt x="2612956" y="2504677"/>
                  </a:lnTo>
                  <a:lnTo>
                    <a:pt x="2648588" y="2520537"/>
                  </a:lnTo>
                  <a:lnTo>
                    <a:pt x="2684219" y="2536105"/>
                  </a:lnTo>
                  <a:lnTo>
                    <a:pt x="2719850" y="2551386"/>
                  </a:lnTo>
                  <a:lnTo>
                    <a:pt x="2755481" y="2566386"/>
                  </a:lnTo>
                  <a:lnTo>
                    <a:pt x="2791113" y="2581109"/>
                  </a:lnTo>
                  <a:lnTo>
                    <a:pt x="2826744" y="2595562"/>
                  </a:lnTo>
                  <a:lnTo>
                    <a:pt x="2862375" y="2609748"/>
                  </a:lnTo>
                  <a:lnTo>
                    <a:pt x="2898007" y="2623673"/>
                  </a:lnTo>
                  <a:lnTo>
                    <a:pt x="2933638" y="2637342"/>
                  </a:lnTo>
                  <a:lnTo>
                    <a:pt x="2969269" y="2650759"/>
                  </a:lnTo>
                  <a:lnTo>
                    <a:pt x="3004901" y="2663929"/>
                  </a:lnTo>
                  <a:lnTo>
                    <a:pt x="3040532" y="2676856"/>
                  </a:lnTo>
                  <a:lnTo>
                    <a:pt x="3076163" y="2689545"/>
                  </a:lnTo>
                  <a:lnTo>
                    <a:pt x="3111795" y="2702001"/>
                  </a:lnTo>
                  <a:lnTo>
                    <a:pt x="3147426" y="2714227"/>
                  </a:lnTo>
                  <a:lnTo>
                    <a:pt x="3183057" y="2726228"/>
                  </a:lnTo>
                  <a:lnTo>
                    <a:pt x="3218688" y="2738008"/>
                  </a:lnTo>
                  <a:lnTo>
                    <a:pt x="3254320" y="2749571"/>
                  </a:lnTo>
                  <a:lnTo>
                    <a:pt x="3289951" y="2760921"/>
                  </a:lnTo>
                  <a:lnTo>
                    <a:pt x="3325582" y="2772062"/>
                  </a:lnTo>
                  <a:lnTo>
                    <a:pt x="3361214" y="2782998"/>
                  </a:lnTo>
                  <a:lnTo>
                    <a:pt x="3396845" y="2793733"/>
                  </a:lnTo>
                  <a:lnTo>
                    <a:pt x="3432476" y="2804270"/>
                  </a:lnTo>
                  <a:lnTo>
                    <a:pt x="3468108" y="2814613"/>
                  </a:lnTo>
                  <a:lnTo>
                    <a:pt x="3503739" y="2824765"/>
                  </a:lnTo>
                  <a:lnTo>
                    <a:pt x="3539370" y="2834731"/>
                  </a:lnTo>
                  <a:lnTo>
                    <a:pt x="3575002" y="2844513"/>
                  </a:lnTo>
                  <a:lnTo>
                    <a:pt x="3610633" y="2854114"/>
                  </a:lnTo>
                  <a:lnTo>
                    <a:pt x="3646264" y="2863539"/>
                  </a:lnTo>
                  <a:lnTo>
                    <a:pt x="3681895" y="2872791"/>
                  </a:lnTo>
                  <a:lnTo>
                    <a:pt x="3717527" y="2881872"/>
                  </a:lnTo>
                  <a:lnTo>
                    <a:pt x="3753158" y="2890786"/>
                  </a:lnTo>
                  <a:lnTo>
                    <a:pt x="3788789" y="2899535"/>
                  </a:lnTo>
                  <a:lnTo>
                    <a:pt x="3824421" y="2908124"/>
                  </a:lnTo>
                  <a:lnTo>
                    <a:pt x="3860052" y="2916554"/>
                  </a:lnTo>
                  <a:lnTo>
                    <a:pt x="3895683" y="2924829"/>
                  </a:lnTo>
                  <a:lnTo>
                    <a:pt x="3931315" y="2932952"/>
                  </a:lnTo>
                  <a:lnTo>
                    <a:pt x="3966946" y="2940925"/>
                  </a:lnTo>
                  <a:lnTo>
                    <a:pt x="4002577" y="2948752"/>
                  </a:lnTo>
                  <a:lnTo>
                    <a:pt x="4038209" y="2956434"/>
                  </a:lnTo>
                  <a:lnTo>
                    <a:pt x="4073840" y="2963974"/>
                  </a:lnTo>
                  <a:lnTo>
                    <a:pt x="4109471" y="2971376"/>
                  </a:lnTo>
                  <a:lnTo>
                    <a:pt x="4145102" y="2978642"/>
                  </a:lnTo>
                  <a:lnTo>
                    <a:pt x="4180734" y="2985774"/>
                  </a:lnTo>
                  <a:lnTo>
                    <a:pt x="4216365" y="2992774"/>
                  </a:lnTo>
                  <a:lnTo>
                    <a:pt x="4251996" y="2999646"/>
                  </a:lnTo>
                  <a:lnTo>
                    <a:pt x="4287628" y="3006390"/>
                  </a:lnTo>
                  <a:lnTo>
                    <a:pt x="4323259" y="3013011"/>
                  </a:lnTo>
                  <a:lnTo>
                    <a:pt x="4358890" y="3019510"/>
                  </a:lnTo>
                  <a:lnTo>
                    <a:pt x="4394522" y="3025889"/>
                  </a:lnTo>
                  <a:lnTo>
                    <a:pt x="4430153" y="3032151"/>
                  </a:lnTo>
                  <a:lnTo>
                    <a:pt x="4465784" y="3038297"/>
                  </a:lnTo>
                  <a:lnTo>
                    <a:pt x="4501415" y="3044330"/>
                  </a:lnTo>
                  <a:lnTo>
                    <a:pt x="4537047" y="3050252"/>
                  </a:lnTo>
                  <a:lnTo>
                    <a:pt x="4572678" y="3056065"/>
                  </a:lnTo>
                  <a:lnTo>
                    <a:pt x="4608309" y="3061771"/>
                  </a:lnTo>
                  <a:lnTo>
                    <a:pt x="4643941" y="3067372"/>
                  </a:lnTo>
                  <a:lnTo>
                    <a:pt x="4679572" y="3072870"/>
                  </a:lnTo>
                  <a:lnTo>
                    <a:pt x="4715203" y="3078267"/>
                  </a:lnTo>
                  <a:lnTo>
                    <a:pt x="4750835" y="3083564"/>
                  </a:lnTo>
                  <a:lnTo>
                    <a:pt x="4786466" y="3088763"/>
                  </a:lnTo>
                  <a:lnTo>
                    <a:pt x="4822097" y="3093867"/>
                  </a:lnTo>
                  <a:lnTo>
                    <a:pt x="4857729" y="3098877"/>
                  </a:lnTo>
                  <a:lnTo>
                    <a:pt x="4893360" y="3103795"/>
                  </a:lnTo>
                  <a:lnTo>
                    <a:pt x="4928991" y="3108622"/>
                  </a:lnTo>
                  <a:lnTo>
                    <a:pt x="4964622" y="3113360"/>
                  </a:lnTo>
                  <a:lnTo>
                    <a:pt x="5000254" y="3118011"/>
                  </a:lnTo>
                  <a:lnTo>
                    <a:pt x="5035885" y="3122576"/>
                  </a:lnTo>
                  <a:lnTo>
                    <a:pt x="5071516" y="3127057"/>
                  </a:lnTo>
                  <a:lnTo>
                    <a:pt x="5107148" y="3131456"/>
                  </a:lnTo>
                  <a:lnTo>
                    <a:pt x="5142779" y="3135773"/>
                  </a:lnTo>
                  <a:lnTo>
                    <a:pt x="5178410" y="3140011"/>
                  </a:lnTo>
                  <a:lnTo>
                    <a:pt x="5214042" y="3144171"/>
                  </a:lnTo>
                  <a:lnTo>
                    <a:pt x="5249673" y="3148255"/>
                  </a:lnTo>
                  <a:lnTo>
                    <a:pt x="5285304" y="3152263"/>
                  </a:lnTo>
                  <a:lnTo>
                    <a:pt x="5320936" y="3156198"/>
                  </a:lnTo>
                  <a:lnTo>
                    <a:pt x="5356567" y="3160060"/>
                  </a:lnTo>
                  <a:lnTo>
                    <a:pt x="5392198" y="3163850"/>
                  </a:lnTo>
                  <a:lnTo>
                    <a:pt x="5427829" y="3167572"/>
                  </a:lnTo>
                  <a:lnTo>
                    <a:pt x="5463461" y="3171224"/>
                  </a:lnTo>
                  <a:lnTo>
                    <a:pt x="5499092" y="3174809"/>
                  </a:lnTo>
                  <a:lnTo>
                    <a:pt x="5534723" y="3178329"/>
                  </a:lnTo>
                  <a:lnTo>
                    <a:pt x="5570355" y="3181783"/>
                  </a:lnTo>
                  <a:lnTo>
                    <a:pt x="5605986" y="3185174"/>
                  </a:lnTo>
                  <a:lnTo>
                    <a:pt x="5641617" y="3188502"/>
                  </a:lnTo>
                  <a:lnTo>
                    <a:pt x="5677249" y="3191769"/>
                  </a:lnTo>
                  <a:lnTo>
                    <a:pt x="5712880" y="3194976"/>
                  </a:lnTo>
                  <a:lnTo>
                    <a:pt x="5748511" y="3198124"/>
                  </a:lnTo>
                  <a:lnTo>
                    <a:pt x="5784143" y="3201214"/>
                  </a:lnTo>
                  <a:lnTo>
                    <a:pt x="5819774" y="3204247"/>
                  </a:lnTo>
                  <a:lnTo>
                    <a:pt x="5855405" y="3207224"/>
                  </a:lnTo>
                  <a:lnTo>
                    <a:pt x="5891036" y="3210147"/>
                  </a:lnTo>
                  <a:lnTo>
                    <a:pt x="5926668" y="3213015"/>
                  </a:lnTo>
                  <a:lnTo>
                    <a:pt x="5962299" y="3215831"/>
                  </a:lnTo>
                  <a:lnTo>
                    <a:pt x="5997930" y="3218595"/>
                  </a:lnTo>
                  <a:lnTo>
                    <a:pt x="6033562" y="3221307"/>
                  </a:lnTo>
                  <a:lnTo>
                    <a:pt x="6069193" y="3223970"/>
                  </a:lnTo>
                  <a:lnTo>
                    <a:pt x="6104824" y="3226584"/>
                  </a:lnTo>
                  <a:lnTo>
                    <a:pt x="6140456" y="3229150"/>
                  </a:lnTo>
                  <a:lnTo>
                    <a:pt x="6176087" y="3231669"/>
                  </a:lnTo>
                  <a:lnTo>
                    <a:pt x="6211718" y="3234141"/>
                  </a:lnTo>
                  <a:lnTo>
                    <a:pt x="6247350" y="3236568"/>
                  </a:lnTo>
                  <a:lnTo>
                    <a:pt x="6282981" y="3238949"/>
                  </a:lnTo>
                  <a:lnTo>
                    <a:pt x="6318612" y="3241288"/>
                  </a:lnTo>
                  <a:lnTo>
                    <a:pt x="6354243" y="3243583"/>
                  </a:lnTo>
                  <a:lnTo>
                    <a:pt x="6389875" y="3245835"/>
                  </a:lnTo>
                  <a:lnTo>
                    <a:pt x="6425506" y="324804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(1.28-1.92),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3.72 (2.05-6.75)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2026-10-08T16:28:05Z</dcterms:modified>
  <cp:category/>
</cp:coreProperties>
</file>