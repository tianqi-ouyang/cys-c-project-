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6215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6074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55934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75793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638215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60989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83764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06538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929313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752087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574862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97636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20410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6286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6145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96004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15863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35722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226828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049602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872376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695151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17925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340700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163474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986249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809023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2360566"/>
              <a:ext cx="7090630" cy="2899595"/>
            </a:xfrm>
            <a:custGeom>
              <a:avLst/>
              <a:pathLst>
                <a:path w="7090630" h="2899595">
                  <a:moveTo>
                    <a:pt x="0" y="0"/>
                  </a:moveTo>
                  <a:lnTo>
                    <a:pt x="35631" y="37734"/>
                  </a:lnTo>
                  <a:lnTo>
                    <a:pt x="71262" y="75025"/>
                  </a:lnTo>
                  <a:lnTo>
                    <a:pt x="106893" y="111875"/>
                  </a:lnTo>
                  <a:lnTo>
                    <a:pt x="142525" y="148292"/>
                  </a:lnTo>
                  <a:lnTo>
                    <a:pt x="178156" y="184279"/>
                  </a:lnTo>
                  <a:lnTo>
                    <a:pt x="213787" y="219843"/>
                  </a:lnTo>
                  <a:lnTo>
                    <a:pt x="249419" y="254987"/>
                  </a:lnTo>
                  <a:lnTo>
                    <a:pt x="285050" y="289717"/>
                  </a:lnTo>
                  <a:lnTo>
                    <a:pt x="320681" y="324038"/>
                  </a:lnTo>
                  <a:lnTo>
                    <a:pt x="356313" y="357955"/>
                  </a:lnTo>
                  <a:lnTo>
                    <a:pt x="391944" y="391472"/>
                  </a:lnTo>
                  <a:lnTo>
                    <a:pt x="427575" y="424594"/>
                  </a:lnTo>
                  <a:lnTo>
                    <a:pt x="463206" y="457325"/>
                  </a:lnTo>
                  <a:lnTo>
                    <a:pt x="498838" y="489671"/>
                  </a:lnTo>
                  <a:lnTo>
                    <a:pt x="534469" y="521636"/>
                  </a:lnTo>
                  <a:lnTo>
                    <a:pt x="570100" y="553224"/>
                  </a:lnTo>
                  <a:lnTo>
                    <a:pt x="605732" y="584440"/>
                  </a:lnTo>
                  <a:lnTo>
                    <a:pt x="641363" y="615288"/>
                  </a:lnTo>
                  <a:lnTo>
                    <a:pt x="676994" y="645772"/>
                  </a:lnTo>
                  <a:lnTo>
                    <a:pt x="712626" y="675898"/>
                  </a:lnTo>
                  <a:lnTo>
                    <a:pt x="748257" y="705668"/>
                  </a:lnTo>
                  <a:lnTo>
                    <a:pt x="783888" y="735087"/>
                  </a:lnTo>
                  <a:lnTo>
                    <a:pt x="819520" y="764160"/>
                  </a:lnTo>
                  <a:lnTo>
                    <a:pt x="855151" y="792890"/>
                  </a:lnTo>
                  <a:lnTo>
                    <a:pt x="890782" y="821282"/>
                  </a:lnTo>
                  <a:lnTo>
                    <a:pt x="926413" y="849339"/>
                  </a:lnTo>
                  <a:lnTo>
                    <a:pt x="962045" y="877066"/>
                  </a:lnTo>
                  <a:lnTo>
                    <a:pt x="997676" y="904466"/>
                  </a:lnTo>
                  <a:lnTo>
                    <a:pt x="1033307" y="931543"/>
                  </a:lnTo>
                  <a:lnTo>
                    <a:pt x="1068939" y="958300"/>
                  </a:lnTo>
                  <a:lnTo>
                    <a:pt x="1104570" y="984743"/>
                  </a:lnTo>
                  <a:lnTo>
                    <a:pt x="1140201" y="1010874"/>
                  </a:lnTo>
                  <a:lnTo>
                    <a:pt x="1175833" y="1036697"/>
                  </a:lnTo>
                  <a:lnTo>
                    <a:pt x="1211464" y="1062216"/>
                  </a:lnTo>
                  <a:lnTo>
                    <a:pt x="1247095" y="1087434"/>
                  </a:lnTo>
                  <a:lnTo>
                    <a:pt x="1282727" y="1112355"/>
                  </a:lnTo>
                  <a:lnTo>
                    <a:pt x="1318358" y="1136982"/>
                  </a:lnTo>
                  <a:lnTo>
                    <a:pt x="1353989" y="1161319"/>
                  </a:lnTo>
                  <a:lnTo>
                    <a:pt x="1389620" y="1185369"/>
                  </a:lnTo>
                  <a:lnTo>
                    <a:pt x="1425252" y="1209136"/>
                  </a:lnTo>
                  <a:lnTo>
                    <a:pt x="1460883" y="1232623"/>
                  </a:lnTo>
                  <a:lnTo>
                    <a:pt x="1496514" y="1255833"/>
                  </a:lnTo>
                  <a:lnTo>
                    <a:pt x="1532146" y="1278769"/>
                  </a:lnTo>
                  <a:lnTo>
                    <a:pt x="1567777" y="1301436"/>
                  </a:lnTo>
                  <a:lnTo>
                    <a:pt x="1603408" y="1323835"/>
                  </a:lnTo>
                  <a:lnTo>
                    <a:pt x="1639040" y="1345970"/>
                  </a:lnTo>
                  <a:lnTo>
                    <a:pt x="1674671" y="1367844"/>
                  </a:lnTo>
                  <a:lnTo>
                    <a:pt x="1710302" y="1389461"/>
                  </a:lnTo>
                  <a:lnTo>
                    <a:pt x="1745934" y="1410823"/>
                  </a:lnTo>
                  <a:lnTo>
                    <a:pt x="1781565" y="1431933"/>
                  </a:lnTo>
                  <a:lnTo>
                    <a:pt x="1817196" y="1452794"/>
                  </a:lnTo>
                  <a:lnTo>
                    <a:pt x="1852827" y="1473410"/>
                  </a:lnTo>
                  <a:lnTo>
                    <a:pt x="1888459" y="1493783"/>
                  </a:lnTo>
                  <a:lnTo>
                    <a:pt x="1924090" y="1513915"/>
                  </a:lnTo>
                  <a:lnTo>
                    <a:pt x="1959721" y="1533811"/>
                  </a:lnTo>
                  <a:lnTo>
                    <a:pt x="1995353" y="1553471"/>
                  </a:lnTo>
                  <a:lnTo>
                    <a:pt x="2030984" y="1572901"/>
                  </a:lnTo>
                  <a:lnTo>
                    <a:pt x="2066615" y="1592101"/>
                  </a:lnTo>
                  <a:lnTo>
                    <a:pt x="2102247" y="1611075"/>
                  </a:lnTo>
                  <a:lnTo>
                    <a:pt x="2137878" y="1629825"/>
                  </a:lnTo>
                  <a:lnTo>
                    <a:pt x="2173509" y="1648355"/>
                  </a:lnTo>
                  <a:lnTo>
                    <a:pt x="2209141" y="1666666"/>
                  </a:lnTo>
                  <a:lnTo>
                    <a:pt x="2244772" y="1684761"/>
                  </a:lnTo>
                  <a:lnTo>
                    <a:pt x="2280403" y="1702644"/>
                  </a:lnTo>
                  <a:lnTo>
                    <a:pt x="2316034" y="1720315"/>
                  </a:lnTo>
                  <a:lnTo>
                    <a:pt x="2351666" y="1737778"/>
                  </a:lnTo>
                  <a:lnTo>
                    <a:pt x="2387297" y="1755036"/>
                  </a:lnTo>
                  <a:lnTo>
                    <a:pt x="2422928" y="1772090"/>
                  </a:lnTo>
                  <a:lnTo>
                    <a:pt x="2458560" y="1788943"/>
                  </a:lnTo>
                  <a:lnTo>
                    <a:pt x="2494191" y="1805597"/>
                  </a:lnTo>
                  <a:lnTo>
                    <a:pt x="2529822" y="1822056"/>
                  </a:lnTo>
                  <a:lnTo>
                    <a:pt x="2565454" y="1838320"/>
                  </a:lnTo>
                  <a:lnTo>
                    <a:pt x="2601085" y="1854393"/>
                  </a:lnTo>
                  <a:lnTo>
                    <a:pt x="2636716" y="1870276"/>
                  </a:lnTo>
                  <a:lnTo>
                    <a:pt x="2672348" y="1885972"/>
                  </a:lnTo>
                  <a:lnTo>
                    <a:pt x="2707979" y="1901483"/>
                  </a:lnTo>
                  <a:lnTo>
                    <a:pt x="2743610" y="1916812"/>
                  </a:lnTo>
                  <a:lnTo>
                    <a:pt x="2779241" y="1931959"/>
                  </a:lnTo>
                  <a:lnTo>
                    <a:pt x="2814873" y="1946928"/>
                  </a:lnTo>
                  <a:lnTo>
                    <a:pt x="2850504" y="1961721"/>
                  </a:lnTo>
                  <a:lnTo>
                    <a:pt x="2886135" y="1976340"/>
                  </a:lnTo>
                  <a:lnTo>
                    <a:pt x="2921767" y="1990786"/>
                  </a:lnTo>
                  <a:lnTo>
                    <a:pt x="2957398" y="2005062"/>
                  </a:lnTo>
                  <a:lnTo>
                    <a:pt x="2993029" y="2019170"/>
                  </a:lnTo>
                  <a:lnTo>
                    <a:pt x="3028661" y="2033112"/>
                  </a:lnTo>
                  <a:lnTo>
                    <a:pt x="3064292" y="2046889"/>
                  </a:lnTo>
                  <a:lnTo>
                    <a:pt x="3099923" y="2060504"/>
                  </a:lnTo>
                  <a:lnTo>
                    <a:pt x="3135555" y="2073958"/>
                  </a:lnTo>
                  <a:lnTo>
                    <a:pt x="3171186" y="2087254"/>
                  </a:lnTo>
                  <a:lnTo>
                    <a:pt x="3206817" y="2100394"/>
                  </a:lnTo>
                  <a:lnTo>
                    <a:pt x="3242448" y="2113378"/>
                  </a:lnTo>
                  <a:lnTo>
                    <a:pt x="3278080" y="2126210"/>
                  </a:lnTo>
                  <a:lnTo>
                    <a:pt x="3313711" y="2138890"/>
                  </a:lnTo>
                  <a:lnTo>
                    <a:pt x="3349342" y="2151421"/>
                  </a:lnTo>
                  <a:lnTo>
                    <a:pt x="3384974" y="2163804"/>
                  </a:lnTo>
                  <a:lnTo>
                    <a:pt x="3420605" y="2176041"/>
                  </a:lnTo>
                  <a:lnTo>
                    <a:pt x="3456236" y="2188134"/>
                  </a:lnTo>
                  <a:lnTo>
                    <a:pt x="3491868" y="2200085"/>
                  </a:lnTo>
                  <a:lnTo>
                    <a:pt x="3527499" y="2211894"/>
                  </a:lnTo>
                  <a:lnTo>
                    <a:pt x="3563130" y="2223565"/>
                  </a:lnTo>
                  <a:lnTo>
                    <a:pt x="3598762" y="2235098"/>
                  </a:lnTo>
                  <a:lnTo>
                    <a:pt x="3634393" y="2246495"/>
                  </a:lnTo>
                  <a:lnTo>
                    <a:pt x="3670024" y="2257758"/>
                  </a:lnTo>
                  <a:lnTo>
                    <a:pt x="3705655" y="2268888"/>
                  </a:lnTo>
                  <a:lnTo>
                    <a:pt x="3741287" y="2279887"/>
                  </a:lnTo>
                  <a:lnTo>
                    <a:pt x="3776918" y="2290757"/>
                  </a:lnTo>
                  <a:lnTo>
                    <a:pt x="3812549" y="2301498"/>
                  </a:lnTo>
                  <a:lnTo>
                    <a:pt x="3848181" y="2312113"/>
                  </a:lnTo>
                  <a:lnTo>
                    <a:pt x="3883812" y="2322602"/>
                  </a:lnTo>
                  <a:lnTo>
                    <a:pt x="3919443" y="2332968"/>
                  </a:lnTo>
                  <a:lnTo>
                    <a:pt x="3955075" y="2343212"/>
                  </a:lnTo>
                  <a:lnTo>
                    <a:pt x="3990706" y="2353335"/>
                  </a:lnTo>
                  <a:lnTo>
                    <a:pt x="4026337" y="2363339"/>
                  </a:lnTo>
                  <a:lnTo>
                    <a:pt x="4061968" y="2373225"/>
                  </a:lnTo>
                  <a:lnTo>
                    <a:pt x="4097600" y="2382995"/>
                  </a:lnTo>
                  <a:lnTo>
                    <a:pt x="4133231" y="2392649"/>
                  </a:lnTo>
                  <a:lnTo>
                    <a:pt x="4168862" y="2401534"/>
                  </a:lnTo>
                  <a:lnTo>
                    <a:pt x="4204494" y="2406240"/>
                  </a:lnTo>
                  <a:lnTo>
                    <a:pt x="4240125" y="2410917"/>
                  </a:lnTo>
                  <a:lnTo>
                    <a:pt x="4275756" y="2415568"/>
                  </a:lnTo>
                  <a:lnTo>
                    <a:pt x="4311388" y="2420190"/>
                  </a:lnTo>
                  <a:lnTo>
                    <a:pt x="4347019" y="2424786"/>
                  </a:lnTo>
                  <a:lnTo>
                    <a:pt x="4382650" y="2429355"/>
                  </a:lnTo>
                  <a:lnTo>
                    <a:pt x="4418282" y="2433897"/>
                  </a:lnTo>
                  <a:lnTo>
                    <a:pt x="4453913" y="2438412"/>
                  </a:lnTo>
                  <a:lnTo>
                    <a:pt x="4489544" y="2442900"/>
                  </a:lnTo>
                  <a:lnTo>
                    <a:pt x="4525175" y="2447363"/>
                  </a:lnTo>
                  <a:lnTo>
                    <a:pt x="4560807" y="2451799"/>
                  </a:lnTo>
                  <a:lnTo>
                    <a:pt x="4596438" y="2456209"/>
                  </a:lnTo>
                  <a:lnTo>
                    <a:pt x="4632069" y="2460593"/>
                  </a:lnTo>
                  <a:lnTo>
                    <a:pt x="4667701" y="2464951"/>
                  </a:lnTo>
                  <a:lnTo>
                    <a:pt x="4703332" y="2469284"/>
                  </a:lnTo>
                  <a:lnTo>
                    <a:pt x="4738963" y="2473591"/>
                  </a:lnTo>
                  <a:lnTo>
                    <a:pt x="4774595" y="2477873"/>
                  </a:lnTo>
                  <a:lnTo>
                    <a:pt x="4810226" y="2482129"/>
                  </a:lnTo>
                  <a:lnTo>
                    <a:pt x="4845857" y="2486361"/>
                  </a:lnTo>
                  <a:lnTo>
                    <a:pt x="4881489" y="2490568"/>
                  </a:lnTo>
                  <a:lnTo>
                    <a:pt x="4917120" y="2494750"/>
                  </a:lnTo>
                  <a:lnTo>
                    <a:pt x="4952751" y="2498908"/>
                  </a:lnTo>
                  <a:lnTo>
                    <a:pt x="4988382" y="2503041"/>
                  </a:lnTo>
                  <a:lnTo>
                    <a:pt x="5024014" y="2507150"/>
                  </a:lnTo>
                  <a:lnTo>
                    <a:pt x="5059645" y="2511234"/>
                  </a:lnTo>
                  <a:lnTo>
                    <a:pt x="5095276" y="2515295"/>
                  </a:lnTo>
                  <a:lnTo>
                    <a:pt x="5130908" y="2519332"/>
                  </a:lnTo>
                  <a:lnTo>
                    <a:pt x="5166539" y="2523345"/>
                  </a:lnTo>
                  <a:lnTo>
                    <a:pt x="5202170" y="2527335"/>
                  </a:lnTo>
                  <a:lnTo>
                    <a:pt x="5237802" y="2531301"/>
                  </a:lnTo>
                  <a:lnTo>
                    <a:pt x="5273433" y="2535243"/>
                  </a:lnTo>
                  <a:lnTo>
                    <a:pt x="5309064" y="2539163"/>
                  </a:lnTo>
                  <a:lnTo>
                    <a:pt x="5344696" y="2543060"/>
                  </a:lnTo>
                  <a:lnTo>
                    <a:pt x="5380327" y="2546933"/>
                  </a:lnTo>
                  <a:lnTo>
                    <a:pt x="5415958" y="2550784"/>
                  </a:lnTo>
                  <a:lnTo>
                    <a:pt x="5451589" y="2554613"/>
                  </a:lnTo>
                  <a:lnTo>
                    <a:pt x="5487221" y="2558418"/>
                  </a:lnTo>
                  <a:lnTo>
                    <a:pt x="5522852" y="2562202"/>
                  </a:lnTo>
                  <a:lnTo>
                    <a:pt x="5558483" y="2565963"/>
                  </a:lnTo>
                  <a:lnTo>
                    <a:pt x="5594115" y="2569702"/>
                  </a:lnTo>
                  <a:lnTo>
                    <a:pt x="5629746" y="2573419"/>
                  </a:lnTo>
                  <a:lnTo>
                    <a:pt x="5665377" y="2577115"/>
                  </a:lnTo>
                  <a:lnTo>
                    <a:pt x="5701009" y="2580788"/>
                  </a:lnTo>
                  <a:lnTo>
                    <a:pt x="5736640" y="2584440"/>
                  </a:lnTo>
                  <a:lnTo>
                    <a:pt x="5772271" y="2588071"/>
                  </a:lnTo>
                  <a:lnTo>
                    <a:pt x="5807903" y="2591680"/>
                  </a:lnTo>
                  <a:lnTo>
                    <a:pt x="5843534" y="2595268"/>
                  </a:lnTo>
                  <a:lnTo>
                    <a:pt x="5879165" y="2598835"/>
                  </a:lnTo>
                  <a:lnTo>
                    <a:pt x="5914796" y="2602381"/>
                  </a:lnTo>
                  <a:lnTo>
                    <a:pt x="5950428" y="2605906"/>
                  </a:lnTo>
                  <a:lnTo>
                    <a:pt x="5986059" y="2609410"/>
                  </a:lnTo>
                  <a:lnTo>
                    <a:pt x="6021690" y="2612894"/>
                  </a:lnTo>
                  <a:lnTo>
                    <a:pt x="6057322" y="2616358"/>
                  </a:lnTo>
                  <a:lnTo>
                    <a:pt x="6092953" y="2619801"/>
                  </a:lnTo>
                  <a:lnTo>
                    <a:pt x="6128584" y="2623223"/>
                  </a:lnTo>
                  <a:lnTo>
                    <a:pt x="6164216" y="2626626"/>
                  </a:lnTo>
                  <a:lnTo>
                    <a:pt x="6199847" y="2630009"/>
                  </a:lnTo>
                  <a:lnTo>
                    <a:pt x="6235478" y="2633371"/>
                  </a:lnTo>
                  <a:lnTo>
                    <a:pt x="6271110" y="2636714"/>
                  </a:lnTo>
                  <a:lnTo>
                    <a:pt x="6306741" y="2640038"/>
                  </a:lnTo>
                  <a:lnTo>
                    <a:pt x="6342372" y="2643342"/>
                  </a:lnTo>
                  <a:lnTo>
                    <a:pt x="6378003" y="2646626"/>
                  </a:lnTo>
                  <a:lnTo>
                    <a:pt x="6413635" y="2649891"/>
                  </a:lnTo>
                  <a:lnTo>
                    <a:pt x="6449266" y="2653137"/>
                  </a:lnTo>
                  <a:lnTo>
                    <a:pt x="6484897" y="2656364"/>
                  </a:lnTo>
                  <a:lnTo>
                    <a:pt x="6520529" y="2659572"/>
                  </a:lnTo>
                  <a:lnTo>
                    <a:pt x="6556160" y="2662761"/>
                  </a:lnTo>
                  <a:lnTo>
                    <a:pt x="6591791" y="2665931"/>
                  </a:lnTo>
                  <a:lnTo>
                    <a:pt x="6627423" y="2669083"/>
                  </a:lnTo>
                  <a:lnTo>
                    <a:pt x="6663054" y="2672216"/>
                  </a:lnTo>
                  <a:lnTo>
                    <a:pt x="6698685" y="2675331"/>
                  </a:lnTo>
                  <a:lnTo>
                    <a:pt x="6734317" y="2678427"/>
                  </a:lnTo>
                  <a:lnTo>
                    <a:pt x="6769948" y="2681506"/>
                  </a:lnTo>
                  <a:lnTo>
                    <a:pt x="6805579" y="2684566"/>
                  </a:lnTo>
                  <a:lnTo>
                    <a:pt x="6841210" y="2687608"/>
                  </a:lnTo>
                  <a:lnTo>
                    <a:pt x="6876842" y="2690632"/>
                  </a:lnTo>
                  <a:lnTo>
                    <a:pt x="6912473" y="2693639"/>
                  </a:lnTo>
                  <a:lnTo>
                    <a:pt x="6948104" y="2696628"/>
                  </a:lnTo>
                  <a:lnTo>
                    <a:pt x="6983736" y="2699599"/>
                  </a:lnTo>
                  <a:lnTo>
                    <a:pt x="7019367" y="2702553"/>
                  </a:lnTo>
                  <a:lnTo>
                    <a:pt x="7054998" y="2705490"/>
                  </a:lnTo>
                  <a:lnTo>
                    <a:pt x="7090630" y="2708409"/>
                  </a:lnTo>
                  <a:lnTo>
                    <a:pt x="7090630" y="2899595"/>
                  </a:lnTo>
                  <a:lnTo>
                    <a:pt x="7054998" y="2895985"/>
                  </a:lnTo>
                  <a:lnTo>
                    <a:pt x="7019367" y="2892333"/>
                  </a:lnTo>
                  <a:lnTo>
                    <a:pt x="6983736" y="2888637"/>
                  </a:lnTo>
                  <a:lnTo>
                    <a:pt x="6948104" y="2884896"/>
                  </a:lnTo>
                  <a:lnTo>
                    <a:pt x="6912473" y="2881112"/>
                  </a:lnTo>
                  <a:lnTo>
                    <a:pt x="6876842" y="2877282"/>
                  </a:lnTo>
                  <a:lnTo>
                    <a:pt x="6841210" y="2873406"/>
                  </a:lnTo>
                  <a:lnTo>
                    <a:pt x="6805579" y="2869485"/>
                  </a:lnTo>
                  <a:lnTo>
                    <a:pt x="6769948" y="2865516"/>
                  </a:lnTo>
                  <a:lnTo>
                    <a:pt x="6734317" y="2861500"/>
                  </a:lnTo>
                  <a:lnTo>
                    <a:pt x="6698685" y="2857437"/>
                  </a:lnTo>
                  <a:lnTo>
                    <a:pt x="6663054" y="2853325"/>
                  </a:lnTo>
                  <a:lnTo>
                    <a:pt x="6627423" y="2849163"/>
                  </a:lnTo>
                  <a:lnTo>
                    <a:pt x="6591791" y="2844953"/>
                  </a:lnTo>
                  <a:lnTo>
                    <a:pt x="6556160" y="2840692"/>
                  </a:lnTo>
                  <a:lnTo>
                    <a:pt x="6520529" y="2836380"/>
                  </a:lnTo>
                  <a:lnTo>
                    <a:pt x="6484897" y="2832016"/>
                  </a:lnTo>
                  <a:lnTo>
                    <a:pt x="6449266" y="2827601"/>
                  </a:lnTo>
                  <a:lnTo>
                    <a:pt x="6413635" y="2823133"/>
                  </a:lnTo>
                  <a:lnTo>
                    <a:pt x="6378003" y="2818612"/>
                  </a:lnTo>
                  <a:lnTo>
                    <a:pt x="6342372" y="2814037"/>
                  </a:lnTo>
                  <a:lnTo>
                    <a:pt x="6306741" y="2809407"/>
                  </a:lnTo>
                  <a:lnTo>
                    <a:pt x="6271110" y="2804722"/>
                  </a:lnTo>
                  <a:lnTo>
                    <a:pt x="6235478" y="2799982"/>
                  </a:lnTo>
                  <a:lnTo>
                    <a:pt x="6199847" y="2795184"/>
                  </a:lnTo>
                  <a:lnTo>
                    <a:pt x="6164216" y="2790330"/>
                  </a:lnTo>
                  <a:lnTo>
                    <a:pt x="6128584" y="2785418"/>
                  </a:lnTo>
                  <a:lnTo>
                    <a:pt x="6092953" y="2780447"/>
                  </a:lnTo>
                  <a:lnTo>
                    <a:pt x="6057322" y="2775417"/>
                  </a:lnTo>
                  <a:lnTo>
                    <a:pt x="6021690" y="2770326"/>
                  </a:lnTo>
                  <a:lnTo>
                    <a:pt x="5986059" y="2765175"/>
                  </a:lnTo>
                  <a:lnTo>
                    <a:pt x="5950428" y="2759963"/>
                  </a:lnTo>
                  <a:lnTo>
                    <a:pt x="5914796" y="2754689"/>
                  </a:lnTo>
                  <a:lnTo>
                    <a:pt x="5879165" y="2749351"/>
                  </a:lnTo>
                  <a:lnTo>
                    <a:pt x="5843534" y="2743950"/>
                  </a:lnTo>
                  <a:lnTo>
                    <a:pt x="5807903" y="2738485"/>
                  </a:lnTo>
                  <a:lnTo>
                    <a:pt x="5772271" y="2732954"/>
                  </a:lnTo>
                  <a:lnTo>
                    <a:pt x="5736640" y="2727358"/>
                  </a:lnTo>
                  <a:lnTo>
                    <a:pt x="5701009" y="2721695"/>
                  </a:lnTo>
                  <a:lnTo>
                    <a:pt x="5665377" y="2715964"/>
                  </a:lnTo>
                  <a:lnTo>
                    <a:pt x="5629746" y="2710165"/>
                  </a:lnTo>
                  <a:lnTo>
                    <a:pt x="5594115" y="2704297"/>
                  </a:lnTo>
                  <a:lnTo>
                    <a:pt x="5558483" y="2698358"/>
                  </a:lnTo>
                  <a:lnTo>
                    <a:pt x="5522852" y="2692349"/>
                  </a:lnTo>
                  <a:lnTo>
                    <a:pt x="5487221" y="2686269"/>
                  </a:lnTo>
                  <a:lnTo>
                    <a:pt x="5451589" y="2680115"/>
                  </a:lnTo>
                  <a:lnTo>
                    <a:pt x="5415958" y="2673889"/>
                  </a:lnTo>
                  <a:lnTo>
                    <a:pt x="5380327" y="2667588"/>
                  </a:lnTo>
                  <a:lnTo>
                    <a:pt x="5344696" y="2661212"/>
                  </a:lnTo>
                  <a:lnTo>
                    <a:pt x="5309064" y="2654760"/>
                  </a:lnTo>
                  <a:lnTo>
                    <a:pt x="5273433" y="2648231"/>
                  </a:lnTo>
                  <a:lnTo>
                    <a:pt x="5237802" y="2641624"/>
                  </a:lnTo>
                  <a:lnTo>
                    <a:pt x="5202170" y="2634939"/>
                  </a:lnTo>
                  <a:lnTo>
                    <a:pt x="5166539" y="2628174"/>
                  </a:lnTo>
                  <a:lnTo>
                    <a:pt x="5130908" y="2621328"/>
                  </a:lnTo>
                  <a:lnTo>
                    <a:pt x="5095276" y="2614400"/>
                  </a:lnTo>
                  <a:lnTo>
                    <a:pt x="5059645" y="2607390"/>
                  </a:lnTo>
                  <a:lnTo>
                    <a:pt x="5024014" y="2600296"/>
                  </a:lnTo>
                  <a:lnTo>
                    <a:pt x="4988382" y="2593118"/>
                  </a:lnTo>
                  <a:lnTo>
                    <a:pt x="4952751" y="2585854"/>
                  </a:lnTo>
                  <a:lnTo>
                    <a:pt x="4917120" y="2578503"/>
                  </a:lnTo>
                  <a:lnTo>
                    <a:pt x="4881489" y="2571065"/>
                  </a:lnTo>
                  <a:lnTo>
                    <a:pt x="4845857" y="2563538"/>
                  </a:lnTo>
                  <a:lnTo>
                    <a:pt x="4810226" y="2555922"/>
                  </a:lnTo>
                  <a:lnTo>
                    <a:pt x="4774595" y="2548214"/>
                  </a:lnTo>
                  <a:lnTo>
                    <a:pt x="4738963" y="2540415"/>
                  </a:lnTo>
                  <a:lnTo>
                    <a:pt x="4703332" y="2532522"/>
                  </a:lnTo>
                  <a:lnTo>
                    <a:pt x="4667701" y="2524536"/>
                  </a:lnTo>
                  <a:lnTo>
                    <a:pt x="4632069" y="2516454"/>
                  </a:lnTo>
                  <a:lnTo>
                    <a:pt x="4596438" y="2508276"/>
                  </a:lnTo>
                  <a:lnTo>
                    <a:pt x="4560807" y="2500000"/>
                  </a:lnTo>
                  <a:lnTo>
                    <a:pt x="4525175" y="2491626"/>
                  </a:lnTo>
                  <a:lnTo>
                    <a:pt x="4489544" y="2483152"/>
                  </a:lnTo>
                  <a:lnTo>
                    <a:pt x="4453913" y="2474577"/>
                  </a:lnTo>
                  <a:lnTo>
                    <a:pt x="4418282" y="2465899"/>
                  </a:lnTo>
                  <a:lnTo>
                    <a:pt x="4382650" y="2457118"/>
                  </a:lnTo>
                  <a:lnTo>
                    <a:pt x="4347019" y="2448233"/>
                  </a:lnTo>
                  <a:lnTo>
                    <a:pt x="4311388" y="2439241"/>
                  </a:lnTo>
                  <a:lnTo>
                    <a:pt x="4275756" y="2430142"/>
                  </a:lnTo>
                  <a:lnTo>
                    <a:pt x="4240125" y="2420935"/>
                  </a:lnTo>
                  <a:lnTo>
                    <a:pt x="4204494" y="2411618"/>
                  </a:lnTo>
                  <a:lnTo>
                    <a:pt x="4168862" y="2402190"/>
                  </a:lnTo>
                  <a:lnTo>
                    <a:pt x="4133231" y="2396801"/>
                  </a:lnTo>
                  <a:lnTo>
                    <a:pt x="4097600" y="2392040"/>
                  </a:lnTo>
                  <a:lnTo>
                    <a:pt x="4061968" y="2387251"/>
                  </a:lnTo>
                  <a:lnTo>
                    <a:pt x="4026337" y="2382433"/>
                  </a:lnTo>
                  <a:lnTo>
                    <a:pt x="3990706" y="2377587"/>
                  </a:lnTo>
                  <a:lnTo>
                    <a:pt x="3955075" y="2372713"/>
                  </a:lnTo>
                  <a:lnTo>
                    <a:pt x="3919443" y="2367809"/>
                  </a:lnTo>
                  <a:lnTo>
                    <a:pt x="3883812" y="2362877"/>
                  </a:lnTo>
                  <a:lnTo>
                    <a:pt x="3848181" y="2357915"/>
                  </a:lnTo>
                  <a:lnTo>
                    <a:pt x="3812549" y="2352924"/>
                  </a:lnTo>
                  <a:lnTo>
                    <a:pt x="3776918" y="2347904"/>
                  </a:lnTo>
                  <a:lnTo>
                    <a:pt x="3741287" y="2342854"/>
                  </a:lnTo>
                  <a:lnTo>
                    <a:pt x="3705655" y="2337774"/>
                  </a:lnTo>
                  <a:lnTo>
                    <a:pt x="3670024" y="2332664"/>
                  </a:lnTo>
                  <a:lnTo>
                    <a:pt x="3634393" y="2327523"/>
                  </a:lnTo>
                  <a:lnTo>
                    <a:pt x="3598762" y="2322353"/>
                  </a:lnTo>
                  <a:lnTo>
                    <a:pt x="3563130" y="2317152"/>
                  </a:lnTo>
                  <a:lnTo>
                    <a:pt x="3527499" y="2311920"/>
                  </a:lnTo>
                  <a:lnTo>
                    <a:pt x="3491868" y="2306657"/>
                  </a:lnTo>
                  <a:lnTo>
                    <a:pt x="3456236" y="2301363"/>
                  </a:lnTo>
                  <a:lnTo>
                    <a:pt x="3420605" y="2296038"/>
                  </a:lnTo>
                  <a:lnTo>
                    <a:pt x="3384974" y="2290681"/>
                  </a:lnTo>
                  <a:lnTo>
                    <a:pt x="3349342" y="2285293"/>
                  </a:lnTo>
                  <a:lnTo>
                    <a:pt x="3313711" y="2279873"/>
                  </a:lnTo>
                  <a:lnTo>
                    <a:pt x="3278080" y="2274420"/>
                  </a:lnTo>
                  <a:lnTo>
                    <a:pt x="3242448" y="2268936"/>
                  </a:lnTo>
                  <a:lnTo>
                    <a:pt x="3206817" y="2263419"/>
                  </a:lnTo>
                  <a:lnTo>
                    <a:pt x="3171186" y="2257870"/>
                  </a:lnTo>
                  <a:lnTo>
                    <a:pt x="3135555" y="2252287"/>
                  </a:lnTo>
                  <a:lnTo>
                    <a:pt x="3099923" y="2246672"/>
                  </a:lnTo>
                  <a:lnTo>
                    <a:pt x="3064292" y="2241024"/>
                  </a:lnTo>
                  <a:lnTo>
                    <a:pt x="3028661" y="2235342"/>
                  </a:lnTo>
                  <a:lnTo>
                    <a:pt x="2993029" y="2229626"/>
                  </a:lnTo>
                  <a:lnTo>
                    <a:pt x="2957398" y="2223877"/>
                  </a:lnTo>
                  <a:lnTo>
                    <a:pt x="2921767" y="2218094"/>
                  </a:lnTo>
                  <a:lnTo>
                    <a:pt x="2886135" y="2212276"/>
                  </a:lnTo>
                  <a:lnTo>
                    <a:pt x="2850504" y="2206425"/>
                  </a:lnTo>
                  <a:lnTo>
                    <a:pt x="2814873" y="2200538"/>
                  </a:lnTo>
                  <a:lnTo>
                    <a:pt x="2779241" y="2194617"/>
                  </a:lnTo>
                  <a:lnTo>
                    <a:pt x="2743610" y="2188661"/>
                  </a:lnTo>
                  <a:lnTo>
                    <a:pt x="2707979" y="2182670"/>
                  </a:lnTo>
                  <a:lnTo>
                    <a:pt x="2672348" y="2176643"/>
                  </a:lnTo>
                  <a:lnTo>
                    <a:pt x="2636716" y="2170580"/>
                  </a:lnTo>
                  <a:lnTo>
                    <a:pt x="2601085" y="2164482"/>
                  </a:lnTo>
                  <a:lnTo>
                    <a:pt x="2565454" y="2158348"/>
                  </a:lnTo>
                  <a:lnTo>
                    <a:pt x="2529822" y="2152177"/>
                  </a:lnTo>
                  <a:lnTo>
                    <a:pt x="2494191" y="2145970"/>
                  </a:lnTo>
                  <a:lnTo>
                    <a:pt x="2458560" y="2139727"/>
                  </a:lnTo>
                  <a:lnTo>
                    <a:pt x="2422928" y="2133446"/>
                  </a:lnTo>
                  <a:lnTo>
                    <a:pt x="2387297" y="2127128"/>
                  </a:lnTo>
                  <a:lnTo>
                    <a:pt x="2351666" y="2120773"/>
                  </a:lnTo>
                  <a:lnTo>
                    <a:pt x="2316034" y="2114381"/>
                  </a:lnTo>
                  <a:lnTo>
                    <a:pt x="2280403" y="2107950"/>
                  </a:lnTo>
                  <a:lnTo>
                    <a:pt x="2244772" y="2101482"/>
                  </a:lnTo>
                  <a:lnTo>
                    <a:pt x="2209141" y="2094975"/>
                  </a:lnTo>
                  <a:lnTo>
                    <a:pt x="2173509" y="2088430"/>
                  </a:lnTo>
                  <a:lnTo>
                    <a:pt x="2137878" y="2081846"/>
                  </a:lnTo>
                  <a:lnTo>
                    <a:pt x="2102247" y="2075223"/>
                  </a:lnTo>
                  <a:lnTo>
                    <a:pt x="2066615" y="2068561"/>
                  </a:lnTo>
                  <a:lnTo>
                    <a:pt x="2030984" y="2061860"/>
                  </a:lnTo>
                  <a:lnTo>
                    <a:pt x="1995353" y="2055119"/>
                  </a:lnTo>
                  <a:lnTo>
                    <a:pt x="1959721" y="2048339"/>
                  </a:lnTo>
                  <a:lnTo>
                    <a:pt x="1924090" y="2041518"/>
                  </a:lnTo>
                  <a:lnTo>
                    <a:pt x="1888459" y="2034657"/>
                  </a:lnTo>
                  <a:lnTo>
                    <a:pt x="1852827" y="2027755"/>
                  </a:lnTo>
                  <a:lnTo>
                    <a:pt x="1817196" y="2020813"/>
                  </a:lnTo>
                  <a:lnTo>
                    <a:pt x="1781565" y="2013829"/>
                  </a:lnTo>
                  <a:lnTo>
                    <a:pt x="1745934" y="2006804"/>
                  </a:lnTo>
                  <a:lnTo>
                    <a:pt x="1710302" y="1999738"/>
                  </a:lnTo>
                  <a:lnTo>
                    <a:pt x="1674671" y="1992630"/>
                  </a:lnTo>
                  <a:lnTo>
                    <a:pt x="1639040" y="1985480"/>
                  </a:lnTo>
                  <a:lnTo>
                    <a:pt x="1603408" y="1978288"/>
                  </a:lnTo>
                  <a:lnTo>
                    <a:pt x="1567777" y="1971053"/>
                  </a:lnTo>
                  <a:lnTo>
                    <a:pt x="1532146" y="1963775"/>
                  </a:lnTo>
                  <a:lnTo>
                    <a:pt x="1496514" y="1956455"/>
                  </a:lnTo>
                  <a:lnTo>
                    <a:pt x="1460883" y="1949091"/>
                  </a:lnTo>
                  <a:lnTo>
                    <a:pt x="1425252" y="1941683"/>
                  </a:lnTo>
                  <a:lnTo>
                    <a:pt x="1389620" y="1934232"/>
                  </a:lnTo>
                  <a:lnTo>
                    <a:pt x="1353989" y="1926737"/>
                  </a:lnTo>
                  <a:lnTo>
                    <a:pt x="1318358" y="1919197"/>
                  </a:lnTo>
                  <a:lnTo>
                    <a:pt x="1282727" y="1911613"/>
                  </a:lnTo>
                  <a:lnTo>
                    <a:pt x="1247095" y="1903984"/>
                  </a:lnTo>
                  <a:lnTo>
                    <a:pt x="1211464" y="1896310"/>
                  </a:lnTo>
                  <a:lnTo>
                    <a:pt x="1175833" y="1888591"/>
                  </a:lnTo>
                  <a:lnTo>
                    <a:pt x="1140201" y="1880826"/>
                  </a:lnTo>
                  <a:lnTo>
                    <a:pt x="1104570" y="1873015"/>
                  </a:lnTo>
                  <a:lnTo>
                    <a:pt x="1068939" y="1865158"/>
                  </a:lnTo>
                  <a:lnTo>
                    <a:pt x="1033307" y="1857254"/>
                  </a:lnTo>
                  <a:lnTo>
                    <a:pt x="997676" y="1849304"/>
                  </a:lnTo>
                  <a:lnTo>
                    <a:pt x="962045" y="1841307"/>
                  </a:lnTo>
                  <a:lnTo>
                    <a:pt x="926413" y="1833262"/>
                  </a:lnTo>
                  <a:lnTo>
                    <a:pt x="890782" y="1825170"/>
                  </a:lnTo>
                  <a:lnTo>
                    <a:pt x="855151" y="1817030"/>
                  </a:lnTo>
                  <a:lnTo>
                    <a:pt x="819520" y="1808842"/>
                  </a:lnTo>
                  <a:lnTo>
                    <a:pt x="783888" y="1800606"/>
                  </a:lnTo>
                  <a:lnTo>
                    <a:pt x="748257" y="1792321"/>
                  </a:lnTo>
                  <a:lnTo>
                    <a:pt x="712626" y="1783987"/>
                  </a:lnTo>
                  <a:lnTo>
                    <a:pt x="676994" y="1775604"/>
                  </a:lnTo>
                  <a:lnTo>
                    <a:pt x="641363" y="1767171"/>
                  </a:lnTo>
                  <a:lnTo>
                    <a:pt x="605732" y="1758688"/>
                  </a:lnTo>
                  <a:lnTo>
                    <a:pt x="570100" y="1750155"/>
                  </a:lnTo>
                  <a:lnTo>
                    <a:pt x="534469" y="1741572"/>
                  </a:lnTo>
                  <a:lnTo>
                    <a:pt x="498838" y="1732938"/>
                  </a:lnTo>
                  <a:lnTo>
                    <a:pt x="463206" y="1724253"/>
                  </a:lnTo>
                  <a:lnTo>
                    <a:pt x="427575" y="1715516"/>
                  </a:lnTo>
                  <a:lnTo>
                    <a:pt x="391944" y="1706728"/>
                  </a:lnTo>
                  <a:lnTo>
                    <a:pt x="356313" y="1697888"/>
                  </a:lnTo>
                  <a:lnTo>
                    <a:pt x="320681" y="1688996"/>
                  </a:lnTo>
                  <a:lnTo>
                    <a:pt x="285050" y="1680051"/>
                  </a:lnTo>
                  <a:lnTo>
                    <a:pt x="249419" y="1671054"/>
                  </a:lnTo>
                  <a:lnTo>
                    <a:pt x="213787" y="1662003"/>
                  </a:lnTo>
                  <a:lnTo>
                    <a:pt x="178156" y="1652899"/>
                  </a:lnTo>
                  <a:lnTo>
                    <a:pt x="142525" y="1643740"/>
                  </a:lnTo>
                  <a:lnTo>
                    <a:pt x="106893" y="1634528"/>
                  </a:lnTo>
                  <a:lnTo>
                    <a:pt x="71262" y="1625261"/>
                  </a:lnTo>
                  <a:lnTo>
                    <a:pt x="35631" y="1615940"/>
                  </a:lnTo>
                  <a:lnTo>
                    <a:pt x="0" y="1606563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2360566"/>
              <a:ext cx="7090630" cy="2708409"/>
            </a:xfrm>
            <a:custGeom>
              <a:avLst/>
              <a:pathLst>
                <a:path w="7090630" h="2708409">
                  <a:moveTo>
                    <a:pt x="0" y="0"/>
                  </a:moveTo>
                  <a:lnTo>
                    <a:pt x="35631" y="37734"/>
                  </a:lnTo>
                  <a:lnTo>
                    <a:pt x="71262" y="75025"/>
                  </a:lnTo>
                  <a:lnTo>
                    <a:pt x="106893" y="111875"/>
                  </a:lnTo>
                  <a:lnTo>
                    <a:pt x="142525" y="148292"/>
                  </a:lnTo>
                  <a:lnTo>
                    <a:pt x="178156" y="184279"/>
                  </a:lnTo>
                  <a:lnTo>
                    <a:pt x="213787" y="219843"/>
                  </a:lnTo>
                  <a:lnTo>
                    <a:pt x="249419" y="254987"/>
                  </a:lnTo>
                  <a:lnTo>
                    <a:pt x="285050" y="289717"/>
                  </a:lnTo>
                  <a:lnTo>
                    <a:pt x="320681" y="324038"/>
                  </a:lnTo>
                  <a:lnTo>
                    <a:pt x="356313" y="357955"/>
                  </a:lnTo>
                  <a:lnTo>
                    <a:pt x="391944" y="391472"/>
                  </a:lnTo>
                  <a:lnTo>
                    <a:pt x="427575" y="424594"/>
                  </a:lnTo>
                  <a:lnTo>
                    <a:pt x="463206" y="457325"/>
                  </a:lnTo>
                  <a:lnTo>
                    <a:pt x="498838" y="489671"/>
                  </a:lnTo>
                  <a:lnTo>
                    <a:pt x="534469" y="521636"/>
                  </a:lnTo>
                  <a:lnTo>
                    <a:pt x="570100" y="553224"/>
                  </a:lnTo>
                  <a:lnTo>
                    <a:pt x="605732" y="584440"/>
                  </a:lnTo>
                  <a:lnTo>
                    <a:pt x="641363" y="615288"/>
                  </a:lnTo>
                  <a:lnTo>
                    <a:pt x="676994" y="645772"/>
                  </a:lnTo>
                  <a:lnTo>
                    <a:pt x="712626" y="675898"/>
                  </a:lnTo>
                  <a:lnTo>
                    <a:pt x="748257" y="705668"/>
                  </a:lnTo>
                  <a:lnTo>
                    <a:pt x="783888" y="735087"/>
                  </a:lnTo>
                  <a:lnTo>
                    <a:pt x="819520" y="764160"/>
                  </a:lnTo>
                  <a:lnTo>
                    <a:pt x="855151" y="792890"/>
                  </a:lnTo>
                  <a:lnTo>
                    <a:pt x="890782" y="821282"/>
                  </a:lnTo>
                  <a:lnTo>
                    <a:pt x="926413" y="849339"/>
                  </a:lnTo>
                  <a:lnTo>
                    <a:pt x="962045" y="877066"/>
                  </a:lnTo>
                  <a:lnTo>
                    <a:pt x="997676" y="904466"/>
                  </a:lnTo>
                  <a:lnTo>
                    <a:pt x="1033307" y="931543"/>
                  </a:lnTo>
                  <a:lnTo>
                    <a:pt x="1068939" y="958300"/>
                  </a:lnTo>
                  <a:lnTo>
                    <a:pt x="1104570" y="984743"/>
                  </a:lnTo>
                  <a:lnTo>
                    <a:pt x="1140201" y="1010874"/>
                  </a:lnTo>
                  <a:lnTo>
                    <a:pt x="1175833" y="1036697"/>
                  </a:lnTo>
                  <a:lnTo>
                    <a:pt x="1211464" y="1062216"/>
                  </a:lnTo>
                  <a:lnTo>
                    <a:pt x="1247095" y="1087434"/>
                  </a:lnTo>
                  <a:lnTo>
                    <a:pt x="1282727" y="1112355"/>
                  </a:lnTo>
                  <a:lnTo>
                    <a:pt x="1318358" y="1136982"/>
                  </a:lnTo>
                  <a:lnTo>
                    <a:pt x="1353989" y="1161319"/>
                  </a:lnTo>
                  <a:lnTo>
                    <a:pt x="1389620" y="1185369"/>
                  </a:lnTo>
                  <a:lnTo>
                    <a:pt x="1425252" y="1209136"/>
                  </a:lnTo>
                  <a:lnTo>
                    <a:pt x="1460883" y="1232623"/>
                  </a:lnTo>
                  <a:lnTo>
                    <a:pt x="1496514" y="1255833"/>
                  </a:lnTo>
                  <a:lnTo>
                    <a:pt x="1532146" y="1278769"/>
                  </a:lnTo>
                  <a:lnTo>
                    <a:pt x="1567777" y="1301436"/>
                  </a:lnTo>
                  <a:lnTo>
                    <a:pt x="1603408" y="1323835"/>
                  </a:lnTo>
                  <a:lnTo>
                    <a:pt x="1639040" y="1345970"/>
                  </a:lnTo>
                  <a:lnTo>
                    <a:pt x="1674671" y="1367844"/>
                  </a:lnTo>
                  <a:lnTo>
                    <a:pt x="1710302" y="1389461"/>
                  </a:lnTo>
                  <a:lnTo>
                    <a:pt x="1745934" y="1410823"/>
                  </a:lnTo>
                  <a:lnTo>
                    <a:pt x="1781565" y="1431933"/>
                  </a:lnTo>
                  <a:lnTo>
                    <a:pt x="1817196" y="1452794"/>
                  </a:lnTo>
                  <a:lnTo>
                    <a:pt x="1852827" y="1473410"/>
                  </a:lnTo>
                  <a:lnTo>
                    <a:pt x="1888459" y="1493783"/>
                  </a:lnTo>
                  <a:lnTo>
                    <a:pt x="1924090" y="1513915"/>
                  </a:lnTo>
                  <a:lnTo>
                    <a:pt x="1959721" y="1533811"/>
                  </a:lnTo>
                  <a:lnTo>
                    <a:pt x="1995353" y="1553471"/>
                  </a:lnTo>
                  <a:lnTo>
                    <a:pt x="2030984" y="1572901"/>
                  </a:lnTo>
                  <a:lnTo>
                    <a:pt x="2066615" y="1592101"/>
                  </a:lnTo>
                  <a:lnTo>
                    <a:pt x="2102247" y="1611075"/>
                  </a:lnTo>
                  <a:lnTo>
                    <a:pt x="2137878" y="1629825"/>
                  </a:lnTo>
                  <a:lnTo>
                    <a:pt x="2173509" y="1648355"/>
                  </a:lnTo>
                  <a:lnTo>
                    <a:pt x="2209141" y="1666666"/>
                  </a:lnTo>
                  <a:lnTo>
                    <a:pt x="2244772" y="1684761"/>
                  </a:lnTo>
                  <a:lnTo>
                    <a:pt x="2280403" y="1702644"/>
                  </a:lnTo>
                  <a:lnTo>
                    <a:pt x="2316034" y="1720315"/>
                  </a:lnTo>
                  <a:lnTo>
                    <a:pt x="2351666" y="1737778"/>
                  </a:lnTo>
                  <a:lnTo>
                    <a:pt x="2387297" y="1755036"/>
                  </a:lnTo>
                  <a:lnTo>
                    <a:pt x="2422928" y="1772090"/>
                  </a:lnTo>
                  <a:lnTo>
                    <a:pt x="2458560" y="1788943"/>
                  </a:lnTo>
                  <a:lnTo>
                    <a:pt x="2494191" y="1805597"/>
                  </a:lnTo>
                  <a:lnTo>
                    <a:pt x="2529822" y="1822056"/>
                  </a:lnTo>
                  <a:lnTo>
                    <a:pt x="2565454" y="1838320"/>
                  </a:lnTo>
                  <a:lnTo>
                    <a:pt x="2601085" y="1854393"/>
                  </a:lnTo>
                  <a:lnTo>
                    <a:pt x="2636716" y="1870276"/>
                  </a:lnTo>
                  <a:lnTo>
                    <a:pt x="2672348" y="1885972"/>
                  </a:lnTo>
                  <a:lnTo>
                    <a:pt x="2707979" y="1901483"/>
                  </a:lnTo>
                  <a:lnTo>
                    <a:pt x="2743610" y="1916812"/>
                  </a:lnTo>
                  <a:lnTo>
                    <a:pt x="2779241" y="1931959"/>
                  </a:lnTo>
                  <a:lnTo>
                    <a:pt x="2814873" y="1946928"/>
                  </a:lnTo>
                  <a:lnTo>
                    <a:pt x="2850504" y="1961721"/>
                  </a:lnTo>
                  <a:lnTo>
                    <a:pt x="2886135" y="1976340"/>
                  </a:lnTo>
                  <a:lnTo>
                    <a:pt x="2921767" y="1990786"/>
                  </a:lnTo>
                  <a:lnTo>
                    <a:pt x="2957398" y="2005062"/>
                  </a:lnTo>
                  <a:lnTo>
                    <a:pt x="2993029" y="2019170"/>
                  </a:lnTo>
                  <a:lnTo>
                    <a:pt x="3028661" y="2033112"/>
                  </a:lnTo>
                  <a:lnTo>
                    <a:pt x="3064292" y="2046889"/>
                  </a:lnTo>
                  <a:lnTo>
                    <a:pt x="3099923" y="2060504"/>
                  </a:lnTo>
                  <a:lnTo>
                    <a:pt x="3135555" y="2073958"/>
                  </a:lnTo>
                  <a:lnTo>
                    <a:pt x="3171186" y="2087254"/>
                  </a:lnTo>
                  <a:lnTo>
                    <a:pt x="3206817" y="2100394"/>
                  </a:lnTo>
                  <a:lnTo>
                    <a:pt x="3242448" y="2113378"/>
                  </a:lnTo>
                  <a:lnTo>
                    <a:pt x="3278080" y="2126210"/>
                  </a:lnTo>
                  <a:lnTo>
                    <a:pt x="3313711" y="2138890"/>
                  </a:lnTo>
                  <a:lnTo>
                    <a:pt x="3349342" y="2151421"/>
                  </a:lnTo>
                  <a:lnTo>
                    <a:pt x="3384974" y="2163804"/>
                  </a:lnTo>
                  <a:lnTo>
                    <a:pt x="3420605" y="2176041"/>
                  </a:lnTo>
                  <a:lnTo>
                    <a:pt x="3456236" y="2188134"/>
                  </a:lnTo>
                  <a:lnTo>
                    <a:pt x="3491868" y="2200085"/>
                  </a:lnTo>
                  <a:lnTo>
                    <a:pt x="3527499" y="2211894"/>
                  </a:lnTo>
                  <a:lnTo>
                    <a:pt x="3563130" y="2223565"/>
                  </a:lnTo>
                  <a:lnTo>
                    <a:pt x="3598762" y="2235098"/>
                  </a:lnTo>
                  <a:lnTo>
                    <a:pt x="3634393" y="2246495"/>
                  </a:lnTo>
                  <a:lnTo>
                    <a:pt x="3670024" y="2257758"/>
                  </a:lnTo>
                  <a:lnTo>
                    <a:pt x="3705655" y="2268888"/>
                  </a:lnTo>
                  <a:lnTo>
                    <a:pt x="3741287" y="2279887"/>
                  </a:lnTo>
                  <a:lnTo>
                    <a:pt x="3776918" y="2290757"/>
                  </a:lnTo>
                  <a:lnTo>
                    <a:pt x="3812549" y="2301498"/>
                  </a:lnTo>
                  <a:lnTo>
                    <a:pt x="3848181" y="2312113"/>
                  </a:lnTo>
                  <a:lnTo>
                    <a:pt x="3883812" y="2322602"/>
                  </a:lnTo>
                  <a:lnTo>
                    <a:pt x="3919443" y="2332968"/>
                  </a:lnTo>
                  <a:lnTo>
                    <a:pt x="3955075" y="2343212"/>
                  </a:lnTo>
                  <a:lnTo>
                    <a:pt x="3990706" y="2353335"/>
                  </a:lnTo>
                  <a:lnTo>
                    <a:pt x="4026337" y="2363339"/>
                  </a:lnTo>
                  <a:lnTo>
                    <a:pt x="4061968" y="2373225"/>
                  </a:lnTo>
                  <a:lnTo>
                    <a:pt x="4097600" y="2382995"/>
                  </a:lnTo>
                  <a:lnTo>
                    <a:pt x="4133231" y="2392649"/>
                  </a:lnTo>
                  <a:lnTo>
                    <a:pt x="4168862" y="2401534"/>
                  </a:lnTo>
                  <a:lnTo>
                    <a:pt x="4204494" y="2406240"/>
                  </a:lnTo>
                  <a:lnTo>
                    <a:pt x="4240125" y="2410917"/>
                  </a:lnTo>
                  <a:lnTo>
                    <a:pt x="4275756" y="2415568"/>
                  </a:lnTo>
                  <a:lnTo>
                    <a:pt x="4311388" y="2420190"/>
                  </a:lnTo>
                  <a:lnTo>
                    <a:pt x="4347019" y="2424786"/>
                  </a:lnTo>
                  <a:lnTo>
                    <a:pt x="4382650" y="2429355"/>
                  </a:lnTo>
                  <a:lnTo>
                    <a:pt x="4418282" y="2433897"/>
                  </a:lnTo>
                  <a:lnTo>
                    <a:pt x="4453913" y="2438412"/>
                  </a:lnTo>
                  <a:lnTo>
                    <a:pt x="4489544" y="2442900"/>
                  </a:lnTo>
                  <a:lnTo>
                    <a:pt x="4525175" y="2447363"/>
                  </a:lnTo>
                  <a:lnTo>
                    <a:pt x="4560807" y="2451799"/>
                  </a:lnTo>
                  <a:lnTo>
                    <a:pt x="4596438" y="2456209"/>
                  </a:lnTo>
                  <a:lnTo>
                    <a:pt x="4632069" y="2460593"/>
                  </a:lnTo>
                  <a:lnTo>
                    <a:pt x="4667701" y="2464951"/>
                  </a:lnTo>
                  <a:lnTo>
                    <a:pt x="4703332" y="2469284"/>
                  </a:lnTo>
                  <a:lnTo>
                    <a:pt x="4738963" y="2473591"/>
                  </a:lnTo>
                  <a:lnTo>
                    <a:pt x="4774595" y="2477873"/>
                  </a:lnTo>
                  <a:lnTo>
                    <a:pt x="4810226" y="2482129"/>
                  </a:lnTo>
                  <a:lnTo>
                    <a:pt x="4845857" y="2486361"/>
                  </a:lnTo>
                  <a:lnTo>
                    <a:pt x="4881489" y="2490568"/>
                  </a:lnTo>
                  <a:lnTo>
                    <a:pt x="4917120" y="2494750"/>
                  </a:lnTo>
                  <a:lnTo>
                    <a:pt x="4952751" y="2498908"/>
                  </a:lnTo>
                  <a:lnTo>
                    <a:pt x="4988382" y="2503041"/>
                  </a:lnTo>
                  <a:lnTo>
                    <a:pt x="5024014" y="2507150"/>
                  </a:lnTo>
                  <a:lnTo>
                    <a:pt x="5059645" y="2511234"/>
                  </a:lnTo>
                  <a:lnTo>
                    <a:pt x="5095276" y="2515295"/>
                  </a:lnTo>
                  <a:lnTo>
                    <a:pt x="5130908" y="2519332"/>
                  </a:lnTo>
                  <a:lnTo>
                    <a:pt x="5166539" y="2523345"/>
                  </a:lnTo>
                  <a:lnTo>
                    <a:pt x="5202170" y="2527335"/>
                  </a:lnTo>
                  <a:lnTo>
                    <a:pt x="5237802" y="2531301"/>
                  </a:lnTo>
                  <a:lnTo>
                    <a:pt x="5273433" y="2535243"/>
                  </a:lnTo>
                  <a:lnTo>
                    <a:pt x="5309064" y="2539163"/>
                  </a:lnTo>
                  <a:lnTo>
                    <a:pt x="5344696" y="2543060"/>
                  </a:lnTo>
                  <a:lnTo>
                    <a:pt x="5380327" y="2546933"/>
                  </a:lnTo>
                  <a:lnTo>
                    <a:pt x="5415958" y="2550784"/>
                  </a:lnTo>
                  <a:lnTo>
                    <a:pt x="5451589" y="2554613"/>
                  </a:lnTo>
                  <a:lnTo>
                    <a:pt x="5487221" y="2558418"/>
                  </a:lnTo>
                  <a:lnTo>
                    <a:pt x="5522852" y="2562202"/>
                  </a:lnTo>
                  <a:lnTo>
                    <a:pt x="5558483" y="2565963"/>
                  </a:lnTo>
                  <a:lnTo>
                    <a:pt x="5594115" y="2569702"/>
                  </a:lnTo>
                  <a:lnTo>
                    <a:pt x="5629746" y="2573419"/>
                  </a:lnTo>
                  <a:lnTo>
                    <a:pt x="5665377" y="2577115"/>
                  </a:lnTo>
                  <a:lnTo>
                    <a:pt x="5701009" y="2580788"/>
                  </a:lnTo>
                  <a:lnTo>
                    <a:pt x="5736640" y="2584440"/>
                  </a:lnTo>
                  <a:lnTo>
                    <a:pt x="5772271" y="2588071"/>
                  </a:lnTo>
                  <a:lnTo>
                    <a:pt x="5807903" y="2591680"/>
                  </a:lnTo>
                  <a:lnTo>
                    <a:pt x="5843534" y="2595268"/>
                  </a:lnTo>
                  <a:lnTo>
                    <a:pt x="5879165" y="2598835"/>
                  </a:lnTo>
                  <a:lnTo>
                    <a:pt x="5914796" y="2602381"/>
                  </a:lnTo>
                  <a:lnTo>
                    <a:pt x="5950428" y="2605906"/>
                  </a:lnTo>
                  <a:lnTo>
                    <a:pt x="5986059" y="2609410"/>
                  </a:lnTo>
                  <a:lnTo>
                    <a:pt x="6021690" y="2612894"/>
                  </a:lnTo>
                  <a:lnTo>
                    <a:pt x="6057322" y="2616358"/>
                  </a:lnTo>
                  <a:lnTo>
                    <a:pt x="6092953" y="2619801"/>
                  </a:lnTo>
                  <a:lnTo>
                    <a:pt x="6128584" y="2623223"/>
                  </a:lnTo>
                  <a:lnTo>
                    <a:pt x="6164216" y="2626626"/>
                  </a:lnTo>
                  <a:lnTo>
                    <a:pt x="6199847" y="2630009"/>
                  </a:lnTo>
                  <a:lnTo>
                    <a:pt x="6235478" y="2633371"/>
                  </a:lnTo>
                  <a:lnTo>
                    <a:pt x="6271110" y="2636714"/>
                  </a:lnTo>
                  <a:lnTo>
                    <a:pt x="6306741" y="2640038"/>
                  </a:lnTo>
                  <a:lnTo>
                    <a:pt x="6342372" y="2643342"/>
                  </a:lnTo>
                  <a:lnTo>
                    <a:pt x="6378003" y="2646626"/>
                  </a:lnTo>
                  <a:lnTo>
                    <a:pt x="6413635" y="2649891"/>
                  </a:lnTo>
                  <a:lnTo>
                    <a:pt x="6449266" y="2653137"/>
                  </a:lnTo>
                  <a:lnTo>
                    <a:pt x="6484897" y="2656364"/>
                  </a:lnTo>
                  <a:lnTo>
                    <a:pt x="6520529" y="2659572"/>
                  </a:lnTo>
                  <a:lnTo>
                    <a:pt x="6556160" y="2662761"/>
                  </a:lnTo>
                  <a:lnTo>
                    <a:pt x="6591791" y="2665931"/>
                  </a:lnTo>
                  <a:lnTo>
                    <a:pt x="6627423" y="2669083"/>
                  </a:lnTo>
                  <a:lnTo>
                    <a:pt x="6663054" y="2672216"/>
                  </a:lnTo>
                  <a:lnTo>
                    <a:pt x="6698685" y="2675331"/>
                  </a:lnTo>
                  <a:lnTo>
                    <a:pt x="6734317" y="2678427"/>
                  </a:lnTo>
                  <a:lnTo>
                    <a:pt x="6769948" y="2681506"/>
                  </a:lnTo>
                  <a:lnTo>
                    <a:pt x="6805579" y="2684566"/>
                  </a:lnTo>
                  <a:lnTo>
                    <a:pt x="6841210" y="2687608"/>
                  </a:lnTo>
                  <a:lnTo>
                    <a:pt x="6876842" y="2690632"/>
                  </a:lnTo>
                  <a:lnTo>
                    <a:pt x="6912473" y="2693639"/>
                  </a:lnTo>
                  <a:lnTo>
                    <a:pt x="6948104" y="2696628"/>
                  </a:lnTo>
                  <a:lnTo>
                    <a:pt x="6983736" y="2699599"/>
                  </a:lnTo>
                  <a:lnTo>
                    <a:pt x="7019367" y="2702553"/>
                  </a:lnTo>
                  <a:lnTo>
                    <a:pt x="7054998" y="2705490"/>
                  </a:lnTo>
                  <a:lnTo>
                    <a:pt x="7090630" y="270840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3967130"/>
              <a:ext cx="7090630" cy="1293031"/>
            </a:xfrm>
            <a:custGeom>
              <a:avLst/>
              <a:pathLst>
                <a:path w="7090630" h="1293031">
                  <a:moveTo>
                    <a:pt x="7090630" y="1293031"/>
                  </a:moveTo>
                  <a:lnTo>
                    <a:pt x="7054998" y="1289421"/>
                  </a:lnTo>
                  <a:lnTo>
                    <a:pt x="7019367" y="1285769"/>
                  </a:lnTo>
                  <a:lnTo>
                    <a:pt x="6983736" y="1282073"/>
                  </a:lnTo>
                  <a:lnTo>
                    <a:pt x="6948104" y="1278333"/>
                  </a:lnTo>
                  <a:lnTo>
                    <a:pt x="6912473" y="1274548"/>
                  </a:lnTo>
                  <a:lnTo>
                    <a:pt x="6876842" y="1270718"/>
                  </a:lnTo>
                  <a:lnTo>
                    <a:pt x="6841210" y="1266843"/>
                  </a:lnTo>
                  <a:lnTo>
                    <a:pt x="6805579" y="1262921"/>
                  </a:lnTo>
                  <a:lnTo>
                    <a:pt x="6769948" y="1258952"/>
                  </a:lnTo>
                  <a:lnTo>
                    <a:pt x="6734317" y="1254937"/>
                  </a:lnTo>
                  <a:lnTo>
                    <a:pt x="6698685" y="1250873"/>
                  </a:lnTo>
                  <a:lnTo>
                    <a:pt x="6663054" y="1246761"/>
                  </a:lnTo>
                  <a:lnTo>
                    <a:pt x="6627423" y="1242599"/>
                  </a:lnTo>
                  <a:lnTo>
                    <a:pt x="6591791" y="1238389"/>
                  </a:lnTo>
                  <a:lnTo>
                    <a:pt x="6556160" y="1234128"/>
                  </a:lnTo>
                  <a:lnTo>
                    <a:pt x="6520529" y="1229816"/>
                  </a:lnTo>
                  <a:lnTo>
                    <a:pt x="6484897" y="1225453"/>
                  </a:lnTo>
                  <a:lnTo>
                    <a:pt x="6449266" y="1221037"/>
                  </a:lnTo>
                  <a:lnTo>
                    <a:pt x="6413635" y="1216569"/>
                  </a:lnTo>
                  <a:lnTo>
                    <a:pt x="6378003" y="1212048"/>
                  </a:lnTo>
                  <a:lnTo>
                    <a:pt x="6342372" y="1207473"/>
                  </a:lnTo>
                  <a:lnTo>
                    <a:pt x="6306741" y="1202843"/>
                  </a:lnTo>
                  <a:lnTo>
                    <a:pt x="6271110" y="1198159"/>
                  </a:lnTo>
                  <a:lnTo>
                    <a:pt x="6235478" y="1193418"/>
                  </a:lnTo>
                  <a:lnTo>
                    <a:pt x="6199847" y="1188621"/>
                  </a:lnTo>
                  <a:lnTo>
                    <a:pt x="6164216" y="1183766"/>
                  </a:lnTo>
                  <a:lnTo>
                    <a:pt x="6128584" y="1178854"/>
                  </a:lnTo>
                  <a:lnTo>
                    <a:pt x="6092953" y="1173883"/>
                  </a:lnTo>
                  <a:lnTo>
                    <a:pt x="6057322" y="1168853"/>
                  </a:lnTo>
                  <a:lnTo>
                    <a:pt x="6021690" y="1163762"/>
                  </a:lnTo>
                  <a:lnTo>
                    <a:pt x="5986059" y="1158612"/>
                  </a:lnTo>
                  <a:lnTo>
                    <a:pt x="5950428" y="1153399"/>
                  </a:lnTo>
                  <a:lnTo>
                    <a:pt x="5914796" y="1148125"/>
                  </a:lnTo>
                  <a:lnTo>
                    <a:pt x="5879165" y="1142788"/>
                  </a:lnTo>
                  <a:lnTo>
                    <a:pt x="5843534" y="1137387"/>
                  </a:lnTo>
                  <a:lnTo>
                    <a:pt x="5807903" y="1131921"/>
                  </a:lnTo>
                  <a:lnTo>
                    <a:pt x="5772271" y="1126391"/>
                  </a:lnTo>
                  <a:lnTo>
                    <a:pt x="5736640" y="1120794"/>
                  </a:lnTo>
                  <a:lnTo>
                    <a:pt x="5701009" y="1115131"/>
                  </a:lnTo>
                  <a:lnTo>
                    <a:pt x="5665377" y="1109400"/>
                  </a:lnTo>
                  <a:lnTo>
                    <a:pt x="5629746" y="1103601"/>
                  </a:lnTo>
                  <a:lnTo>
                    <a:pt x="5594115" y="1097733"/>
                  </a:lnTo>
                  <a:lnTo>
                    <a:pt x="5558483" y="1091794"/>
                  </a:lnTo>
                  <a:lnTo>
                    <a:pt x="5522852" y="1085785"/>
                  </a:lnTo>
                  <a:lnTo>
                    <a:pt x="5487221" y="1079705"/>
                  </a:lnTo>
                  <a:lnTo>
                    <a:pt x="5451589" y="1073552"/>
                  </a:lnTo>
                  <a:lnTo>
                    <a:pt x="5415958" y="1067325"/>
                  </a:lnTo>
                  <a:lnTo>
                    <a:pt x="5380327" y="1061024"/>
                  </a:lnTo>
                  <a:lnTo>
                    <a:pt x="5344696" y="1054648"/>
                  </a:lnTo>
                  <a:lnTo>
                    <a:pt x="5309064" y="1048196"/>
                  </a:lnTo>
                  <a:lnTo>
                    <a:pt x="5273433" y="1041667"/>
                  </a:lnTo>
                  <a:lnTo>
                    <a:pt x="5237802" y="1035061"/>
                  </a:lnTo>
                  <a:lnTo>
                    <a:pt x="5202170" y="1028375"/>
                  </a:lnTo>
                  <a:lnTo>
                    <a:pt x="5166539" y="1021610"/>
                  </a:lnTo>
                  <a:lnTo>
                    <a:pt x="5130908" y="1014764"/>
                  </a:lnTo>
                  <a:lnTo>
                    <a:pt x="5095276" y="1007836"/>
                  </a:lnTo>
                  <a:lnTo>
                    <a:pt x="5059645" y="1000826"/>
                  </a:lnTo>
                  <a:lnTo>
                    <a:pt x="5024014" y="993732"/>
                  </a:lnTo>
                  <a:lnTo>
                    <a:pt x="4988382" y="986554"/>
                  </a:lnTo>
                  <a:lnTo>
                    <a:pt x="4952751" y="979290"/>
                  </a:lnTo>
                  <a:lnTo>
                    <a:pt x="4917120" y="971939"/>
                  </a:lnTo>
                  <a:lnTo>
                    <a:pt x="4881489" y="964501"/>
                  </a:lnTo>
                  <a:lnTo>
                    <a:pt x="4845857" y="956974"/>
                  </a:lnTo>
                  <a:lnTo>
                    <a:pt x="4810226" y="949358"/>
                  </a:lnTo>
                  <a:lnTo>
                    <a:pt x="4774595" y="941650"/>
                  </a:lnTo>
                  <a:lnTo>
                    <a:pt x="4738963" y="933851"/>
                  </a:lnTo>
                  <a:lnTo>
                    <a:pt x="4703332" y="925958"/>
                  </a:lnTo>
                  <a:lnTo>
                    <a:pt x="4667701" y="917972"/>
                  </a:lnTo>
                  <a:lnTo>
                    <a:pt x="4632069" y="909890"/>
                  </a:lnTo>
                  <a:lnTo>
                    <a:pt x="4596438" y="901712"/>
                  </a:lnTo>
                  <a:lnTo>
                    <a:pt x="4560807" y="893436"/>
                  </a:lnTo>
                  <a:lnTo>
                    <a:pt x="4525175" y="885062"/>
                  </a:lnTo>
                  <a:lnTo>
                    <a:pt x="4489544" y="876588"/>
                  </a:lnTo>
                  <a:lnTo>
                    <a:pt x="4453913" y="868013"/>
                  </a:lnTo>
                  <a:lnTo>
                    <a:pt x="4418282" y="859335"/>
                  </a:lnTo>
                  <a:lnTo>
                    <a:pt x="4382650" y="850554"/>
                  </a:lnTo>
                  <a:lnTo>
                    <a:pt x="4347019" y="841669"/>
                  </a:lnTo>
                  <a:lnTo>
                    <a:pt x="4311388" y="832677"/>
                  </a:lnTo>
                  <a:lnTo>
                    <a:pt x="4275756" y="823578"/>
                  </a:lnTo>
                  <a:lnTo>
                    <a:pt x="4240125" y="814371"/>
                  </a:lnTo>
                  <a:lnTo>
                    <a:pt x="4204494" y="805054"/>
                  </a:lnTo>
                  <a:lnTo>
                    <a:pt x="4168862" y="795626"/>
                  </a:lnTo>
                  <a:lnTo>
                    <a:pt x="4133231" y="790237"/>
                  </a:lnTo>
                  <a:lnTo>
                    <a:pt x="4097600" y="785476"/>
                  </a:lnTo>
                  <a:lnTo>
                    <a:pt x="4061968" y="780687"/>
                  </a:lnTo>
                  <a:lnTo>
                    <a:pt x="4026337" y="775870"/>
                  </a:lnTo>
                  <a:lnTo>
                    <a:pt x="3990706" y="771023"/>
                  </a:lnTo>
                  <a:lnTo>
                    <a:pt x="3955075" y="766149"/>
                  </a:lnTo>
                  <a:lnTo>
                    <a:pt x="3919443" y="761245"/>
                  </a:lnTo>
                  <a:lnTo>
                    <a:pt x="3883812" y="756313"/>
                  </a:lnTo>
                  <a:lnTo>
                    <a:pt x="3848181" y="751351"/>
                  </a:lnTo>
                  <a:lnTo>
                    <a:pt x="3812549" y="746360"/>
                  </a:lnTo>
                  <a:lnTo>
                    <a:pt x="3776918" y="741340"/>
                  </a:lnTo>
                  <a:lnTo>
                    <a:pt x="3741287" y="736290"/>
                  </a:lnTo>
                  <a:lnTo>
                    <a:pt x="3705655" y="731210"/>
                  </a:lnTo>
                  <a:lnTo>
                    <a:pt x="3670024" y="726100"/>
                  </a:lnTo>
                  <a:lnTo>
                    <a:pt x="3634393" y="720960"/>
                  </a:lnTo>
                  <a:lnTo>
                    <a:pt x="3598762" y="715789"/>
                  </a:lnTo>
                  <a:lnTo>
                    <a:pt x="3563130" y="710588"/>
                  </a:lnTo>
                  <a:lnTo>
                    <a:pt x="3527499" y="705356"/>
                  </a:lnTo>
                  <a:lnTo>
                    <a:pt x="3491868" y="700093"/>
                  </a:lnTo>
                  <a:lnTo>
                    <a:pt x="3456236" y="694799"/>
                  </a:lnTo>
                  <a:lnTo>
                    <a:pt x="3420605" y="689474"/>
                  </a:lnTo>
                  <a:lnTo>
                    <a:pt x="3384974" y="684117"/>
                  </a:lnTo>
                  <a:lnTo>
                    <a:pt x="3349342" y="678729"/>
                  </a:lnTo>
                  <a:lnTo>
                    <a:pt x="3313711" y="673309"/>
                  </a:lnTo>
                  <a:lnTo>
                    <a:pt x="3278080" y="667857"/>
                  </a:lnTo>
                  <a:lnTo>
                    <a:pt x="3242448" y="662372"/>
                  </a:lnTo>
                  <a:lnTo>
                    <a:pt x="3206817" y="656855"/>
                  </a:lnTo>
                  <a:lnTo>
                    <a:pt x="3171186" y="651306"/>
                  </a:lnTo>
                  <a:lnTo>
                    <a:pt x="3135555" y="645723"/>
                  </a:lnTo>
                  <a:lnTo>
                    <a:pt x="3099923" y="640108"/>
                  </a:lnTo>
                  <a:lnTo>
                    <a:pt x="3064292" y="634460"/>
                  </a:lnTo>
                  <a:lnTo>
                    <a:pt x="3028661" y="628778"/>
                  </a:lnTo>
                  <a:lnTo>
                    <a:pt x="2993029" y="623062"/>
                  </a:lnTo>
                  <a:lnTo>
                    <a:pt x="2957398" y="617313"/>
                  </a:lnTo>
                  <a:lnTo>
                    <a:pt x="2921767" y="611530"/>
                  </a:lnTo>
                  <a:lnTo>
                    <a:pt x="2886135" y="605713"/>
                  </a:lnTo>
                  <a:lnTo>
                    <a:pt x="2850504" y="599861"/>
                  </a:lnTo>
                  <a:lnTo>
                    <a:pt x="2814873" y="593974"/>
                  </a:lnTo>
                  <a:lnTo>
                    <a:pt x="2779241" y="588053"/>
                  </a:lnTo>
                  <a:lnTo>
                    <a:pt x="2743610" y="582097"/>
                  </a:lnTo>
                  <a:lnTo>
                    <a:pt x="2707979" y="576106"/>
                  </a:lnTo>
                  <a:lnTo>
                    <a:pt x="2672348" y="570079"/>
                  </a:lnTo>
                  <a:lnTo>
                    <a:pt x="2636716" y="564016"/>
                  </a:lnTo>
                  <a:lnTo>
                    <a:pt x="2601085" y="557918"/>
                  </a:lnTo>
                  <a:lnTo>
                    <a:pt x="2565454" y="551784"/>
                  </a:lnTo>
                  <a:lnTo>
                    <a:pt x="2529822" y="545613"/>
                  </a:lnTo>
                  <a:lnTo>
                    <a:pt x="2494191" y="539406"/>
                  </a:lnTo>
                  <a:lnTo>
                    <a:pt x="2458560" y="533163"/>
                  </a:lnTo>
                  <a:lnTo>
                    <a:pt x="2422928" y="526882"/>
                  </a:lnTo>
                  <a:lnTo>
                    <a:pt x="2387297" y="520564"/>
                  </a:lnTo>
                  <a:lnTo>
                    <a:pt x="2351666" y="514209"/>
                  </a:lnTo>
                  <a:lnTo>
                    <a:pt x="2316034" y="507817"/>
                  </a:lnTo>
                  <a:lnTo>
                    <a:pt x="2280403" y="501386"/>
                  </a:lnTo>
                  <a:lnTo>
                    <a:pt x="2244772" y="494918"/>
                  </a:lnTo>
                  <a:lnTo>
                    <a:pt x="2209141" y="488411"/>
                  </a:lnTo>
                  <a:lnTo>
                    <a:pt x="2173509" y="481866"/>
                  </a:lnTo>
                  <a:lnTo>
                    <a:pt x="2137878" y="475282"/>
                  </a:lnTo>
                  <a:lnTo>
                    <a:pt x="2102247" y="468659"/>
                  </a:lnTo>
                  <a:lnTo>
                    <a:pt x="2066615" y="461998"/>
                  </a:lnTo>
                  <a:lnTo>
                    <a:pt x="2030984" y="455296"/>
                  </a:lnTo>
                  <a:lnTo>
                    <a:pt x="1995353" y="448555"/>
                  </a:lnTo>
                  <a:lnTo>
                    <a:pt x="1959721" y="441775"/>
                  </a:lnTo>
                  <a:lnTo>
                    <a:pt x="1924090" y="434954"/>
                  </a:lnTo>
                  <a:lnTo>
                    <a:pt x="1888459" y="428093"/>
                  </a:lnTo>
                  <a:lnTo>
                    <a:pt x="1852827" y="421191"/>
                  </a:lnTo>
                  <a:lnTo>
                    <a:pt x="1817196" y="414249"/>
                  </a:lnTo>
                  <a:lnTo>
                    <a:pt x="1781565" y="407265"/>
                  </a:lnTo>
                  <a:lnTo>
                    <a:pt x="1745934" y="400241"/>
                  </a:lnTo>
                  <a:lnTo>
                    <a:pt x="1710302" y="393174"/>
                  </a:lnTo>
                  <a:lnTo>
                    <a:pt x="1674671" y="386066"/>
                  </a:lnTo>
                  <a:lnTo>
                    <a:pt x="1639040" y="378916"/>
                  </a:lnTo>
                  <a:lnTo>
                    <a:pt x="1603408" y="371724"/>
                  </a:lnTo>
                  <a:lnTo>
                    <a:pt x="1567777" y="364489"/>
                  </a:lnTo>
                  <a:lnTo>
                    <a:pt x="1532146" y="357211"/>
                  </a:lnTo>
                  <a:lnTo>
                    <a:pt x="1496514" y="349891"/>
                  </a:lnTo>
                  <a:lnTo>
                    <a:pt x="1460883" y="342527"/>
                  </a:lnTo>
                  <a:lnTo>
                    <a:pt x="1425252" y="335119"/>
                  </a:lnTo>
                  <a:lnTo>
                    <a:pt x="1389620" y="327668"/>
                  </a:lnTo>
                  <a:lnTo>
                    <a:pt x="1353989" y="320173"/>
                  </a:lnTo>
                  <a:lnTo>
                    <a:pt x="1318358" y="312633"/>
                  </a:lnTo>
                  <a:lnTo>
                    <a:pt x="1282727" y="305049"/>
                  </a:lnTo>
                  <a:lnTo>
                    <a:pt x="1247095" y="297420"/>
                  </a:lnTo>
                  <a:lnTo>
                    <a:pt x="1211464" y="289746"/>
                  </a:lnTo>
                  <a:lnTo>
                    <a:pt x="1175833" y="282027"/>
                  </a:lnTo>
                  <a:lnTo>
                    <a:pt x="1140201" y="274262"/>
                  </a:lnTo>
                  <a:lnTo>
                    <a:pt x="1104570" y="266451"/>
                  </a:lnTo>
                  <a:lnTo>
                    <a:pt x="1068939" y="258594"/>
                  </a:lnTo>
                  <a:lnTo>
                    <a:pt x="1033307" y="250690"/>
                  </a:lnTo>
                  <a:lnTo>
                    <a:pt x="997676" y="242740"/>
                  </a:lnTo>
                  <a:lnTo>
                    <a:pt x="962045" y="234743"/>
                  </a:lnTo>
                  <a:lnTo>
                    <a:pt x="926413" y="226698"/>
                  </a:lnTo>
                  <a:lnTo>
                    <a:pt x="890782" y="218606"/>
                  </a:lnTo>
                  <a:lnTo>
                    <a:pt x="855151" y="210467"/>
                  </a:lnTo>
                  <a:lnTo>
                    <a:pt x="819520" y="202279"/>
                  </a:lnTo>
                  <a:lnTo>
                    <a:pt x="783888" y="194042"/>
                  </a:lnTo>
                  <a:lnTo>
                    <a:pt x="748257" y="185757"/>
                  </a:lnTo>
                  <a:lnTo>
                    <a:pt x="712626" y="177423"/>
                  </a:lnTo>
                  <a:lnTo>
                    <a:pt x="676994" y="169040"/>
                  </a:lnTo>
                  <a:lnTo>
                    <a:pt x="641363" y="160607"/>
                  </a:lnTo>
                  <a:lnTo>
                    <a:pt x="605732" y="152124"/>
                  </a:lnTo>
                  <a:lnTo>
                    <a:pt x="570100" y="143591"/>
                  </a:lnTo>
                  <a:lnTo>
                    <a:pt x="534469" y="135008"/>
                  </a:lnTo>
                  <a:lnTo>
                    <a:pt x="498838" y="126374"/>
                  </a:lnTo>
                  <a:lnTo>
                    <a:pt x="463206" y="117689"/>
                  </a:lnTo>
                  <a:lnTo>
                    <a:pt x="427575" y="108953"/>
                  </a:lnTo>
                  <a:lnTo>
                    <a:pt x="391944" y="100165"/>
                  </a:lnTo>
                  <a:lnTo>
                    <a:pt x="356313" y="91325"/>
                  </a:lnTo>
                  <a:lnTo>
                    <a:pt x="320681" y="82432"/>
                  </a:lnTo>
                  <a:lnTo>
                    <a:pt x="285050" y="73488"/>
                  </a:lnTo>
                  <a:lnTo>
                    <a:pt x="249419" y="64490"/>
                  </a:lnTo>
                  <a:lnTo>
                    <a:pt x="213787" y="55439"/>
                  </a:lnTo>
                  <a:lnTo>
                    <a:pt x="178156" y="46335"/>
                  </a:lnTo>
                  <a:lnTo>
                    <a:pt x="142525" y="37177"/>
                  </a:lnTo>
                  <a:lnTo>
                    <a:pt x="106893" y="27964"/>
                  </a:lnTo>
                  <a:lnTo>
                    <a:pt x="71262" y="18698"/>
                  </a:lnTo>
                  <a:lnTo>
                    <a:pt x="35631" y="9376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3302330"/>
              <a:ext cx="7090630" cy="1873880"/>
            </a:xfrm>
            <a:custGeom>
              <a:avLst/>
              <a:pathLst>
                <a:path w="7090630" h="1873880">
                  <a:moveTo>
                    <a:pt x="0" y="0"/>
                  </a:moveTo>
                  <a:lnTo>
                    <a:pt x="35631" y="19970"/>
                  </a:lnTo>
                  <a:lnTo>
                    <a:pt x="71262" y="39763"/>
                  </a:lnTo>
                  <a:lnTo>
                    <a:pt x="106893" y="59382"/>
                  </a:lnTo>
                  <a:lnTo>
                    <a:pt x="142525" y="78828"/>
                  </a:lnTo>
                  <a:lnTo>
                    <a:pt x="178156" y="98102"/>
                  </a:lnTo>
                  <a:lnTo>
                    <a:pt x="213787" y="117205"/>
                  </a:lnTo>
                  <a:lnTo>
                    <a:pt x="249419" y="136140"/>
                  </a:lnTo>
                  <a:lnTo>
                    <a:pt x="285050" y="154907"/>
                  </a:lnTo>
                  <a:lnTo>
                    <a:pt x="320681" y="173509"/>
                  </a:lnTo>
                  <a:lnTo>
                    <a:pt x="356313" y="191946"/>
                  </a:lnTo>
                  <a:lnTo>
                    <a:pt x="391944" y="210221"/>
                  </a:lnTo>
                  <a:lnTo>
                    <a:pt x="427575" y="228334"/>
                  </a:lnTo>
                  <a:lnTo>
                    <a:pt x="463206" y="246287"/>
                  </a:lnTo>
                  <a:lnTo>
                    <a:pt x="498838" y="264081"/>
                  </a:lnTo>
                  <a:lnTo>
                    <a:pt x="534469" y="281718"/>
                  </a:lnTo>
                  <a:lnTo>
                    <a:pt x="570100" y="299200"/>
                  </a:lnTo>
                  <a:lnTo>
                    <a:pt x="605732" y="316527"/>
                  </a:lnTo>
                  <a:lnTo>
                    <a:pt x="641363" y="333701"/>
                  </a:lnTo>
                  <a:lnTo>
                    <a:pt x="676994" y="350723"/>
                  </a:lnTo>
                  <a:lnTo>
                    <a:pt x="712626" y="367594"/>
                  </a:lnTo>
                  <a:lnTo>
                    <a:pt x="748257" y="384317"/>
                  </a:lnTo>
                  <a:lnTo>
                    <a:pt x="783888" y="400892"/>
                  </a:lnTo>
                  <a:lnTo>
                    <a:pt x="819520" y="417321"/>
                  </a:lnTo>
                  <a:lnTo>
                    <a:pt x="855151" y="433604"/>
                  </a:lnTo>
                  <a:lnTo>
                    <a:pt x="890782" y="449744"/>
                  </a:lnTo>
                  <a:lnTo>
                    <a:pt x="926413" y="465741"/>
                  </a:lnTo>
                  <a:lnTo>
                    <a:pt x="962045" y="481596"/>
                  </a:lnTo>
                  <a:lnTo>
                    <a:pt x="997676" y="497312"/>
                  </a:lnTo>
                  <a:lnTo>
                    <a:pt x="1033307" y="512889"/>
                  </a:lnTo>
                  <a:lnTo>
                    <a:pt x="1068939" y="528328"/>
                  </a:lnTo>
                  <a:lnTo>
                    <a:pt x="1104570" y="543631"/>
                  </a:lnTo>
                  <a:lnTo>
                    <a:pt x="1140201" y="558798"/>
                  </a:lnTo>
                  <a:lnTo>
                    <a:pt x="1175833" y="573832"/>
                  </a:lnTo>
                  <a:lnTo>
                    <a:pt x="1211464" y="588733"/>
                  </a:lnTo>
                  <a:lnTo>
                    <a:pt x="1247095" y="603502"/>
                  </a:lnTo>
                  <a:lnTo>
                    <a:pt x="1282727" y="618140"/>
                  </a:lnTo>
                  <a:lnTo>
                    <a:pt x="1318358" y="632650"/>
                  </a:lnTo>
                  <a:lnTo>
                    <a:pt x="1353989" y="647031"/>
                  </a:lnTo>
                  <a:lnTo>
                    <a:pt x="1389620" y="661285"/>
                  </a:lnTo>
                  <a:lnTo>
                    <a:pt x="1425252" y="675413"/>
                  </a:lnTo>
                  <a:lnTo>
                    <a:pt x="1460883" y="689417"/>
                  </a:lnTo>
                  <a:lnTo>
                    <a:pt x="1496514" y="703296"/>
                  </a:lnTo>
                  <a:lnTo>
                    <a:pt x="1532146" y="717053"/>
                  </a:lnTo>
                  <a:lnTo>
                    <a:pt x="1567777" y="730689"/>
                  </a:lnTo>
                  <a:lnTo>
                    <a:pt x="1603408" y="744204"/>
                  </a:lnTo>
                  <a:lnTo>
                    <a:pt x="1639040" y="757599"/>
                  </a:lnTo>
                  <a:lnTo>
                    <a:pt x="1674671" y="770877"/>
                  </a:lnTo>
                  <a:lnTo>
                    <a:pt x="1710302" y="784037"/>
                  </a:lnTo>
                  <a:lnTo>
                    <a:pt x="1745934" y="797081"/>
                  </a:lnTo>
                  <a:lnTo>
                    <a:pt x="1781565" y="810009"/>
                  </a:lnTo>
                  <a:lnTo>
                    <a:pt x="1817196" y="822823"/>
                  </a:lnTo>
                  <a:lnTo>
                    <a:pt x="1852827" y="835524"/>
                  </a:lnTo>
                  <a:lnTo>
                    <a:pt x="1888459" y="848113"/>
                  </a:lnTo>
                  <a:lnTo>
                    <a:pt x="1924090" y="860591"/>
                  </a:lnTo>
                  <a:lnTo>
                    <a:pt x="1959721" y="872959"/>
                  </a:lnTo>
                  <a:lnTo>
                    <a:pt x="1995353" y="885217"/>
                  </a:lnTo>
                  <a:lnTo>
                    <a:pt x="2030984" y="897367"/>
                  </a:lnTo>
                  <a:lnTo>
                    <a:pt x="2066615" y="909409"/>
                  </a:lnTo>
                  <a:lnTo>
                    <a:pt x="2102247" y="921345"/>
                  </a:lnTo>
                  <a:lnTo>
                    <a:pt x="2137878" y="933176"/>
                  </a:lnTo>
                  <a:lnTo>
                    <a:pt x="2173509" y="944902"/>
                  </a:lnTo>
                  <a:lnTo>
                    <a:pt x="2209141" y="956525"/>
                  </a:lnTo>
                  <a:lnTo>
                    <a:pt x="2244772" y="968045"/>
                  </a:lnTo>
                  <a:lnTo>
                    <a:pt x="2280403" y="979463"/>
                  </a:lnTo>
                  <a:lnTo>
                    <a:pt x="2316034" y="990780"/>
                  </a:lnTo>
                  <a:lnTo>
                    <a:pt x="2351666" y="1001998"/>
                  </a:lnTo>
                  <a:lnTo>
                    <a:pt x="2387297" y="1013116"/>
                  </a:lnTo>
                  <a:lnTo>
                    <a:pt x="2422928" y="1024136"/>
                  </a:lnTo>
                  <a:lnTo>
                    <a:pt x="2458560" y="1035059"/>
                  </a:lnTo>
                  <a:lnTo>
                    <a:pt x="2494191" y="1045885"/>
                  </a:lnTo>
                  <a:lnTo>
                    <a:pt x="2529822" y="1056615"/>
                  </a:lnTo>
                  <a:lnTo>
                    <a:pt x="2565454" y="1067251"/>
                  </a:lnTo>
                  <a:lnTo>
                    <a:pt x="2601085" y="1077793"/>
                  </a:lnTo>
                  <a:lnTo>
                    <a:pt x="2636716" y="1088241"/>
                  </a:lnTo>
                  <a:lnTo>
                    <a:pt x="2672348" y="1098598"/>
                  </a:lnTo>
                  <a:lnTo>
                    <a:pt x="2707979" y="1108863"/>
                  </a:lnTo>
                  <a:lnTo>
                    <a:pt x="2743610" y="1119037"/>
                  </a:lnTo>
                  <a:lnTo>
                    <a:pt x="2779241" y="1129121"/>
                  </a:lnTo>
                  <a:lnTo>
                    <a:pt x="2814873" y="1139116"/>
                  </a:lnTo>
                  <a:lnTo>
                    <a:pt x="2850504" y="1149023"/>
                  </a:lnTo>
                  <a:lnTo>
                    <a:pt x="2886135" y="1158842"/>
                  </a:lnTo>
                  <a:lnTo>
                    <a:pt x="2921767" y="1168575"/>
                  </a:lnTo>
                  <a:lnTo>
                    <a:pt x="2957398" y="1178222"/>
                  </a:lnTo>
                  <a:lnTo>
                    <a:pt x="2993029" y="1187783"/>
                  </a:lnTo>
                  <a:lnTo>
                    <a:pt x="3028661" y="1197260"/>
                  </a:lnTo>
                  <a:lnTo>
                    <a:pt x="3064292" y="1206653"/>
                  </a:lnTo>
                  <a:lnTo>
                    <a:pt x="3099923" y="1215964"/>
                  </a:lnTo>
                  <a:lnTo>
                    <a:pt x="3135555" y="1225192"/>
                  </a:lnTo>
                  <a:lnTo>
                    <a:pt x="3171186" y="1234338"/>
                  </a:lnTo>
                  <a:lnTo>
                    <a:pt x="3206817" y="1243404"/>
                  </a:lnTo>
                  <a:lnTo>
                    <a:pt x="3242448" y="1252389"/>
                  </a:lnTo>
                  <a:lnTo>
                    <a:pt x="3278080" y="1261295"/>
                  </a:lnTo>
                  <a:lnTo>
                    <a:pt x="3313711" y="1270123"/>
                  </a:lnTo>
                  <a:lnTo>
                    <a:pt x="3349342" y="1278872"/>
                  </a:lnTo>
                  <a:lnTo>
                    <a:pt x="3384974" y="1287545"/>
                  </a:lnTo>
                  <a:lnTo>
                    <a:pt x="3420605" y="1296140"/>
                  </a:lnTo>
                  <a:lnTo>
                    <a:pt x="3456236" y="1304660"/>
                  </a:lnTo>
                  <a:lnTo>
                    <a:pt x="3491868" y="1313104"/>
                  </a:lnTo>
                  <a:lnTo>
                    <a:pt x="3527499" y="1321474"/>
                  </a:lnTo>
                  <a:lnTo>
                    <a:pt x="3563130" y="1329770"/>
                  </a:lnTo>
                  <a:lnTo>
                    <a:pt x="3598762" y="1337993"/>
                  </a:lnTo>
                  <a:lnTo>
                    <a:pt x="3634393" y="1346143"/>
                  </a:lnTo>
                  <a:lnTo>
                    <a:pt x="3670024" y="1354221"/>
                  </a:lnTo>
                  <a:lnTo>
                    <a:pt x="3705655" y="1362227"/>
                  </a:lnTo>
                  <a:lnTo>
                    <a:pt x="3741287" y="1370163"/>
                  </a:lnTo>
                  <a:lnTo>
                    <a:pt x="3776918" y="1378029"/>
                  </a:lnTo>
                  <a:lnTo>
                    <a:pt x="3812549" y="1385825"/>
                  </a:lnTo>
                  <a:lnTo>
                    <a:pt x="3848181" y="1393553"/>
                  </a:lnTo>
                  <a:lnTo>
                    <a:pt x="3883812" y="1401212"/>
                  </a:lnTo>
                  <a:lnTo>
                    <a:pt x="3919443" y="1408803"/>
                  </a:lnTo>
                  <a:lnTo>
                    <a:pt x="3955075" y="1416328"/>
                  </a:lnTo>
                  <a:lnTo>
                    <a:pt x="3990706" y="1423785"/>
                  </a:lnTo>
                  <a:lnTo>
                    <a:pt x="4026337" y="1431177"/>
                  </a:lnTo>
                  <a:lnTo>
                    <a:pt x="4061968" y="1438504"/>
                  </a:lnTo>
                  <a:lnTo>
                    <a:pt x="4097600" y="1445766"/>
                  </a:lnTo>
                  <a:lnTo>
                    <a:pt x="4133231" y="1452964"/>
                  </a:lnTo>
                  <a:lnTo>
                    <a:pt x="4168862" y="1460098"/>
                  </a:lnTo>
                  <a:lnTo>
                    <a:pt x="4204494" y="1467170"/>
                  </a:lnTo>
                  <a:lnTo>
                    <a:pt x="4240125" y="1474178"/>
                  </a:lnTo>
                  <a:lnTo>
                    <a:pt x="4275756" y="1481125"/>
                  </a:lnTo>
                  <a:lnTo>
                    <a:pt x="4311388" y="1488011"/>
                  </a:lnTo>
                  <a:lnTo>
                    <a:pt x="4347019" y="1494835"/>
                  </a:lnTo>
                  <a:lnTo>
                    <a:pt x="4382650" y="1501600"/>
                  </a:lnTo>
                  <a:lnTo>
                    <a:pt x="4418282" y="1508304"/>
                  </a:lnTo>
                  <a:lnTo>
                    <a:pt x="4453913" y="1514950"/>
                  </a:lnTo>
                  <a:lnTo>
                    <a:pt x="4489544" y="1521536"/>
                  </a:lnTo>
                  <a:lnTo>
                    <a:pt x="4525175" y="1528065"/>
                  </a:lnTo>
                  <a:lnTo>
                    <a:pt x="4560807" y="1534536"/>
                  </a:lnTo>
                  <a:lnTo>
                    <a:pt x="4596438" y="1540949"/>
                  </a:lnTo>
                  <a:lnTo>
                    <a:pt x="4632069" y="1547306"/>
                  </a:lnTo>
                  <a:lnTo>
                    <a:pt x="4667701" y="1553607"/>
                  </a:lnTo>
                  <a:lnTo>
                    <a:pt x="4703332" y="1559852"/>
                  </a:lnTo>
                  <a:lnTo>
                    <a:pt x="4738963" y="1566042"/>
                  </a:lnTo>
                  <a:lnTo>
                    <a:pt x="4774595" y="1572178"/>
                  </a:lnTo>
                  <a:lnTo>
                    <a:pt x="4810226" y="1578259"/>
                  </a:lnTo>
                  <a:lnTo>
                    <a:pt x="4845857" y="1584286"/>
                  </a:lnTo>
                  <a:lnTo>
                    <a:pt x="4881489" y="1590260"/>
                  </a:lnTo>
                  <a:lnTo>
                    <a:pt x="4917120" y="1596182"/>
                  </a:lnTo>
                  <a:lnTo>
                    <a:pt x="4952751" y="1602051"/>
                  </a:lnTo>
                  <a:lnTo>
                    <a:pt x="4988382" y="1607868"/>
                  </a:lnTo>
                  <a:lnTo>
                    <a:pt x="5024014" y="1613634"/>
                  </a:lnTo>
                  <a:lnTo>
                    <a:pt x="5059645" y="1619348"/>
                  </a:lnTo>
                  <a:lnTo>
                    <a:pt x="5095276" y="1625013"/>
                  </a:lnTo>
                  <a:lnTo>
                    <a:pt x="5130908" y="1630627"/>
                  </a:lnTo>
                  <a:lnTo>
                    <a:pt x="5166539" y="1636192"/>
                  </a:lnTo>
                  <a:lnTo>
                    <a:pt x="5202170" y="1641707"/>
                  </a:lnTo>
                  <a:lnTo>
                    <a:pt x="5237802" y="1647174"/>
                  </a:lnTo>
                  <a:lnTo>
                    <a:pt x="5273433" y="1652593"/>
                  </a:lnTo>
                  <a:lnTo>
                    <a:pt x="5309064" y="1657964"/>
                  </a:lnTo>
                  <a:lnTo>
                    <a:pt x="5344696" y="1663287"/>
                  </a:lnTo>
                  <a:lnTo>
                    <a:pt x="5380327" y="1668563"/>
                  </a:lnTo>
                  <a:lnTo>
                    <a:pt x="5415958" y="1673793"/>
                  </a:lnTo>
                  <a:lnTo>
                    <a:pt x="5451589" y="1678976"/>
                  </a:lnTo>
                  <a:lnTo>
                    <a:pt x="5487221" y="1684114"/>
                  </a:lnTo>
                  <a:lnTo>
                    <a:pt x="5522852" y="1689206"/>
                  </a:lnTo>
                  <a:lnTo>
                    <a:pt x="5558483" y="1694253"/>
                  </a:lnTo>
                  <a:lnTo>
                    <a:pt x="5594115" y="1699256"/>
                  </a:lnTo>
                  <a:lnTo>
                    <a:pt x="5629746" y="1704214"/>
                  </a:lnTo>
                  <a:lnTo>
                    <a:pt x="5665377" y="1709129"/>
                  </a:lnTo>
                  <a:lnTo>
                    <a:pt x="5701009" y="1714000"/>
                  </a:lnTo>
                  <a:lnTo>
                    <a:pt x="5736640" y="1718828"/>
                  </a:lnTo>
                  <a:lnTo>
                    <a:pt x="5772271" y="1723614"/>
                  </a:lnTo>
                  <a:lnTo>
                    <a:pt x="5807903" y="1728357"/>
                  </a:lnTo>
                  <a:lnTo>
                    <a:pt x="5843534" y="1733058"/>
                  </a:lnTo>
                  <a:lnTo>
                    <a:pt x="5879165" y="1737718"/>
                  </a:lnTo>
                  <a:lnTo>
                    <a:pt x="5914796" y="1742337"/>
                  </a:lnTo>
                  <a:lnTo>
                    <a:pt x="5950428" y="1746915"/>
                  </a:lnTo>
                  <a:lnTo>
                    <a:pt x="5986059" y="1751452"/>
                  </a:lnTo>
                  <a:lnTo>
                    <a:pt x="6021690" y="1755950"/>
                  </a:lnTo>
                  <a:lnTo>
                    <a:pt x="6057322" y="1760407"/>
                  </a:lnTo>
                  <a:lnTo>
                    <a:pt x="6092953" y="1764825"/>
                  </a:lnTo>
                  <a:lnTo>
                    <a:pt x="6128584" y="1769205"/>
                  </a:lnTo>
                  <a:lnTo>
                    <a:pt x="6164216" y="1773545"/>
                  </a:lnTo>
                  <a:lnTo>
                    <a:pt x="6199847" y="1777847"/>
                  </a:lnTo>
                  <a:lnTo>
                    <a:pt x="6235478" y="1782111"/>
                  </a:lnTo>
                  <a:lnTo>
                    <a:pt x="6271110" y="1786338"/>
                  </a:lnTo>
                  <a:lnTo>
                    <a:pt x="6306741" y="1790527"/>
                  </a:lnTo>
                  <a:lnTo>
                    <a:pt x="6342372" y="1794679"/>
                  </a:lnTo>
                  <a:lnTo>
                    <a:pt x="6378003" y="1798795"/>
                  </a:lnTo>
                  <a:lnTo>
                    <a:pt x="6413635" y="1802874"/>
                  </a:lnTo>
                  <a:lnTo>
                    <a:pt x="6449266" y="1806917"/>
                  </a:lnTo>
                  <a:lnTo>
                    <a:pt x="6484897" y="1810924"/>
                  </a:lnTo>
                  <a:lnTo>
                    <a:pt x="6520529" y="1814896"/>
                  </a:lnTo>
                  <a:lnTo>
                    <a:pt x="6556160" y="1818833"/>
                  </a:lnTo>
                  <a:lnTo>
                    <a:pt x="6591791" y="1822735"/>
                  </a:lnTo>
                  <a:lnTo>
                    <a:pt x="6627423" y="1826603"/>
                  </a:lnTo>
                  <a:lnTo>
                    <a:pt x="6663054" y="1830436"/>
                  </a:lnTo>
                  <a:lnTo>
                    <a:pt x="6698685" y="1834236"/>
                  </a:lnTo>
                  <a:lnTo>
                    <a:pt x="6734317" y="1838002"/>
                  </a:lnTo>
                  <a:lnTo>
                    <a:pt x="6769948" y="1841734"/>
                  </a:lnTo>
                  <a:lnTo>
                    <a:pt x="6805579" y="1845434"/>
                  </a:lnTo>
                  <a:lnTo>
                    <a:pt x="6841210" y="1849101"/>
                  </a:lnTo>
                  <a:lnTo>
                    <a:pt x="6876842" y="1852736"/>
                  </a:lnTo>
                  <a:lnTo>
                    <a:pt x="6912473" y="1856339"/>
                  </a:lnTo>
                  <a:lnTo>
                    <a:pt x="6948104" y="1859909"/>
                  </a:lnTo>
                  <a:lnTo>
                    <a:pt x="6983736" y="1863448"/>
                  </a:lnTo>
                  <a:lnTo>
                    <a:pt x="7019367" y="1866956"/>
                  </a:lnTo>
                  <a:lnTo>
                    <a:pt x="7054998" y="1870433"/>
                  </a:lnTo>
                  <a:lnTo>
                    <a:pt x="7090630" y="187388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6145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336018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692708" y="5522810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472140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919994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11858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2317177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14604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96881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79158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61436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443713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30961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10129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92407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74684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2743814" y="5925448"/>
              <a:ext cx="3947099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difference, log scale (%): 100 × ln(CKD-EPI Cr-Cys / CG)</a:t>
              </a:r>
            </a:p>
          </p:txBody>
        </p:sp>
        <p:sp>
          <p:nvSpPr>
            <p:cNvPr id="52" name="tx52"/>
            <p:cNvSpPr/>
            <p:nvPr/>
          </p:nvSpPr>
          <p:spPr>
            <a:xfrm rot="-5400000">
              <a:off x="68446" y="3909935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17517" y="1896563"/>
              <a:ext cx="3941338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 (log scale): 1.23 (1.15-1.31), p_Bonf = &lt;0.001 (n = 6)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2020007"/>
              <a:ext cx="324639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per IQR decline (Δ = 29.5): 1.83 (1.49-2.24)  |  IQR: [-15.8, 13.7]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121990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2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2026-10-08T16:28:01Z</dcterms:modified>
  <cp:category/>
</cp:coreProperties>
</file>