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22171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5053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78906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307274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38215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60989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83764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0653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29313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752087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4862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97636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0410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7987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8635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14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43090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71458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2682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49602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2376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695151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17925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340700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63474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86249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809023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571315"/>
              <a:ext cx="7090630" cy="2937999"/>
            </a:xfrm>
            <a:custGeom>
              <a:avLst/>
              <a:pathLst>
                <a:path w="7090630" h="2937999">
                  <a:moveTo>
                    <a:pt x="535768" y="0"/>
                  </a:moveTo>
                  <a:lnTo>
                    <a:pt x="570100" y="42384"/>
                  </a:lnTo>
                  <a:lnTo>
                    <a:pt x="605732" y="85523"/>
                  </a:lnTo>
                  <a:lnTo>
                    <a:pt x="641363" y="127825"/>
                  </a:lnTo>
                  <a:lnTo>
                    <a:pt x="676994" y="169304"/>
                  </a:lnTo>
                  <a:lnTo>
                    <a:pt x="712626" y="209970"/>
                  </a:lnTo>
                  <a:lnTo>
                    <a:pt x="748257" y="249836"/>
                  </a:lnTo>
                  <a:lnTo>
                    <a:pt x="783888" y="288913"/>
                  </a:lnTo>
                  <a:lnTo>
                    <a:pt x="819520" y="327213"/>
                  </a:lnTo>
                  <a:lnTo>
                    <a:pt x="855151" y="364747"/>
                  </a:lnTo>
                  <a:lnTo>
                    <a:pt x="890782" y="401525"/>
                  </a:lnTo>
                  <a:lnTo>
                    <a:pt x="926413" y="437559"/>
                  </a:lnTo>
                  <a:lnTo>
                    <a:pt x="962045" y="472859"/>
                  </a:lnTo>
                  <a:lnTo>
                    <a:pt x="997676" y="507436"/>
                  </a:lnTo>
                  <a:lnTo>
                    <a:pt x="1033307" y="541299"/>
                  </a:lnTo>
                  <a:lnTo>
                    <a:pt x="1068939" y="574461"/>
                  </a:lnTo>
                  <a:lnTo>
                    <a:pt x="1104570" y="606933"/>
                  </a:lnTo>
                  <a:lnTo>
                    <a:pt x="1140201" y="638727"/>
                  </a:lnTo>
                  <a:lnTo>
                    <a:pt x="1175833" y="669858"/>
                  </a:lnTo>
                  <a:lnTo>
                    <a:pt x="1211464" y="700337"/>
                  </a:lnTo>
                  <a:lnTo>
                    <a:pt x="1247095" y="730179"/>
                  </a:lnTo>
                  <a:lnTo>
                    <a:pt x="1282727" y="759398"/>
                  </a:lnTo>
                  <a:lnTo>
                    <a:pt x="1318358" y="788010"/>
                  </a:lnTo>
                  <a:lnTo>
                    <a:pt x="1353989" y="816030"/>
                  </a:lnTo>
                  <a:lnTo>
                    <a:pt x="1389620" y="843473"/>
                  </a:lnTo>
                  <a:lnTo>
                    <a:pt x="1425252" y="870355"/>
                  </a:lnTo>
                  <a:lnTo>
                    <a:pt x="1460883" y="896694"/>
                  </a:lnTo>
                  <a:lnTo>
                    <a:pt x="1496514" y="922504"/>
                  </a:lnTo>
                  <a:lnTo>
                    <a:pt x="1532146" y="947805"/>
                  </a:lnTo>
                  <a:lnTo>
                    <a:pt x="1567777" y="972611"/>
                  </a:lnTo>
                  <a:lnTo>
                    <a:pt x="1603408" y="996941"/>
                  </a:lnTo>
                  <a:lnTo>
                    <a:pt x="1639040" y="1020813"/>
                  </a:lnTo>
                  <a:lnTo>
                    <a:pt x="1674671" y="1044243"/>
                  </a:lnTo>
                  <a:lnTo>
                    <a:pt x="1710302" y="1067250"/>
                  </a:lnTo>
                  <a:lnTo>
                    <a:pt x="1745934" y="1089850"/>
                  </a:lnTo>
                  <a:lnTo>
                    <a:pt x="1781565" y="1112062"/>
                  </a:lnTo>
                  <a:lnTo>
                    <a:pt x="1817196" y="1133903"/>
                  </a:lnTo>
                  <a:lnTo>
                    <a:pt x="1852827" y="1155390"/>
                  </a:lnTo>
                  <a:lnTo>
                    <a:pt x="1888459" y="1176540"/>
                  </a:lnTo>
                  <a:lnTo>
                    <a:pt x="1924090" y="1197372"/>
                  </a:lnTo>
                  <a:lnTo>
                    <a:pt x="1959721" y="1217900"/>
                  </a:lnTo>
                  <a:lnTo>
                    <a:pt x="1995353" y="1238144"/>
                  </a:lnTo>
                  <a:lnTo>
                    <a:pt x="2030984" y="1258117"/>
                  </a:lnTo>
                  <a:lnTo>
                    <a:pt x="2066615" y="1277837"/>
                  </a:lnTo>
                  <a:lnTo>
                    <a:pt x="2102247" y="1297320"/>
                  </a:lnTo>
                  <a:lnTo>
                    <a:pt x="2137878" y="1316580"/>
                  </a:lnTo>
                  <a:lnTo>
                    <a:pt x="2173509" y="1335633"/>
                  </a:lnTo>
                  <a:lnTo>
                    <a:pt x="2209141" y="1354493"/>
                  </a:lnTo>
                  <a:lnTo>
                    <a:pt x="2244772" y="1373174"/>
                  </a:lnTo>
                  <a:lnTo>
                    <a:pt x="2280403" y="1391690"/>
                  </a:lnTo>
                  <a:lnTo>
                    <a:pt x="2316034" y="1410054"/>
                  </a:lnTo>
                  <a:lnTo>
                    <a:pt x="2351666" y="1428280"/>
                  </a:lnTo>
                  <a:lnTo>
                    <a:pt x="2387297" y="1446378"/>
                  </a:lnTo>
                  <a:lnTo>
                    <a:pt x="2422928" y="1464361"/>
                  </a:lnTo>
                  <a:lnTo>
                    <a:pt x="2458560" y="1482241"/>
                  </a:lnTo>
                  <a:lnTo>
                    <a:pt x="2494191" y="1500027"/>
                  </a:lnTo>
                  <a:lnTo>
                    <a:pt x="2529822" y="1517730"/>
                  </a:lnTo>
                  <a:lnTo>
                    <a:pt x="2565454" y="1535359"/>
                  </a:lnTo>
                  <a:lnTo>
                    <a:pt x="2601085" y="1552925"/>
                  </a:lnTo>
                  <a:lnTo>
                    <a:pt x="2636716" y="1570434"/>
                  </a:lnTo>
                  <a:lnTo>
                    <a:pt x="2672348" y="1587895"/>
                  </a:lnTo>
                  <a:lnTo>
                    <a:pt x="2707979" y="1605316"/>
                  </a:lnTo>
                  <a:lnTo>
                    <a:pt x="2743610" y="1622703"/>
                  </a:lnTo>
                  <a:lnTo>
                    <a:pt x="2779241" y="1640063"/>
                  </a:lnTo>
                  <a:lnTo>
                    <a:pt x="2814873" y="1657402"/>
                  </a:lnTo>
                  <a:lnTo>
                    <a:pt x="2850504" y="1674725"/>
                  </a:lnTo>
                  <a:lnTo>
                    <a:pt x="2886135" y="1692036"/>
                  </a:lnTo>
                  <a:lnTo>
                    <a:pt x="2921767" y="1709340"/>
                  </a:lnTo>
                  <a:lnTo>
                    <a:pt x="2957398" y="1726641"/>
                  </a:lnTo>
                  <a:lnTo>
                    <a:pt x="2993029" y="1743942"/>
                  </a:lnTo>
                  <a:lnTo>
                    <a:pt x="3028661" y="1761245"/>
                  </a:lnTo>
                  <a:lnTo>
                    <a:pt x="3064292" y="1778553"/>
                  </a:lnTo>
                  <a:lnTo>
                    <a:pt x="3099923" y="1795868"/>
                  </a:lnTo>
                  <a:lnTo>
                    <a:pt x="3135555" y="1813190"/>
                  </a:lnTo>
                  <a:lnTo>
                    <a:pt x="3171186" y="1830521"/>
                  </a:lnTo>
                  <a:lnTo>
                    <a:pt x="3206817" y="1847861"/>
                  </a:lnTo>
                  <a:lnTo>
                    <a:pt x="3242448" y="1865209"/>
                  </a:lnTo>
                  <a:lnTo>
                    <a:pt x="3278080" y="1882566"/>
                  </a:lnTo>
                  <a:lnTo>
                    <a:pt x="3313711" y="1899929"/>
                  </a:lnTo>
                  <a:lnTo>
                    <a:pt x="3349342" y="1917299"/>
                  </a:lnTo>
                  <a:lnTo>
                    <a:pt x="3384974" y="1934672"/>
                  </a:lnTo>
                  <a:lnTo>
                    <a:pt x="3420605" y="1952048"/>
                  </a:lnTo>
                  <a:lnTo>
                    <a:pt x="3456236" y="1969422"/>
                  </a:lnTo>
                  <a:lnTo>
                    <a:pt x="3491868" y="1986792"/>
                  </a:lnTo>
                  <a:lnTo>
                    <a:pt x="3527499" y="2004150"/>
                  </a:lnTo>
                  <a:lnTo>
                    <a:pt x="3563130" y="2021474"/>
                  </a:lnTo>
                  <a:lnTo>
                    <a:pt x="3598762" y="2038744"/>
                  </a:lnTo>
                  <a:lnTo>
                    <a:pt x="3634393" y="2055939"/>
                  </a:lnTo>
                  <a:lnTo>
                    <a:pt x="3670024" y="2073040"/>
                  </a:lnTo>
                  <a:lnTo>
                    <a:pt x="3705655" y="2090028"/>
                  </a:lnTo>
                  <a:lnTo>
                    <a:pt x="3741287" y="2106886"/>
                  </a:lnTo>
                  <a:lnTo>
                    <a:pt x="3776918" y="2123597"/>
                  </a:lnTo>
                  <a:lnTo>
                    <a:pt x="3812549" y="2140148"/>
                  </a:lnTo>
                  <a:lnTo>
                    <a:pt x="3848181" y="2156522"/>
                  </a:lnTo>
                  <a:lnTo>
                    <a:pt x="3883812" y="2172708"/>
                  </a:lnTo>
                  <a:lnTo>
                    <a:pt x="3919443" y="2188694"/>
                  </a:lnTo>
                  <a:lnTo>
                    <a:pt x="3955075" y="2204468"/>
                  </a:lnTo>
                  <a:lnTo>
                    <a:pt x="3990706" y="2220020"/>
                  </a:lnTo>
                  <a:lnTo>
                    <a:pt x="4026337" y="2235343"/>
                  </a:lnTo>
                  <a:lnTo>
                    <a:pt x="4061968" y="2250428"/>
                  </a:lnTo>
                  <a:lnTo>
                    <a:pt x="4097600" y="2265268"/>
                  </a:lnTo>
                  <a:lnTo>
                    <a:pt x="4133231" y="2279857"/>
                  </a:lnTo>
                  <a:lnTo>
                    <a:pt x="4168862" y="2291974"/>
                  </a:lnTo>
                  <a:lnTo>
                    <a:pt x="4204494" y="2290149"/>
                  </a:lnTo>
                  <a:lnTo>
                    <a:pt x="4240125" y="2288508"/>
                  </a:lnTo>
                  <a:lnTo>
                    <a:pt x="4275756" y="2287072"/>
                  </a:lnTo>
                  <a:lnTo>
                    <a:pt x="4311388" y="2285864"/>
                  </a:lnTo>
                  <a:lnTo>
                    <a:pt x="4347019" y="2284905"/>
                  </a:lnTo>
                  <a:lnTo>
                    <a:pt x="4382650" y="2284215"/>
                  </a:lnTo>
                  <a:lnTo>
                    <a:pt x="4418282" y="2283815"/>
                  </a:lnTo>
                  <a:lnTo>
                    <a:pt x="4453913" y="2283724"/>
                  </a:lnTo>
                  <a:lnTo>
                    <a:pt x="4489544" y="2283958"/>
                  </a:lnTo>
                  <a:lnTo>
                    <a:pt x="4525175" y="2284535"/>
                  </a:lnTo>
                  <a:lnTo>
                    <a:pt x="4560807" y="2285469"/>
                  </a:lnTo>
                  <a:lnTo>
                    <a:pt x="4596438" y="2286773"/>
                  </a:lnTo>
                  <a:lnTo>
                    <a:pt x="4632069" y="2288458"/>
                  </a:lnTo>
                  <a:lnTo>
                    <a:pt x="4667701" y="2290533"/>
                  </a:lnTo>
                  <a:lnTo>
                    <a:pt x="4703332" y="2293005"/>
                  </a:lnTo>
                  <a:lnTo>
                    <a:pt x="4738963" y="2295878"/>
                  </a:lnTo>
                  <a:lnTo>
                    <a:pt x="4774595" y="2299152"/>
                  </a:lnTo>
                  <a:lnTo>
                    <a:pt x="4810226" y="2302826"/>
                  </a:lnTo>
                  <a:lnTo>
                    <a:pt x="4845857" y="2306879"/>
                  </a:lnTo>
                  <a:lnTo>
                    <a:pt x="4881489" y="2311276"/>
                  </a:lnTo>
                  <a:lnTo>
                    <a:pt x="4917120" y="2315983"/>
                  </a:lnTo>
                  <a:lnTo>
                    <a:pt x="4952751" y="2320963"/>
                  </a:lnTo>
                  <a:lnTo>
                    <a:pt x="4988382" y="2326182"/>
                  </a:lnTo>
                  <a:lnTo>
                    <a:pt x="5024014" y="2331605"/>
                  </a:lnTo>
                  <a:lnTo>
                    <a:pt x="5059645" y="2337198"/>
                  </a:lnTo>
                  <a:lnTo>
                    <a:pt x="5095276" y="2342927"/>
                  </a:lnTo>
                  <a:lnTo>
                    <a:pt x="5130908" y="2348759"/>
                  </a:lnTo>
                  <a:lnTo>
                    <a:pt x="5166539" y="2354665"/>
                  </a:lnTo>
                  <a:lnTo>
                    <a:pt x="5202170" y="2360615"/>
                  </a:lnTo>
                  <a:lnTo>
                    <a:pt x="5237802" y="2366582"/>
                  </a:lnTo>
                  <a:lnTo>
                    <a:pt x="5273433" y="2372539"/>
                  </a:lnTo>
                  <a:lnTo>
                    <a:pt x="5309064" y="2378463"/>
                  </a:lnTo>
                  <a:lnTo>
                    <a:pt x="5344696" y="2384333"/>
                  </a:lnTo>
                  <a:lnTo>
                    <a:pt x="5380327" y="2390128"/>
                  </a:lnTo>
                  <a:lnTo>
                    <a:pt x="5415958" y="2395832"/>
                  </a:lnTo>
                  <a:lnTo>
                    <a:pt x="5451589" y="2401429"/>
                  </a:lnTo>
                  <a:lnTo>
                    <a:pt x="5487221" y="2406906"/>
                  </a:lnTo>
                  <a:lnTo>
                    <a:pt x="5522852" y="2412252"/>
                  </a:lnTo>
                  <a:lnTo>
                    <a:pt x="5558483" y="2417458"/>
                  </a:lnTo>
                  <a:lnTo>
                    <a:pt x="5594115" y="2422516"/>
                  </a:lnTo>
                  <a:lnTo>
                    <a:pt x="5629746" y="2427421"/>
                  </a:lnTo>
                  <a:lnTo>
                    <a:pt x="5665377" y="2432168"/>
                  </a:lnTo>
                  <a:lnTo>
                    <a:pt x="5701009" y="2436756"/>
                  </a:lnTo>
                  <a:lnTo>
                    <a:pt x="5736640" y="2441182"/>
                  </a:lnTo>
                  <a:lnTo>
                    <a:pt x="5772271" y="2445447"/>
                  </a:lnTo>
                  <a:lnTo>
                    <a:pt x="5807903" y="2449552"/>
                  </a:lnTo>
                  <a:lnTo>
                    <a:pt x="5843534" y="2453498"/>
                  </a:lnTo>
                  <a:lnTo>
                    <a:pt x="5879165" y="2457287"/>
                  </a:lnTo>
                  <a:lnTo>
                    <a:pt x="5914796" y="2460924"/>
                  </a:lnTo>
                  <a:lnTo>
                    <a:pt x="5950428" y="2464411"/>
                  </a:lnTo>
                  <a:lnTo>
                    <a:pt x="5986059" y="2467753"/>
                  </a:lnTo>
                  <a:lnTo>
                    <a:pt x="6021690" y="2470954"/>
                  </a:lnTo>
                  <a:lnTo>
                    <a:pt x="6057322" y="2474018"/>
                  </a:lnTo>
                  <a:lnTo>
                    <a:pt x="6092953" y="2476951"/>
                  </a:lnTo>
                  <a:lnTo>
                    <a:pt x="6128584" y="2479759"/>
                  </a:lnTo>
                  <a:lnTo>
                    <a:pt x="6164216" y="2482444"/>
                  </a:lnTo>
                  <a:lnTo>
                    <a:pt x="6199847" y="2485015"/>
                  </a:lnTo>
                  <a:lnTo>
                    <a:pt x="6235478" y="2487474"/>
                  </a:lnTo>
                  <a:lnTo>
                    <a:pt x="6271110" y="2489828"/>
                  </a:lnTo>
                  <a:lnTo>
                    <a:pt x="6306741" y="2492082"/>
                  </a:lnTo>
                  <a:lnTo>
                    <a:pt x="6342372" y="2494241"/>
                  </a:lnTo>
                  <a:lnTo>
                    <a:pt x="6378003" y="2496311"/>
                  </a:lnTo>
                  <a:lnTo>
                    <a:pt x="6413635" y="2498295"/>
                  </a:lnTo>
                  <a:lnTo>
                    <a:pt x="6449266" y="2500200"/>
                  </a:lnTo>
                  <a:lnTo>
                    <a:pt x="6484897" y="2502030"/>
                  </a:lnTo>
                  <a:lnTo>
                    <a:pt x="6520529" y="2503790"/>
                  </a:lnTo>
                  <a:lnTo>
                    <a:pt x="6556160" y="2505485"/>
                  </a:lnTo>
                  <a:lnTo>
                    <a:pt x="6591791" y="2507119"/>
                  </a:lnTo>
                  <a:lnTo>
                    <a:pt x="6627423" y="2508696"/>
                  </a:lnTo>
                  <a:lnTo>
                    <a:pt x="6663054" y="2510223"/>
                  </a:lnTo>
                  <a:lnTo>
                    <a:pt x="6698685" y="2511701"/>
                  </a:lnTo>
                  <a:lnTo>
                    <a:pt x="6734317" y="2513137"/>
                  </a:lnTo>
                  <a:lnTo>
                    <a:pt x="6769948" y="2514533"/>
                  </a:lnTo>
                  <a:lnTo>
                    <a:pt x="6805579" y="2515892"/>
                  </a:lnTo>
                  <a:lnTo>
                    <a:pt x="6841210" y="2517216"/>
                  </a:lnTo>
                  <a:lnTo>
                    <a:pt x="6876842" y="2518508"/>
                  </a:lnTo>
                  <a:lnTo>
                    <a:pt x="6912473" y="2519770"/>
                  </a:lnTo>
                  <a:lnTo>
                    <a:pt x="6948104" y="2521004"/>
                  </a:lnTo>
                  <a:lnTo>
                    <a:pt x="6983736" y="2522210"/>
                  </a:lnTo>
                  <a:lnTo>
                    <a:pt x="7019367" y="2523391"/>
                  </a:lnTo>
                  <a:lnTo>
                    <a:pt x="7054998" y="2524549"/>
                  </a:lnTo>
                  <a:lnTo>
                    <a:pt x="7090630" y="2525684"/>
                  </a:lnTo>
                  <a:lnTo>
                    <a:pt x="7090630" y="2937999"/>
                  </a:lnTo>
                  <a:lnTo>
                    <a:pt x="7054998" y="2935220"/>
                  </a:lnTo>
                  <a:lnTo>
                    <a:pt x="7019367" y="2932335"/>
                  </a:lnTo>
                  <a:lnTo>
                    <a:pt x="6983736" y="2929339"/>
                  </a:lnTo>
                  <a:lnTo>
                    <a:pt x="6948104" y="2926229"/>
                  </a:lnTo>
                  <a:lnTo>
                    <a:pt x="6912473" y="2923002"/>
                  </a:lnTo>
                  <a:lnTo>
                    <a:pt x="6876842" y="2919653"/>
                  </a:lnTo>
                  <a:lnTo>
                    <a:pt x="6841210" y="2916177"/>
                  </a:lnTo>
                  <a:lnTo>
                    <a:pt x="6805579" y="2912572"/>
                  </a:lnTo>
                  <a:lnTo>
                    <a:pt x="6769948" y="2908832"/>
                  </a:lnTo>
                  <a:lnTo>
                    <a:pt x="6734317" y="2904953"/>
                  </a:lnTo>
                  <a:lnTo>
                    <a:pt x="6698685" y="2900931"/>
                  </a:lnTo>
                  <a:lnTo>
                    <a:pt x="6663054" y="2896762"/>
                  </a:lnTo>
                  <a:lnTo>
                    <a:pt x="6627423" y="2892444"/>
                  </a:lnTo>
                  <a:lnTo>
                    <a:pt x="6591791" y="2887974"/>
                  </a:lnTo>
                  <a:lnTo>
                    <a:pt x="6556160" y="2883350"/>
                  </a:lnTo>
                  <a:lnTo>
                    <a:pt x="6520529" y="2878570"/>
                  </a:lnTo>
                  <a:lnTo>
                    <a:pt x="6484897" y="2873631"/>
                  </a:lnTo>
                  <a:lnTo>
                    <a:pt x="6449266" y="2868532"/>
                  </a:lnTo>
                  <a:lnTo>
                    <a:pt x="6413635" y="2863272"/>
                  </a:lnTo>
                  <a:lnTo>
                    <a:pt x="6378003" y="2857851"/>
                  </a:lnTo>
                  <a:lnTo>
                    <a:pt x="6342372" y="2852267"/>
                  </a:lnTo>
                  <a:lnTo>
                    <a:pt x="6306741" y="2846521"/>
                  </a:lnTo>
                  <a:lnTo>
                    <a:pt x="6271110" y="2840613"/>
                  </a:lnTo>
                  <a:lnTo>
                    <a:pt x="6235478" y="2834544"/>
                  </a:lnTo>
                  <a:lnTo>
                    <a:pt x="6199847" y="2828316"/>
                  </a:lnTo>
                  <a:lnTo>
                    <a:pt x="6164216" y="2821930"/>
                  </a:lnTo>
                  <a:lnTo>
                    <a:pt x="6128584" y="2815389"/>
                  </a:lnTo>
                  <a:lnTo>
                    <a:pt x="6092953" y="2808696"/>
                  </a:lnTo>
                  <a:lnTo>
                    <a:pt x="6057322" y="2801854"/>
                  </a:lnTo>
                  <a:lnTo>
                    <a:pt x="6021690" y="2794868"/>
                  </a:lnTo>
                  <a:lnTo>
                    <a:pt x="5986059" y="2787742"/>
                  </a:lnTo>
                  <a:lnTo>
                    <a:pt x="5950428" y="2780481"/>
                  </a:lnTo>
                  <a:lnTo>
                    <a:pt x="5914796" y="2773092"/>
                  </a:lnTo>
                  <a:lnTo>
                    <a:pt x="5879165" y="2765580"/>
                  </a:lnTo>
                  <a:lnTo>
                    <a:pt x="5843534" y="2757953"/>
                  </a:lnTo>
                  <a:lnTo>
                    <a:pt x="5807903" y="2750216"/>
                  </a:lnTo>
                  <a:lnTo>
                    <a:pt x="5772271" y="2742379"/>
                  </a:lnTo>
                  <a:lnTo>
                    <a:pt x="5736640" y="2734447"/>
                  </a:lnTo>
                  <a:lnTo>
                    <a:pt x="5701009" y="2726428"/>
                  </a:lnTo>
                  <a:lnTo>
                    <a:pt x="5665377" y="2718331"/>
                  </a:lnTo>
                  <a:lnTo>
                    <a:pt x="5629746" y="2710162"/>
                  </a:lnTo>
                  <a:lnTo>
                    <a:pt x="5594115" y="2701929"/>
                  </a:lnTo>
                  <a:lnTo>
                    <a:pt x="5558483" y="2693639"/>
                  </a:lnTo>
                  <a:lnTo>
                    <a:pt x="5522852" y="2685298"/>
                  </a:lnTo>
                  <a:lnTo>
                    <a:pt x="5487221" y="2676911"/>
                  </a:lnTo>
                  <a:lnTo>
                    <a:pt x="5451589" y="2668484"/>
                  </a:lnTo>
                  <a:lnTo>
                    <a:pt x="5415958" y="2660020"/>
                  </a:lnTo>
                  <a:lnTo>
                    <a:pt x="5380327" y="2651522"/>
                  </a:lnTo>
                  <a:lnTo>
                    <a:pt x="5344696" y="2642991"/>
                  </a:lnTo>
                  <a:lnTo>
                    <a:pt x="5309064" y="2634428"/>
                  </a:lnTo>
                  <a:lnTo>
                    <a:pt x="5273433" y="2625833"/>
                  </a:lnTo>
                  <a:lnTo>
                    <a:pt x="5237802" y="2617201"/>
                  </a:lnTo>
                  <a:lnTo>
                    <a:pt x="5202170" y="2608531"/>
                  </a:lnTo>
                  <a:lnTo>
                    <a:pt x="5166539" y="2599817"/>
                  </a:lnTo>
                  <a:lnTo>
                    <a:pt x="5130908" y="2591051"/>
                  </a:lnTo>
                  <a:lnTo>
                    <a:pt x="5095276" y="2582228"/>
                  </a:lnTo>
                  <a:lnTo>
                    <a:pt x="5059645" y="2573336"/>
                  </a:lnTo>
                  <a:lnTo>
                    <a:pt x="5024014" y="2564367"/>
                  </a:lnTo>
                  <a:lnTo>
                    <a:pt x="4988382" y="2555308"/>
                  </a:lnTo>
                  <a:lnTo>
                    <a:pt x="4952751" y="2546146"/>
                  </a:lnTo>
                  <a:lnTo>
                    <a:pt x="4917120" y="2536869"/>
                  </a:lnTo>
                  <a:lnTo>
                    <a:pt x="4881489" y="2527462"/>
                  </a:lnTo>
                  <a:lnTo>
                    <a:pt x="4845857" y="2517908"/>
                  </a:lnTo>
                  <a:lnTo>
                    <a:pt x="4810226" y="2508193"/>
                  </a:lnTo>
                  <a:lnTo>
                    <a:pt x="4774595" y="2498298"/>
                  </a:lnTo>
                  <a:lnTo>
                    <a:pt x="4738963" y="2488208"/>
                  </a:lnTo>
                  <a:lnTo>
                    <a:pt x="4703332" y="2477914"/>
                  </a:lnTo>
                  <a:lnTo>
                    <a:pt x="4667701" y="2467404"/>
                  </a:lnTo>
                  <a:lnTo>
                    <a:pt x="4632069" y="2456669"/>
                  </a:lnTo>
                  <a:lnTo>
                    <a:pt x="4596438" y="2445701"/>
                  </a:lnTo>
                  <a:lnTo>
                    <a:pt x="4560807" y="2434494"/>
                  </a:lnTo>
                  <a:lnTo>
                    <a:pt x="4525175" y="2423041"/>
                  </a:lnTo>
                  <a:lnTo>
                    <a:pt x="4489544" y="2411335"/>
                  </a:lnTo>
                  <a:lnTo>
                    <a:pt x="4453913" y="2399374"/>
                  </a:lnTo>
                  <a:lnTo>
                    <a:pt x="4418282" y="2387153"/>
                  </a:lnTo>
                  <a:lnTo>
                    <a:pt x="4382650" y="2374669"/>
                  </a:lnTo>
                  <a:lnTo>
                    <a:pt x="4347019" y="2361921"/>
                  </a:lnTo>
                  <a:lnTo>
                    <a:pt x="4311388" y="2348906"/>
                  </a:lnTo>
                  <a:lnTo>
                    <a:pt x="4275756" y="2335625"/>
                  </a:lnTo>
                  <a:lnTo>
                    <a:pt x="4240125" y="2322077"/>
                  </a:lnTo>
                  <a:lnTo>
                    <a:pt x="4204494" y="2308266"/>
                  </a:lnTo>
                  <a:lnTo>
                    <a:pt x="4168862" y="2294191"/>
                  </a:lnTo>
                  <a:lnTo>
                    <a:pt x="4133231" y="2293959"/>
                  </a:lnTo>
                  <a:lnTo>
                    <a:pt x="4097600" y="2296081"/>
                  </a:lnTo>
                  <a:lnTo>
                    <a:pt x="4061968" y="2298318"/>
                  </a:lnTo>
                  <a:lnTo>
                    <a:pt x="4026337" y="2300645"/>
                  </a:lnTo>
                  <a:lnTo>
                    <a:pt x="3990706" y="2303041"/>
                  </a:lnTo>
                  <a:lnTo>
                    <a:pt x="3955075" y="2305481"/>
                  </a:lnTo>
                  <a:lnTo>
                    <a:pt x="3919443" y="2307944"/>
                  </a:lnTo>
                  <a:lnTo>
                    <a:pt x="3883812" y="2310405"/>
                  </a:lnTo>
                  <a:lnTo>
                    <a:pt x="3848181" y="2312842"/>
                  </a:lnTo>
                  <a:lnTo>
                    <a:pt x="3812549" y="2315234"/>
                  </a:lnTo>
                  <a:lnTo>
                    <a:pt x="3776918" y="2317557"/>
                  </a:lnTo>
                  <a:lnTo>
                    <a:pt x="3741287" y="2319790"/>
                  </a:lnTo>
                  <a:lnTo>
                    <a:pt x="3705655" y="2321911"/>
                  </a:lnTo>
                  <a:lnTo>
                    <a:pt x="3670024" y="2323899"/>
                  </a:lnTo>
                  <a:lnTo>
                    <a:pt x="3634393" y="2325731"/>
                  </a:lnTo>
                  <a:lnTo>
                    <a:pt x="3598762" y="2327388"/>
                  </a:lnTo>
                  <a:lnTo>
                    <a:pt x="3563130" y="2328849"/>
                  </a:lnTo>
                  <a:lnTo>
                    <a:pt x="3527499" y="2330091"/>
                  </a:lnTo>
                  <a:lnTo>
                    <a:pt x="3491868" y="2331095"/>
                  </a:lnTo>
                  <a:lnTo>
                    <a:pt x="3456236" y="2331842"/>
                  </a:lnTo>
                  <a:lnTo>
                    <a:pt x="3420605" y="2332330"/>
                  </a:lnTo>
                  <a:lnTo>
                    <a:pt x="3384974" y="2332565"/>
                  </a:lnTo>
                  <a:lnTo>
                    <a:pt x="3349342" y="2332552"/>
                  </a:lnTo>
                  <a:lnTo>
                    <a:pt x="3313711" y="2332298"/>
                  </a:lnTo>
                  <a:lnTo>
                    <a:pt x="3278080" y="2331806"/>
                  </a:lnTo>
                  <a:lnTo>
                    <a:pt x="3242448" y="2331083"/>
                  </a:lnTo>
                  <a:lnTo>
                    <a:pt x="3206817" y="2330132"/>
                  </a:lnTo>
                  <a:lnTo>
                    <a:pt x="3171186" y="2328958"/>
                  </a:lnTo>
                  <a:lnTo>
                    <a:pt x="3135555" y="2327566"/>
                  </a:lnTo>
                  <a:lnTo>
                    <a:pt x="3099923" y="2325961"/>
                  </a:lnTo>
                  <a:lnTo>
                    <a:pt x="3064292" y="2324145"/>
                  </a:lnTo>
                  <a:lnTo>
                    <a:pt x="3028661" y="2322125"/>
                  </a:lnTo>
                  <a:lnTo>
                    <a:pt x="2993029" y="2319903"/>
                  </a:lnTo>
                  <a:lnTo>
                    <a:pt x="2957398" y="2317483"/>
                  </a:lnTo>
                  <a:lnTo>
                    <a:pt x="2921767" y="2314871"/>
                  </a:lnTo>
                  <a:lnTo>
                    <a:pt x="2886135" y="2312069"/>
                  </a:lnTo>
                  <a:lnTo>
                    <a:pt x="2850504" y="2309083"/>
                  </a:lnTo>
                  <a:lnTo>
                    <a:pt x="2814873" y="2305914"/>
                  </a:lnTo>
                  <a:lnTo>
                    <a:pt x="2779241" y="2302569"/>
                  </a:lnTo>
                  <a:lnTo>
                    <a:pt x="2743610" y="2299050"/>
                  </a:lnTo>
                  <a:lnTo>
                    <a:pt x="2707979" y="2295363"/>
                  </a:lnTo>
                  <a:lnTo>
                    <a:pt x="2672348" y="2291510"/>
                  </a:lnTo>
                  <a:lnTo>
                    <a:pt x="2636716" y="2287496"/>
                  </a:lnTo>
                  <a:lnTo>
                    <a:pt x="2601085" y="2283326"/>
                  </a:lnTo>
                  <a:lnTo>
                    <a:pt x="2565454" y="2279003"/>
                  </a:lnTo>
                  <a:lnTo>
                    <a:pt x="2529822" y="2274533"/>
                  </a:lnTo>
                  <a:lnTo>
                    <a:pt x="2494191" y="2269919"/>
                  </a:lnTo>
                  <a:lnTo>
                    <a:pt x="2458560" y="2265166"/>
                  </a:lnTo>
                  <a:lnTo>
                    <a:pt x="2422928" y="2260279"/>
                  </a:lnTo>
                  <a:lnTo>
                    <a:pt x="2387297" y="2255263"/>
                  </a:lnTo>
                  <a:lnTo>
                    <a:pt x="2351666" y="2250123"/>
                  </a:lnTo>
                  <a:lnTo>
                    <a:pt x="2316034" y="2244864"/>
                  </a:lnTo>
                  <a:lnTo>
                    <a:pt x="2280403" y="2239490"/>
                  </a:lnTo>
                  <a:lnTo>
                    <a:pt x="2244772" y="2234009"/>
                  </a:lnTo>
                  <a:lnTo>
                    <a:pt x="2209141" y="2228424"/>
                  </a:lnTo>
                  <a:lnTo>
                    <a:pt x="2173509" y="2222741"/>
                  </a:lnTo>
                  <a:lnTo>
                    <a:pt x="2137878" y="2216967"/>
                  </a:lnTo>
                  <a:lnTo>
                    <a:pt x="2102247" y="2211106"/>
                  </a:lnTo>
                  <a:lnTo>
                    <a:pt x="2066615" y="2205166"/>
                  </a:lnTo>
                  <a:lnTo>
                    <a:pt x="2030984" y="2199151"/>
                  </a:lnTo>
                  <a:lnTo>
                    <a:pt x="1995353" y="2193068"/>
                  </a:lnTo>
                  <a:lnTo>
                    <a:pt x="1959721" y="2186923"/>
                  </a:lnTo>
                  <a:lnTo>
                    <a:pt x="1924090" y="2180723"/>
                  </a:lnTo>
                  <a:lnTo>
                    <a:pt x="1888459" y="2174472"/>
                  </a:lnTo>
                  <a:lnTo>
                    <a:pt x="1852827" y="2168179"/>
                  </a:lnTo>
                  <a:lnTo>
                    <a:pt x="1817196" y="2161849"/>
                  </a:lnTo>
                  <a:lnTo>
                    <a:pt x="1781565" y="2155487"/>
                  </a:lnTo>
                  <a:lnTo>
                    <a:pt x="1745934" y="2149101"/>
                  </a:lnTo>
                  <a:lnTo>
                    <a:pt x="1710302" y="2142697"/>
                  </a:lnTo>
                  <a:lnTo>
                    <a:pt x="1674671" y="2136280"/>
                  </a:lnTo>
                  <a:lnTo>
                    <a:pt x="1639040" y="2129857"/>
                  </a:lnTo>
                  <a:lnTo>
                    <a:pt x="1603408" y="2123433"/>
                  </a:lnTo>
                  <a:lnTo>
                    <a:pt x="1567777" y="2117014"/>
                  </a:lnTo>
                  <a:lnTo>
                    <a:pt x="1532146" y="2110606"/>
                  </a:lnTo>
                  <a:lnTo>
                    <a:pt x="1496514" y="2104214"/>
                  </a:lnTo>
                  <a:lnTo>
                    <a:pt x="1460883" y="2097843"/>
                  </a:lnTo>
                  <a:lnTo>
                    <a:pt x="1425252" y="2091498"/>
                  </a:lnTo>
                  <a:lnTo>
                    <a:pt x="1389620" y="2085183"/>
                  </a:lnTo>
                  <a:lnTo>
                    <a:pt x="1353989" y="2078904"/>
                  </a:lnTo>
                  <a:lnTo>
                    <a:pt x="1318358" y="2072664"/>
                  </a:lnTo>
                  <a:lnTo>
                    <a:pt x="1282727" y="2066467"/>
                  </a:lnTo>
                  <a:lnTo>
                    <a:pt x="1247095" y="2060317"/>
                  </a:lnTo>
                  <a:lnTo>
                    <a:pt x="1211464" y="2054217"/>
                  </a:lnTo>
                  <a:lnTo>
                    <a:pt x="1175833" y="2048169"/>
                  </a:lnTo>
                  <a:lnTo>
                    <a:pt x="1140201" y="2042178"/>
                  </a:lnTo>
                  <a:lnTo>
                    <a:pt x="1104570" y="2036243"/>
                  </a:lnTo>
                  <a:lnTo>
                    <a:pt x="1068939" y="2030369"/>
                  </a:lnTo>
                  <a:lnTo>
                    <a:pt x="1033307" y="2024556"/>
                  </a:lnTo>
                  <a:lnTo>
                    <a:pt x="997676" y="2018805"/>
                  </a:lnTo>
                  <a:lnTo>
                    <a:pt x="962045" y="2013118"/>
                  </a:lnTo>
                  <a:lnTo>
                    <a:pt x="926413" y="2007494"/>
                  </a:lnTo>
                  <a:lnTo>
                    <a:pt x="890782" y="2001932"/>
                  </a:lnTo>
                  <a:lnTo>
                    <a:pt x="855151" y="1996431"/>
                  </a:lnTo>
                  <a:lnTo>
                    <a:pt x="819520" y="1990989"/>
                  </a:lnTo>
                  <a:lnTo>
                    <a:pt x="783888" y="1985606"/>
                  </a:lnTo>
                  <a:lnTo>
                    <a:pt x="748257" y="1980280"/>
                  </a:lnTo>
                  <a:lnTo>
                    <a:pt x="712626" y="1975010"/>
                  </a:lnTo>
                  <a:lnTo>
                    <a:pt x="676994" y="1969796"/>
                  </a:lnTo>
                  <a:lnTo>
                    <a:pt x="641363" y="1964635"/>
                  </a:lnTo>
                  <a:lnTo>
                    <a:pt x="605732" y="1959527"/>
                  </a:lnTo>
                  <a:lnTo>
                    <a:pt x="570100" y="1954471"/>
                  </a:lnTo>
                  <a:lnTo>
                    <a:pt x="534469" y="1949464"/>
                  </a:lnTo>
                  <a:lnTo>
                    <a:pt x="498838" y="1944507"/>
                  </a:lnTo>
                  <a:lnTo>
                    <a:pt x="463206" y="1939598"/>
                  </a:lnTo>
                  <a:lnTo>
                    <a:pt x="427575" y="1934735"/>
                  </a:lnTo>
                  <a:lnTo>
                    <a:pt x="391944" y="1929918"/>
                  </a:lnTo>
                  <a:lnTo>
                    <a:pt x="356313" y="1925146"/>
                  </a:lnTo>
                  <a:lnTo>
                    <a:pt x="320681" y="1920417"/>
                  </a:lnTo>
                  <a:lnTo>
                    <a:pt x="285050" y="1915730"/>
                  </a:lnTo>
                  <a:lnTo>
                    <a:pt x="249419" y="1911084"/>
                  </a:lnTo>
                  <a:lnTo>
                    <a:pt x="213787" y="1906478"/>
                  </a:lnTo>
                  <a:lnTo>
                    <a:pt x="178156" y="1901911"/>
                  </a:lnTo>
                  <a:lnTo>
                    <a:pt x="142525" y="1897382"/>
                  </a:lnTo>
                  <a:lnTo>
                    <a:pt x="106893" y="1892890"/>
                  </a:lnTo>
                  <a:lnTo>
                    <a:pt x="71262" y="1888434"/>
                  </a:lnTo>
                  <a:lnTo>
                    <a:pt x="35631" y="1884012"/>
                  </a:lnTo>
                  <a:lnTo>
                    <a:pt x="0" y="1879625"/>
                  </a:lnTo>
                  <a:close/>
                </a:path>
              </a:pathLst>
            </a:custGeom>
            <a:solidFill>
              <a:srgbClr val="1F78B4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707817" y="2571315"/>
              <a:ext cx="6554861" cy="2525684"/>
            </a:xfrm>
            <a:custGeom>
              <a:avLst/>
              <a:pathLst>
                <a:path w="6554861" h="2525684">
                  <a:moveTo>
                    <a:pt x="0" y="0"/>
                  </a:moveTo>
                  <a:lnTo>
                    <a:pt x="34332" y="42384"/>
                  </a:lnTo>
                  <a:lnTo>
                    <a:pt x="69963" y="85523"/>
                  </a:lnTo>
                  <a:lnTo>
                    <a:pt x="105594" y="127825"/>
                  </a:lnTo>
                  <a:lnTo>
                    <a:pt x="141226" y="169304"/>
                  </a:lnTo>
                  <a:lnTo>
                    <a:pt x="176857" y="209970"/>
                  </a:lnTo>
                  <a:lnTo>
                    <a:pt x="212488" y="249836"/>
                  </a:lnTo>
                  <a:lnTo>
                    <a:pt x="248120" y="288913"/>
                  </a:lnTo>
                  <a:lnTo>
                    <a:pt x="283751" y="327213"/>
                  </a:lnTo>
                  <a:lnTo>
                    <a:pt x="319382" y="364747"/>
                  </a:lnTo>
                  <a:lnTo>
                    <a:pt x="355014" y="401525"/>
                  </a:lnTo>
                  <a:lnTo>
                    <a:pt x="390645" y="437559"/>
                  </a:lnTo>
                  <a:lnTo>
                    <a:pt x="426276" y="472859"/>
                  </a:lnTo>
                  <a:lnTo>
                    <a:pt x="461908" y="507436"/>
                  </a:lnTo>
                  <a:lnTo>
                    <a:pt x="497539" y="541299"/>
                  </a:lnTo>
                  <a:lnTo>
                    <a:pt x="533170" y="574461"/>
                  </a:lnTo>
                  <a:lnTo>
                    <a:pt x="568801" y="606933"/>
                  </a:lnTo>
                  <a:lnTo>
                    <a:pt x="604433" y="638727"/>
                  </a:lnTo>
                  <a:lnTo>
                    <a:pt x="640064" y="669858"/>
                  </a:lnTo>
                  <a:lnTo>
                    <a:pt x="675695" y="700337"/>
                  </a:lnTo>
                  <a:lnTo>
                    <a:pt x="711327" y="730179"/>
                  </a:lnTo>
                  <a:lnTo>
                    <a:pt x="746958" y="759398"/>
                  </a:lnTo>
                  <a:lnTo>
                    <a:pt x="782589" y="788010"/>
                  </a:lnTo>
                  <a:lnTo>
                    <a:pt x="818221" y="816030"/>
                  </a:lnTo>
                  <a:lnTo>
                    <a:pt x="853852" y="843473"/>
                  </a:lnTo>
                  <a:lnTo>
                    <a:pt x="889483" y="870355"/>
                  </a:lnTo>
                  <a:lnTo>
                    <a:pt x="925115" y="896694"/>
                  </a:lnTo>
                  <a:lnTo>
                    <a:pt x="960746" y="922504"/>
                  </a:lnTo>
                  <a:lnTo>
                    <a:pt x="996377" y="947805"/>
                  </a:lnTo>
                  <a:lnTo>
                    <a:pt x="1032008" y="972611"/>
                  </a:lnTo>
                  <a:lnTo>
                    <a:pt x="1067640" y="996941"/>
                  </a:lnTo>
                  <a:lnTo>
                    <a:pt x="1103271" y="1020813"/>
                  </a:lnTo>
                  <a:lnTo>
                    <a:pt x="1138902" y="1044243"/>
                  </a:lnTo>
                  <a:lnTo>
                    <a:pt x="1174534" y="1067250"/>
                  </a:lnTo>
                  <a:lnTo>
                    <a:pt x="1210165" y="1089850"/>
                  </a:lnTo>
                  <a:lnTo>
                    <a:pt x="1245796" y="1112062"/>
                  </a:lnTo>
                  <a:lnTo>
                    <a:pt x="1281428" y="1133903"/>
                  </a:lnTo>
                  <a:lnTo>
                    <a:pt x="1317059" y="1155390"/>
                  </a:lnTo>
                  <a:lnTo>
                    <a:pt x="1352690" y="1176540"/>
                  </a:lnTo>
                  <a:lnTo>
                    <a:pt x="1388322" y="1197372"/>
                  </a:lnTo>
                  <a:lnTo>
                    <a:pt x="1423953" y="1217900"/>
                  </a:lnTo>
                  <a:lnTo>
                    <a:pt x="1459584" y="1238144"/>
                  </a:lnTo>
                  <a:lnTo>
                    <a:pt x="1495215" y="1258117"/>
                  </a:lnTo>
                  <a:lnTo>
                    <a:pt x="1530847" y="1277837"/>
                  </a:lnTo>
                  <a:lnTo>
                    <a:pt x="1566478" y="1297320"/>
                  </a:lnTo>
                  <a:lnTo>
                    <a:pt x="1602109" y="1316580"/>
                  </a:lnTo>
                  <a:lnTo>
                    <a:pt x="1637741" y="1335633"/>
                  </a:lnTo>
                  <a:lnTo>
                    <a:pt x="1673372" y="1354493"/>
                  </a:lnTo>
                  <a:lnTo>
                    <a:pt x="1709003" y="1373174"/>
                  </a:lnTo>
                  <a:lnTo>
                    <a:pt x="1744635" y="1391690"/>
                  </a:lnTo>
                  <a:lnTo>
                    <a:pt x="1780266" y="1410054"/>
                  </a:lnTo>
                  <a:lnTo>
                    <a:pt x="1815897" y="1428280"/>
                  </a:lnTo>
                  <a:lnTo>
                    <a:pt x="1851529" y="1446378"/>
                  </a:lnTo>
                  <a:lnTo>
                    <a:pt x="1887160" y="1464361"/>
                  </a:lnTo>
                  <a:lnTo>
                    <a:pt x="1922791" y="1482241"/>
                  </a:lnTo>
                  <a:lnTo>
                    <a:pt x="1958422" y="1500027"/>
                  </a:lnTo>
                  <a:lnTo>
                    <a:pt x="1994054" y="1517730"/>
                  </a:lnTo>
                  <a:lnTo>
                    <a:pt x="2029685" y="1535359"/>
                  </a:lnTo>
                  <a:lnTo>
                    <a:pt x="2065316" y="1552925"/>
                  </a:lnTo>
                  <a:lnTo>
                    <a:pt x="2100948" y="1570434"/>
                  </a:lnTo>
                  <a:lnTo>
                    <a:pt x="2136579" y="1587895"/>
                  </a:lnTo>
                  <a:lnTo>
                    <a:pt x="2172210" y="1605316"/>
                  </a:lnTo>
                  <a:lnTo>
                    <a:pt x="2207842" y="1622703"/>
                  </a:lnTo>
                  <a:lnTo>
                    <a:pt x="2243473" y="1640063"/>
                  </a:lnTo>
                  <a:lnTo>
                    <a:pt x="2279104" y="1657402"/>
                  </a:lnTo>
                  <a:lnTo>
                    <a:pt x="2314735" y="1674725"/>
                  </a:lnTo>
                  <a:lnTo>
                    <a:pt x="2350367" y="1692036"/>
                  </a:lnTo>
                  <a:lnTo>
                    <a:pt x="2385998" y="1709340"/>
                  </a:lnTo>
                  <a:lnTo>
                    <a:pt x="2421629" y="1726641"/>
                  </a:lnTo>
                  <a:lnTo>
                    <a:pt x="2457261" y="1743942"/>
                  </a:lnTo>
                  <a:lnTo>
                    <a:pt x="2492892" y="1761245"/>
                  </a:lnTo>
                  <a:lnTo>
                    <a:pt x="2528523" y="1778553"/>
                  </a:lnTo>
                  <a:lnTo>
                    <a:pt x="2564155" y="1795868"/>
                  </a:lnTo>
                  <a:lnTo>
                    <a:pt x="2599786" y="1813190"/>
                  </a:lnTo>
                  <a:lnTo>
                    <a:pt x="2635417" y="1830521"/>
                  </a:lnTo>
                  <a:lnTo>
                    <a:pt x="2671049" y="1847861"/>
                  </a:lnTo>
                  <a:lnTo>
                    <a:pt x="2706680" y="1865209"/>
                  </a:lnTo>
                  <a:lnTo>
                    <a:pt x="2742311" y="1882566"/>
                  </a:lnTo>
                  <a:lnTo>
                    <a:pt x="2777942" y="1899929"/>
                  </a:lnTo>
                  <a:lnTo>
                    <a:pt x="2813574" y="1917299"/>
                  </a:lnTo>
                  <a:lnTo>
                    <a:pt x="2849205" y="1934672"/>
                  </a:lnTo>
                  <a:lnTo>
                    <a:pt x="2884836" y="1952048"/>
                  </a:lnTo>
                  <a:lnTo>
                    <a:pt x="2920468" y="1969422"/>
                  </a:lnTo>
                  <a:lnTo>
                    <a:pt x="2956099" y="1986792"/>
                  </a:lnTo>
                  <a:lnTo>
                    <a:pt x="2991730" y="2004150"/>
                  </a:lnTo>
                  <a:lnTo>
                    <a:pt x="3027362" y="2021474"/>
                  </a:lnTo>
                  <a:lnTo>
                    <a:pt x="3062993" y="2038744"/>
                  </a:lnTo>
                  <a:lnTo>
                    <a:pt x="3098624" y="2055939"/>
                  </a:lnTo>
                  <a:lnTo>
                    <a:pt x="3134256" y="2073040"/>
                  </a:lnTo>
                  <a:lnTo>
                    <a:pt x="3169887" y="2090028"/>
                  </a:lnTo>
                  <a:lnTo>
                    <a:pt x="3205518" y="2106886"/>
                  </a:lnTo>
                  <a:lnTo>
                    <a:pt x="3241149" y="2123597"/>
                  </a:lnTo>
                  <a:lnTo>
                    <a:pt x="3276781" y="2140148"/>
                  </a:lnTo>
                  <a:lnTo>
                    <a:pt x="3312412" y="2156522"/>
                  </a:lnTo>
                  <a:lnTo>
                    <a:pt x="3348043" y="2172708"/>
                  </a:lnTo>
                  <a:lnTo>
                    <a:pt x="3383675" y="2188694"/>
                  </a:lnTo>
                  <a:lnTo>
                    <a:pt x="3419306" y="2204468"/>
                  </a:lnTo>
                  <a:lnTo>
                    <a:pt x="3454937" y="2220020"/>
                  </a:lnTo>
                  <a:lnTo>
                    <a:pt x="3490569" y="2235343"/>
                  </a:lnTo>
                  <a:lnTo>
                    <a:pt x="3526200" y="2250428"/>
                  </a:lnTo>
                  <a:lnTo>
                    <a:pt x="3561831" y="2265268"/>
                  </a:lnTo>
                  <a:lnTo>
                    <a:pt x="3597463" y="2279857"/>
                  </a:lnTo>
                  <a:lnTo>
                    <a:pt x="3633094" y="2291974"/>
                  </a:lnTo>
                  <a:lnTo>
                    <a:pt x="3668725" y="2290149"/>
                  </a:lnTo>
                  <a:lnTo>
                    <a:pt x="3704356" y="2288508"/>
                  </a:lnTo>
                  <a:lnTo>
                    <a:pt x="3739988" y="2287072"/>
                  </a:lnTo>
                  <a:lnTo>
                    <a:pt x="3775619" y="2285864"/>
                  </a:lnTo>
                  <a:lnTo>
                    <a:pt x="3811250" y="2284905"/>
                  </a:lnTo>
                  <a:lnTo>
                    <a:pt x="3846882" y="2284215"/>
                  </a:lnTo>
                  <a:lnTo>
                    <a:pt x="3882513" y="2283815"/>
                  </a:lnTo>
                  <a:lnTo>
                    <a:pt x="3918144" y="2283724"/>
                  </a:lnTo>
                  <a:lnTo>
                    <a:pt x="3953776" y="2283958"/>
                  </a:lnTo>
                  <a:lnTo>
                    <a:pt x="3989407" y="2284535"/>
                  </a:lnTo>
                  <a:lnTo>
                    <a:pt x="4025038" y="2285469"/>
                  </a:lnTo>
                  <a:lnTo>
                    <a:pt x="4060670" y="2286773"/>
                  </a:lnTo>
                  <a:lnTo>
                    <a:pt x="4096301" y="2288458"/>
                  </a:lnTo>
                  <a:lnTo>
                    <a:pt x="4131932" y="2290533"/>
                  </a:lnTo>
                  <a:lnTo>
                    <a:pt x="4167563" y="2293005"/>
                  </a:lnTo>
                  <a:lnTo>
                    <a:pt x="4203195" y="2295878"/>
                  </a:lnTo>
                  <a:lnTo>
                    <a:pt x="4238826" y="2299152"/>
                  </a:lnTo>
                  <a:lnTo>
                    <a:pt x="4274457" y="2302826"/>
                  </a:lnTo>
                  <a:lnTo>
                    <a:pt x="4310089" y="2306879"/>
                  </a:lnTo>
                  <a:lnTo>
                    <a:pt x="4345720" y="2311276"/>
                  </a:lnTo>
                  <a:lnTo>
                    <a:pt x="4381351" y="2315983"/>
                  </a:lnTo>
                  <a:lnTo>
                    <a:pt x="4416983" y="2320963"/>
                  </a:lnTo>
                  <a:lnTo>
                    <a:pt x="4452614" y="2326182"/>
                  </a:lnTo>
                  <a:lnTo>
                    <a:pt x="4488245" y="2331605"/>
                  </a:lnTo>
                  <a:lnTo>
                    <a:pt x="4523877" y="2337198"/>
                  </a:lnTo>
                  <a:lnTo>
                    <a:pt x="4559508" y="2342927"/>
                  </a:lnTo>
                  <a:lnTo>
                    <a:pt x="4595139" y="2348759"/>
                  </a:lnTo>
                  <a:lnTo>
                    <a:pt x="4630770" y="2354665"/>
                  </a:lnTo>
                  <a:lnTo>
                    <a:pt x="4666402" y="2360615"/>
                  </a:lnTo>
                  <a:lnTo>
                    <a:pt x="4702033" y="2366582"/>
                  </a:lnTo>
                  <a:lnTo>
                    <a:pt x="4737664" y="2372539"/>
                  </a:lnTo>
                  <a:lnTo>
                    <a:pt x="4773296" y="2378463"/>
                  </a:lnTo>
                  <a:lnTo>
                    <a:pt x="4808927" y="2384333"/>
                  </a:lnTo>
                  <a:lnTo>
                    <a:pt x="4844558" y="2390128"/>
                  </a:lnTo>
                  <a:lnTo>
                    <a:pt x="4880190" y="2395832"/>
                  </a:lnTo>
                  <a:lnTo>
                    <a:pt x="4915821" y="2401429"/>
                  </a:lnTo>
                  <a:lnTo>
                    <a:pt x="4951452" y="2406906"/>
                  </a:lnTo>
                  <a:lnTo>
                    <a:pt x="4987084" y="2412252"/>
                  </a:lnTo>
                  <a:lnTo>
                    <a:pt x="5022715" y="2417458"/>
                  </a:lnTo>
                  <a:lnTo>
                    <a:pt x="5058346" y="2422516"/>
                  </a:lnTo>
                  <a:lnTo>
                    <a:pt x="5093977" y="2427421"/>
                  </a:lnTo>
                  <a:lnTo>
                    <a:pt x="5129609" y="2432168"/>
                  </a:lnTo>
                  <a:lnTo>
                    <a:pt x="5165240" y="2436756"/>
                  </a:lnTo>
                  <a:lnTo>
                    <a:pt x="5200871" y="2441182"/>
                  </a:lnTo>
                  <a:lnTo>
                    <a:pt x="5236503" y="2445447"/>
                  </a:lnTo>
                  <a:lnTo>
                    <a:pt x="5272134" y="2449552"/>
                  </a:lnTo>
                  <a:lnTo>
                    <a:pt x="5307765" y="2453498"/>
                  </a:lnTo>
                  <a:lnTo>
                    <a:pt x="5343397" y="2457287"/>
                  </a:lnTo>
                  <a:lnTo>
                    <a:pt x="5379028" y="2460924"/>
                  </a:lnTo>
                  <a:lnTo>
                    <a:pt x="5414659" y="2464411"/>
                  </a:lnTo>
                  <a:lnTo>
                    <a:pt x="5450291" y="2467753"/>
                  </a:lnTo>
                  <a:lnTo>
                    <a:pt x="5485922" y="2470954"/>
                  </a:lnTo>
                  <a:lnTo>
                    <a:pt x="5521553" y="2474018"/>
                  </a:lnTo>
                  <a:lnTo>
                    <a:pt x="5557184" y="2476951"/>
                  </a:lnTo>
                  <a:lnTo>
                    <a:pt x="5592816" y="2479759"/>
                  </a:lnTo>
                  <a:lnTo>
                    <a:pt x="5628447" y="2482444"/>
                  </a:lnTo>
                  <a:lnTo>
                    <a:pt x="5664078" y="2485015"/>
                  </a:lnTo>
                  <a:lnTo>
                    <a:pt x="5699710" y="2487474"/>
                  </a:lnTo>
                  <a:lnTo>
                    <a:pt x="5735341" y="2489828"/>
                  </a:lnTo>
                  <a:lnTo>
                    <a:pt x="5770972" y="2492082"/>
                  </a:lnTo>
                  <a:lnTo>
                    <a:pt x="5806604" y="2494241"/>
                  </a:lnTo>
                  <a:lnTo>
                    <a:pt x="5842235" y="2496311"/>
                  </a:lnTo>
                  <a:lnTo>
                    <a:pt x="5877866" y="2498295"/>
                  </a:lnTo>
                  <a:lnTo>
                    <a:pt x="5913498" y="2500200"/>
                  </a:lnTo>
                  <a:lnTo>
                    <a:pt x="5949129" y="2502030"/>
                  </a:lnTo>
                  <a:lnTo>
                    <a:pt x="5984760" y="2503790"/>
                  </a:lnTo>
                  <a:lnTo>
                    <a:pt x="6020391" y="2505485"/>
                  </a:lnTo>
                  <a:lnTo>
                    <a:pt x="6056023" y="2507119"/>
                  </a:lnTo>
                  <a:lnTo>
                    <a:pt x="6091654" y="2508696"/>
                  </a:lnTo>
                  <a:lnTo>
                    <a:pt x="6127285" y="2510223"/>
                  </a:lnTo>
                  <a:lnTo>
                    <a:pt x="6162917" y="2511701"/>
                  </a:lnTo>
                  <a:lnTo>
                    <a:pt x="6198548" y="2513137"/>
                  </a:lnTo>
                  <a:lnTo>
                    <a:pt x="6234179" y="2514533"/>
                  </a:lnTo>
                  <a:lnTo>
                    <a:pt x="6269811" y="2515892"/>
                  </a:lnTo>
                  <a:lnTo>
                    <a:pt x="6305442" y="2517216"/>
                  </a:lnTo>
                  <a:lnTo>
                    <a:pt x="6341073" y="2518508"/>
                  </a:lnTo>
                  <a:lnTo>
                    <a:pt x="6376704" y="2519770"/>
                  </a:lnTo>
                  <a:lnTo>
                    <a:pt x="6412336" y="2521004"/>
                  </a:lnTo>
                  <a:lnTo>
                    <a:pt x="6447967" y="2522210"/>
                  </a:lnTo>
                  <a:lnTo>
                    <a:pt x="6483598" y="2523391"/>
                  </a:lnTo>
                  <a:lnTo>
                    <a:pt x="6519230" y="2524549"/>
                  </a:lnTo>
                  <a:lnTo>
                    <a:pt x="6554861" y="252568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450940"/>
              <a:ext cx="7090630" cy="1058374"/>
            </a:xfrm>
            <a:custGeom>
              <a:avLst/>
              <a:pathLst>
                <a:path w="7090630" h="1058374">
                  <a:moveTo>
                    <a:pt x="7090630" y="1058374"/>
                  </a:moveTo>
                  <a:lnTo>
                    <a:pt x="7054998" y="1055595"/>
                  </a:lnTo>
                  <a:lnTo>
                    <a:pt x="7019367" y="1052709"/>
                  </a:lnTo>
                  <a:lnTo>
                    <a:pt x="6983736" y="1049714"/>
                  </a:lnTo>
                  <a:lnTo>
                    <a:pt x="6948104" y="1046604"/>
                  </a:lnTo>
                  <a:lnTo>
                    <a:pt x="6912473" y="1043377"/>
                  </a:lnTo>
                  <a:lnTo>
                    <a:pt x="6876842" y="1040027"/>
                  </a:lnTo>
                  <a:lnTo>
                    <a:pt x="6841210" y="1036552"/>
                  </a:lnTo>
                  <a:lnTo>
                    <a:pt x="6805579" y="1032946"/>
                  </a:lnTo>
                  <a:lnTo>
                    <a:pt x="6769948" y="1029206"/>
                  </a:lnTo>
                  <a:lnTo>
                    <a:pt x="6734317" y="1025327"/>
                  </a:lnTo>
                  <a:lnTo>
                    <a:pt x="6698685" y="1021305"/>
                  </a:lnTo>
                  <a:lnTo>
                    <a:pt x="6663054" y="1017137"/>
                  </a:lnTo>
                  <a:lnTo>
                    <a:pt x="6627423" y="1012819"/>
                  </a:lnTo>
                  <a:lnTo>
                    <a:pt x="6591791" y="1008349"/>
                  </a:lnTo>
                  <a:lnTo>
                    <a:pt x="6556160" y="1003725"/>
                  </a:lnTo>
                  <a:lnTo>
                    <a:pt x="6520529" y="998944"/>
                  </a:lnTo>
                  <a:lnTo>
                    <a:pt x="6484897" y="994005"/>
                  </a:lnTo>
                  <a:lnTo>
                    <a:pt x="6449266" y="988907"/>
                  </a:lnTo>
                  <a:lnTo>
                    <a:pt x="6413635" y="983647"/>
                  </a:lnTo>
                  <a:lnTo>
                    <a:pt x="6378003" y="978226"/>
                  </a:lnTo>
                  <a:lnTo>
                    <a:pt x="6342372" y="972642"/>
                  </a:lnTo>
                  <a:lnTo>
                    <a:pt x="6306741" y="966896"/>
                  </a:lnTo>
                  <a:lnTo>
                    <a:pt x="6271110" y="960988"/>
                  </a:lnTo>
                  <a:lnTo>
                    <a:pt x="6235478" y="954919"/>
                  </a:lnTo>
                  <a:lnTo>
                    <a:pt x="6199847" y="948691"/>
                  </a:lnTo>
                  <a:lnTo>
                    <a:pt x="6164216" y="942305"/>
                  </a:lnTo>
                  <a:lnTo>
                    <a:pt x="6128584" y="935763"/>
                  </a:lnTo>
                  <a:lnTo>
                    <a:pt x="6092953" y="929070"/>
                  </a:lnTo>
                  <a:lnTo>
                    <a:pt x="6057322" y="922228"/>
                  </a:lnTo>
                  <a:lnTo>
                    <a:pt x="6021690" y="915242"/>
                  </a:lnTo>
                  <a:lnTo>
                    <a:pt x="5986059" y="908116"/>
                  </a:lnTo>
                  <a:lnTo>
                    <a:pt x="5950428" y="900856"/>
                  </a:lnTo>
                  <a:lnTo>
                    <a:pt x="5914796" y="893467"/>
                  </a:lnTo>
                  <a:lnTo>
                    <a:pt x="5879165" y="885955"/>
                  </a:lnTo>
                  <a:lnTo>
                    <a:pt x="5843534" y="878328"/>
                  </a:lnTo>
                  <a:lnTo>
                    <a:pt x="5807903" y="870591"/>
                  </a:lnTo>
                  <a:lnTo>
                    <a:pt x="5772271" y="862753"/>
                  </a:lnTo>
                  <a:lnTo>
                    <a:pt x="5736640" y="854821"/>
                  </a:lnTo>
                  <a:lnTo>
                    <a:pt x="5701009" y="846803"/>
                  </a:lnTo>
                  <a:lnTo>
                    <a:pt x="5665377" y="838705"/>
                  </a:lnTo>
                  <a:lnTo>
                    <a:pt x="5629746" y="830537"/>
                  </a:lnTo>
                  <a:lnTo>
                    <a:pt x="5594115" y="822304"/>
                  </a:lnTo>
                  <a:lnTo>
                    <a:pt x="5558483" y="814014"/>
                  </a:lnTo>
                  <a:lnTo>
                    <a:pt x="5522852" y="805673"/>
                  </a:lnTo>
                  <a:lnTo>
                    <a:pt x="5487221" y="797286"/>
                  </a:lnTo>
                  <a:lnTo>
                    <a:pt x="5451589" y="788859"/>
                  </a:lnTo>
                  <a:lnTo>
                    <a:pt x="5415958" y="780395"/>
                  </a:lnTo>
                  <a:lnTo>
                    <a:pt x="5380327" y="771896"/>
                  </a:lnTo>
                  <a:lnTo>
                    <a:pt x="5344696" y="763366"/>
                  </a:lnTo>
                  <a:lnTo>
                    <a:pt x="5309064" y="754803"/>
                  </a:lnTo>
                  <a:lnTo>
                    <a:pt x="5273433" y="746207"/>
                  </a:lnTo>
                  <a:lnTo>
                    <a:pt x="5237802" y="737576"/>
                  </a:lnTo>
                  <a:lnTo>
                    <a:pt x="5202170" y="728906"/>
                  </a:lnTo>
                  <a:lnTo>
                    <a:pt x="5166539" y="720191"/>
                  </a:lnTo>
                  <a:lnTo>
                    <a:pt x="5130908" y="711426"/>
                  </a:lnTo>
                  <a:lnTo>
                    <a:pt x="5095276" y="702602"/>
                  </a:lnTo>
                  <a:lnTo>
                    <a:pt x="5059645" y="693711"/>
                  </a:lnTo>
                  <a:lnTo>
                    <a:pt x="5024014" y="684741"/>
                  </a:lnTo>
                  <a:lnTo>
                    <a:pt x="4988382" y="675682"/>
                  </a:lnTo>
                  <a:lnTo>
                    <a:pt x="4952751" y="666521"/>
                  </a:lnTo>
                  <a:lnTo>
                    <a:pt x="4917120" y="657244"/>
                  </a:lnTo>
                  <a:lnTo>
                    <a:pt x="4881489" y="647836"/>
                  </a:lnTo>
                  <a:lnTo>
                    <a:pt x="4845857" y="638283"/>
                  </a:lnTo>
                  <a:lnTo>
                    <a:pt x="4810226" y="628567"/>
                  </a:lnTo>
                  <a:lnTo>
                    <a:pt x="4774595" y="618672"/>
                  </a:lnTo>
                  <a:lnTo>
                    <a:pt x="4738963" y="608583"/>
                  </a:lnTo>
                  <a:lnTo>
                    <a:pt x="4703332" y="598288"/>
                  </a:lnTo>
                  <a:lnTo>
                    <a:pt x="4667701" y="587778"/>
                  </a:lnTo>
                  <a:lnTo>
                    <a:pt x="4632069" y="577044"/>
                  </a:lnTo>
                  <a:lnTo>
                    <a:pt x="4596438" y="566076"/>
                  </a:lnTo>
                  <a:lnTo>
                    <a:pt x="4560807" y="554869"/>
                  </a:lnTo>
                  <a:lnTo>
                    <a:pt x="4525175" y="543415"/>
                  </a:lnTo>
                  <a:lnTo>
                    <a:pt x="4489544" y="531710"/>
                  </a:lnTo>
                  <a:lnTo>
                    <a:pt x="4453913" y="519749"/>
                  </a:lnTo>
                  <a:lnTo>
                    <a:pt x="4418282" y="507528"/>
                  </a:lnTo>
                  <a:lnTo>
                    <a:pt x="4382650" y="495044"/>
                  </a:lnTo>
                  <a:lnTo>
                    <a:pt x="4347019" y="482295"/>
                  </a:lnTo>
                  <a:lnTo>
                    <a:pt x="4311388" y="469280"/>
                  </a:lnTo>
                  <a:lnTo>
                    <a:pt x="4275756" y="455999"/>
                  </a:lnTo>
                  <a:lnTo>
                    <a:pt x="4240125" y="442452"/>
                  </a:lnTo>
                  <a:lnTo>
                    <a:pt x="4204494" y="428640"/>
                  </a:lnTo>
                  <a:lnTo>
                    <a:pt x="4168862" y="414566"/>
                  </a:lnTo>
                  <a:lnTo>
                    <a:pt x="4133231" y="414334"/>
                  </a:lnTo>
                  <a:lnTo>
                    <a:pt x="4097600" y="416456"/>
                  </a:lnTo>
                  <a:lnTo>
                    <a:pt x="4061968" y="418692"/>
                  </a:lnTo>
                  <a:lnTo>
                    <a:pt x="4026337" y="421020"/>
                  </a:lnTo>
                  <a:lnTo>
                    <a:pt x="3990706" y="423416"/>
                  </a:lnTo>
                  <a:lnTo>
                    <a:pt x="3955075" y="425856"/>
                  </a:lnTo>
                  <a:lnTo>
                    <a:pt x="3919443" y="428318"/>
                  </a:lnTo>
                  <a:lnTo>
                    <a:pt x="3883812" y="430779"/>
                  </a:lnTo>
                  <a:lnTo>
                    <a:pt x="3848181" y="433217"/>
                  </a:lnTo>
                  <a:lnTo>
                    <a:pt x="3812549" y="435608"/>
                  </a:lnTo>
                  <a:lnTo>
                    <a:pt x="3776918" y="437931"/>
                  </a:lnTo>
                  <a:lnTo>
                    <a:pt x="3741287" y="440164"/>
                  </a:lnTo>
                  <a:lnTo>
                    <a:pt x="3705655" y="442286"/>
                  </a:lnTo>
                  <a:lnTo>
                    <a:pt x="3670024" y="444273"/>
                  </a:lnTo>
                  <a:lnTo>
                    <a:pt x="3634393" y="446106"/>
                  </a:lnTo>
                  <a:lnTo>
                    <a:pt x="3598762" y="447763"/>
                  </a:lnTo>
                  <a:lnTo>
                    <a:pt x="3563130" y="449223"/>
                  </a:lnTo>
                  <a:lnTo>
                    <a:pt x="3527499" y="450466"/>
                  </a:lnTo>
                  <a:lnTo>
                    <a:pt x="3491868" y="451469"/>
                  </a:lnTo>
                  <a:lnTo>
                    <a:pt x="3456236" y="452216"/>
                  </a:lnTo>
                  <a:lnTo>
                    <a:pt x="3420605" y="452704"/>
                  </a:lnTo>
                  <a:lnTo>
                    <a:pt x="3384974" y="452939"/>
                  </a:lnTo>
                  <a:lnTo>
                    <a:pt x="3349342" y="452927"/>
                  </a:lnTo>
                  <a:lnTo>
                    <a:pt x="3313711" y="452673"/>
                  </a:lnTo>
                  <a:lnTo>
                    <a:pt x="3278080" y="452181"/>
                  </a:lnTo>
                  <a:lnTo>
                    <a:pt x="3242448" y="451458"/>
                  </a:lnTo>
                  <a:lnTo>
                    <a:pt x="3206817" y="450507"/>
                  </a:lnTo>
                  <a:lnTo>
                    <a:pt x="3171186" y="449333"/>
                  </a:lnTo>
                  <a:lnTo>
                    <a:pt x="3135555" y="447941"/>
                  </a:lnTo>
                  <a:lnTo>
                    <a:pt x="3099923" y="446335"/>
                  </a:lnTo>
                  <a:lnTo>
                    <a:pt x="3064292" y="444520"/>
                  </a:lnTo>
                  <a:lnTo>
                    <a:pt x="3028661" y="442499"/>
                  </a:lnTo>
                  <a:lnTo>
                    <a:pt x="2993029" y="440277"/>
                  </a:lnTo>
                  <a:lnTo>
                    <a:pt x="2957398" y="437858"/>
                  </a:lnTo>
                  <a:lnTo>
                    <a:pt x="2921767" y="435246"/>
                  </a:lnTo>
                  <a:lnTo>
                    <a:pt x="2886135" y="432444"/>
                  </a:lnTo>
                  <a:lnTo>
                    <a:pt x="2850504" y="429457"/>
                  </a:lnTo>
                  <a:lnTo>
                    <a:pt x="2814873" y="426289"/>
                  </a:lnTo>
                  <a:lnTo>
                    <a:pt x="2779241" y="422944"/>
                  </a:lnTo>
                  <a:lnTo>
                    <a:pt x="2743610" y="419425"/>
                  </a:lnTo>
                  <a:lnTo>
                    <a:pt x="2707979" y="415737"/>
                  </a:lnTo>
                  <a:lnTo>
                    <a:pt x="2672348" y="411885"/>
                  </a:lnTo>
                  <a:lnTo>
                    <a:pt x="2636716" y="407871"/>
                  </a:lnTo>
                  <a:lnTo>
                    <a:pt x="2601085" y="403700"/>
                  </a:lnTo>
                  <a:lnTo>
                    <a:pt x="2565454" y="399378"/>
                  </a:lnTo>
                  <a:lnTo>
                    <a:pt x="2529822" y="394907"/>
                  </a:lnTo>
                  <a:lnTo>
                    <a:pt x="2494191" y="390293"/>
                  </a:lnTo>
                  <a:lnTo>
                    <a:pt x="2458560" y="385540"/>
                  </a:lnTo>
                  <a:lnTo>
                    <a:pt x="2422928" y="380654"/>
                  </a:lnTo>
                  <a:lnTo>
                    <a:pt x="2387297" y="375638"/>
                  </a:lnTo>
                  <a:lnTo>
                    <a:pt x="2351666" y="370498"/>
                  </a:lnTo>
                  <a:lnTo>
                    <a:pt x="2316034" y="365238"/>
                  </a:lnTo>
                  <a:lnTo>
                    <a:pt x="2280403" y="359865"/>
                  </a:lnTo>
                  <a:lnTo>
                    <a:pt x="2244772" y="354383"/>
                  </a:lnTo>
                  <a:lnTo>
                    <a:pt x="2209141" y="348798"/>
                  </a:lnTo>
                  <a:lnTo>
                    <a:pt x="2173509" y="343116"/>
                  </a:lnTo>
                  <a:lnTo>
                    <a:pt x="2137878" y="337341"/>
                  </a:lnTo>
                  <a:lnTo>
                    <a:pt x="2102247" y="331481"/>
                  </a:lnTo>
                  <a:lnTo>
                    <a:pt x="2066615" y="325540"/>
                  </a:lnTo>
                  <a:lnTo>
                    <a:pt x="2030984" y="319526"/>
                  </a:lnTo>
                  <a:lnTo>
                    <a:pt x="1995353" y="313443"/>
                  </a:lnTo>
                  <a:lnTo>
                    <a:pt x="1959721" y="307298"/>
                  </a:lnTo>
                  <a:lnTo>
                    <a:pt x="1924090" y="301097"/>
                  </a:lnTo>
                  <a:lnTo>
                    <a:pt x="1888459" y="294847"/>
                  </a:lnTo>
                  <a:lnTo>
                    <a:pt x="1852827" y="288554"/>
                  </a:lnTo>
                  <a:lnTo>
                    <a:pt x="1817196" y="282223"/>
                  </a:lnTo>
                  <a:lnTo>
                    <a:pt x="1781565" y="275862"/>
                  </a:lnTo>
                  <a:lnTo>
                    <a:pt x="1745934" y="269476"/>
                  </a:lnTo>
                  <a:lnTo>
                    <a:pt x="1710302" y="263072"/>
                  </a:lnTo>
                  <a:lnTo>
                    <a:pt x="1674671" y="256655"/>
                  </a:lnTo>
                  <a:lnTo>
                    <a:pt x="1639040" y="250231"/>
                  </a:lnTo>
                  <a:lnTo>
                    <a:pt x="1603408" y="243808"/>
                  </a:lnTo>
                  <a:lnTo>
                    <a:pt x="1567777" y="237389"/>
                  </a:lnTo>
                  <a:lnTo>
                    <a:pt x="1532146" y="230981"/>
                  </a:lnTo>
                  <a:lnTo>
                    <a:pt x="1496514" y="224589"/>
                  </a:lnTo>
                  <a:lnTo>
                    <a:pt x="1460883" y="218217"/>
                  </a:lnTo>
                  <a:lnTo>
                    <a:pt x="1425252" y="211872"/>
                  </a:lnTo>
                  <a:lnTo>
                    <a:pt x="1389620" y="205558"/>
                  </a:lnTo>
                  <a:lnTo>
                    <a:pt x="1353989" y="199279"/>
                  </a:lnTo>
                  <a:lnTo>
                    <a:pt x="1318358" y="193039"/>
                  </a:lnTo>
                  <a:lnTo>
                    <a:pt x="1282727" y="186842"/>
                  </a:lnTo>
                  <a:lnTo>
                    <a:pt x="1247095" y="180692"/>
                  </a:lnTo>
                  <a:lnTo>
                    <a:pt x="1211464" y="174592"/>
                  </a:lnTo>
                  <a:lnTo>
                    <a:pt x="1175833" y="168544"/>
                  </a:lnTo>
                  <a:lnTo>
                    <a:pt x="1140201" y="162552"/>
                  </a:lnTo>
                  <a:lnTo>
                    <a:pt x="1104570" y="156618"/>
                  </a:lnTo>
                  <a:lnTo>
                    <a:pt x="1068939" y="150743"/>
                  </a:lnTo>
                  <a:lnTo>
                    <a:pt x="1033307" y="144930"/>
                  </a:lnTo>
                  <a:lnTo>
                    <a:pt x="997676" y="139180"/>
                  </a:lnTo>
                  <a:lnTo>
                    <a:pt x="962045" y="133493"/>
                  </a:lnTo>
                  <a:lnTo>
                    <a:pt x="926413" y="127869"/>
                  </a:lnTo>
                  <a:lnTo>
                    <a:pt x="890782" y="122307"/>
                  </a:lnTo>
                  <a:lnTo>
                    <a:pt x="855151" y="116805"/>
                  </a:lnTo>
                  <a:lnTo>
                    <a:pt x="819520" y="111364"/>
                  </a:lnTo>
                  <a:lnTo>
                    <a:pt x="783888" y="105980"/>
                  </a:lnTo>
                  <a:lnTo>
                    <a:pt x="748257" y="100655"/>
                  </a:lnTo>
                  <a:lnTo>
                    <a:pt x="712626" y="95385"/>
                  </a:lnTo>
                  <a:lnTo>
                    <a:pt x="676994" y="90171"/>
                  </a:lnTo>
                  <a:lnTo>
                    <a:pt x="641363" y="85010"/>
                  </a:lnTo>
                  <a:lnTo>
                    <a:pt x="605732" y="79902"/>
                  </a:lnTo>
                  <a:lnTo>
                    <a:pt x="570100" y="74845"/>
                  </a:lnTo>
                  <a:lnTo>
                    <a:pt x="534469" y="69839"/>
                  </a:lnTo>
                  <a:lnTo>
                    <a:pt x="498838" y="64882"/>
                  </a:lnTo>
                  <a:lnTo>
                    <a:pt x="463206" y="59972"/>
                  </a:lnTo>
                  <a:lnTo>
                    <a:pt x="427575" y="55110"/>
                  </a:lnTo>
                  <a:lnTo>
                    <a:pt x="391944" y="50293"/>
                  </a:lnTo>
                  <a:lnTo>
                    <a:pt x="356313" y="45520"/>
                  </a:lnTo>
                  <a:lnTo>
                    <a:pt x="320681" y="40791"/>
                  </a:lnTo>
                  <a:lnTo>
                    <a:pt x="285050" y="36104"/>
                  </a:lnTo>
                  <a:lnTo>
                    <a:pt x="249419" y="31458"/>
                  </a:lnTo>
                  <a:lnTo>
                    <a:pt x="213787" y="26852"/>
                  </a:lnTo>
                  <a:lnTo>
                    <a:pt x="178156" y="22286"/>
                  </a:lnTo>
                  <a:lnTo>
                    <a:pt x="142525" y="17757"/>
                  </a:lnTo>
                  <a:lnTo>
                    <a:pt x="106893" y="13264"/>
                  </a:lnTo>
                  <a:lnTo>
                    <a:pt x="71262" y="8808"/>
                  </a:lnTo>
                  <a:lnTo>
                    <a:pt x="35631" y="438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154002"/>
              <a:ext cx="7090630" cy="2121950"/>
            </a:xfrm>
            <a:custGeom>
              <a:avLst/>
              <a:pathLst>
                <a:path w="7090630" h="2121950">
                  <a:moveTo>
                    <a:pt x="0" y="0"/>
                  </a:moveTo>
                  <a:lnTo>
                    <a:pt x="35631" y="25189"/>
                  </a:lnTo>
                  <a:lnTo>
                    <a:pt x="71262" y="50117"/>
                  </a:lnTo>
                  <a:lnTo>
                    <a:pt x="106893" y="74786"/>
                  </a:lnTo>
                  <a:lnTo>
                    <a:pt x="142525" y="99200"/>
                  </a:lnTo>
                  <a:lnTo>
                    <a:pt x="178156" y="123359"/>
                  </a:lnTo>
                  <a:lnTo>
                    <a:pt x="213787" y="147268"/>
                  </a:lnTo>
                  <a:lnTo>
                    <a:pt x="249419" y="170928"/>
                  </a:lnTo>
                  <a:lnTo>
                    <a:pt x="285050" y="194343"/>
                  </a:lnTo>
                  <a:lnTo>
                    <a:pt x="320681" y="217515"/>
                  </a:lnTo>
                  <a:lnTo>
                    <a:pt x="356313" y="240446"/>
                  </a:lnTo>
                  <a:lnTo>
                    <a:pt x="391944" y="263139"/>
                  </a:lnTo>
                  <a:lnTo>
                    <a:pt x="427575" y="285596"/>
                  </a:lnTo>
                  <a:lnTo>
                    <a:pt x="463206" y="307820"/>
                  </a:lnTo>
                  <a:lnTo>
                    <a:pt x="498838" y="329813"/>
                  </a:lnTo>
                  <a:lnTo>
                    <a:pt x="534469" y="351578"/>
                  </a:lnTo>
                  <a:lnTo>
                    <a:pt x="570100" y="373117"/>
                  </a:lnTo>
                  <a:lnTo>
                    <a:pt x="605732" y="394432"/>
                  </a:lnTo>
                  <a:lnTo>
                    <a:pt x="641363" y="415526"/>
                  </a:lnTo>
                  <a:lnTo>
                    <a:pt x="676994" y="436401"/>
                  </a:lnTo>
                  <a:lnTo>
                    <a:pt x="712626" y="457059"/>
                  </a:lnTo>
                  <a:lnTo>
                    <a:pt x="748257" y="477503"/>
                  </a:lnTo>
                  <a:lnTo>
                    <a:pt x="783888" y="497735"/>
                  </a:lnTo>
                  <a:lnTo>
                    <a:pt x="819520" y="517756"/>
                  </a:lnTo>
                  <a:lnTo>
                    <a:pt x="855151" y="537569"/>
                  </a:lnTo>
                  <a:lnTo>
                    <a:pt x="890782" y="557177"/>
                  </a:lnTo>
                  <a:lnTo>
                    <a:pt x="926413" y="576581"/>
                  </a:lnTo>
                  <a:lnTo>
                    <a:pt x="962045" y="595784"/>
                  </a:lnTo>
                  <a:lnTo>
                    <a:pt x="997676" y="614787"/>
                  </a:lnTo>
                  <a:lnTo>
                    <a:pt x="1033307" y="633593"/>
                  </a:lnTo>
                  <a:lnTo>
                    <a:pt x="1068939" y="652203"/>
                  </a:lnTo>
                  <a:lnTo>
                    <a:pt x="1104570" y="670620"/>
                  </a:lnTo>
                  <a:lnTo>
                    <a:pt x="1140201" y="688847"/>
                  </a:lnTo>
                  <a:lnTo>
                    <a:pt x="1175833" y="706883"/>
                  </a:lnTo>
                  <a:lnTo>
                    <a:pt x="1211464" y="724733"/>
                  </a:lnTo>
                  <a:lnTo>
                    <a:pt x="1247095" y="742397"/>
                  </a:lnTo>
                  <a:lnTo>
                    <a:pt x="1282727" y="759878"/>
                  </a:lnTo>
                  <a:lnTo>
                    <a:pt x="1318358" y="777177"/>
                  </a:lnTo>
                  <a:lnTo>
                    <a:pt x="1353989" y="794297"/>
                  </a:lnTo>
                  <a:lnTo>
                    <a:pt x="1389620" y="811239"/>
                  </a:lnTo>
                  <a:lnTo>
                    <a:pt x="1425252" y="828005"/>
                  </a:lnTo>
                  <a:lnTo>
                    <a:pt x="1460883" y="844597"/>
                  </a:lnTo>
                  <a:lnTo>
                    <a:pt x="1496514" y="861016"/>
                  </a:lnTo>
                  <a:lnTo>
                    <a:pt x="1532146" y="877265"/>
                  </a:lnTo>
                  <a:lnTo>
                    <a:pt x="1567777" y="893346"/>
                  </a:lnTo>
                  <a:lnTo>
                    <a:pt x="1603408" y="909259"/>
                  </a:lnTo>
                  <a:lnTo>
                    <a:pt x="1639040" y="925007"/>
                  </a:lnTo>
                  <a:lnTo>
                    <a:pt x="1674671" y="940592"/>
                  </a:lnTo>
                  <a:lnTo>
                    <a:pt x="1710302" y="956014"/>
                  </a:lnTo>
                  <a:lnTo>
                    <a:pt x="1745934" y="971277"/>
                  </a:lnTo>
                  <a:lnTo>
                    <a:pt x="1781565" y="986381"/>
                  </a:lnTo>
                  <a:lnTo>
                    <a:pt x="1817196" y="1001329"/>
                  </a:lnTo>
                  <a:lnTo>
                    <a:pt x="1852827" y="1016121"/>
                  </a:lnTo>
                  <a:lnTo>
                    <a:pt x="1888459" y="1030759"/>
                  </a:lnTo>
                  <a:lnTo>
                    <a:pt x="1924090" y="1045246"/>
                  </a:lnTo>
                  <a:lnTo>
                    <a:pt x="1959721" y="1059582"/>
                  </a:lnTo>
                  <a:lnTo>
                    <a:pt x="1995353" y="1073769"/>
                  </a:lnTo>
                  <a:lnTo>
                    <a:pt x="2030984" y="1087809"/>
                  </a:lnTo>
                  <a:lnTo>
                    <a:pt x="2066615" y="1101703"/>
                  </a:lnTo>
                  <a:lnTo>
                    <a:pt x="2102247" y="1115453"/>
                  </a:lnTo>
                  <a:lnTo>
                    <a:pt x="2137878" y="1129060"/>
                  </a:lnTo>
                  <a:lnTo>
                    <a:pt x="2173509" y="1142526"/>
                  </a:lnTo>
                  <a:lnTo>
                    <a:pt x="2209141" y="1155852"/>
                  </a:lnTo>
                  <a:lnTo>
                    <a:pt x="2244772" y="1169039"/>
                  </a:lnTo>
                  <a:lnTo>
                    <a:pt x="2280403" y="1182090"/>
                  </a:lnTo>
                  <a:lnTo>
                    <a:pt x="2316034" y="1195005"/>
                  </a:lnTo>
                  <a:lnTo>
                    <a:pt x="2351666" y="1207786"/>
                  </a:lnTo>
                  <a:lnTo>
                    <a:pt x="2387297" y="1220434"/>
                  </a:lnTo>
                  <a:lnTo>
                    <a:pt x="2422928" y="1232951"/>
                  </a:lnTo>
                  <a:lnTo>
                    <a:pt x="2458560" y="1245338"/>
                  </a:lnTo>
                  <a:lnTo>
                    <a:pt x="2494191" y="1257597"/>
                  </a:lnTo>
                  <a:lnTo>
                    <a:pt x="2529822" y="1269728"/>
                  </a:lnTo>
                  <a:lnTo>
                    <a:pt x="2565454" y="1281733"/>
                  </a:lnTo>
                  <a:lnTo>
                    <a:pt x="2601085" y="1293613"/>
                  </a:lnTo>
                  <a:lnTo>
                    <a:pt x="2636716" y="1305371"/>
                  </a:lnTo>
                  <a:lnTo>
                    <a:pt x="2672348" y="1317006"/>
                  </a:lnTo>
                  <a:lnTo>
                    <a:pt x="2707979" y="1328520"/>
                  </a:lnTo>
                  <a:lnTo>
                    <a:pt x="2743610" y="1339914"/>
                  </a:lnTo>
                  <a:lnTo>
                    <a:pt x="2779241" y="1351191"/>
                  </a:lnTo>
                  <a:lnTo>
                    <a:pt x="2814873" y="1362350"/>
                  </a:lnTo>
                  <a:lnTo>
                    <a:pt x="2850504" y="1373393"/>
                  </a:lnTo>
                  <a:lnTo>
                    <a:pt x="2886135" y="1384322"/>
                  </a:lnTo>
                  <a:lnTo>
                    <a:pt x="2921767" y="1395137"/>
                  </a:lnTo>
                  <a:lnTo>
                    <a:pt x="2957398" y="1405840"/>
                  </a:lnTo>
                  <a:lnTo>
                    <a:pt x="2993029" y="1416432"/>
                  </a:lnTo>
                  <a:lnTo>
                    <a:pt x="3028661" y="1426914"/>
                  </a:lnTo>
                  <a:lnTo>
                    <a:pt x="3064292" y="1437287"/>
                  </a:lnTo>
                  <a:lnTo>
                    <a:pt x="3099923" y="1447552"/>
                  </a:lnTo>
                  <a:lnTo>
                    <a:pt x="3135555" y="1457710"/>
                  </a:lnTo>
                  <a:lnTo>
                    <a:pt x="3171186" y="1467764"/>
                  </a:lnTo>
                  <a:lnTo>
                    <a:pt x="3206817" y="1477712"/>
                  </a:lnTo>
                  <a:lnTo>
                    <a:pt x="3242448" y="1487558"/>
                  </a:lnTo>
                  <a:lnTo>
                    <a:pt x="3278080" y="1497301"/>
                  </a:lnTo>
                  <a:lnTo>
                    <a:pt x="3313711" y="1506943"/>
                  </a:lnTo>
                  <a:lnTo>
                    <a:pt x="3349342" y="1516485"/>
                  </a:lnTo>
                  <a:lnTo>
                    <a:pt x="3384974" y="1525928"/>
                  </a:lnTo>
                  <a:lnTo>
                    <a:pt x="3420605" y="1535273"/>
                  </a:lnTo>
                  <a:lnTo>
                    <a:pt x="3456236" y="1544521"/>
                  </a:lnTo>
                  <a:lnTo>
                    <a:pt x="3491868" y="1553672"/>
                  </a:lnTo>
                  <a:lnTo>
                    <a:pt x="3527499" y="1562729"/>
                  </a:lnTo>
                  <a:lnTo>
                    <a:pt x="3563130" y="1571692"/>
                  </a:lnTo>
                  <a:lnTo>
                    <a:pt x="3598762" y="1580561"/>
                  </a:lnTo>
                  <a:lnTo>
                    <a:pt x="3634393" y="1589339"/>
                  </a:lnTo>
                  <a:lnTo>
                    <a:pt x="3670024" y="1598025"/>
                  </a:lnTo>
                  <a:lnTo>
                    <a:pt x="3705655" y="1606621"/>
                  </a:lnTo>
                  <a:lnTo>
                    <a:pt x="3741287" y="1615128"/>
                  </a:lnTo>
                  <a:lnTo>
                    <a:pt x="3776918" y="1623547"/>
                  </a:lnTo>
                  <a:lnTo>
                    <a:pt x="3812549" y="1631878"/>
                  </a:lnTo>
                  <a:lnTo>
                    <a:pt x="3848181" y="1640123"/>
                  </a:lnTo>
                  <a:lnTo>
                    <a:pt x="3883812" y="1648282"/>
                  </a:lnTo>
                  <a:lnTo>
                    <a:pt x="3919443" y="1656356"/>
                  </a:lnTo>
                  <a:lnTo>
                    <a:pt x="3955075" y="1664347"/>
                  </a:lnTo>
                  <a:lnTo>
                    <a:pt x="3990706" y="1672254"/>
                  </a:lnTo>
                  <a:lnTo>
                    <a:pt x="4026337" y="1680079"/>
                  </a:lnTo>
                  <a:lnTo>
                    <a:pt x="4061968" y="1687824"/>
                  </a:lnTo>
                  <a:lnTo>
                    <a:pt x="4097600" y="1695487"/>
                  </a:lnTo>
                  <a:lnTo>
                    <a:pt x="4133231" y="1703071"/>
                  </a:lnTo>
                  <a:lnTo>
                    <a:pt x="4168862" y="1710577"/>
                  </a:lnTo>
                  <a:lnTo>
                    <a:pt x="4204494" y="1718004"/>
                  </a:lnTo>
                  <a:lnTo>
                    <a:pt x="4240125" y="1725355"/>
                  </a:lnTo>
                  <a:lnTo>
                    <a:pt x="4275756" y="1732629"/>
                  </a:lnTo>
                  <a:lnTo>
                    <a:pt x="4311388" y="1739827"/>
                  </a:lnTo>
                  <a:lnTo>
                    <a:pt x="4347019" y="1746951"/>
                  </a:lnTo>
                  <a:lnTo>
                    <a:pt x="4382650" y="1754001"/>
                  </a:lnTo>
                  <a:lnTo>
                    <a:pt x="4418282" y="1760977"/>
                  </a:lnTo>
                  <a:lnTo>
                    <a:pt x="4453913" y="1767881"/>
                  </a:lnTo>
                  <a:lnTo>
                    <a:pt x="4489544" y="1774714"/>
                  </a:lnTo>
                  <a:lnTo>
                    <a:pt x="4525175" y="1781475"/>
                  </a:lnTo>
                  <a:lnTo>
                    <a:pt x="4560807" y="1788167"/>
                  </a:lnTo>
                  <a:lnTo>
                    <a:pt x="4596438" y="1794788"/>
                  </a:lnTo>
                  <a:lnTo>
                    <a:pt x="4632069" y="1801341"/>
                  </a:lnTo>
                  <a:lnTo>
                    <a:pt x="4667701" y="1807826"/>
                  </a:lnTo>
                  <a:lnTo>
                    <a:pt x="4703332" y="1814244"/>
                  </a:lnTo>
                  <a:lnTo>
                    <a:pt x="4738963" y="1820595"/>
                  </a:lnTo>
                  <a:lnTo>
                    <a:pt x="4774595" y="1826880"/>
                  </a:lnTo>
                  <a:lnTo>
                    <a:pt x="4810226" y="1833100"/>
                  </a:lnTo>
                  <a:lnTo>
                    <a:pt x="4845857" y="1839255"/>
                  </a:lnTo>
                  <a:lnTo>
                    <a:pt x="4881489" y="1845346"/>
                  </a:lnTo>
                  <a:lnTo>
                    <a:pt x="4917120" y="1851374"/>
                  </a:lnTo>
                  <a:lnTo>
                    <a:pt x="4952751" y="1857340"/>
                  </a:lnTo>
                  <a:lnTo>
                    <a:pt x="4988382" y="1863243"/>
                  </a:lnTo>
                  <a:lnTo>
                    <a:pt x="5024014" y="1869086"/>
                  </a:lnTo>
                  <a:lnTo>
                    <a:pt x="5059645" y="1874867"/>
                  </a:lnTo>
                  <a:lnTo>
                    <a:pt x="5095276" y="1880589"/>
                  </a:lnTo>
                  <a:lnTo>
                    <a:pt x="5130908" y="1886251"/>
                  </a:lnTo>
                  <a:lnTo>
                    <a:pt x="5166539" y="1891854"/>
                  </a:lnTo>
                  <a:lnTo>
                    <a:pt x="5202170" y="1897399"/>
                  </a:lnTo>
                  <a:lnTo>
                    <a:pt x="5237802" y="1902887"/>
                  </a:lnTo>
                  <a:lnTo>
                    <a:pt x="5273433" y="1908317"/>
                  </a:lnTo>
                  <a:lnTo>
                    <a:pt x="5309064" y="1913692"/>
                  </a:lnTo>
                  <a:lnTo>
                    <a:pt x="5344696" y="1919010"/>
                  </a:lnTo>
                  <a:lnTo>
                    <a:pt x="5380327" y="1924273"/>
                  </a:lnTo>
                  <a:lnTo>
                    <a:pt x="5415958" y="1929482"/>
                  </a:lnTo>
                  <a:lnTo>
                    <a:pt x="5451589" y="1934636"/>
                  </a:lnTo>
                  <a:lnTo>
                    <a:pt x="5487221" y="1939737"/>
                  </a:lnTo>
                  <a:lnTo>
                    <a:pt x="5522852" y="1944785"/>
                  </a:lnTo>
                  <a:lnTo>
                    <a:pt x="5558483" y="1949780"/>
                  </a:lnTo>
                  <a:lnTo>
                    <a:pt x="5594115" y="1954724"/>
                  </a:lnTo>
                  <a:lnTo>
                    <a:pt x="5629746" y="1959616"/>
                  </a:lnTo>
                  <a:lnTo>
                    <a:pt x="5665377" y="1964458"/>
                  </a:lnTo>
                  <a:lnTo>
                    <a:pt x="5701009" y="1969249"/>
                  </a:lnTo>
                  <a:lnTo>
                    <a:pt x="5736640" y="1973991"/>
                  </a:lnTo>
                  <a:lnTo>
                    <a:pt x="5772271" y="1978683"/>
                  </a:lnTo>
                  <a:lnTo>
                    <a:pt x="5807903" y="1983326"/>
                  </a:lnTo>
                  <a:lnTo>
                    <a:pt x="5843534" y="1987922"/>
                  </a:lnTo>
                  <a:lnTo>
                    <a:pt x="5879165" y="1992469"/>
                  </a:lnTo>
                  <a:lnTo>
                    <a:pt x="5914796" y="1996970"/>
                  </a:lnTo>
                  <a:lnTo>
                    <a:pt x="5950428" y="2001423"/>
                  </a:lnTo>
                  <a:lnTo>
                    <a:pt x="5986059" y="2005831"/>
                  </a:lnTo>
                  <a:lnTo>
                    <a:pt x="6021690" y="2010192"/>
                  </a:lnTo>
                  <a:lnTo>
                    <a:pt x="6057322" y="2014509"/>
                  </a:lnTo>
                  <a:lnTo>
                    <a:pt x="6092953" y="2018780"/>
                  </a:lnTo>
                  <a:lnTo>
                    <a:pt x="6128584" y="2023007"/>
                  </a:lnTo>
                  <a:lnTo>
                    <a:pt x="6164216" y="2027191"/>
                  </a:lnTo>
                  <a:lnTo>
                    <a:pt x="6199847" y="2031330"/>
                  </a:lnTo>
                  <a:lnTo>
                    <a:pt x="6235478" y="2035427"/>
                  </a:lnTo>
                  <a:lnTo>
                    <a:pt x="6271110" y="2039482"/>
                  </a:lnTo>
                  <a:lnTo>
                    <a:pt x="6306741" y="2043494"/>
                  </a:lnTo>
                  <a:lnTo>
                    <a:pt x="6342372" y="2047464"/>
                  </a:lnTo>
                  <a:lnTo>
                    <a:pt x="6378003" y="2051394"/>
                  </a:lnTo>
                  <a:lnTo>
                    <a:pt x="6413635" y="2055282"/>
                  </a:lnTo>
                  <a:lnTo>
                    <a:pt x="6449266" y="2059130"/>
                  </a:lnTo>
                  <a:lnTo>
                    <a:pt x="6484897" y="2062938"/>
                  </a:lnTo>
                  <a:lnTo>
                    <a:pt x="6520529" y="2066707"/>
                  </a:lnTo>
                  <a:lnTo>
                    <a:pt x="6556160" y="2070437"/>
                  </a:lnTo>
                  <a:lnTo>
                    <a:pt x="6591791" y="2074127"/>
                  </a:lnTo>
                  <a:lnTo>
                    <a:pt x="6627423" y="2077780"/>
                  </a:lnTo>
                  <a:lnTo>
                    <a:pt x="6663054" y="2081394"/>
                  </a:lnTo>
                  <a:lnTo>
                    <a:pt x="6698685" y="2084971"/>
                  </a:lnTo>
                  <a:lnTo>
                    <a:pt x="6734317" y="2088511"/>
                  </a:lnTo>
                  <a:lnTo>
                    <a:pt x="6769948" y="2092014"/>
                  </a:lnTo>
                  <a:lnTo>
                    <a:pt x="6805579" y="2095481"/>
                  </a:lnTo>
                  <a:lnTo>
                    <a:pt x="6841210" y="2098912"/>
                  </a:lnTo>
                  <a:lnTo>
                    <a:pt x="6876842" y="2102307"/>
                  </a:lnTo>
                  <a:lnTo>
                    <a:pt x="6912473" y="2105667"/>
                  </a:lnTo>
                  <a:lnTo>
                    <a:pt x="6948104" y="2108992"/>
                  </a:lnTo>
                  <a:lnTo>
                    <a:pt x="6983736" y="2112282"/>
                  </a:lnTo>
                  <a:lnTo>
                    <a:pt x="7019367" y="2115538"/>
                  </a:lnTo>
                  <a:lnTo>
                    <a:pt x="7054998" y="2118761"/>
                  </a:lnTo>
                  <a:lnTo>
                    <a:pt x="7090630" y="212195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3513805"/>
              <a:ext cx="7090630" cy="1881482"/>
            </a:xfrm>
            <a:custGeom>
              <a:avLst/>
              <a:pathLst>
                <a:path w="7090630" h="1881482">
                  <a:moveTo>
                    <a:pt x="0" y="0"/>
                  </a:moveTo>
                  <a:lnTo>
                    <a:pt x="35631" y="20004"/>
                  </a:lnTo>
                  <a:lnTo>
                    <a:pt x="71262" y="39815"/>
                  </a:lnTo>
                  <a:lnTo>
                    <a:pt x="106893" y="59434"/>
                  </a:lnTo>
                  <a:lnTo>
                    <a:pt x="142525" y="78863"/>
                  </a:lnTo>
                  <a:lnTo>
                    <a:pt x="178156" y="98103"/>
                  </a:lnTo>
                  <a:lnTo>
                    <a:pt x="213787" y="117158"/>
                  </a:lnTo>
                  <a:lnTo>
                    <a:pt x="249419" y="136028"/>
                  </a:lnTo>
                  <a:lnTo>
                    <a:pt x="285050" y="154715"/>
                  </a:lnTo>
                  <a:lnTo>
                    <a:pt x="320681" y="173222"/>
                  </a:lnTo>
                  <a:lnTo>
                    <a:pt x="356313" y="191549"/>
                  </a:lnTo>
                  <a:lnTo>
                    <a:pt x="391944" y="209699"/>
                  </a:lnTo>
                  <a:lnTo>
                    <a:pt x="427575" y="227673"/>
                  </a:lnTo>
                  <a:lnTo>
                    <a:pt x="463206" y="245473"/>
                  </a:lnTo>
                  <a:lnTo>
                    <a:pt x="498838" y="263100"/>
                  </a:lnTo>
                  <a:lnTo>
                    <a:pt x="534469" y="280557"/>
                  </a:lnTo>
                  <a:lnTo>
                    <a:pt x="570100" y="297845"/>
                  </a:lnTo>
                  <a:lnTo>
                    <a:pt x="605732" y="314966"/>
                  </a:lnTo>
                  <a:lnTo>
                    <a:pt x="641363" y="331921"/>
                  </a:lnTo>
                  <a:lnTo>
                    <a:pt x="676994" y="348711"/>
                  </a:lnTo>
                  <a:lnTo>
                    <a:pt x="712626" y="365340"/>
                  </a:lnTo>
                  <a:lnTo>
                    <a:pt x="748257" y="381807"/>
                  </a:lnTo>
                  <a:lnTo>
                    <a:pt x="783888" y="398114"/>
                  </a:lnTo>
                  <a:lnTo>
                    <a:pt x="819520" y="414264"/>
                  </a:lnTo>
                  <a:lnTo>
                    <a:pt x="855151" y="430257"/>
                  </a:lnTo>
                  <a:lnTo>
                    <a:pt x="890782" y="446096"/>
                  </a:lnTo>
                  <a:lnTo>
                    <a:pt x="926413" y="461781"/>
                  </a:lnTo>
                  <a:lnTo>
                    <a:pt x="962045" y="477314"/>
                  </a:lnTo>
                  <a:lnTo>
                    <a:pt x="997676" y="492697"/>
                  </a:lnTo>
                  <a:lnTo>
                    <a:pt x="1033307" y="507931"/>
                  </a:lnTo>
                  <a:lnTo>
                    <a:pt x="1068939" y="523016"/>
                  </a:lnTo>
                  <a:lnTo>
                    <a:pt x="1104570" y="537952"/>
                  </a:lnTo>
                  <a:lnTo>
                    <a:pt x="1140201" y="552740"/>
                  </a:lnTo>
                  <a:lnTo>
                    <a:pt x="1175833" y="567381"/>
                  </a:lnTo>
                  <a:lnTo>
                    <a:pt x="1211464" y="581874"/>
                  </a:lnTo>
                  <a:lnTo>
                    <a:pt x="1247095" y="596219"/>
                  </a:lnTo>
                  <a:lnTo>
                    <a:pt x="1282727" y="610419"/>
                  </a:lnTo>
                  <a:lnTo>
                    <a:pt x="1318358" y="624472"/>
                  </a:lnTo>
                  <a:lnTo>
                    <a:pt x="1353989" y="638379"/>
                  </a:lnTo>
                  <a:lnTo>
                    <a:pt x="1389620" y="652142"/>
                  </a:lnTo>
                  <a:lnTo>
                    <a:pt x="1425252" y="665760"/>
                  </a:lnTo>
                  <a:lnTo>
                    <a:pt x="1460883" y="679234"/>
                  </a:lnTo>
                  <a:lnTo>
                    <a:pt x="1496514" y="692564"/>
                  </a:lnTo>
                  <a:lnTo>
                    <a:pt x="1532146" y="705752"/>
                  </a:lnTo>
                  <a:lnTo>
                    <a:pt x="1567777" y="718797"/>
                  </a:lnTo>
                  <a:lnTo>
                    <a:pt x="1603408" y="731701"/>
                  </a:lnTo>
                  <a:lnTo>
                    <a:pt x="1639040" y="744464"/>
                  </a:lnTo>
                  <a:lnTo>
                    <a:pt x="1674671" y="757087"/>
                  </a:lnTo>
                  <a:lnTo>
                    <a:pt x="1710302" y="769571"/>
                  </a:lnTo>
                  <a:lnTo>
                    <a:pt x="1745934" y="781915"/>
                  </a:lnTo>
                  <a:lnTo>
                    <a:pt x="1781565" y="794122"/>
                  </a:lnTo>
                  <a:lnTo>
                    <a:pt x="1817196" y="806191"/>
                  </a:lnTo>
                  <a:lnTo>
                    <a:pt x="1852827" y="818123"/>
                  </a:lnTo>
                  <a:lnTo>
                    <a:pt x="1888459" y="829920"/>
                  </a:lnTo>
                  <a:lnTo>
                    <a:pt x="1924090" y="841582"/>
                  </a:lnTo>
                  <a:lnTo>
                    <a:pt x="1959721" y="853109"/>
                  </a:lnTo>
                  <a:lnTo>
                    <a:pt x="1995353" y="864503"/>
                  </a:lnTo>
                  <a:lnTo>
                    <a:pt x="2030984" y="875765"/>
                  </a:lnTo>
                  <a:lnTo>
                    <a:pt x="2066615" y="886895"/>
                  </a:lnTo>
                  <a:lnTo>
                    <a:pt x="2102247" y="897893"/>
                  </a:lnTo>
                  <a:lnTo>
                    <a:pt x="2137878" y="908762"/>
                  </a:lnTo>
                  <a:lnTo>
                    <a:pt x="2173509" y="919501"/>
                  </a:lnTo>
                  <a:lnTo>
                    <a:pt x="2209141" y="930112"/>
                  </a:lnTo>
                  <a:lnTo>
                    <a:pt x="2244772" y="940596"/>
                  </a:lnTo>
                  <a:lnTo>
                    <a:pt x="2280403" y="950952"/>
                  </a:lnTo>
                  <a:lnTo>
                    <a:pt x="2316034" y="961183"/>
                  </a:lnTo>
                  <a:lnTo>
                    <a:pt x="2351666" y="971289"/>
                  </a:lnTo>
                  <a:lnTo>
                    <a:pt x="2387297" y="981271"/>
                  </a:lnTo>
                  <a:lnTo>
                    <a:pt x="2422928" y="991130"/>
                  </a:lnTo>
                  <a:lnTo>
                    <a:pt x="2458560" y="1000867"/>
                  </a:lnTo>
                  <a:lnTo>
                    <a:pt x="2494191" y="1010482"/>
                  </a:lnTo>
                  <a:lnTo>
                    <a:pt x="2529822" y="1019976"/>
                  </a:lnTo>
                  <a:lnTo>
                    <a:pt x="2565454" y="1029352"/>
                  </a:lnTo>
                  <a:lnTo>
                    <a:pt x="2601085" y="1038608"/>
                  </a:lnTo>
                  <a:lnTo>
                    <a:pt x="2636716" y="1047747"/>
                  </a:lnTo>
                  <a:lnTo>
                    <a:pt x="2672348" y="1056769"/>
                  </a:lnTo>
                  <a:lnTo>
                    <a:pt x="2707979" y="1065674"/>
                  </a:lnTo>
                  <a:lnTo>
                    <a:pt x="2743610" y="1074465"/>
                  </a:lnTo>
                  <a:lnTo>
                    <a:pt x="2779241" y="1083142"/>
                  </a:lnTo>
                  <a:lnTo>
                    <a:pt x="2814873" y="1091705"/>
                  </a:lnTo>
                  <a:lnTo>
                    <a:pt x="2850504" y="1100156"/>
                  </a:lnTo>
                  <a:lnTo>
                    <a:pt x="2886135" y="1108496"/>
                  </a:lnTo>
                  <a:lnTo>
                    <a:pt x="2921767" y="1116725"/>
                  </a:lnTo>
                  <a:lnTo>
                    <a:pt x="2957398" y="1124845"/>
                  </a:lnTo>
                  <a:lnTo>
                    <a:pt x="2993029" y="1132855"/>
                  </a:lnTo>
                  <a:lnTo>
                    <a:pt x="3028661" y="1140758"/>
                  </a:lnTo>
                  <a:lnTo>
                    <a:pt x="3064292" y="1148554"/>
                  </a:lnTo>
                  <a:lnTo>
                    <a:pt x="3099923" y="1156244"/>
                  </a:lnTo>
                  <a:lnTo>
                    <a:pt x="3135555" y="1163828"/>
                  </a:lnTo>
                  <a:lnTo>
                    <a:pt x="3171186" y="1171308"/>
                  </a:lnTo>
                  <a:lnTo>
                    <a:pt x="3206817" y="1178685"/>
                  </a:lnTo>
                  <a:lnTo>
                    <a:pt x="3242448" y="1185959"/>
                  </a:lnTo>
                  <a:lnTo>
                    <a:pt x="3278080" y="1193131"/>
                  </a:lnTo>
                  <a:lnTo>
                    <a:pt x="3313711" y="1200203"/>
                  </a:lnTo>
                  <a:lnTo>
                    <a:pt x="3349342" y="1207174"/>
                  </a:lnTo>
                  <a:lnTo>
                    <a:pt x="3384974" y="1214047"/>
                  </a:lnTo>
                  <a:lnTo>
                    <a:pt x="3420605" y="1220821"/>
                  </a:lnTo>
                  <a:lnTo>
                    <a:pt x="3456236" y="1227497"/>
                  </a:lnTo>
                  <a:lnTo>
                    <a:pt x="3491868" y="1234077"/>
                  </a:lnTo>
                  <a:lnTo>
                    <a:pt x="3527499" y="1240563"/>
                  </a:lnTo>
                  <a:lnTo>
                    <a:pt x="3563130" y="1246964"/>
                  </a:lnTo>
                  <a:lnTo>
                    <a:pt x="3598762" y="1253290"/>
                  </a:lnTo>
                  <a:lnTo>
                    <a:pt x="3634393" y="1259548"/>
                  </a:lnTo>
                  <a:lnTo>
                    <a:pt x="3670024" y="1265748"/>
                  </a:lnTo>
                  <a:lnTo>
                    <a:pt x="3705655" y="1271897"/>
                  </a:lnTo>
                  <a:lnTo>
                    <a:pt x="3741287" y="1278005"/>
                  </a:lnTo>
                  <a:lnTo>
                    <a:pt x="3776918" y="1284077"/>
                  </a:lnTo>
                  <a:lnTo>
                    <a:pt x="3812549" y="1290123"/>
                  </a:lnTo>
                  <a:lnTo>
                    <a:pt x="3848181" y="1296149"/>
                  </a:lnTo>
                  <a:lnTo>
                    <a:pt x="3883812" y="1302162"/>
                  </a:lnTo>
                  <a:lnTo>
                    <a:pt x="3919443" y="1308170"/>
                  </a:lnTo>
                  <a:lnTo>
                    <a:pt x="3955075" y="1314178"/>
                  </a:lnTo>
                  <a:lnTo>
                    <a:pt x="3990706" y="1320194"/>
                  </a:lnTo>
                  <a:lnTo>
                    <a:pt x="4026337" y="1326224"/>
                  </a:lnTo>
                  <a:lnTo>
                    <a:pt x="4061968" y="1332273"/>
                  </a:lnTo>
                  <a:lnTo>
                    <a:pt x="4097600" y="1338347"/>
                  </a:lnTo>
                  <a:lnTo>
                    <a:pt x="4133231" y="1344452"/>
                  </a:lnTo>
                  <a:lnTo>
                    <a:pt x="4168862" y="1350593"/>
                  </a:lnTo>
                  <a:lnTo>
                    <a:pt x="4204494" y="1356775"/>
                  </a:lnTo>
                  <a:lnTo>
                    <a:pt x="4240125" y="1363003"/>
                  </a:lnTo>
                  <a:lnTo>
                    <a:pt x="4275756" y="1369281"/>
                  </a:lnTo>
                  <a:lnTo>
                    <a:pt x="4311388" y="1375614"/>
                  </a:lnTo>
                  <a:lnTo>
                    <a:pt x="4347019" y="1382005"/>
                  </a:lnTo>
                  <a:lnTo>
                    <a:pt x="4382650" y="1388459"/>
                  </a:lnTo>
                  <a:lnTo>
                    <a:pt x="4418282" y="1394980"/>
                  </a:lnTo>
                  <a:lnTo>
                    <a:pt x="4453913" y="1401570"/>
                  </a:lnTo>
                  <a:lnTo>
                    <a:pt x="4489544" y="1408232"/>
                  </a:lnTo>
                  <a:lnTo>
                    <a:pt x="4525175" y="1414970"/>
                  </a:lnTo>
                  <a:lnTo>
                    <a:pt x="4560807" y="1421785"/>
                  </a:lnTo>
                  <a:lnTo>
                    <a:pt x="4596438" y="1428681"/>
                  </a:lnTo>
                  <a:lnTo>
                    <a:pt x="4632069" y="1435659"/>
                  </a:lnTo>
                  <a:lnTo>
                    <a:pt x="4667701" y="1442720"/>
                  </a:lnTo>
                  <a:lnTo>
                    <a:pt x="4703332" y="1449866"/>
                  </a:lnTo>
                  <a:lnTo>
                    <a:pt x="4738963" y="1457099"/>
                  </a:lnTo>
                  <a:lnTo>
                    <a:pt x="4774595" y="1464418"/>
                  </a:lnTo>
                  <a:lnTo>
                    <a:pt x="4810226" y="1471825"/>
                  </a:lnTo>
                  <a:lnTo>
                    <a:pt x="4845857" y="1479315"/>
                  </a:lnTo>
                  <a:lnTo>
                    <a:pt x="4881489" y="1486879"/>
                  </a:lnTo>
                  <a:lnTo>
                    <a:pt x="4917120" y="1494508"/>
                  </a:lnTo>
                  <a:lnTo>
                    <a:pt x="4952751" y="1502195"/>
                  </a:lnTo>
                  <a:lnTo>
                    <a:pt x="4988382" y="1509932"/>
                  </a:lnTo>
                  <a:lnTo>
                    <a:pt x="5024014" y="1517709"/>
                  </a:lnTo>
                  <a:lnTo>
                    <a:pt x="5059645" y="1525521"/>
                  </a:lnTo>
                  <a:lnTo>
                    <a:pt x="5095276" y="1533358"/>
                  </a:lnTo>
                  <a:lnTo>
                    <a:pt x="5130908" y="1541215"/>
                  </a:lnTo>
                  <a:lnTo>
                    <a:pt x="5166539" y="1549083"/>
                  </a:lnTo>
                  <a:lnTo>
                    <a:pt x="5202170" y="1556956"/>
                  </a:lnTo>
                  <a:lnTo>
                    <a:pt x="5237802" y="1564827"/>
                  </a:lnTo>
                  <a:lnTo>
                    <a:pt x="5273433" y="1572691"/>
                  </a:lnTo>
                  <a:lnTo>
                    <a:pt x="5309064" y="1580540"/>
                  </a:lnTo>
                  <a:lnTo>
                    <a:pt x="5344696" y="1588369"/>
                  </a:lnTo>
                  <a:lnTo>
                    <a:pt x="5380327" y="1596172"/>
                  </a:lnTo>
                  <a:lnTo>
                    <a:pt x="5415958" y="1603944"/>
                  </a:lnTo>
                  <a:lnTo>
                    <a:pt x="5451589" y="1611679"/>
                  </a:lnTo>
                  <a:lnTo>
                    <a:pt x="5487221" y="1619373"/>
                  </a:lnTo>
                  <a:lnTo>
                    <a:pt x="5522852" y="1627021"/>
                  </a:lnTo>
                  <a:lnTo>
                    <a:pt x="5558483" y="1634618"/>
                  </a:lnTo>
                  <a:lnTo>
                    <a:pt x="5594115" y="1642160"/>
                  </a:lnTo>
                  <a:lnTo>
                    <a:pt x="5629746" y="1649643"/>
                  </a:lnTo>
                  <a:lnTo>
                    <a:pt x="5665377" y="1657063"/>
                  </a:lnTo>
                  <a:lnTo>
                    <a:pt x="5701009" y="1664417"/>
                  </a:lnTo>
                  <a:lnTo>
                    <a:pt x="5736640" y="1671702"/>
                  </a:lnTo>
                  <a:lnTo>
                    <a:pt x="5772271" y="1678913"/>
                  </a:lnTo>
                  <a:lnTo>
                    <a:pt x="5807903" y="1686048"/>
                  </a:lnTo>
                  <a:lnTo>
                    <a:pt x="5843534" y="1693105"/>
                  </a:lnTo>
                  <a:lnTo>
                    <a:pt x="5879165" y="1700080"/>
                  </a:lnTo>
                  <a:lnTo>
                    <a:pt x="5914796" y="1706972"/>
                  </a:lnTo>
                  <a:lnTo>
                    <a:pt x="5950428" y="1713778"/>
                  </a:lnTo>
                  <a:lnTo>
                    <a:pt x="5986059" y="1720497"/>
                  </a:lnTo>
                  <a:lnTo>
                    <a:pt x="6021690" y="1727126"/>
                  </a:lnTo>
                  <a:lnTo>
                    <a:pt x="6057322" y="1733664"/>
                  </a:lnTo>
                  <a:lnTo>
                    <a:pt x="6092953" y="1740110"/>
                  </a:lnTo>
                  <a:lnTo>
                    <a:pt x="6128584" y="1746461"/>
                  </a:lnTo>
                  <a:lnTo>
                    <a:pt x="6164216" y="1752718"/>
                  </a:lnTo>
                  <a:lnTo>
                    <a:pt x="6199847" y="1758879"/>
                  </a:lnTo>
                  <a:lnTo>
                    <a:pt x="6235478" y="1764943"/>
                  </a:lnTo>
                  <a:lnTo>
                    <a:pt x="6271110" y="1770909"/>
                  </a:lnTo>
                  <a:lnTo>
                    <a:pt x="6306741" y="1776778"/>
                  </a:lnTo>
                  <a:lnTo>
                    <a:pt x="6342372" y="1782548"/>
                  </a:lnTo>
                  <a:lnTo>
                    <a:pt x="6378003" y="1788219"/>
                  </a:lnTo>
                  <a:lnTo>
                    <a:pt x="6413635" y="1793791"/>
                  </a:lnTo>
                  <a:lnTo>
                    <a:pt x="6449266" y="1799265"/>
                  </a:lnTo>
                  <a:lnTo>
                    <a:pt x="6484897" y="1804639"/>
                  </a:lnTo>
                  <a:lnTo>
                    <a:pt x="6520529" y="1809914"/>
                  </a:lnTo>
                  <a:lnTo>
                    <a:pt x="6556160" y="1815091"/>
                  </a:lnTo>
                  <a:lnTo>
                    <a:pt x="6591791" y="1820169"/>
                  </a:lnTo>
                  <a:lnTo>
                    <a:pt x="6627423" y="1825150"/>
                  </a:lnTo>
                  <a:lnTo>
                    <a:pt x="6663054" y="1830033"/>
                  </a:lnTo>
                  <a:lnTo>
                    <a:pt x="6698685" y="1834819"/>
                  </a:lnTo>
                  <a:lnTo>
                    <a:pt x="6734317" y="1839509"/>
                  </a:lnTo>
                  <a:lnTo>
                    <a:pt x="6769948" y="1844104"/>
                  </a:lnTo>
                  <a:lnTo>
                    <a:pt x="6805579" y="1848605"/>
                  </a:lnTo>
                  <a:lnTo>
                    <a:pt x="6841210" y="1853015"/>
                  </a:lnTo>
                  <a:lnTo>
                    <a:pt x="6876842" y="1857336"/>
                  </a:lnTo>
                  <a:lnTo>
                    <a:pt x="6912473" y="1861569"/>
                  </a:lnTo>
                  <a:lnTo>
                    <a:pt x="6948104" y="1865717"/>
                  </a:lnTo>
                  <a:lnTo>
                    <a:pt x="6983736" y="1869780"/>
                  </a:lnTo>
                  <a:lnTo>
                    <a:pt x="7019367" y="1873761"/>
                  </a:lnTo>
                  <a:lnTo>
                    <a:pt x="7054998" y="1877661"/>
                  </a:lnTo>
                  <a:lnTo>
                    <a:pt x="7090630" y="1881482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8635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3601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165601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656882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962846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892587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692708" y="553982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48235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410717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339085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92708" y="267452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1460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96881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791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614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43713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53096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610129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69240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74684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2743814" y="5925448"/>
              <a:ext cx="39470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difference, log scale (%): 100 × ln(CKD-EPI Cr-Cys / CG)</a:t>
              </a:r>
            </a:p>
          </p:txBody>
        </p:sp>
        <p:sp>
          <p:nvSpPr>
            <p:cNvPr id="57" name="tx57"/>
            <p:cNvSpPr/>
            <p:nvPr/>
          </p:nvSpPr>
          <p:spPr>
            <a:xfrm rot="-5400000">
              <a:off x="68446" y="4097119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41141" y="225282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264966" y="225282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3608241" y="2212769"/>
              <a:ext cx="56519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Linear term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4532066" y="2212769"/>
              <a:ext cx="158346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Restricted cubic spline (4 knots)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17517" y="1896563"/>
              <a:ext cx="568921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Spline: p non-linear = 0.533 (2 df), p overall = &lt;0.001 (3 df)  |  Linear: subHR per 10 % decline = 1.27 (1.15-1.41)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17517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2026-10-05T07:55:21Z</dcterms:modified>
  <cp:category/>
</cp:coreProperties>
</file>