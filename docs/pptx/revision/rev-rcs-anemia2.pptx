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22171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5053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78906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307274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38215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60989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83764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0653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29313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752087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4862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97636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0410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7987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8635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14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43090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71458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2682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49602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2376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695151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17925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340700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163474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86249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809023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571315"/>
              <a:ext cx="7090630" cy="2709425"/>
            </a:xfrm>
            <a:custGeom>
              <a:avLst/>
              <a:pathLst>
                <a:path w="7090630" h="2709425">
                  <a:moveTo>
                    <a:pt x="253674" y="0"/>
                  </a:moveTo>
                  <a:lnTo>
                    <a:pt x="285050" y="31777"/>
                  </a:lnTo>
                  <a:lnTo>
                    <a:pt x="320681" y="67355"/>
                  </a:lnTo>
                  <a:lnTo>
                    <a:pt x="356313" y="102428"/>
                  </a:lnTo>
                  <a:lnTo>
                    <a:pt x="391944" y="137002"/>
                  </a:lnTo>
                  <a:lnTo>
                    <a:pt x="427575" y="171082"/>
                  </a:lnTo>
                  <a:lnTo>
                    <a:pt x="463206" y="204671"/>
                  </a:lnTo>
                  <a:lnTo>
                    <a:pt x="498838" y="237775"/>
                  </a:lnTo>
                  <a:lnTo>
                    <a:pt x="534469" y="270398"/>
                  </a:lnTo>
                  <a:lnTo>
                    <a:pt x="570100" y="302545"/>
                  </a:lnTo>
                  <a:lnTo>
                    <a:pt x="605732" y="334220"/>
                  </a:lnTo>
                  <a:lnTo>
                    <a:pt x="641363" y="365426"/>
                  </a:lnTo>
                  <a:lnTo>
                    <a:pt x="676994" y="396168"/>
                  </a:lnTo>
                  <a:lnTo>
                    <a:pt x="712626" y="426450"/>
                  </a:lnTo>
                  <a:lnTo>
                    <a:pt x="748257" y="456275"/>
                  </a:lnTo>
                  <a:lnTo>
                    <a:pt x="783888" y="485647"/>
                  </a:lnTo>
                  <a:lnTo>
                    <a:pt x="819520" y="514569"/>
                  </a:lnTo>
                  <a:lnTo>
                    <a:pt x="855151" y="543045"/>
                  </a:lnTo>
                  <a:lnTo>
                    <a:pt x="890782" y="571077"/>
                  </a:lnTo>
                  <a:lnTo>
                    <a:pt x="926413" y="598669"/>
                  </a:lnTo>
                  <a:lnTo>
                    <a:pt x="962045" y="625823"/>
                  </a:lnTo>
                  <a:lnTo>
                    <a:pt x="997676" y="652543"/>
                  </a:lnTo>
                  <a:lnTo>
                    <a:pt x="1033307" y="678831"/>
                  </a:lnTo>
                  <a:lnTo>
                    <a:pt x="1068939" y="704695"/>
                  </a:lnTo>
                  <a:lnTo>
                    <a:pt x="1104570" y="730140"/>
                  </a:lnTo>
                  <a:lnTo>
                    <a:pt x="1140201" y="755175"/>
                  </a:lnTo>
                  <a:lnTo>
                    <a:pt x="1175833" y="779805"/>
                  </a:lnTo>
                  <a:lnTo>
                    <a:pt x="1211464" y="804039"/>
                  </a:lnTo>
                  <a:lnTo>
                    <a:pt x="1247095" y="827884"/>
                  </a:lnTo>
                  <a:lnTo>
                    <a:pt x="1282727" y="851348"/>
                  </a:lnTo>
                  <a:lnTo>
                    <a:pt x="1318358" y="874438"/>
                  </a:lnTo>
                  <a:lnTo>
                    <a:pt x="1353989" y="897163"/>
                  </a:lnTo>
                  <a:lnTo>
                    <a:pt x="1389620" y="919531"/>
                  </a:lnTo>
                  <a:lnTo>
                    <a:pt x="1425252" y="941551"/>
                  </a:lnTo>
                  <a:lnTo>
                    <a:pt x="1460883" y="963231"/>
                  </a:lnTo>
                  <a:lnTo>
                    <a:pt x="1496514" y="984580"/>
                  </a:lnTo>
                  <a:lnTo>
                    <a:pt x="1532146" y="1005608"/>
                  </a:lnTo>
                  <a:lnTo>
                    <a:pt x="1567777" y="1026324"/>
                  </a:lnTo>
                  <a:lnTo>
                    <a:pt x="1603408" y="1046738"/>
                  </a:lnTo>
                  <a:lnTo>
                    <a:pt x="1639040" y="1066861"/>
                  </a:lnTo>
                  <a:lnTo>
                    <a:pt x="1674671" y="1086702"/>
                  </a:lnTo>
                  <a:lnTo>
                    <a:pt x="1710302" y="1106273"/>
                  </a:lnTo>
                  <a:lnTo>
                    <a:pt x="1745934" y="1125583"/>
                  </a:lnTo>
                  <a:lnTo>
                    <a:pt x="1781565" y="1144645"/>
                  </a:lnTo>
                  <a:lnTo>
                    <a:pt x="1817196" y="1163469"/>
                  </a:lnTo>
                  <a:lnTo>
                    <a:pt x="1852827" y="1182067"/>
                  </a:lnTo>
                  <a:lnTo>
                    <a:pt x="1888459" y="1200451"/>
                  </a:lnTo>
                  <a:lnTo>
                    <a:pt x="1924090" y="1218632"/>
                  </a:lnTo>
                  <a:lnTo>
                    <a:pt x="1959721" y="1236623"/>
                  </a:lnTo>
                  <a:lnTo>
                    <a:pt x="1995353" y="1254435"/>
                  </a:lnTo>
                  <a:lnTo>
                    <a:pt x="2030984" y="1272081"/>
                  </a:lnTo>
                  <a:lnTo>
                    <a:pt x="2066615" y="1289574"/>
                  </a:lnTo>
                  <a:lnTo>
                    <a:pt x="2102247" y="1306925"/>
                  </a:lnTo>
                  <a:lnTo>
                    <a:pt x="2137878" y="1324146"/>
                  </a:lnTo>
                  <a:lnTo>
                    <a:pt x="2173509" y="1341250"/>
                  </a:lnTo>
                  <a:lnTo>
                    <a:pt x="2209141" y="1358250"/>
                  </a:lnTo>
                  <a:lnTo>
                    <a:pt x="2244772" y="1375156"/>
                  </a:lnTo>
                  <a:lnTo>
                    <a:pt x="2280403" y="1391981"/>
                  </a:lnTo>
                  <a:lnTo>
                    <a:pt x="2316034" y="1408737"/>
                  </a:lnTo>
                  <a:lnTo>
                    <a:pt x="2351666" y="1425434"/>
                  </a:lnTo>
                  <a:lnTo>
                    <a:pt x="2387297" y="1442085"/>
                  </a:lnTo>
                  <a:lnTo>
                    <a:pt x="2422928" y="1458699"/>
                  </a:lnTo>
                  <a:lnTo>
                    <a:pt x="2458560" y="1475288"/>
                  </a:lnTo>
                  <a:lnTo>
                    <a:pt x="2494191" y="1491862"/>
                  </a:lnTo>
                  <a:lnTo>
                    <a:pt x="2529822" y="1508429"/>
                  </a:lnTo>
                  <a:lnTo>
                    <a:pt x="2565454" y="1525001"/>
                  </a:lnTo>
                  <a:lnTo>
                    <a:pt x="2601085" y="1541585"/>
                  </a:lnTo>
                  <a:lnTo>
                    <a:pt x="2636716" y="1558190"/>
                  </a:lnTo>
                  <a:lnTo>
                    <a:pt x="2672348" y="1574823"/>
                  </a:lnTo>
                  <a:lnTo>
                    <a:pt x="2707979" y="1591493"/>
                  </a:lnTo>
                  <a:lnTo>
                    <a:pt x="2743610" y="1608206"/>
                  </a:lnTo>
                  <a:lnTo>
                    <a:pt x="2779241" y="1624968"/>
                  </a:lnTo>
                  <a:lnTo>
                    <a:pt x="2814873" y="1641786"/>
                  </a:lnTo>
                  <a:lnTo>
                    <a:pt x="2850504" y="1658663"/>
                  </a:lnTo>
                  <a:lnTo>
                    <a:pt x="2886135" y="1675605"/>
                  </a:lnTo>
                  <a:lnTo>
                    <a:pt x="2921767" y="1692616"/>
                  </a:lnTo>
                  <a:lnTo>
                    <a:pt x="2957398" y="1709698"/>
                  </a:lnTo>
                  <a:lnTo>
                    <a:pt x="2993029" y="1726856"/>
                  </a:lnTo>
                  <a:lnTo>
                    <a:pt x="3028661" y="1744090"/>
                  </a:lnTo>
                  <a:lnTo>
                    <a:pt x="3064292" y="1761403"/>
                  </a:lnTo>
                  <a:lnTo>
                    <a:pt x="3099923" y="1778795"/>
                  </a:lnTo>
                  <a:lnTo>
                    <a:pt x="3135555" y="1796266"/>
                  </a:lnTo>
                  <a:lnTo>
                    <a:pt x="3171186" y="1813817"/>
                  </a:lnTo>
                  <a:lnTo>
                    <a:pt x="3206817" y="1831446"/>
                  </a:lnTo>
                  <a:lnTo>
                    <a:pt x="3242448" y="1849153"/>
                  </a:lnTo>
                  <a:lnTo>
                    <a:pt x="3278080" y="1866934"/>
                  </a:lnTo>
                  <a:lnTo>
                    <a:pt x="3313711" y="1884788"/>
                  </a:lnTo>
                  <a:lnTo>
                    <a:pt x="3349342" y="1902712"/>
                  </a:lnTo>
                  <a:lnTo>
                    <a:pt x="3384974" y="1920700"/>
                  </a:lnTo>
                  <a:lnTo>
                    <a:pt x="3420605" y="1938751"/>
                  </a:lnTo>
                  <a:lnTo>
                    <a:pt x="3456236" y="1956858"/>
                  </a:lnTo>
                  <a:lnTo>
                    <a:pt x="3491868" y="1975017"/>
                  </a:lnTo>
                  <a:lnTo>
                    <a:pt x="3527499" y="1993213"/>
                  </a:lnTo>
                  <a:lnTo>
                    <a:pt x="3563130" y="2011412"/>
                  </a:lnTo>
                  <a:lnTo>
                    <a:pt x="3598762" y="2029579"/>
                  </a:lnTo>
                  <a:lnTo>
                    <a:pt x="3634393" y="2047682"/>
                  </a:lnTo>
                  <a:lnTo>
                    <a:pt x="3670024" y="2065687"/>
                  </a:lnTo>
                  <a:lnTo>
                    <a:pt x="3705655" y="2083567"/>
                  </a:lnTo>
                  <a:lnTo>
                    <a:pt x="3741287" y="2101292"/>
                  </a:lnTo>
                  <a:lnTo>
                    <a:pt x="3776918" y="2118837"/>
                  </a:lnTo>
                  <a:lnTo>
                    <a:pt x="3812549" y="2136178"/>
                  </a:lnTo>
                  <a:lnTo>
                    <a:pt x="3848181" y="2153291"/>
                  </a:lnTo>
                  <a:lnTo>
                    <a:pt x="3883812" y="2170156"/>
                  </a:lnTo>
                  <a:lnTo>
                    <a:pt x="3919443" y="2186753"/>
                  </a:lnTo>
                  <a:lnTo>
                    <a:pt x="3955075" y="2203066"/>
                  </a:lnTo>
                  <a:lnTo>
                    <a:pt x="3990706" y="2219079"/>
                  </a:lnTo>
                  <a:lnTo>
                    <a:pt x="4026337" y="2234777"/>
                  </a:lnTo>
                  <a:lnTo>
                    <a:pt x="4061968" y="2250147"/>
                  </a:lnTo>
                  <a:lnTo>
                    <a:pt x="4097600" y="2265178"/>
                  </a:lnTo>
                  <a:lnTo>
                    <a:pt x="4133231" y="2279860"/>
                  </a:lnTo>
                  <a:lnTo>
                    <a:pt x="4168862" y="2292891"/>
                  </a:lnTo>
                  <a:lnTo>
                    <a:pt x="4204494" y="2297614"/>
                  </a:lnTo>
                  <a:lnTo>
                    <a:pt x="4240125" y="2302280"/>
                  </a:lnTo>
                  <a:lnTo>
                    <a:pt x="4275756" y="2306887"/>
                  </a:lnTo>
                  <a:lnTo>
                    <a:pt x="4311388" y="2311437"/>
                  </a:lnTo>
                  <a:lnTo>
                    <a:pt x="4347019" y="2315930"/>
                  </a:lnTo>
                  <a:lnTo>
                    <a:pt x="4382650" y="2320365"/>
                  </a:lnTo>
                  <a:lnTo>
                    <a:pt x="4418282" y="2324743"/>
                  </a:lnTo>
                  <a:lnTo>
                    <a:pt x="4453913" y="2329064"/>
                  </a:lnTo>
                  <a:lnTo>
                    <a:pt x="4489544" y="2333327"/>
                  </a:lnTo>
                  <a:lnTo>
                    <a:pt x="4525175" y="2337532"/>
                  </a:lnTo>
                  <a:lnTo>
                    <a:pt x="4560807" y="2341677"/>
                  </a:lnTo>
                  <a:lnTo>
                    <a:pt x="4596438" y="2345761"/>
                  </a:lnTo>
                  <a:lnTo>
                    <a:pt x="4632069" y="2349784"/>
                  </a:lnTo>
                  <a:lnTo>
                    <a:pt x="4667701" y="2353743"/>
                  </a:lnTo>
                  <a:lnTo>
                    <a:pt x="4703332" y="2357636"/>
                  </a:lnTo>
                  <a:lnTo>
                    <a:pt x="4738963" y="2361461"/>
                  </a:lnTo>
                  <a:lnTo>
                    <a:pt x="4774595" y="2365215"/>
                  </a:lnTo>
                  <a:lnTo>
                    <a:pt x="4810226" y="2368893"/>
                  </a:lnTo>
                  <a:lnTo>
                    <a:pt x="4845857" y="2372494"/>
                  </a:lnTo>
                  <a:lnTo>
                    <a:pt x="4881489" y="2376013"/>
                  </a:lnTo>
                  <a:lnTo>
                    <a:pt x="4917120" y="2379446"/>
                  </a:lnTo>
                  <a:lnTo>
                    <a:pt x="4952751" y="2382792"/>
                  </a:lnTo>
                  <a:lnTo>
                    <a:pt x="4988382" y="2386045"/>
                  </a:lnTo>
                  <a:lnTo>
                    <a:pt x="5024014" y="2389202"/>
                  </a:lnTo>
                  <a:lnTo>
                    <a:pt x="5059645" y="2392259"/>
                  </a:lnTo>
                  <a:lnTo>
                    <a:pt x="5095276" y="2395213"/>
                  </a:lnTo>
                  <a:lnTo>
                    <a:pt x="5130908" y="2398059"/>
                  </a:lnTo>
                  <a:lnTo>
                    <a:pt x="5166539" y="2400793"/>
                  </a:lnTo>
                  <a:lnTo>
                    <a:pt x="5202170" y="2403411"/>
                  </a:lnTo>
                  <a:lnTo>
                    <a:pt x="5237802" y="2405909"/>
                  </a:lnTo>
                  <a:lnTo>
                    <a:pt x="5273433" y="2408284"/>
                  </a:lnTo>
                  <a:lnTo>
                    <a:pt x="5309064" y="2410530"/>
                  </a:lnTo>
                  <a:lnTo>
                    <a:pt x="5344696" y="2412644"/>
                  </a:lnTo>
                  <a:lnTo>
                    <a:pt x="5380327" y="2414622"/>
                  </a:lnTo>
                  <a:lnTo>
                    <a:pt x="5415958" y="2416460"/>
                  </a:lnTo>
                  <a:lnTo>
                    <a:pt x="5451589" y="2418156"/>
                  </a:lnTo>
                  <a:lnTo>
                    <a:pt x="5487221" y="2419705"/>
                  </a:lnTo>
                  <a:lnTo>
                    <a:pt x="5522852" y="2421104"/>
                  </a:lnTo>
                  <a:lnTo>
                    <a:pt x="5558483" y="2422351"/>
                  </a:lnTo>
                  <a:lnTo>
                    <a:pt x="5594115" y="2423443"/>
                  </a:lnTo>
                  <a:lnTo>
                    <a:pt x="5629746" y="2424377"/>
                  </a:lnTo>
                  <a:lnTo>
                    <a:pt x="5665377" y="2425153"/>
                  </a:lnTo>
                  <a:lnTo>
                    <a:pt x="5701009" y="2425768"/>
                  </a:lnTo>
                  <a:lnTo>
                    <a:pt x="5736640" y="2426222"/>
                  </a:lnTo>
                  <a:lnTo>
                    <a:pt x="5772271" y="2426513"/>
                  </a:lnTo>
                  <a:lnTo>
                    <a:pt x="5807903" y="2426641"/>
                  </a:lnTo>
                  <a:lnTo>
                    <a:pt x="5843534" y="2426608"/>
                  </a:lnTo>
                  <a:lnTo>
                    <a:pt x="5879165" y="2426412"/>
                  </a:lnTo>
                  <a:lnTo>
                    <a:pt x="5914796" y="2426056"/>
                  </a:lnTo>
                  <a:lnTo>
                    <a:pt x="5950428" y="2425540"/>
                  </a:lnTo>
                  <a:lnTo>
                    <a:pt x="5986059" y="2424867"/>
                  </a:lnTo>
                  <a:lnTo>
                    <a:pt x="6021690" y="2424038"/>
                  </a:lnTo>
                  <a:lnTo>
                    <a:pt x="6057322" y="2423056"/>
                  </a:lnTo>
                  <a:lnTo>
                    <a:pt x="6092953" y="2421924"/>
                  </a:lnTo>
                  <a:lnTo>
                    <a:pt x="6128584" y="2420646"/>
                  </a:lnTo>
                  <a:lnTo>
                    <a:pt x="6164216" y="2419224"/>
                  </a:lnTo>
                  <a:lnTo>
                    <a:pt x="6199847" y="2417663"/>
                  </a:lnTo>
                  <a:lnTo>
                    <a:pt x="6235478" y="2415966"/>
                  </a:lnTo>
                  <a:lnTo>
                    <a:pt x="6271110" y="2414138"/>
                  </a:lnTo>
                  <a:lnTo>
                    <a:pt x="6306741" y="2412184"/>
                  </a:lnTo>
                  <a:lnTo>
                    <a:pt x="6342372" y="2410109"/>
                  </a:lnTo>
                  <a:lnTo>
                    <a:pt x="6378003" y="2407916"/>
                  </a:lnTo>
                  <a:lnTo>
                    <a:pt x="6413635" y="2405613"/>
                  </a:lnTo>
                  <a:lnTo>
                    <a:pt x="6449266" y="2403203"/>
                  </a:lnTo>
                  <a:lnTo>
                    <a:pt x="6484897" y="2400694"/>
                  </a:lnTo>
                  <a:lnTo>
                    <a:pt x="6520529" y="2398090"/>
                  </a:lnTo>
                  <a:lnTo>
                    <a:pt x="6556160" y="2395397"/>
                  </a:lnTo>
                  <a:lnTo>
                    <a:pt x="6591791" y="2392622"/>
                  </a:lnTo>
                  <a:lnTo>
                    <a:pt x="6627423" y="2389771"/>
                  </a:lnTo>
                  <a:lnTo>
                    <a:pt x="6663054" y="2386850"/>
                  </a:lnTo>
                  <a:lnTo>
                    <a:pt x="6698685" y="2383865"/>
                  </a:lnTo>
                  <a:lnTo>
                    <a:pt x="6734317" y="2380825"/>
                  </a:lnTo>
                  <a:lnTo>
                    <a:pt x="6769948" y="2377732"/>
                  </a:lnTo>
                  <a:lnTo>
                    <a:pt x="6805579" y="2374590"/>
                  </a:lnTo>
                  <a:lnTo>
                    <a:pt x="6841210" y="2371399"/>
                  </a:lnTo>
                  <a:lnTo>
                    <a:pt x="6876842" y="2368160"/>
                  </a:lnTo>
                  <a:lnTo>
                    <a:pt x="6912473" y="2364876"/>
                  </a:lnTo>
                  <a:lnTo>
                    <a:pt x="6948104" y="2361547"/>
                  </a:lnTo>
                  <a:lnTo>
                    <a:pt x="6983736" y="2358175"/>
                  </a:lnTo>
                  <a:lnTo>
                    <a:pt x="7019367" y="2354759"/>
                  </a:lnTo>
                  <a:lnTo>
                    <a:pt x="7054998" y="2351302"/>
                  </a:lnTo>
                  <a:lnTo>
                    <a:pt x="7090630" y="2347804"/>
                  </a:lnTo>
                  <a:lnTo>
                    <a:pt x="7090630" y="2709425"/>
                  </a:lnTo>
                  <a:lnTo>
                    <a:pt x="7054998" y="2706690"/>
                  </a:lnTo>
                  <a:lnTo>
                    <a:pt x="7019367" y="2703941"/>
                  </a:lnTo>
                  <a:lnTo>
                    <a:pt x="6983736" y="2701178"/>
                  </a:lnTo>
                  <a:lnTo>
                    <a:pt x="6948104" y="2698401"/>
                  </a:lnTo>
                  <a:lnTo>
                    <a:pt x="6912473" y="2695613"/>
                  </a:lnTo>
                  <a:lnTo>
                    <a:pt x="6876842" y="2692813"/>
                  </a:lnTo>
                  <a:lnTo>
                    <a:pt x="6841210" y="2690002"/>
                  </a:lnTo>
                  <a:lnTo>
                    <a:pt x="6805579" y="2687182"/>
                  </a:lnTo>
                  <a:lnTo>
                    <a:pt x="6769948" y="2684354"/>
                  </a:lnTo>
                  <a:lnTo>
                    <a:pt x="6734317" y="2681519"/>
                  </a:lnTo>
                  <a:lnTo>
                    <a:pt x="6698685" y="2678678"/>
                  </a:lnTo>
                  <a:lnTo>
                    <a:pt x="6663054" y="2675833"/>
                  </a:lnTo>
                  <a:lnTo>
                    <a:pt x="6627423" y="2672984"/>
                  </a:lnTo>
                  <a:lnTo>
                    <a:pt x="6591791" y="2670132"/>
                  </a:lnTo>
                  <a:lnTo>
                    <a:pt x="6556160" y="2667276"/>
                  </a:lnTo>
                  <a:lnTo>
                    <a:pt x="6520529" y="2664419"/>
                  </a:lnTo>
                  <a:lnTo>
                    <a:pt x="6484897" y="2661560"/>
                  </a:lnTo>
                  <a:lnTo>
                    <a:pt x="6449266" y="2658701"/>
                  </a:lnTo>
                  <a:lnTo>
                    <a:pt x="6413635" y="2655841"/>
                  </a:lnTo>
                  <a:lnTo>
                    <a:pt x="6378003" y="2652981"/>
                  </a:lnTo>
                  <a:lnTo>
                    <a:pt x="6342372" y="2650121"/>
                  </a:lnTo>
                  <a:lnTo>
                    <a:pt x="6306741" y="2647262"/>
                  </a:lnTo>
                  <a:lnTo>
                    <a:pt x="6271110" y="2644404"/>
                  </a:lnTo>
                  <a:lnTo>
                    <a:pt x="6235478" y="2641547"/>
                  </a:lnTo>
                  <a:lnTo>
                    <a:pt x="6199847" y="2638691"/>
                  </a:lnTo>
                  <a:lnTo>
                    <a:pt x="6164216" y="2635835"/>
                  </a:lnTo>
                  <a:lnTo>
                    <a:pt x="6128584" y="2632980"/>
                  </a:lnTo>
                  <a:lnTo>
                    <a:pt x="6092953" y="2630124"/>
                  </a:lnTo>
                  <a:lnTo>
                    <a:pt x="6057322" y="2627266"/>
                  </a:lnTo>
                  <a:lnTo>
                    <a:pt x="6021690" y="2624406"/>
                  </a:lnTo>
                  <a:lnTo>
                    <a:pt x="5986059" y="2621541"/>
                  </a:lnTo>
                  <a:lnTo>
                    <a:pt x="5950428" y="2618670"/>
                  </a:lnTo>
                  <a:lnTo>
                    <a:pt x="5914796" y="2615790"/>
                  </a:lnTo>
                  <a:lnTo>
                    <a:pt x="5879165" y="2612899"/>
                  </a:lnTo>
                  <a:lnTo>
                    <a:pt x="5843534" y="2609993"/>
                  </a:lnTo>
                  <a:lnTo>
                    <a:pt x="5807903" y="2607070"/>
                  </a:lnTo>
                  <a:lnTo>
                    <a:pt x="5772271" y="2604124"/>
                  </a:lnTo>
                  <a:lnTo>
                    <a:pt x="5736640" y="2601151"/>
                  </a:lnTo>
                  <a:lnTo>
                    <a:pt x="5701009" y="2598147"/>
                  </a:lnTo>
                  <a:lnTo>
                    <a:pt x="5665377" y="2595105"/>
                  </a:lnTo>
                  <a:lnTo>
                    <a:pt x="5629746" y="2592019"/>
                  </a:lnTo>
                  <a:lnTo>
                    <a:pt x="5594115" y="2588882"/>
                  </a:lnTo>
                  <a:lnTo>
                    <a:pt x="5558483" y="2585688"/>
                  </a:lnTo>
                  <a:lnTo>
                    <a:pt x="5522852" y="2582428"/>
                  </a:lnTo>
                  <a:lnTo>
                    <a:pt x="5487221" y="2579093"/>
                  </a:lnTo>
                  <a:lnTo>
                    <a:pt x="5451589" y="2575676"/>
                  </a:lnTo>
                  <a:lnTo>
                    <a:pt x="5415958" y="2572166"/>
                  </a:lnTo>
                  <a:lnTo>
                    <a:pt x="5380327" y="2568553"/>
                  </a:lnTo>
                  <a:lnTo>
                    <a:pt x="5344696" y="2564827"/>
                  </a:lnTo>
                  <a:lnTo>
                    <a:pt x="5309064" y="2560977"/>
                  </a:lnTo>
                  <a:lnTo>
                    <a:pt x="5273433" y="2556991"/>
                  </a:lnTo>
                  <a:lnTo>
                    <a:pt x="5237802" y="2552857"/>
                  </a:lnTo>
                  <a:lnTo>
                    <a:pt x="5202170" y="2548562"/>
                  </a:lnTo>
                  <a:lnTo>
                    <a:pt x="5166539" y="2544094"/>
                  </a:lnTo>
                  <a:lnTo>
                    <a:pt x="5130908" y="2539438"/>
                  </a:lnTo>
                  <a:lnTo>
                    <a:pt x="5095276" y="2534581"/>
                  </a:lnTo>
                  <a:lnTo>
                    <a:pt x="5059645" y="2529507"/>
                  </a:lnTo>
                  <a:lnTo>
                    <a:pt x="5024014" y="2524201"/>
                  </a:lnTo>
                  <a:lnTo>
                    <a:pt x="4988382" y="2518648"/>
                  </a:lnTo>
                  <a:lnTo>
                    <a:pt x="4952751" y="2512830"/>
                  </a:lnTo>
                  <a:lnTo>
                    <a:pt x="4917120" y="2506730"/>
                  </a:lnTo>
                  <a:lnTo>
                    <a:pt x="4881489" y="2500329"/>
                  </a:lnTo>
                  <a:lnTo>
                    <a:pt x="4845857" y="2493609"/>
                  </a:lnTo>
                  <a:lnTo>
                    <a:pt x="4810226" y="2486550"/>
                  </a:lnTo>
                  <a:lnTo>
                    <a:pt x="4774595" y="2479130"/>
                  </a:lnTo>
                  <a:lnTo>
                    <a:pt x="4738963" y="2471338"/>
                  </a:lnTo>
                  <a:lnTo>
                    <a:pt x="4703332" y="2463168"/>
                  </a:lnTo>
                  <a:lnTo>
                    <a:pt x="4667701" y="2454617"/>
                  </a:lnTo>
                  <a:lnTo>
                    <a:pt x="4632069" y="2445684"/>
                  </a:lnTo>
                  <a:lnTo>
                    <a:pt x="4596438" y="2436364"/>
                  </a:lnTo>
                  <a:lnTo>
                    <a:pt x="4560807" y="2426656"/>
                  </a:lnTo>
                  <a:lnTo>
                    <a:pt x="4525175" y="2416559"/>
                  </a:lnTo>
                  <a:lnTo>
                    <a:pt x="4489544" y="2406070"/>
                  </a:lnTo>
                  <a:lnTo>
                    <a:pt x="4453913" y="2395190"/>
                  </a:lnTo>
                  <a:lnTo>
                    <a:pt x="4418282" y="2383919"/>
                  </a:lnTo>
                  <a:lnTo>
                    <a:pt x="4382650" y="2372256"/>
                  </a:lnTo>
                  <a:lnTo>
                    <a:pt x="4347019" y="2360203"/>
                  </a:lnTo>
                  <a:lnTo>
                    <a:pt x="4311388" y="2347762"/>
                  </a:lnTo>
                  <a:lnTo>
                    <a:pt x="4275756" y="2334936"/>
                  </a:lnTo>
                  <a:lnTo>
                    <a:pt x="4240125" y="2321728"/>
                  </a:lnTo>
                  <a:lnTo>
                    <a:pt x="4204494" y="2308142"/>
                  </a:lnTo>
                  <a:lnTo>
                    <a:pt x="4168862" y="2294184"/>
                  </a:lnTo>
                  <a:lnTo>
                    <a:pt x="4133231" y="2288109"/>
                  </a:lnTo>
                  <a:lnTo>
                    <a:pt x="4097600" y="2283267"/>
                  </a:lnTo>
                  <a:lnTo>
                    <a:pt x="4061968" y="2278365"/>
                  </a:lnTo>
                  <a:lnTo>
                    <a:pt x="4026337" y="2273403"/>
                  </a:lnTo>
                  <a:lnTo>
                    <a:pt x="3990706" y="2268378"/>
                  </a:lnTo>
                  <a:lnTo>
                    <a:pt x="3955075" y="2263292"/>
                  </a:lnTo>
                  <a:lnTo>
                    <a:pt x="3919443" y="2258142"/>
                  </a:lnTo>
                  <a:lnTo>
                    <a:pt x="3883812" y="2252927"/>
                  </a:lnTo>
                  <a:lnTo>
                    <a:pt x="3848181" y="2247648"/>
                  </a:lnTo>
                  <a:lnTo>
                    <a:pt x="3812549" y="2242302"/>
                  </a:lnTo>
                  <a:lnTo>
                    <a:pt x="3776918" y="2236890"/>
                  </a:lnTo>
                  <a:lnTo>
                    <a:pt x="3741287" y="2231410"/>
                  </a:lnTo>
                  <a:lnTo>
                    <a:pt x="3705655" y="2225862"/>
                  </a:lnTo>
                  <a:lnTo>
                    <a:pt x="3670024" y="2220245"/>
                  </a:lnTo>
                  <a:lnTo>
                    <a:pt x="3634393" y="2214559"/>
                  </a:lnTo>
                  <a:lnTo>
                    <a:pt x="3598762" y="2208802"/>
                  </a:lnTo>
                  <a:lnTo>
                    <a:pt x="3563130" y="2202975"/>
                  </a:lnTo>
                  <a:lnTo>
                    <a:pt x="3527499" y="2197078"/>
                  </a:lnTo>
                  <a:lnTo>
                    <a:pt x="3491868" y="2191111"/>
                  </a:lnTo>
                  <a:lnTo>
                    <a:pt x="3456236" y="2185073"/>
                  </a:lnTo>
                  <a:lnTo>
                    <a:pt x="3420605" y="2178968"/>
                  </a:lnTo>
                  <a:lnTo>
                    <a:pt x="3384974" y="2172795"/>
                  </a:lnTo>
                  <a:lnTo>
                    <a:pt x="3349342" y="2166557"/>
                  </a:lnTo>
                  <a:lnTo>
                    <a:pt x="3313711" y="2160256"/>
                  </a:lnTo>
                  <a:lnTo>
                    <a:pt x="3278080" y="2153895"/>
                  </a:lnTo>
                  <a:lnTo>
                    <a:pt x="3242448" y="2147474"/>
                  </a:lnTo>
                  <a:lnTo>
                    <a:pt x="3206817" y="2140998"/>
                  </a:lnTo>
                  <a:lnTo>
                    <a:pt x="3171186" y="2134468"/>
                  </a:lnTo>
                  <a:lnTo>
                    <a:pt x="3135555" y="2127888"/>
                  </a:lnTo>
                  <a:lnTo>
                    <a:pt x="3099923" y="2121260"/>
                  </a:lnTo>
                  <a:lnTo>
                    <a:pt x="3064292" y="2114587"/>
                  </a:lnTo>
                  <a:lnTo>
                    <a:pt x="3028661" y="2107873"/>
                  </a:lnTo>
                  <a:lnTo>
                    <a:pt x="2993029" y="2101121"/>
                  </a:lnTo>
                  <a:lnTo>
                    <a:pt x="2957398" y="2094334"/>
                  </a:lnTo>
                  <a:lnTo>
                    <a:pt x="2921767" y="2087517"/>
                  </a:lnTo>
                  <a:lnTo>
                    <a:pt x="2886135" y="2080673"/>
                  </a:lnTo>
                  <a:lnTo>
                    <a:pt x="2850504" y="2073807"/>
                  </a:lnTo>
                  <a:lnTo>
                    <a:pt x="2814873" y="2066923"/>
                  </a:lnTo>
                  <a:lnTo>
                    <a:pt x="2779241" y="2060024"/>
                  </a:lnTo>
                  <a:lnTo>
                    <a:pt x="2743610" y="2053116"/>
                  </a:lnTo>
                  <a:lnTo>
                    <a:pt x="2707979" y="2046204"/>
                  </a:lnTo>
                  <a:lnTo>
                    <a:pt x="2672348" y="2039292"/>
                  </a:lnTo>
                  <a:lnTo>
                    <a:pt x="2636716" y="2032385"/>
                  </a:lnTo>
                  <a:lnTo>
                    <a:pt x="2601085" y="2025489"/>
                  </a:lnTo>
                  <a:lnTo>
                    <a:pt x="2565454" y="2018609"/>
                  </a:lnTo>
                  <a:lnTo>
                    <a:pt x="2529822" y="2011749"/>
                  </a:lnTo>
                  <a:lnTo>
                    <a:pt x="2494191" y="2004916"/>
                  </a:lnTo>
                  <a:lnTo>
                    <a:pt x="2458560" y="1998114"/>
                  </a:lnTo>
                  <a:lnTo>
                    <a:pt x="2422928" y="1991350"/>
                  </a:lnTo>
                  <a:lnTo>
                    <a:pt x="2387297" y="1984629"/>
                  </a:lnTo>
                  <a:lnTo>
                    <a:pt x="2351666" y="1977955"/>
                  </a:lnTo>
                  <a:lnTo>
                    <a:pt x="2316034" y="1971336"/>
                  </a:lnTo>
                  <a:lnTo>
                    <a:pt x="2280403" y="1964776"/>
                  </a:lnTo>
                  <a:lnTo>
                    <a:pt x="2244772" y="1958281"/>
                  </a:lnTo>
                  <a:lnTo>
                    <a:pt x="2209141" y="1951855"/>
                  </a:lnTo>
                  <a:lnTo>
                    <a:pt x="2173509" y="1945505"/>
                  </a:lnTo>
                  <a:lnTo>
                    <a:pt x="2137878" y="1939235"/>
                  </a:lnTo>
                  <a:lnTo>
                    <a:pt x="2102247" y="1933049"/>
                  </a:lnTo>
                  <a:lnTo>
                    <a:pt x="2066615" y="1926953"/>
                  </a:lnTo>
                  <a:lnTo>
                    <a:pt x="2030984" y="1920950"/>
                  </a:lnTo>
                  <a:lnTo>
                    <a:pt x="1995353" y="1915046"/>
                  </a:lnTo>
                  <a:lnTo>
                    <a:pt x="1959721" y="1909243"/>
                  </a:lnTo>
                  <a:lnTo>
                    <a:pt x="1924090" y="1903546"/>
                  </a:lnTo>
                  <a:lnTo>
                    <a:pt x="1888459" y="1897957"/>
                  </a:lnTo>
                  <a:lnTo>
                    <a:pt x="1852827" y="1892479"/>
                  </a:lnTo>
                  <a:lnTo>
                    <a:pt x="1817196" y="1887116"/>
                  </a:lnTo>
                  <a:lnTo>
                    <a:pt x="1781565" y="1881868"/>
                  </a:lnTo>
                  <a:lnTo>
                    <a:pt x="1745934" y="1876738"/>
                  </a:lnTo>
                  <a:lnTo>
                    <a:pt x="1710302" y="1871728"/>
                  </a:lnTo>
                  <a:lnTo>
                    <a:pt x="1674671" y="1866837"/>
                  </a:lnTo>
                  <a:lnTo>
                    <a:pt x="1639040" y="1862067"/>
                  </a:lnTo>
                  <a:lnTo>
                    <a:pt x="1603408" y="1857418"/>
                  </a:lnTo>
                  <a:lnTo>
                    <a:pt x="1567777" y="1852889"/>
                  </a:lnTo>
                  <a:lnTo>
                    <a:pt x="1532146" y="1848481"/>
                  </a:lnTo>
                  <a:lnTo>
                    <a:pt x="1496514" y="1844191"/>
                  </a:lnTo>
                  <a:lnTo>
                    <a:pt x="1460883" y="1840018"/>
                  </a:lnTo>
                  <a:lnTo>
                    <a:pt x="1425252" y="1835961"/>
                  </a:lnTo>
                  <a:lnTo>
                    <a:pt x="1389620" y="1832017"/>
                  </a:lnTo>
                  <a:lnTo>
                    <a:pt x="1353989" y="1828184"/>
                  </a:lnTo>
                  <a:lnTo>
                    <a:pt x="1318358" y="1824459"/>
                  </a:lnTo>
                  <a:lnTo>
                    <a:pt x="1282727" y="1820838"/>
                  </a:lnTo>
                  <a:lnTo>
                    <a:pt x="1247095" y="1817318"/>
                  </a:lnTo>
                  <a:lnTo>
                    <a:pt x="1211464" y="1813895"/>
                  </a:lnTo>
                  <a:lnTo>
                    <a:pt x="1175833" y="1810565"/>
                  </a:lnTo>
                  <a:lnTo>
                    <a:pt x="1140201" y="1807323"/>
                  </a:lnTo>
                  <a:lnTo>
                    <a:pt x="1104570" y="1804164"/>
                  </a:lnTo>
                  <a:lnTo>
                    <a:pt x="1068939" y="1801085"/>
                  </a:lnTo>
                  <a:lnTo>
                    <a:pt x="1033307" y="1798078"/>
                  </a:lnTo>
                  <a:lnTo>
                    <a:pt x="997676" y="1795140"/>
                  </a:lnTo>
                  <a:lnTo>
                    <a:pt x="962045" y="1792265"/>
                  </a:lnTo>
                  <a:lnTo>
                    <a:pt x="926413" y="1789449"/>
                  </a:lnTo>
                  <a:lnTo>
                    <a:pt x="890782" y="1786692"/>
                  </a:lnTo>
                  <a:lnTo>
                    <a:pt x="855151" y="1783989"/>
                  </a:lnTo>
                  <a:lnTo>
                    <a:pt x="819520" y="1781341"/>
                  </a:lnTo>
                  <a:lnTo>
                    <a:pt x="783888" y="1778743"/>
                  </a:lnTo>
                  <a:lnTo>
                    <a:pt x="748257" y="1776196"/>
                  </a:lnTo>
                  <a:lnTo>
                    <a:pt x="712626" y="1773697"/>
                  </a:lnTo>
                  <a:lnTo>
                    <a:pt x="676994" y="1771243"/>
                  </a:lnTo>
                  <a:lnTo>
                    <a:pt x="641363" y="1768834"/>
                  </a:lnTo>
                  <a:lnTo>
                    <a:pt x="605732" y="1766469"/>
                  </a:lnTo>
                  <a:lnTo>
                    <a:pt x="570100" y="1764144"/>
                  </a:lnTo>
                  <a:lnTo>
                    <a:pt x="534469" y="1761859"/>
                  </a:lnTo>
                  <a:lnTo>
                    <a:pt x="498838" y="1759613"/>
                  </a:lnTo>
                  <a:lnTo>
                    <a:pt x="463206" y="1757404"/>
                  </a:lnTo>
                  <a:lnTo>
                    <a:pt x="427575" y="1755230"/>
                  </a:lnTo>
                  <a:lnTo>
                    <a:pt x="391944" y="1753091"/>
                  </a:lnTo>
                  <a:lnTo>
                    <a:pt x="356313" y="1750986"/>
                  </a:lnTo>
                  <a:lnTo>
                    <a:pt x="320681" y="1748912"/>
                  </a:lnTo>
                  <a:lnTo>
                    <a:pt x="285050" y="1746870"/>
                  </a:lnTo>
                  <a:lnTo>
                    <a:pt x="249419" y="1744857"/>
                  </a:lnTo>
                  <a:lnTo>
                    <a:pt x="213787" y="1742873"/>
                  </a:lnTo>
                  <a:lnTo>
                    <a:pt x="178156" y="1740917"/>
                  </a:lnTo>
                  <a:lnTo>
                    <a:pt x="142525" y="1738988"/>
                  </a:lnTo>
                  <a:lnTo>
                    <a:pt x="106893" y="1737085"/>
                  </a:lnTo>
                  <a:lnTo>
                    <a:pt x="71262" y="1735207"/>
                  </a:lnTo>
                  <a:lnTo>
                    <a:pt x="35631" y="1733353"/>
                  </a:lnTo>
                  <a:lnTo>
                    <a:pt x="0" y="1731523"/>
                  </a:lnTo>
                  <a:close/>
                </a:path>
              </a:pathLst>
            </a:custGeom>
            <a:solidFill>
              <a:srgbClr val="1F78B4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425723" y="2571315"/>
              <a:ext cx="6836955" cy="2426641"/>
            </a:xfrm>
            <a:custGeom>
              <a:avLst/>
              <a:pathLst>
                <a:path w="6836955" h="2426641">
                  <a:moveTo>
                    <a:pt x="0" y="0"/>
                  </a:moveTo>
                  <a:lnTo>
                    <a:pt x="31376" y="31777"/>
                  </a:lnTo>
                  <a:lnTo>
                    <a:pt x="67007" y="67355"/>
                  </a:lnTo>
                  <a:lnTo>
                    <a:pt x="102638" y="102428"/>
                  </a:lnTo>
                  <a:lnTo>
                    <a:pt x="138270" y="137002"/>
                  </a:lnTo>
                  <a:lnTo>
                    <a:pt x="173901" y="171082"/>
                  </a:lnTo>
                  <a:lnTo>
                    <a:pt x="209532" y="204671"/>
                  </a:lnTo>
                  <a:lnTo>
                    <a:pt x="245163" y="237775"/>
                  </a:lnTo>
                  <a:lnTo>
                    <a:pt x="280795" y="270398"/>
                  </a:lnTo>
                  <a:lnTo>
                    <a:pt x="316426" y="302545"/>
                  </a:lnTo>
                  <a:lnTo>
                    <a:pt x="352057" y="334220"/>
                  </a:lnTo>
                  <a:lnTo>
                    <a:pt x="387689" y="365426"/>
                  </a:lnTo>
                  <a:lnTo>
                    <a:pt x="423320" y="396168"/>
                  </a:lnTo>
                  <a:lnTo>
                    <a:pt x="458951" y="426450"/>
                  </a:lnTo>
                  <a:lnTo>
                    <a:pt x="494583" y="456275"/>
                  </a:lnTo>
                  <a:lnTo>
                    <a:pt x="530214" y="485647"/>
                  </a:lnTo>
                  <a:lnTo>
                    <a:pt x="565845" y="514569"/>
                  </a:lnTo>
                  <a:lnTo>
                    <a:pt x="601477" y="543045"/>
                  </a:lnTo>
                  <a:lnTo>
                    <a:pt x="637108" y="571077"/>
                  </a:lnTo>
                  <a:lnTo>
                    <a:pt x="672739" y="598669"/>
                  </a:lnTo>
                  <a:lnTo>
                    <a:pt x="708370" y="625823"/>
                  </a:lnTo>
                  <a:lnTo>
                    <a:pt x="744002" y="652543"/>
                  </a:lnTo>
                  <a:lnTo>
                    <a:pt x="779633" y="678831"/>
                  </a:lnTo>
                  <a:lnTo>
                    <a:pt x="815264" y="704695"/>
                  </a:lnTo>
                  <a:lnTo>
                    <a:pt x="850896" y="730140"/>
                  </a:lnTo>
                  <a:lnTo>
                    <a:pt x="886527" y="755175"/>
                  </a:lnTo>
                  <a:lnTo>
                    <a:pt x="922158" y="779805"/>
                  </a:lnTo>
                  <a:lnTo>
                    <a:pt x="957790" y="804039"/>
                  </a:lnTo>
                  <a:lnTo>
                    <a:pt x="993421" y="827884"/>
                  </a:lnTo>
                  <a:lnTo>
                    <a:pt x="1029052" y="851348"/>
                  </a:lnTo>
                  <a:lnTo>
                    <a:pt x="1064684" y="874438"/>
                  </a:lnTo>
                  <a:lnTo>
                    <a:pt x="1100315" y="897163"/>
                  </a:lnTo>
                  <a:lnTo>
                    <a:pt x="1135946" y="919531"/>
                  </a:lnTo>
                  <a:lnTo>
                    <a:pt x="1171577" y="941551"/>
                  </a:lnTo>
                  <a:lnTo>
                    <a:pt x="1207209" y="963231"/>
                  </a:lnTo>
                  <a:lnTo>
                    <a:pt x="1242840" y="984580"/>
                  </a:lnTo>
                  <a:lnTo>
                    <a:pt x="1278471" y="1005608"/>
                  </a:lnTo>
                  <a:lnTo>
                    <a:pt x="1314103" y="1026324"/>
                  </a:lnTo>
                  <a:lnTo>
                    <a:pt x="1349734" y="1046738"/>
                  </a:lnTo>
                  <a:lnTo>
                    <a:pt x="1385365" y="1066861"/>
                  </a:lnTo>
                  <a:lnTo>
                    <a:pt x="1420997" y="1086702"/>
                  </a:lnTo>
                  <a:lnTo>
                    <a:pt x="1456628" y="1106273"/>
                  </a:lnTo>
                  <a:lnTo>
                    <a:pt x="1492259" y="1125583"/>
                  </a:lnTo>
                  <a:lnTo>
                    <a:pt x="1527891" y="1144645"/>
                  </a:lnTo>
                  <a:lnTo>
                    <a:pt x="1563522" y="1163469"/>
                  </a:lnTo>
                  <a:lnTo>
                    <a:pt x="1599153" y="1182067"/>
                  </a:lnTo>
                  <a:lnTo>
                    <a:pt x="1634784" y="1200451"/>
                  </a:lnTo>
                  <a:lnTo>
                    <a:pt x="1670416" y="1218632"/>
                  </a:lnTo>
                  <a:lnTo>
                    <a:pt x="1706047" y="1236623"/>
                  </a:lnTo>
                  <a:lnTo>
                    <a:pt x="1741678" y="1254435"/>
                  </a:lnTo>
                  <a:lnTo>
                    <a:pt x="1777310" y="1272081"/>
                  </a:lnTo>
                  <a:lnTo>
                    <a:pt x="1812941" y="1289574"/>
                  </a:lnTo>
                  <a:lnTo>
                    <a:pt x="1848572" y="1306925"/>
                  </a:lnTo>
                  <a:lnTo>
                    <a:pt x="1884204" y="1324146"/>
                  </a:lnTo>
                  <a:lnTo>
                    <a:pt x="1919835" y="1341250"/>
                  </a:lnTo>
                  <a:lnTo>
                    <a:pt x="1955466" y="1358250"/>
                  </a:lnTo>
                  <a:lnTo>
                    <a:pt x="1991098" y="1375156"/>
                  </a:lnTo>
                  <a:lnTo>
                    <a:pt x="2026729" y="1391981"/>
                  </a:lnTo>
                  <a:lnTo>
                    <a:pt x="2062360" y="1408737"/>
                  </a:lnTo>
                  <a:lnTo>
                    <a:pt x="2097991" y="1425434"/>
                  </a:lnTo>
                  <a:lnTo>
                    <a:pt x="2133623" y="1442085"/>
                  </a:lnTo>
                  <a:lnTo>
                    <a:pt x="2169254" y="1458699"/>
                  </a:lnTo>
                  <a:lnTo>
                    <a:pt x="2204885" y="1475288"/>
                  </a:lnTo>
                  <a:lnTo>
                    <a:pt x="2240517" y="1491862"/>
                  </a:lnTo>
                  <a:lnTo>
                    <a:pt x="2276148" y="1508429"/>
                  </a:lnTo>
                  <a:lnTo>
                    <a:pt x="2311779" y="1525001"/>
                  </a:lnTo>
                  <a:lnTo>
                    <a:pt x="2347411" y="1541585"/>
                  </a:lnTo>
                  <a:lnTo>
                    <a:pt x="2383042" y="1558190"/>
                  </a:lnTo>
                  <a:lnTo>
                    <a:pt x="2418673" y="1574823"/>
                  </a:lnTo>
                  <a:lnTo>
                    <a:pt x="2454305" y="1591493"/>
                  </a:lnTo>
                  <a:lnTo>
                    <a:pt x="2489936" y="1608206"/>
                  </a:lnTo>
                  <a:lnTo>
                    <a:pt x="2525567" y="1624968"/>
                  </a:lnTo>
                  <a:lnTo>
                    <a:pt x="2561198" y="1641786"/>
                  </a:lnTo>
                  <a:lnTo>
                    <a:pt x="2596830" y="1658663"/>
                  </a:lnTo>
                  <a:lnTo>
                    <a:pt x="2632461" y="1675605"/>
                  </a:lnTo>
                  <a:lnTo>
                    <a:pt x="2668092" y="1692616"/>
                  </a:lnTo>
                  <a:lnTo>
                    <a:pt x="2703724" y="1709698"/>
                  </a:lnTo>
                  <a:lnTo>
                    <a:pt x="2739355" y="1726856"/>
                  </a:lnTo>
                  <a:lnTo>
                    <a:pt x="2774986" y="1744090"/>
                  </a:lnTo>
                  <a:lnTo>
                    <a:pt x="2810618" y="1761403"/>
                  </a:lnTo>
                  <a:lnTo>
                    <a:pt x="2846249" y="1778795"/>
                  </a:lnTo>
                  <a:lnTo>
                    <a:pt x="2881880" y="1796266"/>
                  </a:lnTo>
                  <a:lnTo>
                    <a:pt x="2917512" y="1813817"/>
                  </a:lnTo>
                  <a:lnTo>
                    <a:pt x="2953143" y="1831446"/>
                  </a:lnTo>
                  <a:lnTo>
                    <a:pt x="2988774" y="1849153"/>
                  </a:lnTo>
                  <a:lnTo>
                    <a:pt x="3024405" y="1866934"/>
                  </a:lnTo>
                  <a:lnTo>
                    <a:pt x="3060037" y="1884788"/>
                  </a:lnTo>
                  <a:lnTo>
                    <a:pt x="3095668" y="1902712"/>
                  </a:lnTo>
                  <a:lnTo>
                    <a:pt x="3131299" y="1920700"/>
                  </a:lnTo>
                  <a:lnTo>
                    <a:pt x="3166931" y="1938751"/>
                  </a:lnTo>
                  <a:lnTo>
                    <a:pt x="3202562" y="1956858"/>
                  </a:lnTo>
                  <a:lnTo>
                    <a:pt x="3238193" y="1975017"/>
                  </a:lnTo>
                  <a:lnTo>
                    <a:pt x="3273825" y="1993213"/>
                  </a:lnTo>
                  <a:lnTo>
                    <a:pt x="3309456" y="2011412"/>
                  </a:lnTo>
                  <a:lnTo>
                    <a:pt x="3345087" y="2029579"/>
                  </a:lnTo>
                  <a:lnTo>
                    <a:pt x="3380718" y="2047682"/>
                  </a:lnTo>
                  <a:lnTo>
                    <a:pt x="3416350" y="2065687"/>
                  </a:lnTo>
                  <a:lnTo>
                    <a:pt x="3451981" y="2083567"/>
                  </a:lnTo>
                  <a:lnTo>
                    <a:pt x="3487612" y="2101292"/>
                  </a:lnTo>
                  <a:lnTo>
                    <a:pt x="3523244" y="2118837"/>
                  </a:lnTo>
                  <a:lnTo>
                    <a:pt x="3558875" y="2136178"/>
                  </a:lnTo>
                  <a:lnTo>
                    <a:pt x="3594506" y="2153291"/>
                  </a:lnTo>
                  <a:lnTo>
                    <a:pt x="3630138" y="2170156"/>
                  </a:lnTo>
                  <a:lnTo>
                    <a:pt x="3665769" y="2186753"/>
                  </a:lnTo>
                  <a:lnTo>
                    <a:pt x="3701400" y="2203066"/>
                  </a:lnTo>
                  <a:lnTo>
                    <a:pt x="3737032" y="2219079"/>
                  </a:lnTo>
                  <a:lnTo>
                    <a:pt x="3772663" y="2234777"/>
                  </a:lnTo>
                  <a:lnTo>
                    <a:pt x="3808294" y="2250147"/>
                  </a:lnTo>
                  <a:lnTo>
                    <a:pt x="3843925" y="2265178"/>
                  </a:lnTo>
                  <a:lnTo>
                    <a:pt x="3879557" y="2279860"/>
                  </a:lnTo>
                  <a:lnTo>
                    <a:pt x="3915188" y="2292891"/>
                  </a:lnTo>
                  <a:lnTo>
                    <a:pt x="3950819" y="2297614"/>
                  </a:lnTo>
                  <a:lnTo>
                    <a:pt x="3986451" y="2302280"/>
                  </a:lnTo>
                  <a:lnTo>
                    <a:pt x="4022082" y="2306887"/>
                  </a:lnTo>
                  <a:lnTo>
                    <a:pt x="4057713" y="2311437"/>
                  </a:lnTo>
                  <a:lnTo>
                    <a:pt x="4093345" y="2315930"/>
                  </a:lnTo>
                  <a:lnTo>
                    <a:pt x="4128976" y="2320365"/>
                  </a:lnTo>
                  <a:lnTo>
                    <a:pt x="4164607" y="2324743"/>
                  </a:lnTo>
                  <a:lnTo>
                    <a:pt x="4200239" y="2329064"/>
                  </a:lnTo>
                  <a:lnTo>
                    <a:pt x="4235870" y="2333327"/>
                  </a:lnTo>
                  <a:lnTo>
                    <a:pt x="4271501" y="2337532"/>
                  </a:lnTo>
                  <a:lnTo>
                    <a:pt x="4307132" y="2341677"/>
                  </a:lnTo>
                  <a:lnTo>
                    <a:pt x="4342764" y="2345761"/>
                  </a:lnTo>
                  <a:lnTo>
                    <a:pt x="4378395" y="2349784"/>
                  </a:lnTo>
                  <a:lnTo>
                    <a:pt x="4414026" y="2353743"/>
                  </a:lnTo>
                  <a:lnTo>
                    <a:pt x="4449658" y="2357636"/>
                  </a:lnTo>
                  <a:lnTo>
                    <a:pt x="4485289" y="2361461"/>
                  </a:lnTo>
                  <a:lnTo>
                    <a:pt x="4520920" y="2365215"/>
                  </a:lnTo>
                  <a:lnTo>
                    <a:pt x="4556552" y="2368893"/>
                  </a:lnTo>
                  <a:lnTo>
                    <a:pt x="4592183" y="2372494"/>
                  </a:lnTo>
                  <a:lnTo>
                    <a:pt x="4627814" y="2376013"/>
                  </a:lnTo>
                  <a:lnTo>
                    <a:pt x="4663446" y="2379446"/>
                  </a:lnTo>
                  <a:lnTo>
                    <a:pt x="4699077" y="2382792"/>
                  </a:lnTo>
                  <a:lnTo>
                    <a:pt x="4734708" y="2386045"/>
                  </a:lnTo>
                  <a:lnTo>
                    <a:pt x="4770339" y="2389202"/>
                  </a:lnTo>
                  <a:lnTo>
                    <a:pt x="4805971" y="2392259"/>
                  </a:lnTo>
                  <a:lnTo>
                    <a:pt x="4841602" y="2395213"/>
                  </a:lnTo>
                  <a:lnTo>
                    <a:pt x="4877233" y="2398059"/>
                  </a:lnTo>
                  <a:lnTo>
                    <a:pt x="4912865" y="2400793"/>
                  </a:lnTo>
                  <a:lnTo>
                    <a:pt x="4948496" y="2403411"/>
                  </a:lnTo>
                  <a:lnTo>
                    <a:pt x="4984127" y="2405909"/>
                  </a:lnTo>
                  <a:lnTo>
                    <a:pt x="5019759" y="2408284"/>
                  </a:lnTo>
                  <a:lnTo>
                    <a:pt x="5055390" y="2410530"/>
                  </a:lnTo>
                  <a:lnTo>
                    <a:pt x="5091021" y="2412644"/>
                  </a:lnTo>
                  <a:lnTo>
                    <a:pt x="5126653" y="2414622"/>
                  </a:lnTo>
                  <a:lnTo>
                    <a:pt x="5162284" y="2416460"/>
                  </a:lnTo>
                  <a:lnTo>
                    <a:pt x="5197915" y="2418156"/>
                  </a:lnTo>
                  <a:lnTo>
                    <a:pt x="5233546" y="2419705"/>
                  </a:lnTo>
                  <a:lnTo>
                    <a:pt x="5269178" y="2421104"/>
                  </a:lnTo>
                  <a:lnTo>
                    <a:pt x="5304809" y="2422351"/>
                  </a:lnTo>
                  <a:lnTo>
                    <a:pt x="5340440" y="2423443"/>
                  </a:lnTo>
                  <a:lnTo>
                    <a:pt x="5376072" y="2424377"/>
                  </a:lnTo>
                  <a:lnTo>
                    <a:pt x="5411703" y="2425153"/>
                  </a:lnTo>
                  <a:lnTo>
                    <a:pt x="5447334" y="2425768"/>
                  </a:lnTo>
                  <a:lnTo>
                    <a:pt x="5482966" y="2426222"/>
                  </a:lnTo>
                  <a:lnTo>
                    <a:pt x="5518597" y="2426513"/>
                  </a:lnTo>
                  <a:lnTo>
                    <a:pt x="5554228" y="2426641"/>
                  </a:lnTo>
                  <a:lnTo>
                    <a:pt x="5589860" y="2426608"/>
                  </a:lnTo>
                  <a:lnTo>
                    <a:pt x="5625491" y="2426412"/>
                  </a:lnTo>
                  <a:lnTo>
                    <a:pt x="5661122" y="2426056"/>
                  </a:lnTo>
                  <a:lnTo>
                    <a:pt x="5696753" y="2425540"/>
                  </a:lnTo>
                  <a:lnTo>
                    <a:pt x="5732385" y="2424867"/>
                  </a:lnTo>
                  <a:lnTo>
                    <a:pt x="5768016" y="2424038"/>
                  </a:lnTo>
                  <a:lnTo>
                    <a:pt x="5803647" y="2423056"/>
                  </a:lnTo>
                  <a:lnTo>
                    <a:pt x="5839279" y="2421924"/>
                  </a:lnTo>
                  <a:lnTo>
                    <a:pt x="5874910" y="2420646"/>
                  </a:lnTo>
                  <a:lnTo>
                    <a:pt x="5910541" y="2419224"/>
                  </a:lnTo>
                  <a:lnTo>
                    <a:pt x="5946173" y="2417663"/>
                  </a:lnTo>
                  <a:lnTo>
                    <a:pt x="5981804" y="2415966"/>
                  </a:lnTo>
                  <a:lnTo>
                    <a:pt x="6017435" y="2414138"/>
                  </a:lnTo>
                  <a:lnTo>
                    <a:pt x="6053067" y="2412184"/>
                  </a:lnTo>
                  <a:lnTo>
                    <a:pt x="6088698" y="2410109"/>
                  </a:lnTo>
                  <a:lnTo>
                    <a:pt x="6124329" y="2407916"/>
                  </a:lnTo>
                  <a:lnTo>
                    <a:pt x="6159960" y="2405613"/>
                  </a:lnTo>
                  <a:lnTo>
                    <a:pt x="6195592" y="2403203"/>
                  </a:lnTo>
                  <a:lnTo>
                    <a:pt x="6231223" y="2400694"/>
                  </a:lnTo>
                  <a:lnTo>
                    <a:pt x="6266854" y="2398090"/>
                  </a:lnTo>
                  <a:lnTo>
                    <a:pt x="6302486" y="2395397"/>
                  </a:lnTo>
                  <a:lnTo>
                    <a:pt x="6338117" y="2392622"/>
                  </a:lnTo>
                  <a:lnTo>
                    <a:pt x="6373748" y="2389771"/>
                  </a:lnTo>
                  <a:lnTo>
                    <a:pt x="6409380" y="2386850"/>
                  </a:lnTo>
                  <a:lnTo>
                    <a:pt x="6445011" y="2383865"/>
                  </a:lnTo>
                  <a:lnTo>
                    <a:pt x="6480642" y="2380825"/>
                  </a:lnTo>
                  <a:lnTo>
                    <a:pt x="6516274" y="2377732"/>
                  </a:lnTo>
                  <a:lnTo>
                    <a:pt x="6551905" y="2374590"/>
                  </a:lnTo>
                  <a:lnTo>
                    <a:pt x="6587536" y="2371399"/>
                  </a:lnTo>
                  <a:lnTo>
                    <a:pt x="6623167" y="2368160"/>
                  </a:lnTo>
                  <a:lnTo>
                    <a:pt x="6658799" y="2364876"/>
                  </a:lnTo>
                  <a:lnTo>
                    <a:pt x="6694430" y="2361547"/>
                  </a:lnTo>
                  <a:lnTo>
                    <a:pt x="6730061" y="2358175"/>
                  </a:lnTo>
                  <a:lnTo>
                    <a:pt x="6765693" y="2354759"/>
                  </a:lnTo>
                  <a:lnTo>
                    <a:pt x="6801324" y="2351302"/>
                  </a:lnTo>
                  <a:lnTo>
                    <a:pt x="6836955" y="234780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302839"/>
              <a:ext cx="7090630" cy="977901"/>
            </a:xfrm>
            <a:custGeom>
              <a:avLst/>
              <a:pathLst>
                <a:path w="7090630" h="977901">
                  <a:moveTo>
                    <a:pt x="7090630" y="977901"/>
                  </a:moveTo>
                  <a:lnTo>
                    <a:pt x="7054998" y="975166"/>
                  </a:lnTo>
                  <a:lnTo>
                    <a:pt x="7019367" y="972417"/>
                  </a:lnTo>
                  <a:lnTo>
                    <a:pt x="6983736" y="969654"/>
                  </a:lnTo>
                  <a:lnTo>
                    <a:pt x="6948104" y="966877"/>
                  </a:lnTo>
                  <a:lnTo>
                    <a:pt x="6912473" y="964089"/>
                  </a:lnTo>
                  <a:lnTo>
                    <a:pt x="6876842" y="961289"/>
                  </a:lnTo>
                  <a:lnTo>
                    <a:pt x="6841210" y="958478"/>
                  </a:lnTo>
                  <a:lnTo>
                    <a:pt x="6805579" y="955658"/>
                  </a:lnTo>
                  <a:lnTo>
                    <a:pt x="6769948" y="952830"/>
                  </a:lnTo>
                  <a:lnTo>
                    <a:pt x="6734317" y="949995"/>
                  </a:lnTo>
                  <a:lnTo>
                    <a:pt x="6698685" y="947155"/>
                  </a:lnTo>
                  <a:lnTo>
                    <a:pt x="6663054" y="944309"/>
                  </a:lnTo>
                  <a:lnTo>
                    <a:pt x="6627423" y="941460"/>
                  </a:lnTo>
                  <a:lnTo>
                    <a:pt x="6591791" y="938608"/>
                  </a:lnTo>
                  <a:lnTo>
                    <a:pt x="6556160" y="935753"/>
                  </a:lnTo>
                  <a:lnTo>
                    <a:pt x="6520529" y="932895"/>
                  </a:lnTo>
                  <a:lnTo>
                    <a:pt x="6484897" y="930037"/>
                  </a:lnTo>
                  <a:lnTo>
                    <a:pt x="6449266" y="927177"/>
                  </a:lnTo>
                  <a:lnTo>
                    <a:pt x="6413635" y="924317"/>
                  </a:lnTo>
                  <a:lnTo>
                    <a:pt x="6378003" y="921457"/>
                  </a:lnTo>
                  <a:lnTo>
                    <a:pt x="6342372" y="918597"/>
                  </a:lnTo>
                  <a:lnTo>
                    <a:pt x="6306741" y="915738"/>
                  </a:lnTo>
                  <a:lnTo>
                    <a:pt x="6271110" y="912880"/>
                  </a:lnTo>
                  <a:lnTo>
                    <a:pt x="6235478" y="910023"/>
                  </a:lnTo>
                  <a:lnTo>
                    <a:pt x="6199847" y="907167"/>
                  </a:lnTo>
                  <a:lnTo>
                    <a:pt x="6164216" y="904312"/>
                  </a:lnTo>
                  <a:lnTo>
                    <a:pt x="6128584" y="901456"/>
                  </a:lnTo>
                  <a:lnTo>
                    <a:pt x="6092953" y="898600"/>
                  </a:lnTo>
                  <a:lnTo>
                    <a:pt x="6057322" y="895742"/>
                  </a:lnTo>
                  <a:lnTo>
                    <a:pt x="6021690" y="892882"/>
                  </a:lnTo>
                  <a:lnTo>
                    <a:pt x="5986059" y="890017"/>
                  </a:lnTo>
                  <a:lnTo>
                    <a:pt x="5950428" y="887146"/>
                  </a:lnTo>
                  <a:lnTo>
                    <a:pt x="5914796" y="884266"/>
                  </a:lnTo>
                  <a:lnTo>
                    <a:pt x="5879165" y="881375"/>
                  </a:lnTo>
                  <a:lnTo>
                    <a:pt x="5843534" y="878470"/>
                  </a:lnTo>
                  <a:lnTo>
                    <a:pt x="5807903" y="875546"/>
                  </a:lnTo>
                  <a:lnTo>
                    <a:pt x="5772271" y="872600"/>
                  </a:lnTo>
                  <a:lnTo>
                    <a:pt x="5736640" y="869628"/>
                  </a:lnTo>
                  <a:lnTo>
                    <a:pt x="5701009" y="866623"/>
                  </a:lnTo>
                  <a:lnTo>
                    <a:pt x="5665377" y="863581"/>
                  </a:lnTo>
                  <a:lnTo>
                    <a:pt x="5629746" y="860495"/>
                  </a:lnTo>
                  <a:lnTo>
                    <a:pt x="5594115" y="857358"/>
                  </a:lnTo>
                  <a:lnTo>
                    <a:pt x="5558483" y="854164"/>
                  </a:lnTo>
                  <a:lnTo>
                    <a:pt x="5522852" y="850904"/>
                  </a:lnTo>
                  <a:lnTo>
                    <a:pt x="5487221" y="847569"/>
                  </a:lnTo>
                  <a:lnTo>
                    <a:pt x="5451589" y="844152"/>
                  </a:lnTo>
                  <a:lnTo>
                    <a:pt x="5415958" y="840642"/>
                  </a:lnTo>
                  <a:lnTo>
                    <a:pt x="5380327" y="837029"/>
                  </a:lnTo>
                  <a:lnTo>
                    <a:pt x="5344696" y="833303"/>
                  </a:lnTo>
                  <a:lnTo>
                    <a:pt x="5309064" y="829453"/>
                  </a:lnTo>
                  <a:lnTo>
                    <a:pt x="5273433" y="825467"/>
                  </a:lnTo>
                  <a:lnTo>
                    <a:pt x="5237802" y="821333"/>
                  </a:lnTo>
                  <a:lnTo>
                    <a:pt x="5202170" y="817038"/>
                  </a:lnTo>
                  <a:lnTo>
                    <a:pt x="5166539" y="812570"/>
                  </a:lnTo>
                  <a:lnTo>
                    <a:pt x="5130908" y="807914"/>
                  </a:lnTo>
                  <a:lnTo>
                    <a:pt x="5095276" y="803057"/>
                  </a:lnTo>
                  <a:lnTo>
                    <a:pt x="5059645" y="797983"/>
                  </a:lnTo>
                  <a:lnTo>
                    <a:pt x="5024014" y="792678"/>
                  </a:lnTo>
                  <a:lnTo>
                    <a:pt x="4988382" y="787124"/>
                  </a:lnTo>
                  <a:lnTo>
                    <a:pt x="4952751" y="781306"/>
                  </a:lnTo>
                  <a:lnTo>
                    <a:pt x="4917120" y="775206"/>
                  </a:lnTo>
                  <a:lnTo>
                    <a:pt x="4881489" y="768805"/>
                  </a:lnTo>
                  <a:lnTo>
                    <a:pt x="4845857" y="762085"/>
                  </a:lnTo>
                  <a:lnTo>
                    <a:pt x="4810226" y="755026"/>
                  </a:lnTo>
                  <a:lnTo>
                    <a:pt x="4774595" y="747607"/>
                  </a:lnTo>
                  <a:lnTo>
                    <a:pt x="4738963" y="739814"/>
                  </a:lnTo>
                  <a:lnTo>
                    <a:pt x="4703332" y="731644"/>
                  </a:lnTo>
                  <a:lnTo>
                    <a:pt x="4667701" y="723094"/>
                  </a:lnTo>
                  <a:lnTo>
                    <a:pt x="4632069" y="714160"/>
                  </a:lnTo>
                  <a:lnTo>
                    <a:pt x="4596438" y="704840"/>
                  </a:lnTo>
                  <a:lnTo>
                    <a:pt x="4560807" y="695132"/>
                  </a:lnTo>
                  <a:lnTo>
                    <a:pt x="4525175" y="685035"/>
                  </a:lnTo>
                  <a:lnTo>
                    <a:pt x="4489544" y="674546"/>
                  </a:lnTo>
                  <a:lnTo>
                    <a:pt x="4453913" y="663667"/>
                  </a:lnTo>
                  <a:lnTo>
                    <a:pt x="4418282" y="652395"/>
                  </a:lnTo>
                  <a:lnTo>
                    <a:pt x="4382650" y="640732"/>
                  </a:lnTo>
                  <a:lnTo>
                    <a:pt x="4347019" y="628680"/>
                  </a:lnTo>
                  <a:lnTo>
                    <a:pt x="4311388" y="616239"/>
                  </a:lnTo>
                  <a:lnTo>
                    <a:pt x="4275756" y="603412"/>
                  </a:lnTo>
                  <a:lnTo>
                    <a:pt x="4240125" y="590204"/>
                  </a:lnTo>
                  <a:lnTo>
                    <a:pt x="4204494" y="576618"/>
                  </a:lnTo>
                  <a:lnTo>
                    <a:pt x="4168862" y="562660"/>
                  </a:lnTo>
                  <a:lnTo>
                    <a:pt x="4133231" y="556585"/>
                  </a:lnTo>
                  <a:lnTo>
                    <a:pt x="4097600" y="551743"/>
                  </a:lnTo>
                  <a:lnTo>
                    <a:pt x="4061968" y="546842"/>
                  </a:lnTo>
                  <a:lnTo>
                    <a:pt x="4026337" y="541879"/>
                  </a:lnTo>
                  <a:lnTo>
                    <a:pt x="3990706" y="536855"/>
                  </a:lnTo>
                  <a:lnTo>
                    <a:pt x="3955075" y="531768"/>
                  </a:lnTo>
                  <a:lnTo>
                    <a:pt x="3919443" y="526618"/>
                  </a:lnTo>
                  <a:lnTo>
                    <a:pt x="3883812" y="521403"/>
                  </a:lnTo>
                  <a:lnTo>
                    <a:pt x="3848181" y="516124"/>
                  </a:lnTo>
                  <a:lnTo>
                    <a:pt x="3812549" y="510779"/>
                  </a:lnTo>
                  <a:lnTo>
                    <a:pt x="3776918" y="505366"/>
                  </a:lnTo>
                  <a:lnTo>
                    <a:pt x="3741287" y="499887"/>
                  </a:lnTo>
                  <a:lnTo>
                    <a:pt x="3705655" y="494339"/>
                  </a:lnTo>
                  <a:lnTo>
                    <a:pt x="3670024" y="488722"/>
                  </a:lnTo>
                  <a:lnTo>
                    <a:pt x="3634393" y="483035"/>
                  </a:lnTo>
                  <a:lnTo>
                    <a:pt x="3598762" y="477278"/>
                  </a:lnTo>
                  <a:lnTo>
                    <a:pt x="3563130" y="471452"/>
                  </a:lnTo>
                  <a:lnTo>
                    <a:pt x="3527499" y="465554"/>
                  </a:lnTo>
                  <a:lnTo>
                    <a:pt x="3491868" y="459587"/>
                  </a:lnTo>
                  <a:lnTo>
                    <a:pt x="3456236" y="453550"/>
                  </a:lnTo>
                  <a:lnTo>
                    <a:pt x="3420605" y="447444"/>
                  </a:lnTo>
                  <a:lnTo>
                    <a:pt x="3384974" y="441271"/>
                  </a:lnTo>
                  <a:lnTo>
                    <a:pt x="3349342" y="435033"/>
                  </a:lnTo>
                  <a:lnTo>
                    <a:pt x="3313711" y="428732"/>
                  </a:lnTo>
                  <a:lnTo>
                    <a:pt x="3278080" y="422371"/>
                  </a:lnTo>
                  <a:lnTo>
                    <a:pt x="3242448" y="415951"/>
                  </a:lnTo>
                  <a:lnTo>
                    <a:pt x="3206817" y="409474"/>
                  </a:lnTo>
                  <a:lnTo>
                    <a:pt x="3171186" y="402945"/>
                  </a:lnTo>
                  <a:lnTo>
                    <a:pt x="3135555" y="396364"/>
                  </a:lnTo>
                  <a:lnTo>
                    <a:pt x="3099923" y="389736"/>
                  </a:lnTo>
                  <a:lnTo>
                    <a:pt x="3064292" y="383063"/>
                  </a:lnTo>
                  <a:lnTo>
                    <a:pt x="3028661" y="376349"/>
                  </a:lnTo>
                  <a:lnTo>
                    <a:pt x="2993029" y="369597"/>
                  </a:lnTo>
                  <a:lnTo>
                    <a:pt x="2957398" y="362810"/>
                  </a:lnTo>
                  <a:lnTo>
                    <a:pt x="2921767" y="355993"/>
                  </a:lnTo>
                  <a:lnTo>
                    <a:pt x="2886135" y="349150"/>
                  </a:lnTo>
                  <a:lnTo>
                    <a:pt x="2850504" y="342283"/>
                  </a:lnTo>
                  <a:lnTo>
                    <a:pt x="2814873" y="335399"/>
                  </a:lnTo>
                  <a:lnTo>
                    <a:pt x="2779241" y="328500"/>
                  </a:lnTo>
                  <a:lnTo>
                    <a:pt x="2743610" y="321593"/>
                  </a:lnTo>
                  <a:lnTo>
                    <a:pt x="2707979" y="314680"/>
                  </a:lnTo>
                  <a:lnTo>
                    <a:pt x="2672348" y="307768"/>
                  </a:lnTo>
                  <a:lnTo>
                    <a:pt x="2636716" y="300862"/>
                  </a:lnTo>
                  <a:lnTo>
                    <a:pt x="2601085" y="293965"/>
                  </a:lnTo>
                  <a:lnTo>
                    <a:pt x="2565454" y="287085"/>
                  </a:lnTo>
                  <a:lnTo>
                    <a:pt x="2529822" y="280225"/>
                  </a:lnTo>
                  <a:lnTo>
                    <a:pt x="2494191" y="273392"/>
                  </a:lnTo>
                  <a:lnTo>
                    <a:pt x="2458560" y="266590"/>
                  </a:lnTo>
                  <a:lnTo>
                    <a:pt x="2422928" y="259826"/>
                  </a:lnTo>
                  <a:lnTo>
                    <a:pt x="2387297" y="253105"/>
                  </a:lnTo>
                  <a:lnTo>
                    <a:pt x="2351666" y="246432"/>
                  </a:lnTo>
                  <a:lnTo>
                    <a:pt x="2316034" y="239812"/>
                  </a:lnTo>
                  <a:lnTo>
                    <a:pt x="2280403" y="233252"/>
                  </a:lnTo>
                  <a:lnTo>
                    <a:pt x="2244772" y="226757"/>
                  </a:lnTo>
                  <a:lnTo>
                    <a:pt x="2209141" y="220332"/>
                  </a:lnTo>
                  <a:lnTo>
                    <a:pt x="2173509" y="213981"/>
                  </a:lnTo>
                  <a:lnTo>
                    <a:pt x="2137878" y="207711"/>
                  </a:lnTo>
                  <a:lnTo>
                    <a:pt x="2102247" y="201525"/>
                  </a:lnTo>
                  <a:lnTo>
                    <a:pt x="2066615" y="195429"/>
                  </a:lnTo>
                  <a:lnTo>
                    <a:pt x="2030984" y="189427"/>
                  </a:lnTo>
                  <a:lnTo>
                    <a:pt x="1995353" y="183522"/>
                  </a:lnTo>
                  <a:lnTo>
                    <a:pt x="1959721" y="177719"/>
                  </a:lnTo>
                  <a:lnTo>
                    <a:pt x="1924090" y="172022"/>
                  </a:lnTo>
                  <a:lnTo>
                    <a:pt x="1888459" y="166433"/>
                  </a:lnTo>
                  <a:lnTo>
                    <a:pt x="1852827" y="160956"/>
                  </a:lnTo>
                  <a:lnTo>
                    <a:pt x="1817196" y="155592"/>
                  </a:lnTo>
                  <a:lnTo>
                    <a:pt x="1781565" y="150344"/>
                  </a:lnTo>
                  <a:lnTo>
                    <a:pt x="1745934" y="145215"/>
                  </a:lnTo>
                  <a:lnTo>
                    <a:pt x="1710302" y="140204"/>
                  </a:lnTo>
                  <a:lnTo>
                    <a:pt x="1674671" y="135313"/>
                  </a:lnTo>
                  <a:lnTo>
                    <a:pt x="1639040" y="130543"/>
                  </a:lnTo>
                  <a:lnTo>
                    <a:pt x="1603408" y="125894"/>
                  </a:lnTo>
                  <a:lnTo>
                    <a:pt x="1567777" y="121366"/>
                  </a:lnTo>
                  <a:lnTo>
                    <a:pt x="1532146" y="116957"/>
                  </a:lnTo>
                  <a:lnTo>
                    <a:pt x="1496514" y="112667"/>
                  </a:lnTo>
                  <a:lnTo>
                    <a:pt x="1460883" y="108494"/>
                  </a:lnTo>
                  <a:lnTo>
                    <a:pt x="1425252" y="104437"/>
                  </a:lnTo>
                  <a:lnTo>
                    <a:pt x="1389620" y="100494"/>
                  </a:lnTo>
                  <a:lnTo>
                    <a:pt x="1353989" y="96661"/>
                  </a:lnTo>
                  <a:lnTo>
                    <a:pt x="1318358" y="92935"/>
                  </a:lnTo>
                  <a:lnTo>
                    <a:pt x="1282727" y="89314"/>
                  </a:lnTo>
                  <a:lnTo>
                    <a:pt x="1247095" y="85794"/>
                  </a:lnTo>
                  <a:lnTo>
                    <a:pt x="1211464" y="82371"/>
                  </a:lnTo>
                  <a:lnTo>
                    <a:pt x="1175833" y="79041"/>
                  </a:lnTo>
                  <a:lnTo>
                    <a:pt x="1140201" y="75799"/>
                  </a:lnTo>
                  <a:lnTo>
                    <a:pt x="1104570" y="72641"/>
                  </a:lnTo>
                  <a:lnTo>
                    <a:pt x="1068939" y="69561"/>
                  </a:lnTo>
                  <a:lnTo>
                    <a:pt x="1033307" y="66555"/>
                  </a:lnTo>
                  <a:lnTo>
                    <a:pt x="997676" y="63616"/>
                  </a:lnTo>
                  <a:lnTo>
                    <a:pt x="962045" y="60741"/>
                  </a:lnTo>
                  <a:lnTo>
                    <a:pt x="926413" y="57926"/>
                  </a:lnTo>
                  <a:lnTo>
                    <a:pt x="890782" y="55168"/>
                  </a:lnTo>
                  <a:lnTo>
                    <a:pt x="855151" y="52465"/>
                  </a:lnTo>
                  <a:lnTo>
                    <a:pt x="819520" y="49817"/>
                  </a:lnTo>
                  <a:lnTo>
                    <a:pt x="783888" y="47220"/>
                  </a:lnTo>
                  <a:lnTo>
                    <a:pt x="748257" y="44672"/>
                  </a:lnTo>
                  <a:lnTo>
                    <a:pt x="712626" y="42173"/>
                  </a:lnTo>
                  <a:lnTo>
                    <a:pt x="676994" y="39719"/>
                  </a:lnTo>
                  <a:lnTo>
                    <a:pt x="641363" y="37311"/>
                  </a:lnTo>
                  <a:lnTo>
                    <a:pt x="605732" y="34945"/>
                  </a:lnTo>
                  <a:lnTo>
                    <a:pt x="570100" y="32620"/>
                  </a:lnTo>
                  <a:lnTo>
                    <a:pt x="534469" y="30336"/>
                  </a:lnTo>
                  <a:lnTo>
                    <a:pt x="498838" y="28089"/>
                  </a:lnTo>
                  <a:lnTo>
                    <a:pt x="463206" y="25880"/>
                  </a:lnTo>
                  <a:lnTo>
                    <a:pt x="427575" y="23707"/>
                  </a:lnTo>
                  <a:lnTo>
                    <a:pt x="391944" y="21568"/>
                  </a:lnTo>
                  <a:lnTo>
                    <a:pt x="356313" y="19462"/>
                  </a:lnTo>
                  <a:lnTo>
                    <a:pt x="320681" y="17388"/>
                  </a:lnTo>
                  <a:lnTo>
                    <a:pt x="285050" y="15346"/>
                  </a:lnTo>
                  <a:lnTo>
                    <a:pt x="249419" y="13333"/>
                  </a:lnTo>
                  <a:lnTo>
                    <a:pt x="213787" y="11349"/>
                  </a:lnTo>
                  <a:lnTo>
                    <a:pt x="178156" y="9393"/>
                  </a:lnTo>
                  <a:lnTo>
                    <a:pt x="142525" y="7464"/>
                  </a:lnTo>
                  <a:lnTo>
                    <a:pt x="106893" y="5561"/>
                  </a:lnTo>
                  <a:lnTo>
                    <a:pt x="71262" y="3683"/>
                  </a:lnTo>
                  <a:lnTo>
                    <a:pt x="35631" y="183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559342"/>
              <a:ext cx="7090630" cy="1674934"/>
            </a:xfrm>
            <a:custGeom>
              <a:avLst/>
              <a:pathLst>
                <a:path w="7090630" h="1674934">
                  <a:moveTo>
                    <a:pt x="0" y="0"/>
                  </a:moveTo>
                  <a:lnTo>
                    <a:pt x="35631" y="17849"/>
                  </a:lnTo>
                  <a:lnTo>
                    <a:pt x="71262" y="35542"/>
                  </a:lnTo>
                  <a:lnTo>
                    <a:pt x="106893" y="53078"/>
                  </a:lnTo>
                  <a:lnTo>
                    <a:pt x="142525" y="70459"/>
                  </a:lnTo>
                  <a:lnTo>
                    <a:pt x="178156" y="87686"/>
                  </a:lnTo>
                  <a:lnTo>
                    <a:pt x="213787" y="104762"/>
                  </a:lnTo>
                  <a:lnTo>
                    <a:pt x="249419" y="121686"/>
                  </a:lnTo>
                  <a:lnTo>
                    <a:pt x="285050" y="138461"/>
                  </a:lnTo>
                  <a:lnTo>
                    <a:pt x="320681" y="155088"/>
                  </a:lnTo>
                  <a:lnTo>
                    <a:pt x="356313" y="171568"/>
                  </a:lnTo>
                  <a:lnTo>
                    <a:pt x="391944" y="187902"/>
                  </a:lnTo>
                  <a:lnTo>
                    <a:pt x="427575" y="204092"/>
                  </a:lnTo>
                  <a:lnTo>
                    <a:pt x="463206" y="220139"/>
                  </a:lnTo>
                  <a:lnTo>
                    <a:pt x="498838" y="236044"/>
                  </a:lnTo>
                  <a:lnTo>
                    <a:pt x="534469" y="251809"/>
                  </a:lnTo>
                  <a:lnTo>
                    <a:pt x="570100" y="267434"/>
                  </a:lnTo>
                  <a:lnTo>
                    <a:pt x="605732" y="282922"/>
                  </a:lnTo>
                  <a:lnTo>
                    <a:pt x="641363" y="298272"/>
                  </a:lnTo>
                  <a:lnTo>
                    <a:pt x="676994" y="313487"/>
                  </a:lnTo>
                  <a:lnTo>
                    <a:pt x="712626" y="328568"/>
                  </a:lnTo>
                  <a:lnTo>
                    <a:pt x="748257" y="343515"/>
                  </a:lnTo>
                  <a:lnTo>
                    <a:pt x="783888" y="358330"/>
                  </a:lnTo>
                  <a:lnTo>
                    <a:pt x="819520" y="373015"/>
                  </a:lnTo>
                  <a:lnTo>
                    <a:pt x="855151" y="387569"/>
                  </a:lnTo>
                  <a:lnTo>
                    <a:pt x="890782" y="401995"/>
                  </a:lnTo>
                  <a:lnTo>
                    <a:pt x="926413" y="416294"/>
                  </a:lnTo>
                  <a:lnTo>
                    <a:pt x="962045" y="430466"/>
                  </a:lnTo>
                  <a:lnTo>
                    <a:pt x="997676" y="444513"/>
                  </a:lnTo>
                  <a:lnTo>
                    <a:pt x="1033307" y="458436"/>
                  </a:lnTo>
                  <a:lnTo>
                    <a:pt x="1068939" y="472237"/>
                  </a:lnTo>
                  <a:lnTo>
                    <a:pt x="1104570" y="485915"/>
                  </a:lnTo>
                  <a:lnTo>
                    <a:pt x="1140201" y="499472"/>
                  </a:lnTo>
                  <a:lnTo>
                    <a:pt x="1175833" y="512909"/>
                  </a:lnTo>
                  <a:lnTo>
                    <a:pt x="1211464" y="526228"/>
                  </a:lnTo>
                  <a:lnTo>
                    <a:pt x="1247095" y="539429"/>
                  </a:lnTo>
                  <a:lnTo>
                    <a:pt x="1282727" y="552514"/>
                  </a:lnTo>
                  <a:lnTo>
                    <a:pt x="1318358" y="565483"/>
                  </a:lnTo>
                  <a:lnTo>
                    <a:pt x="1353989" y="578337"/>
                  </a:lnTo>
                  <a:lnTo>
                    <a:pt x="1389620" y="591078"/>
                  </a:lnTo>
                  <a:lnTo>
                    <a:pt x="1425252" y="603706"/>
                  </a:lnTo>
                  <a:lnTo>
                    <a:pt x="1460883" y="616223"/>
                  </a:lnTo>
                  <a:lnTo>
                    <a:pt x="1496514" y="628629"/>
                  </a:lnTo>
                  <a:lnTo>
                    <a:pt x="1532146" y="640925"/>
                  </a:lnTo>
                  <a:lnTo>
                    <a:pt x="1567777" y="653113"/>
                  </a:lnTo>
                  <a:lnTo>
                    <a:pt x="1603408" y="665193"/>
                  </a:lnTo>
                  <a:lnTo>
                    <a:pt x="1639040" y="677167"/>
                  </a:lnTo>
                  <a:lnTo>
                    <a:pt x="1674671" y="689034"/>
                  </a:lnTo>
                  <a:lnTo>
                    <a:pt x="1710302" y="700797"/>
                  </a:lnTo>
                  <a:lnTo>
                    <a:pt x="1745934" y="712456"/>
                  </a:lnTo>
                  <a:lnTo>
                    <a:pt x="1781565" y="724012"/>
                  </a:lnTo>
                  <a:lnTo>
                    <a:pt x="1817196" y="735466"/>
                  </a:lnTo>
                  <a:lnTo>
                    <a:pt x="1852827" y="746819"/>
                  </a:lnTo>
                  <a:lnTo>
                    <a:pt x="1888459" y="758071"/>
                  </a:lnTo>
                  <a:lnTo>
                    <a:pt x="1924090" y="769224"/>
                  </a:lnTo>
                  <a:lnTo>
                    <a:pt x="1959721" y="780278"/>
                  </a:lnTo>
                  <a:lnTo>
                    <a:pt x="1995353" y="791235"/>
                  </a:lnTo>
                  <a:lnTo>
                    <a:pt x="2030984" y="802095"/>
                  </a:lnTo>
                  <a:lnTo>
                    <a:pt x="2066615" y="812859"/>
                  </a:lnTo>
                  <a:lnTo>
                    <a:pt x="2102247" y="823528"/>
                  </a:lnTo>
                  <a:lnTo>
                    <a:pt x="2137878" y="834103"/>
                  </a:lnTo>
                  <a:lnTo>
                    <a:pt x="2173509" y="844584"/>
                  </a:lnTo>
                  <a:lnTo>
                    <a:pt x="2209141" y="854973"/>
                  </a:lnTo>
                  <a:lnTo>
                    <a:pt x="2244772" y="865270"/>
                  </a:lnTo>
                  <a:lnTo>
                    <a:pt x="2280403" y="875476"/>
                  </a:lnTo>
                  <a:lnTo>
                    <a:pt x="2316034" y="885591"/>
                  </a:lnTo>
                  <a:lnTo>
                    <a:pt x="2351666" y="895618"/>
                  </a:lnTo>
                  <a:lnTo>
                    <a:pt x="2387297" y="905556"/>
                  </a:lnTo>
                  <a:lnTo>
                    <a:pt x="2422928" y="915406"/>
                  </a:lnTo>
                  <a:lnTo>
                    <a:pt x="2458560" y="925169"/>
                  </a:lnTo>
                  <a:lnTo>
                    <a:pt x="2494191" y="934845"/>
                  </a:lnTo>
                  <a:lnTo>
                    <a:pt x="2529822" y="944437"/>
                  </a:lnTo>
                  <a:lnTo>
                    <a:pt x="2565454" y="953943"/>
                  </a:lnTo>
                  <a:lnTo>
                    <a:pt x="2601085" y="963366"/>
                  </a:lnTo>
                  <a:lnTo>
                    <a:pt x="2636716" y="972705"/>
                  </a:lnTo>
                  <a:lnTo>
                    <a:pt x="2672348" y="981962"/>
                  </a:lnTo>
                  <a:lnTo>
                    <a:pt x="2707979" y="991137"/>
                  </a:lnTo>
                  <a:lnTo>
                    <a:pt x="2743610" y="1000231"/>
                  </a:lnTo>
                  <a:lnTo>
                    <a:pt x="2779241" y="1009245"/>
                  </a:lnTo>
                  <a:lnTo>
                    <a:pt x="2814873" y="1018179"/>
                  </a:lnTo>
                  <a:lnTo>
                    <a:pt x="2850504" y="1027034"/>
                  </a:lnTo>
                  <a:lnTo>
                    <a:pt x="2886135" y="1035811"/>
                  </a:lnTo>
                  <a:lnTo>
                    <a:pt x="2921767" y="1044510"/>
                  </a:lnTo>
                  <a:lnTo>
                    <a:pt x="2957398" y="1053133"/>
                  </a:lnTo>
                  <a:lnTo>
                    <a:pt x="2993029" y="1061679"/>
                  </a:lnTo>
                  <a:lnTo>
                    <a:pt x="3028661" y="1070150"/>
                  </a:lnTo>
                  <a:lnTo>
                    <a:pt x="3064292" y="1078546"/>
                  </a:lnTo>
                  <a:lnTo>
                    <a:pt x="3099923" y="1086867"/>
                  </a:lnTo>
                  <a:lnTo>
                    <a:pt x="3135555" y="1095116"/>
                  </a:lnTo>
                  <a:lnTo>
                    <a:pt x="3171186" y="1103291"/>
                  </a:lnTo>
                  <a:lnTo>
                    <a:pt x="3206817" y="1111394"/>
                  </a:lnTo>
                  <a:lnTo>
                    <a:pt x="3242448" y="1119426"/>
                  </a:lnTo>
                  <a:lnTo>
                    <a:pt x="3278080" y="1127387"/>
                  </a:lnTo>
                  <a:lnTo>
                    <a:pt x="3313711" y="1135277"/>
                  </a:lnTo>
                  <a:lnTo>
                    <a:pt x="3349342" y="1143097"/>
                  </a:lnTo>
                  <a:lnTo>
                    <a:pt x="3384974" y="1150849"/>
                  </a:lnTo>
                  <a:lnTo>
                    <a:pt x="3420605" y="1158532"/>
                  </a:lnTo>
                  <a:lnTo>
                    <a:pt x="3456236" y="1166147"/>
                  </a:lnTo>
                  <a:lnTo>
                    <a:pt x="3491868" y="1173695"/>
                  </a:lnTo>
                  <a:lnTo>
                    <a:pt x="3527499" y="1181176"/>
                  </a:lnTo>
                  <a:lnTo>
                    <a:pt x="3563130" y="1188591"/>
                  </a:lnTo>
                  <a:lnTo>
                    <a:pt x="3598762" y="1195941"/>
                  </a:lnTo>
                  <a:lnTo>
                    <a:pt x="3634393" y="1203226"/>
                  </a:lnTo>
                  <a:lnTo>
                    <a:pt x="3670024" y="1210446"/>
                  </a:lnTo>
                  <a:lnTo>
                    <a:pt x="3705655" y="1217603"/>
                  </a:lnTo>
                  <a:lnTo>
                    <a:pt x="3741287" y="1224696"/>
                  </a:lnTo>
                  <a:lnTo>
                    <a:pt x="3776918" y="1231727"/>
                  </a:lnTo>
                  <a:lnTo>
                    <a:pt x="3812549" y="1238695"/>
                  </a:lnTo>
                  <a:lnTo>
                    <a:pt x="3848181" y="1245602"/>
                  </a:lnTo>
                  <a:lnTo>
                    <a:pt x="3883812" y="1252448"/>
                  </a:lnTo>
                  <a:lnTo>
                    <a:pt x="3919443" y="1259234"/>
                  </a:lnTo>
                  <a:lnTo>
                    <a:pt x="3955075" y="1265959"/>
                  </a:lnTo>
                  <a:lnTo>
                    <a:pt x="3990706" y="1272625"/>
                  </a:lnTo>
                  <a:lnTo>
                    <a:pt x="4026337" y="1279233"/>
                  </a:lnTo>
                  <a:lnTo>
                    <a:pt x="4061968" y="1285781"/>
                  </a:lnTo>
                  <a:lnTo>
                    <a:pt x="4097600" y="1292272"/>
                  </a:lnTo>
                  <a:lnTo>
                    <a:pt x="4133231" y="1298706"/>
                  </a:lnTo>
                  <a:lnTo>
                    <a:pt x="4168862" y="1305083"/>
                  </a:lnTo>
                  <a:lnTo>
                    <a:pt x="4204494" y="1311403"/>
                  </a:lnTo>
                  <a:lnTo>
                    <a:pt x="4240125" y="1317668"/>
                  </a:lnTo>
                  <a:lnTo>
                    <a:pt x="4275756" y="1323877"/>
                  </a:lnTo>
                  <a:lnTo>
                    <a:pt x="4311388" y="1330032"/>
                  </a:lnTo>
                  <a:lnTo>
                    <a:pt x="4347019" y="1336132"/>
                  </a:lnTo>
                  <a:lnTo>
                    <a:pt x="4382650" y="1342178"/>
                  </a:lnTo>
                  <a:lnTo>
                    <a:pt x="4418282" y="1348171"/>
                  </a:lnTo>
                  <a:lnTo>
                    <a:pt x="4453913" y="1354111"/>
                  </a:lnTo>
                  <a:lnTo>
                    <a:pt x="4489544" y="1359998"/>
                  </a:lnTo>
                  <a:lnTo>
                    <a:pt x="4525175" y="1365834"/>
                  </a:lnTo>
                  <a:lnTo>
                    <a:pt x="4560807" y="1371617"/>
                  </a:lnTo>
                  <a:lnTo>
                    <a:pt x="4596438" y="1377350"/>
                  </a:lnTo>
                  <a:lnTo>
                    <a:pt x="4632069" y="1383032"/>
                  </a:lnTo>
                  <a:lnTo>
                    <a:pt x="4667701" y="1388664"/>
                  </a:lnTo>
                  <a:lnTo>
                    <a:pt x="4703332" y="1394246"/>
                  </a:lnTo>
                  <a:lnTo>
                    <a:pt x="4738963" y="1399779"/>
                  </a:lnTo>
                  <a:lnTo>
                    <a:pt x="4774595" y="1405263"/>
                  </a:lnTo>
                  <a:lnTo>
                    <a:pt x="4810226" y="1410698"/>
                  </a:lnTo>
                  <a:lnTo>
                    <a:pt x="4845857" y="1416086"/>
                  </a:lnTo>
                  <a:lnTo>
                    <a:pt x="4881489" y="1421426"/>
                  </a:lnTo>
                  <a:lnTo>
                    <a:pt x="4917120" y="1426718"/>
                  </a:lnTo>
                  <a:lnTo>
                    <a:pt x="4952751" y="1431964"/>
                  </a:lnTo>
                  <a:lnTo>
                    <a:pt x="4988382" y="1437164"/>
                  </a:lnTo>
                  <a:lnTo>
                    <a:pt x="5024014" y="1442318"/>
                  </a:lnTo>
                  <a:lnTo>
                    <a:pt x="5059645" y="1447426"/>
                  </a:lnTo>
                  <a:lnTo>
                    <a:pt x="5095276" y="1452489"/>
                  </a:lnTo>
                  <a:lnTo>
                    <a:pt x="5130908" y="1457507"/>
                  </a:lnTo>
                  <a:lnTo>
                    <a:pt x="5166539" y="1462481"/>
                  </a:lnTo>
                  <a:lnTo>
                    <a:pt x="5202170" y="1467411"/>
                  </a:lnTo>
                  <a:lnTo>
                    <a:pt x="5237802" y="1472298"/>
                  </a:lnTo>
                  <a:lnTo>
                    <a:pt x="5273433" y="1477141"/>
                  </a:lnTo>
                  <a:lnTo>
                    <a:pt x="5309064" y="1481941"/>
                  </a:lnTo>
                  <a:lnTo>
                    <a:pt x="5344696" y="1486699"/>
                  </a:lnTo>
                  <a:lnTo>
                    <a:pt x="5380327" y="1491415"/>
                  </a:lnTo>
                  <a:lnTo>
                    <a:pt x="5415958" y="1496090"/>
                  </a:lnTo>
                  <a:lnTo>
                    <a:pt x="5451589" y="1500723"/>
                  </a:lnTo>
                  <a:lnTo>
                    <a:pt x="5487221" y="1505315"/>
                  </a:lnTo>
                  <a:lnTo>
                    <a:pt x="5522852" y="1509867"/>
                  </a:lnTo>
                  <a:lnTo>
                    <a:pt x="5558483" y="1514378"/>
                  </a:lnTo>
                  <a:lnTo>
                    <a:pt x="5594115" y="1518850"/>
                  </a:lnTo>
                  <a:lnTo>
                    <a:pt x="5629746" y="1523282"/>
                  </a:lnTo>
                  <a:lnTo>
                    <a:pt x="5665377" y="1527674"/>
                  </a:lnTo>
                  <a:lnTo>
                    <a:pt x="5701009" y="1532029"/>
                  </a:lnTo>
                  <a:lnTo>
                    <a:pt x="5736640" y="1536344"/>
                  </a:lnTo>
                  <a:lnTo>
                    <a:pt x="5772271" y="1540622"/>
                  </a:lnTo>
                  <a:lnTo>
                    <a:pt x="5807903" y="1544861"/>
                  </a:lnTo>
                  <a:lnTo>
                    <a:pt x="5843534" y="1549064"/>
                  </a:lnTo>
                  <a:lnTo>
                    <a:pt x="5879165" y="1553229"/>
                  </a:lnTo>
                  <a:lnTo>
                    <a:pt x="5914796" y="1557357"/>
                  </a:lnTo>
                  <a:lnTo>
                    <a:pt x="5950428" y="1561449"/>
                  </a:lnTo>
                  <a:lnTo>
                    <a:pt x="5986059" y="1565505"/>
                  </a:lnTo>
                  <a:lnTo>
                    <a:pt x="6021690" y="1569524"/>
                  </a:lnTo>
                  <a:lnTo>
                    <a:pt x="6057322" y="1573509"/>
                  </a:lnTo>
                  <a:lnTo>
                    <a:pt x="6092953" y="1577458"/>
                  </a:lnTo>
                  <a:lnTo>
                    <a:pt x="6128584" y="1581372"/>
                  </a:lnTo>
                  <a:lnTo>
                    <a:pt x="6164216" y="1585252"/>
                  </a:lnTo>
                  <a:lnTo>
                    <a:pt x="6199847" y="1589097"/>
                  </a:lnTo>
                  <a:lnTo>
                    <a:pt x="6235478" y="1592909"/>
                  </a:lnTo>
                  <a:lnTo>
                    <a:pt x="6271110" y="1596686"/>
                  </a:lnTo>
                  <a:lnTo>
                    <a:pt x="6306741" y="1600431"/>
                  </a:lnTo>
                  <a:lnTo>
                    <a:pt x="6342372" y="1604142"/>
                  </a:lnTo>
                  <a:lnTo>
                    <a:pt x="6378003" y="1607821"/>
                  </a:lnTo>
                  <a:lnTo>
                    <a:pt x="6413635" y="1611467"/>
                  </a:lnTo>
                  <a:lnTo>
                    <a:pt x="6449266" y="1615081"/>
                  </a:lnTo>
                  <a:lnTo>
                    <a:pt x="6484897" y="1618662"/>
                  </a:lnTo>
                  <a:lnTo>
                    <a:pt x="6520529" y="1622213"/>
                  </a:lnTo>
                  <a:lnTo>
                    <a:pt x="6556160" y="1625732"/>
                  </a:lnTo>
                  <a:lnTo>
                    <a:pt x="6591791" y="1629219"/>
                  </a:lnTo>
                  <a:lnTo>
                    <a:pt x="6627423" y="1632676"/>
                  </a:lnTo>
                  <a:lnTo>
                    <a:pt x="6663054" y="1636103"/>
                  </a:lnTo>
                  <a:lnTo>
                    <a:pt x="6698685" y="1639499"/>
                  </a:lnTo>
                  <a:lnTo>
                    <a:pt x="6734317" y="1642865"/>
                  </a:lnTo>
                  <a:lnTo>
                    <a:pt x="6769948" y="1646202"/>
                  </a:lnTo>
                  <a:lnTo>
                    <a:pt x="6805579" y="1649509"/>
                  </a:lnTo>
                  <a:lnTo>
                    <a:pt x="6841210" y="1652786"/>
                  </a:lnTo>
                  <a:lnTo>
                    <a:pt x="6876842" y="1656035"/>
                  </a:lnTo>
                  <a:lnTo>
                    <a:pt x="6912473" y="1659255"/>
                  </a:lnTo>
                  <a:lnTo>
                    <a:pt x="6948104" y="1662447"/>
                  </a:lnTo>
                  <a:lnTo>
                    <a:pt x="6983736" y="1665610"/>
                  </a:lnTo>
                  <a:lnTo>
                    <a:pt x="7019367" y="1668746"/>
                  </a:lnTo>
                  <a:lnTo>
                    <a:pt x="7054998" y="1671854"/>
                  </a:lnTo>
                  <a:lnTo>
                    <a:pt x="7090630" y="167493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3533185"/>
              <a:ext cx="7090630" cy="1602105"/>
            </a:xfrm>
            <a:custGeom>
              <a:avLst/>
              <a:pathLst>
                <a:path w="7090630" h="1602105">
                  <a:moveTo>
                    <a:pt x="0" y="0"/>
                  </a:moveTo>
                  <a:lnTo>
                    <a:pt x="35631" y="13915"/>
                  </a:lnTo>
                  <a:lnTo>
                    <a:pt x="71262" y="27735"/>
                  </a:lnTo>
                  <a:lnTo>
                    <a:pt x="106893" y="41461"/>
                  </a:lnTo>
                  <a:lnTo>
                    <a:pt x="142525" y="55095"/>
                  </a:lnTo>
                  <a:lnTo>
                    <a:pt x="178156" y="68635"/>
                  </a:lnTo>
                  <a:lnTo>
                    <a:pt x="213787" y="82083"/>
                  </a:lnTo>
                  <a:lnTo>
                    <a:pt x="249419" y="95440"/>
                  </a:lnTo>
                  <a:lnTo>
                    <a:pt x="285050" y="108706"/>
                  </a:lnTo>
                  <a:lnTo>
                    <a:pt x="320681" y="121882"/>
                  </a:lnTo>
                  <a:lnTo>
                    <a:pt x="356313" y="134969"/>
                  </a:lnTo>
                  <a:lnTo>
                    <a:pt x="391944" y="147966"/>
                  </a:lnTo>
                  <a:lnTo>
                    <a:pt x="427575" y="160875"/>
                  </a:lnTo>
                  <a:lnTo>
                    <a:pt x="463206" y="173696"/>
                  </a:lnTo>
                  <a:lnTo>
                    <a:pt x="498838" y="186431"/>
                  </a:lnTo>
                  <a:lnTo>
                    <a:pt x="534469" y="199078"/>
                  </a:lnTo>
                  <a:lnTo>
                    <a:pt x="570100" y="211640"/>
                  </a:lnTo>
                  <a:lnTo>
                    <a:pt x="605732" y="224116"/>
                  </a:lnTo>
                  <a:lnTo>
                    <a:pt x="641363" y="236507"/>
                  </a:lnTo>
                  <a:lnTo>
                    <a:pt x="676994" y="248814"/>
                  </a:lnTo>
                  <a:lnTo>
                    <a:pt x="712626" y="261038"/>
                  </a:lnTo>
                  <a:lnTo>
                    <a:pt x="748257" y="273178"/>
                  </a:lnTo>
                  <a:lnTo>
                    <a:pt x="783888" y="285236"/>
                  </a:lnTo>
                  <a:lnTo>
                    <a:pt x="819520" y="297211"/>
                  </a:lnTo>
                  <a:lnTo>
                    <a:pt x="855151" y="309106"/>
                  </a:lnTo>
                  <a:lnTo>
                    <a:pt x="890782" y="320919"/>
                  </a:lnTo>
                  <a:lnTo>
                    <a:pt x="926413" y="332652"/>
                  </a:lnTo>
                  <a:lnTo>
                    <a:pt x="962045" y="344306"/>
                  </a:lnTo>
                  <a:lnTo>
                    <a:pt x="997676" y="355880"/>
                  </a:lnTo>
                  <a:lnTo>
                    <a:pt x="1033307" y="367376"/>
                  </a:lnTo>
                  <a:lnTo>
                    <a:pt x="1068939" y="378799"/>
                  </a:lnTo>
                  <a:lnTo>
                    <a:pt x="1104570" y="390152"/>
                  </a:lnTo>
                  <a:lnTo>
                    <a:pt x="1140201" y="401439"/>
                  </a:lnTo>
                  <a:lnTo>
                    <a:pt x="1175833" y="412665"/>
                  </a:lnTo>
                  <a:lnTo>
                    <a:pt x="1211464" y="423833"/>
                  </a:lnTo>
                  <a:lnTo>
                    <a:pt x="1247095" y="434948"/>
                  </a:lnTo>
                  <a:lnTo>
                    <a:pt x="1282727" y="446012"/>
                  </a:lnTo>
                  <a:lnTo>
                    <a:pt x="1318358" y="457031"/>
                  </a:lnTo>
                  <a:lnTo>
                    <a:pt x="1353989" y="468006"/>
                  </a:lnTo>
                  <a:lnTo>
                    <a:pt x="1389620" y="478942"/>
                  </a:lnTo>
                  <a:lnTo>
                    <a:pt x="1425252" y="489843"/>
                  </a:lnTo>
                  <a:lnTo>
                    <a:pt x="1460883" y="500710"/>
                  </a:lnTo>
                  <a:lnTo>
                    <a:pt x="1496514" y="511548"/>
                  </a:lnTo>
                  <a:lnTo>
                    <a:pt x="1532146" y="522359"/>
                  </a:lnTo>
                  <a:lnTo>
                    <a:pt x="1567777" y="533147"/>
                  </a:lnTo>
                  <a:lnTo>
                    <a:pt x="1603408" y="543914"/>
                  </a:lnTo>
                  <a:lnTo>
                    <a:pt x="1639040" y="554663"/>
                  </a:lnTo>
                  <a:lnTo>
                    <a:pt x="1674671" y="565397"/>
                  </a:lnTo>
                  <a:lnTo>
                    <a:pt x="1710302" y="576118"/>
                  </a:lnTo>
                  <a:lnTo>
                    <a:pt x="1745934" y="586829"/>
                  </a:lnTo>
                  <a:lnTo>
                    <a:pt x="1781565" y="597532"/>
                  </a:lnTo>
                  <a:lnTo>
                    <a:pt x="1817196" y="608230"/>
                  </a:lnTo>
                  <a:lnTo>
                    <a:pt x="1852827" y="618924"/>
                  </a:lnTo>
                  <a:lnTo>
                    <a:pt x="1888459" y="629618"/>
                  </a:lnTo>
                  <a:lnTo>
                    <a:pt x="1924090" y="640313"/>
                  </a:lnTo>
                  <a:lnTo>
                    <a:pt x="1959721" y="651010"/>
                  </a:lnTo>
                  <a:lnTo>
                    <a:pt x="1995353" y="661713"/>
                  </a:lnTo>
                  <a:lnTo>
                    <a:pt x="2030984" y="672422"/>
                  </a:lnTo>
                  <a:lnTo>
                    <a:pt x="2066615" y="683140"/>
                  </a:lnTo>
                  <a:lnTo>
                    <a:pt x="2102247" y="693868"/>
                  </a:lnTo>
                  <a:lnTo>
                    <a:pt x="2137878" y="704607"/>
                  </a:lnTo>
                  <a:lnTo>
                    <a:pt x="2173509" y="715359"/>
                  </a:lnTo>
                  <a:lnTo>
                    <a:pt x="2209141" y="726125"/>
                  </a:lnTo>
                  <a:lnTo>
                    <a:pt x="2244772" y="736907"/>
                  </a:lnTo>
                  <a:lnTo>
                    <a:pt x="2280403" y="747706"/>
                  </a:lnTo>
                  <a:lnTo>
                    <a:pt x="2316034" y="758522"/>
                  </a:lnTo>
                  <a:lnTo>
                    <a:pt x="2351666" y="769358"/>
                  </a:lnTo>
                  <a:lnTo>
                    <a:pt x="2387297" y="780213"/>
                  </a:lnTo>
                  <a:lnTo>
                    <a:pt x="2422928" y="791089"/>
                  </a:lnTo>
                  <a:lnTo>
                    <a:pt x="2458560" y="801986"/>
                  </a:lnTo>
                  <a:lnTo>
                    <a:pt x="2494191" y="812904"/>
                  </a:lnTo>
                  <a:lnTo>
                    <a:pt x="2529822" y="823846"/>
                  </a:lnTo>
                  <a:lnTo>
                    <a:pt x="2565454" y="834810"/>
                  </a:lnTo>
                  <a:lnTo>
                    <a:pt x="2601085" y="845798"/>
                  </a:lnTo>
                  <a:lnTo>
                    <a:pt x="2636716" y="856810"/>
                  </a:lnTo>
                  <a:lnTo>
                    <a:pt x="2672348" y="867845"/>
                  </a:lnTo>
                  <a:lnTo>
                    <a:pt x="2707979" y="878904"/>
                  </a:lnTo>
                  <a:lnTo>
                    <a:pt x="2743610" y="889988"/>
                  </a:lnTo>
                  <a:lnTo>
                    <a:pt x="2779241" y="901095"/>
                  </a:lnTo>
                  <a:lnTo>
                    <a:pt x="2814873" y="912227"/>
                  </a:lnTo>
                  <a:lnTo>
                    <a:pt x="2850504" y="923382"/>
                  </a:lnTo>
                  <a:lnTo>
                    <a:pt x="2886135" y="934561"/>
                  </a:lnTo>
                  <a:lnTo>
                    <a:pt x="2921767" y="945762"/>
                  </a:lnTo>
                  <a:lnTo>
                    <a:pt x="2957398" y="956987"/>
                  </a:lnTo>
                  <a:lnTo>
                    <a:pt x="2993029" y="968233"/>
                  </a:lnTo>
                  <a:lnTo>
                    <a:pt x="3028661" y="979501"/>
                  </a:lnTo>
                  <a:lnTo>
                    <a:pt x="3064292" y="990790"/>
                  </a:lnTo>
                  <a:lnTo>
                    <a:pt x="3099923" y="1002098"/>
                  </a:lnTo>
                  <a:lnTo>
                    <a:pt x="3135555" y="1013426"/>
                  </a:lnTo>
                  <a:lnTo>
                    <a:pt x="3171186" y="1024773"/>
                  </a:lnTo>
                  <a:lnTo>
                    <a:pt x="3206817" y="1036136"/>
                  </a:lnTo>
                  <a:lnTo>
                    <a:pt x="3242448" y="1047516"/>
                  </a:lnTo>
                  <a:lnTo>
                    <a:pt x="3278080" y="1058910"/>
                  </a:lnTo>
                  <a:lnTo>
                    <a:pt x="3313711" y="1070319"/>
                  </a:lnTo>
                  <a:lnTo>
                    <a:pt x="3349342" y="1081740"/>
                  </a:lnTo>
                  <a:lnTo>
                    <a:pt x="3384974" y="1093172"/>
                  </a:lnTo>
                  <a:lnTo>
                    <a:pt x="3420605" y="1104615"/>
                  </a:lnTo>
                  <a:lnTo>
                    <a:pt x="3456236" y="1116065"/>
                  </a:lnTo>
                  <a:lnTo>
                    <a:pt x="3491868" y="1127522"/>
                  </a:lnTo>
                  <a:lnTo>
                    <a:pt x="3527499" y="1138981"/>
                  </a:lnTo>
                  <a:lnTo>
                    <a:pt x="3563130" y="1150427"/>
                  </a:lnTo>
                  <a:lnTo>
                    <a:pt x="3598762" y="1161847"/>
                  </a:lnTo>
                  <a:lnTo>
                    <a:pt x="3634393" y="1173226"/>
                  </a:lnTo>
                  <a:lnTo>
                    <a:pt x="3670024" y="1184553"/>
                  </a:lnTo>
                  <a:lnTo>
                    <a:pt x="3705655" y="1195814"/>
                  </a:lnTo>
                  <a:lnTo>
                    <a:pt x="3741287" y="1206998"/>
                  </a:lnTo>
                  <a:lnTo>
                    <a:pt x="3776918" y="1218093"/>
                  </a:lnTo>
                  <a:lnTo>
                    <a:pt x="3812549" y="1229090"/>
                  </a:lnTo>
                  <a:lnTo>
                    <a:pt x="3848181" y="1239977"/>
                  </a:lnTo>
                  <a:lnTo>
                    <a:pt x="3883812" y="1250746"/>
                  </a:lnTo>
                  <a:lnTo>
                    <a:pt x="3919443" y="1261388"/>
                  </a:lnTo>
                  <a:lnTo>
                    <a:pt x="3955075" y="1271894"/>
                  </a:lnTo>
                  <a:lnTo>
                    <a:pt x="3990706" y="1282256"/>
                  </a:lnTo>
                  <a:lnTo>
                    <a:pt x="4026337" y="1292467"/>
                  </a:lnTo>
                  <a:lnTo>
                    <a:pt x="4061968" y="1302520"/>
                  </a:lnTo>
                  <a:lnTo>
                    <a:pt x="4097600" y="1312408"/>
                  </a:lnTo>
                  <a:lnTo>
                    <a:pt x="4133231" y="1322126"/>
                  </a:lnTo>
                  <a:lnTo>
                    <a:pt x="4168862" y="1331667"/>
                  </a:lnTo>
                  <a:lnTo>
                    <a:pt x="4204494" y="1341027"/>
                  </a:lnTo>
                  <a:lnTo>
                    <a:pt x="4240125" y="1350201"/>
                  </a:lnTo>
                  <a:lnTo>
                    <a:pt x="4275756" y="1359184"/>
                  </a:lnTo>
                  <a:lnTo>
                    <a:pt x="4311388" y="1367972"/>
                  </a:lnTo>
                  <a:lnTo>
                    <a:pt x="4347019" y="1376562"/>
                  </a:lnTo>
                  <a:lnTo>
                    <a:pt x="4382650" y="1384949"/>
                  </a:lnTo>
                  <a:lnTo>
                    <a:pt x="4418282" y="1393130"/>
                  </a:lnTo>
                  <a:lnTo>
                    <a:pt x="4453913" y="1401103"/>
                  </a:lnTo>
                  <a:lnTo>
                    <a:pt x="4489544" y="1408865"/>
                  </a:lnTo>
                  <a:lnTo>
                    <a:pt x="4525175" y="1416412"/>
                  </a:lnTo>
                  <a:lnTo>
                    <a:pt x="4560807" y="1423744"/>
                  </a:lnTo>
                  <a:lnTo>
                    <a:pt x="4596438" y="1430856"/>
                  </a:lnTo>
                  <a:lnTo>
                    <a:pt x="4632069" y="1437748"/>
                  </a:lnTo>
                  <a:lnTo>
                    <a:pt x="4667701" y="1444418"/>
                  </a:lnTo>
                  <a:lnTo>
                    <a:pt x="4703332" y="1450864"/>
                  </a:lnTo>
                  <a:lnTo>
                    <a:pt x="4738963" y="1457083"/>
                  </a:lnTo>
                  <a:lnTo>
                    <a:pt x="4774595" y="1463075"/>
                  </a:lnTo>
                  <a:lnTo>
                    <a:pt x="4810226" y="1468838"/>
                  </a:lnTo>
                  <a:lnTo>
                    <a:pt x="4845857" y="1474376"/>
                  </a:lnTo>
                  <a:lnTo>
                    <a:pt x="4881489" y="1479697"/>
                  </a:lnTo>
                  <a:lnTo>
                    <a:pt x="4917120" y="1484810"/>
                  </a:lnTo>
                  <a:lnTo>
                    <a:pt x="4952751" y="1489723"/>
                  </a:lnTo>
                  <a:lnTo>
                    <a:pt x="4988382" y="1494442"/>
                  </a:lnTo>
                  <a:lnTo>
                    <a:pt x="5024014" y="1498975"/>
                  </a:lnTo>
                  <a:lnTo>
                    <a:pt x="5059645" y="1503329"/>
                  </a:lnTo>
                  <a:lnTo>
                    <a:pt x="5095276" y="1507511"/>
                  </a:lnTo>
                  <a:lnTo>
                    <a:pt x="5130908" y="1511527"/>
                  </a:lnTo>
                  <a:lnTo>
                    <a:pt x="5166539" y="1515383"/>
                  </a:lnTo>
                  <a:lnTo>
                    <a:pt x="5202170" y="1519085"/>
                  </a:lnTo>
                  <a:lnTo>
                    <a:pt x="5237802" y="1522638"/>
                  </a:lnTo>
                  <a:lnTo>
                    <a:pt x="5273433" y="1526049"/>
                  </a:lnTo>
                  <a:lnTo>
                    <a:pt x="5309064" y="1529323"/>
                  </a:lnTo>
                  <a:lnTo>
                    <a:pt x="5344696" y="1532464"/>
                  </a:lnTo>
                  <a:lnTo>
                    <a:pt x="5380327" y="1535478"/>
                  </a:lnTo>
                  <a:lnTo>
                    <a:pt x="5415958" y="1538370"/>
                  </a:lnTo>
                  <a:lnTo>
                    <a:pt x="5451589" y="1541144"/>
                  </a:lnTo>
                  <a:lnTo>
                    <a:pt x="5487221" y="1543804"/>
                  </a:lnTo>
                  <a:lnTo>
                    <a:pt x="5522852" y="1546356"/>
                  </a:lnTo>
                  <a:lnTo>
                    <a:pt x="5558483" y="1548803"/>
                  </a:lnTo>
                  <a:lnTo>
                    <a:pt x="5594115" y="1551149"/>
                  </a:lnTo>
                  <a:lnTo>
                    <a:pt x="5629746" y="1553399"/>
                  </a:lnTo>
                  <a:lnTo>
                    <a:pt x="5665377" y="1555556"/>
                  </a:lnTo>
                  <a:lnTo>
                    <a:pt x="5701009" y="1557624"/>
                  </a:lnTo>
                  <a:lnTo>
                    <a:pt x="5736640" y="1559607"/>
                  </a:lnTo>
                  <a:lnTo>
                    <a:pt x="5772271" y="1561508"/>
                  </a:lnTo>
                  <a:lnTo>
                    <a:pt x="5807903" y="1563332"/>
                  </a:lnTo>
                  <a:lnTo>
                    <a:pt x="5843534" y="1565081"/>
                  </a:lnTo>
                  <a:lnTo>
                    <a:pt x="5879165" y="1566759"/>
                  </a:lnTo>
                  <a:lnTo>
                    <a:pt x="5914796" y="1568370"/>
                  </a:lnTo>
                  <a:lnTo>
                    <a:pt x="5950428" y="1569915"/>
                  </a:lnTo>
                  <a:lnTo>
                    <a:pt x="5986059" y="1571400"/>
                  </a:lnTo>
                  <a:lnTo>
                    <a:pt x="6021690" y="1572826"/>
                  </a:lnTo>
                  <a:lnTo>
                    <a:pt x="6057322" y="1574197"/>
                  </a:lnTo>
                  <a:lnTo>
                    <a:pt x="6092953" y="1575516"/>
                  </a:lnTo>
                  <a:lnTo>
                    <a:pt x="6128584" y="1576787"/>
                  </a:lnTo>
                  <a:lnTo>
                    <a:pt x="6164216" y="1578011"/>
                  </a:lnTo>
                  <a:lnTo>
                    <a:pt x="6199847" y="1579191"/>
                  </a:lnTo>
                  <a:lnTo>
                    <a:pt x="6235478" y="1580332"/>
                  </a:lnTo>
                  <a:lnTo>
                    <a:pt x="6271110" y="1581435"/>
                  </a:lnTo>
                  <a:lnTo>
                    <a:pt x="6306741" y="1582503"/>
                  </a:lnTo>
                  <a:lnTo>
                    <a:pt x="6342372" y="1583539"/>
                  </a:lnTo>
                  <a:lnTo>
                    <a:pt x="6378003" y="1584546"/>
                  </a:lnTo>
                  <a:lnTo>
                    <a:pt x="6413635" y="1585527"/>
                  </a:lnTo>
                  <a:lnTo>
                    <a:pt x="6449266" y="1586484"/>
                  </a:lnTo>
                  <a:lnTo>
                    <a:pt x="6484897" y="1587419"/>
                  </a:lnTo>
                  <a:lnTo>
                    <a:pt x="6520529" y="1588336"/>
                  </a:lnTo>
                  <a:lnTo>
                    <a:pt x="6556160" y="1589237"/>
                  </a:lnTo>
                  <a:lnTo>
                    <a:pt x="6591791" y="1590125"/>
                  </a:lnTo>
                  <a:lnTo>
                    <a:pt x="6627423" y="1591002"/>
                  </a:lnTo>
                  <a:lnTo>
                    <a:pt x="6663054" y="1591871"/>
                  </a:lnTo>
                  <a:lnTo>
                    <a:pt x="6698685" y="1592735"/>
                  </a:lnTo>
                  <a:lnTo>
                    <a:pt x="6734317" y="1593595"/>
                  </a:lnTo>
                  <a:lnTo>
                    <a:pt x="6769948" y="1594453"/>
                  </a:lnTo>
                  <a:lnTo>
                    <a:pt x="6805579" y="1595310"/>
                  </a:lnTo>
                  <a:lnTo>
                    <a:pt x="6841210" y="1596165"/>
                  </a:lnTo>
                  <a:lnTo>
                    <a:pt x="6876842" y="1597018"/>
                  </a:lnTo>
                  <a:lnTo>
                    <a:pt x="6912473" y="1597870"/>
                  </a:lnTo>
                  <a:lnTo>
                    <a:pt x="6948104" y="1598720"/>
                  </a:lnTo>
                  <a:lnTo>
                    <a:pt x="6983736" y="1599569"/>
                  </a:lnTo>
                  <a:lnTo>
                    <a:pt x="7019367" y="1600416"/>
                  </a:lnTo>
                  <a:lnTo>
                    <a:pt x="7054998" y="1601261"/>
                  </a:lnTo>
                  <a:lnTo>
                    <a:pt x="7090630" y="1602105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8635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336018" y="2571315"/>
              <a:ext cx="0" cy="3151827"/>
            </a:xfrm>
            <a:custGeom>
              <a:avLst/>
              <a:pathLst>
                <a:path w="0" h="3151827">
                  <a:moveTo>
                    <a:pt x="0" y="31518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165601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656882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962846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7892587" y="5628587"/>
              <a:ext cx="0" cy="94554"/>
            </a:xfrm>
            <a:custGeom>
              <a:avLst/>
              <a:pathLst>
                <a:path w="0" h="94554">
                  <a:moveTo>
                    <a:pt x="0" y="94554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692708" y="553982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48235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92708" y="410717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92708" y="339085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92708" y="267452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1460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96881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791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614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443713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53096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610129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69240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74684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2743814" y="5925448"/>
              <a:ext cx="39470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difference, log scale (%): 100 × ln(CKD-EPI Cr-Cys / CG)</a:t>
              </a:r>
            </a:p>
          </p:txBody>
        </p:sp>
        <p:sp>
          <p:nvSpPr>
            <p:cNvPr id="57" name="tx57"/>
            <p:cNvSpPr/>
            <p:nvPr/>
          </p:nvSpPr>
          <p:spPr>
            <a:xfrm rot="-5400000">
              <a:off x="68446" y="4097119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41141" y="225282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4264966" y="225282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3608241" y="2212769"/>
              <a:ext cx="565190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Linear term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4532066" y="2212769"/>
              <a:ext cx="158346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Restricted cubic spline (4 knots)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17517" y="1896563"/>
              <a:ext cx="568921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Spline: p non-linear = 0.199 (2 df), p overall = &lt;0.001 (3 df)  |  Linear: subHR per 10 % decline = 1.23 (1.15-1.31)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17517" y="1669789"/>
              <a:ext cx="12199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2026-10-08T16:28:03Z</dcterms:modified>
  <cp:category/>
</cp:coreProperties>
</file>