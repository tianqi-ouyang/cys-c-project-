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22171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5053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78906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307274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7987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14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43090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71458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571315"/>
              <a:ext cx="7090630" cy="2698186"/>
            </a:xfrm>
            <a:custGeom>
              <a:avLst/>
              <a:pathLst>
                <a:path w="7090630" h="2698186">
                  <a:moveTo>
                    <a:pt x="651642" y="0"/>
                  </a:moveTo>
                  <a:lnTo>
                    <a:pt x="676994" y="28508"/>
                  </a:lnTo>
                  <a:lnTo>
                    <a:pt x="712626" y="67910"/>
                  </a:lnTo>
                  <a:lnTo>
                    <a:pt x="748257" y="106655"/>
                  </a:lnTo>
                  <a:lnTo>
                    <a:pt x="783888" y="144749"/>
                  </a:lnTo>
                  <a:lnTo>
                    <a:pt x="819520" y="182199"/>
                  </a:lnTo>
                  <a:lnTo>
                    <a:pt x="855151" y="219012"/>
                  </a:lnTo>
                  <a:lnTo>
                    <a:pt x="890782" y="255194"/>
                  </a:lnTo>
                  <a:lnTo>
                    <a:pt x="926413" y="290750"/>
                  </a:lnTo>
                  <a:lnTo>
                    <a:pt x="962045" y="325687"/>
                  </a:lnTo>
                  <a:lnTo>
                    <a:pt x="997676" y="360011"/>
                  </a:lnTo>
                  <a:lnTo>
                    <a:pt x="1033307" y="393727"/>
                  </a:lnTo>
                  <a:lnTo>
                    <a:pt x="1068939" y="426845"/>
                  </a:lnTo>
                  <a:lnTo>
                    <a:pt x="1104570" y="459375"/>
                  </a:lnTo>
                  <a:lnTo>
                    <a:pt x="1140201" y="491326"/>
                  </a:lnTo>
                  <a:lnTo>
                    <a:pt x="1175833" y="522709"/>
                  </a:lnTo>
                  <a:lnTo>
                    <a:pt x="1211464" y="553533"/>
                  </a:lnTo>
                  <a:lnTo>
                    <a:pt x="1247095" y="583810"/>
                  </a:lnTo>
                  <a:lnTo>
                    <a:pt x="1282727" y="613549"/>
                  </a:lnTo>
                  <a:lnTo>
                    <a:pt x="1318358" y="642762"/>
                  </a:lnTo>
                  <a:lnTo>
                    <a:pt x="1353989" y="671461"/>
                  </a:lnTo>
                  <a:lnTo>
                    <a:pt x="1389620" y="699655"/>
                  </a:lnTo>
                  <a:lnTo>
                    <a:pt x="1425252" y="727357"/>
                  </a:lnTo>
                  <a:lnTo>
                    <a:pt x="1460883" y="754578"/>
                  </a:lnTo>
                  <a:lnTo>
                    <a:pt x="1496514" y="781332"/>
                  </a:lnTo>
                  <a:lnTo>
                    <a:pt x="1532146" y="807629"/>
                  </a:lnTo>
                  <a:lnTo>
                    <a:pt x="1567777" y="833483"/>
                  </a:lnTo>
                  <a:lnTo>
                    <a:pt x="1603408" y="858908"/>
                  </a:lnTo>
                  <a:lnTo>
                    <a:pt x="1639040" y="883915"/>
                  </a:lnTo>
                  <a:lnTo>
                    <a:pt x="1674671" y="908519"/>
                  </a:lnTo>
                  <a:lnTo>
                    <a:pt x="1710302" y="932733"/>
                  </a:lnTo>
                  <a:lnTo>
                    <a:pt x="1745934" y="956572"/>
                  </a:lnTo>
                  <a:lnTo>
                    <a:pt x="1781565" y="980050"/>
                  </a:lnTo>
                  <a:lnTo>
                    <a:pt x="1817196" y="1003181"/>
                  </a:lnTo>
                  <a:lnTo>
                    <a:pt x="1852827" y="1025980"/>
                  </a:lnTo>
                  <a:lnTo>
                    <a:pt x="1888459" y="1048462"/>
                  </a:lnTo>
                  <a:lnTo>
                    <a:pt x="1924090" y="1070642"/>
                  </a:lnTo>
                  <a:lnTo>
                    <a:pt x="1959721" y="1092536"/>
                  </a:lnTo>
                  <a:lnTo>
                    <a:pt x="1995353" y="1114158"/>
                  </a:lnTo>
                  <a:lnTo>
                    <a:pt x="2030984" y="1135525"/>
                  </a:lnTo>
                  <a:lnTo>
                    <a:pt x="2066615" y="1156651"/>
                  </a:lnTo>
                  <a:lnTo>
                    <a:pt x="2102247" y="1177552"/>
                  </a:lnTo>
                  <a:lnTo>
                    <a:pt x="2137878" y="1198244"/>
                  </a:lnTo>
                  <a:lnTo>
                    <a:pt x="2173509" y="1218742"/>
                  </a:lnTo>
                  <a:lnTo>
                    <a:pt x="2209141" y="1239061"/>
                  </a:lnTo>
                  <a:lnTo>
                    <a:pt x="2244772" y="1259217"/>
                  </a:lnTo>
                  <a:lnTo>
                    <a:pt x="2280403" y="1279223"/>
                  </a:lnTo>
                  <a:lnTo>
                    <a:pt x="2316034" y="1299096"/>
                  </a:lnTo>
                  <a:lnTo>
                    <a:pt x="2351666" y="1318848"/>
                  </a:lnTo>
                  <a:lnTo>
                    <a:pt x="2387297" y="1338495"/>
                  </a:lnTo>
                  <a:lnTo>
                    <a:pt x="2422928" y="1358050"/>
                  </a:lnTo>
                  <a:lnTo>
                    <a:pt x="2458560" y="1377526"/>
                  </a:lnTo>
                  <a:lnTo>
                    <a:pt x="2494191" y="1396935"/>
                  </a:lnTo>
                  <a:lnTo>
                    <a:pt x="2529822" y="1416291"/>
                  </a:lnTo>
                  <a:lnTo>
                    <a:pt x="2565454" y="1435605"/>
                  </a:lnTo>
                  <a:lnTo>
                    <a:pt x="2601085" y="1454888"/>
                  </a:lnTo>
                  <a:lnTo>
                    <a:pt x="2636716" y="1474151"/>
                  </a:lnTo>
                  <a:lnTo>
                    <a:pt x="2672348" y="1493404"/>
                  </a:lnTo>
                  <a:lnTo>
                    <a:pt x="2707979" y="1512657"/>
                  </a:lnTo>
                  <a:lnTo>
                    <a:pt x="2743610" y="1531917"/>
                  </a:lnTo>
                  <a:lnTo>
                    <a:pt x="2779241" y="1551193"/>
                  </a:lnTo>
                  <a:lnTo>
                    <a:pt x="2814873" y="1570493"/>
                  </a:lnTo>
                  <a:lnTo>
                    <a:pt x="2850504" y="1589823"/>
                  </a:lnTo>
                  <a:lnTo>
                    <a:pt x="2886135" y="1609189"/>
                  </a:lnTo>
                  <a:lnTo>
                    <a:pt x="2921767" y="1628596"/>
                  </a:lnTo>
                  <a:lnTo>
                    <a:pt x="2957398" y="1648049"/>
                  </a:lnTo>
                  <a:lnTo>
                    <a:pt x="2993029" y="1667552"/>
                  </a:lnTo>
                  <a:lnTo>
                    <a:pt x="3028661" y="1687107"/>
                  </a:lnTo>
                  <a:lnTo>
                    <a:pt x="3064292" y="1706716"/>
                  </a:lnTo>
                  <a:lnTo>
                    <a:pt x="3099923" y="1726382"/>
                  </a:lnTo>
                  <a:lnTo>
                    <a:pt x="3135555" y="1746105"/>
                  </a:lnTo>
                  <a:lnTo>
                    <a:pt x="3171186" y="1765885"/>
                  </a:lnTo>
                  <a:lnTo>
                    <a:pt x="3206817" y="1785721"/>
                  </a:lnTo>
                  <a:lnTo>
                    <a:pt x="3242448" y="1805612"/>
                  </a:lnTo>
                  <a:lnTo>
                    <a:pt x="3278080" y="1825556"/>
                  </a:lnTo>
                  <a:lnTo>
                    <a:pt x="3313711" y="1845550"/>
                  </a:lnTo>
                  <a:lnTo>
                    <a:pt x="3349342" y="1865591"/>
                  </a:lnTo>
                  <a:lnTo>
                    <a:pt x="3384974" y="1885675"/>
                  </a:lnTo>
                  <a:lnTo>
                    <a:pt x="3420605" y="1905797"/>
                  </a:lnTo>
                  <a:lnTo>
                    <a:pt x="3456236" y="1925952"/>
                  </a:lnTo>
                  <a:lnTo>
                    <a:pt x="3491868" y="1946134"/>
                  </a:lnTo>
                  <a:lnTo>
                    <a:pt x="3527499" y="1966326"/>
                  </a:lnTo>
                  <a:lnTo>
                    <a:pt x="3563130" y="1986489"/>
                  </a:lnTo>
                  <a:lnTo>
                    <a:pt x="3598762" y="2006583"/>
                  </a:lnTo>
                  <a:lnTo>
                    <a:pt x="3634393" y="2026569"/>
                  </a:lnTo>
                  <a:lnTo>
                    <a:pt x="3670024" y="2046413"/>
                  </a:lnTo>
                  <a:lnTo>
                    <a:pt x="3705655" y="2066080"/>
                  </a:lnTo>
                  <a:lnTo>
                    <a:pt x="3741287" y="2085538"/>
                  </a:lnTo>
                  <a:lnTo>
                    <a:pt x="3776918" y="2104760"/>
                  </a:lnTo>
                  <a:lnTo>
                    <a:pt x="3812549" y="2123717"/>
                  </a:lnTo>
                  <a:lnTo>
                    <a:pt x="3848181" y="2142385"/>
                  </a:lnTo>
                  <a:lnTo>
                    <a:pt x="3883812" y="2160742"/>
                  </a:lnTo>
                  <a:lnTo>
                    <a:pt x="3919443" y="2178767"/>
                  </a:lnTo>
                  <a:lnTo>
                    <a:pt x="3955075" y="2196440"/>
                  </a:lnTo>
                  <a:lnTo>
                    <a:pt x="3990706" y="2213747"/>
                  </a:lnTo>
                  <a:lnTo>
                    <a:pt x="4026337" y="2230671"/>
                  </a:lnTo>
                  <a:lnTo>
                    <a:pt x="4061968" y="2247200"/>
                  </a:lnTo>
                  <a:lnTo>
                    <a:pt x="4097600" y="2263323"/>
                  </a:lnTo>
                  <a:lnTo>
                    <a:pt x="4133231" y="2279030"/>
                  </a:lnTo>
                  <a:lnTo>
                    <a:pt x="4168862" y="2292789"/>
                  </a:lnTo>
                  <a:lnTo>
                    <a:pt x="4204494" y="2296766"/>
                  </a:lnTo>
                  <a:lnTo>
                    <a:pt x="4240125" y="2300683"/>
                  </a:lnTo>
                  <a:lnTo>
                    <a:pt x="4275756" y="2304542"/>
                  </a:lnTo>
                  <a:lnTo>
                    <a:pt x="4311388" y="2308342"/>
                  </a:lnTo>
                  <a:lnTo>
                    <a:pt x="4347019" y="2312086"/>
                  </a:lnTo>
                  <a:lnTo>
                    <a:pt x="4382650" y="2315774"/>
                  </a:lnTo>
                  <a:lnTo>
                    <a:pt x="4418282" y="2319406"/>
                  </a:lnTo>
                  <a:lnTo>
                    <a:pt x="4453913" y="2322983"/>
                  </a:lnTo>
                  <a:lnTo>
                    <a:pt x="4489544" y="2326504"/>
                  </a:lnTo>
                  <a:lnTo>
                    <a:pt x="4525175" y="2329971"/>
                  </a:lnTo>
                  <a:lnTo>
                    <a:pt x="4560807" y="2333381"/>
                  </a:lnTo>
                  <a:lnTo>
                    <a:pt x="4596438" y="2336735"/>
                  </a:lnTo>
                  <a:lnTo>
                    <a:pt x="4632069" y="2340032"/>
                  </a:lnTo>
                  <a:lnTo>
                    <a:pt x="4667701" y="2343268"/>
                  </a:lnTo>
                  <a:lnTo>
                    <a:pt x="4703332" y="2346444"/>
                  </a:lnTo>
                  <a:lnTo>
                    <a:pt x="4738963" y="2349555"/>
                  </a:lnTo>
                  <a:lnTo>
                    <a:pt x="4774595" y="2352600"/>
                  </a:lnTo>
                  <a:lnTo>
                    <a:pt x="4810226" y="2355573"/>
                  </a:lnTo>
                  <a:lnTo>
                    <a:pt x="4845857" y="2358472"/>
                  </a:lnTo>
                  <a:lnTo>
                    <a:pt x="4881489" y="2361291"/>
                  </a:lnTo>
                  <a:lnTo>
                    <a:pt x="4917120" y="2364025"/>
                  </a:lnTo>
                  <a:lnTo>
                    <a:pt x="4952751" y="2366670"/>
                  </a:lnTo>
                  <a:lnTo>
                    <a:pt x="4988382" y="2369221"/>
                  </a:lnTo>
                  <a:lnTo>
                    <a:pt x="5024014" y="2371672"/>
                  </a:lnTo>
                  <a:lnTo>
                    <a:pt x="5059645" y="2374019"/>
                  </a:lnTo>
                  <a:lnTo>
                    <a:pt x="5095276" y="2376255"/>
                  </a:lnTo>
                  <a:lnTo>
                    <a:pt x="5130908" y="2378375"/>
                  </a:lnTo>
                  <a:lnTo>
                    <a:pt x="5166539" y="2380373"/>
                  </a:lnTo>
                  <a:lnTo>
                    <a:pt x="5202170" y="2382243"/>
                  </a:lnTo>
                  <a:lnTo>
                    <a:pt x="5237802" y="2383979"/>
                  </a:lnTo>
                  <a:lnTo>
                    <a:pt x="5273433" y="2385576"/>
                  </a:lnTo>
                  <a:lnTo>
                    <a:pt x="5309064" y="2387027"/>
                  </a:lnTo>
                  <a:lnTo>
                    <a:pt x="5344696" y="2388326"/>
                  </a:lnTo>
                  <a:lnTo>
                    <a:pt x="5380327" y="2389467"/>
                  </a:lnTo>
                  <a:lnTo>
                    <a:pt x="5415958" y="2390445"/>
                  </a:lnTo>
                  <a:lnTo>
                    <a:pt x="5451589" y="2391254"/>
                  </a:lnTo>
                  <a:lnTo>
                    <a:pt x="5487221" y="2391888"/>
                  </a:lnTo>
                  <a:lnTo>
                    <a:pt x="5522852" y="2392342"/>
                  </a:lnTo>
                  <a:lnTo>
                    <a:pt x="5558483" y="2392611"/>
                  </a:lnTo>
                  <a:lnTo>
                    <a:pt x="5594115" y="2392691"/>
                  </a:lnTo>
                  <a:lnTo>
                    <a:pt x="5629746" y="2392576"/>
                  </a:lnTo>
                  <a:lnTo>
                    <a:pt x="5665377" y="2392265"/>
                  </a:lnTo>
                  <a:lnTo>
                    <a:pt x="5701009" y="2391752"/>
                  </a:lnTo>
                  <a:lnTo>
                    <a:pt x="5736640" y="2391036"/>
                  </a:lnTo>
                  <a:lnTo>
                    <a:pt x="5772271" y="2390113"/>
                  </a:lnTo>
                  <a:lnTo>
                    <a:pt x="5807903" y="2388982"/>
                  </a:lnTo>
                  <a:lnTo>
                    <a:pt x="5843534" y="2387642"/>
                  </a:lnTo>
                  <a:lnTo>
                    <a:pt x="5879165" y="2386091"/>
                  </a:lnTo>
                  <a:lnTo>
                    <a:pt x="5914796" y="2384330"/>
                  </a:lnTo>
                  <a:lnTo>
                    <a:pt x="5950428" y="2382358"/>
                  </a:lnTo>
                  <a:lnTo>
                    <a:pt x="5986059" y="2380176"/>
                  </a:lnTo>
                  <a:lnTo>
                    <a:pt x="6021690" y="2377786"/>
                  </a:lnTo>
                  <a:lnTo>
                    <a:pt x="6057322" y="2375189"/>
                  </a:lnTo>
                  <a:lnTo>
                    <a:pt x="6092953" y="2372388"/>
                  </a:lnTo>
                  <a:lnTo>
                    <a:pt x="6128584" y="2369385"/>
                  </a:lnTo>
                  <a:lnTo>
                    <a:pt x="6164216" y="2366183"/>
                  </a:lnTo>
                  <a:lnTo>
                    <a:pt x="6199847" y="2362786"/>
                  </a:lnTo>
                  <a:lnTo>
                    <a:pt x="6235478" y="2359198"/>
                  </a:lnTo>
                  <a:lnTo>
                    <a:pt x="6271110" y="2355423"/>
                  </a:lnTo>
                  <a:lnTo>
                    <a:pt x="6306741" y="2351466"/>
                  </a:lnTo>
                  <a:lnTo>
                    <a:pt x="6342372" y="2347332"/>
                  </a:lnTo>
                  <a:lnTo>
                    <a:pt x="6378003" y="2343026"/>
                  </a:lnTo>
                  <a:lnTo>
                    <a:pt x="6413635" y="2338553"/>
                  </a:lnTo>
                  <a:lnTo>
                    <a:pt x="6449266" y="2333920"/>
                  </a:lnTo>
                  <a:lnTo>
                    <a:pt x="6484897" y="2329134"/>
                  </a:lnTo>
                  <a:lnTo>
                    <a:pt x="6520529" y="2324200"/>
                  </a:lnTo>
                  <a:lnTo>
                    <a:pt x="6556160" y="2319125"/>
                  </a:lnTo>
                  <a:lnTo>
                    <a:pt x="6591791" y="2313917"/>
                  </a:lnTo>
                  <a:lnTo>
                    <a:pt x="6627423" y="2308583"/>
                  </a:lnTo>
                  <a:lnTo>
                    <a:pt x="6663054" y="2303131"/>
                  </a:lnTo>
                  <a:lnTo>
                    <a:pt x="6698685" y="2297569"/>
                  </a:lnTo>
                  <a:lnTo>
                    <a:pt x="6734317" y="2291904"/>
                  </a:lnTo>
                  <a:lnTo>
                    <a:pt x="6769948" y="2286144"/>
                  </a:lnTo>
                  <a:lnTo>
                    <a:pt x="6805579" y="2280289"/>
                  </a:lnTo>
                  <a:lnTo>
                    <a:pt x="6841210" y="2274341"/>
                  </a:lnTo>
                  <a:lnTo>
                    <a:pt x="6876842" y="2268302"/>
                  </a:lnTo>
                  <a:lnTo>
                    <a:pt x="6912473" y="2262172"/>
                  </a:lnTo>
                  <a:lnTo>
                    <a:pt x="6948104" y="2255952"/>
                  </a:lnTo>
                  <a:lnTo>
                    <a:pt x="6983736" y="2249643"/>
                  </a:lnTo>
                  <a:lnTo>
                    <a:pt x="7019367" y="2243246"/>
                  </a:lnTo>
                  <a:lnTo>
                    <a:pt x="7054998" y="2236762"/>
                  </a:lnTo>
                  <a:lnTo>
                    <a:pt x="7090630" y="2230190"/>
                  </a:lnTo>
                  <a:lnTo>
                    <a:pt x="7090630" y="2698186"/>
                  </a:lnTo>
                  <a:lnTo>
                    <a:pt x="7054998" y="2695534"/>
                  </a:lnTo>
                  <a:lnTo>
                    <a:pt x="7019367" y="2692872"/>
                  </a:lnTo>
                  <a:lnTo>
                    <a:pt x="6983736" y="2690201"/>
                  </a:lnTo>
                  <a:lnTo>
                    <a:pt x="6948104" y="2687522"/>
                  </a:lnTo>
                  <a:lnTo>
                    <a:pt x="6912473" y="2684837"/>
                  </a:lnTo>
                  <a:lnTo>
                    <a:pt x="6876842" y="2682146"/>
                  </a:lnTo>
                  <a:lnTo>
                    <a:pt x="6841210" y="2679451"/>
                  </a:lnTo>
                  <a:lnTo>
                    <a:pt x="6805579" y="2676752"/>
                  </a:lnTo>
                  <a:lnTo>
                    <a:pt x="6769948" y="2674053"/>
                  </a:lnTo>
                  <a:lnTo>
                    <a:pt x="6734317" y="2671354"/>
                  </a:lnTo>
                  <a:lnTo>
                    <a:pt x="6698685" y="2668656"/>
                  </a:lnTo>
                  <a:lnTo>
                    <a:pt x="6663054" y="2665963"/>
                  </a:lnTo>
                  <a:lnTo>
                    <a:pt x="6627423" y="2663274"/>
                  </a:lnTo>
                  <a:lnTo>
                    <a:pt x="6591791" y="2660590"/>
                  </a:lnTo>
                  <a:lnTo>
                    <a:pt x="6556160" y="2657912"/>
                  </a:lnTo>
                  <a:lnTo>
                    <a:pt x="6520529" y="2655242"/>
                  </a:lnTo>
                  <a:lnTo>
                    <a:pt x="6484897" y="2652579"/>
                  </a:lnTo>
                  <a:lnTo>
                    <a:pt x="6449266" y="2649926"/>
                  </a:lnTo>
                  <a:lnTo>
                    <a:pt x="6413635" y="2647283"/>
                  </a:lnTo>
                  <a:lnTo>
                    <a:pt x="6378003" y="2644651"/>
                  </a:lnTo>
                  <a:lnTo>
                    <a:pt x="6342372" y="2642029"/>
                  </a:lnTo>
                  <a:lnTo>
                    <a:pt x="6306741" y="2639420"/>
                  </a:lnTo>
                  <a:lnTo>
                    <a:pt x="6271110" y="2636823"/>
                  </a:lnTo>
                  <a:lnTo>
                    <a:pt x="6235478" y="2634239"/>
                  </a:lnTo>
                  <a:lnTo>
                    <a:pt x="6199847" y="2631668"/>
                  </a:lnTo>
                  <a:lnTo>
                    <a:pt x="6164216" y="2629109"/>
                  </a:lnTo>
                  <a:lnTo>
                    <a:pt x="6128584" y="2626563"/>
                  </a:lnTo>
                  <a:lnTo>
                    <a:pt x="6092953" y="2624028"/>
                  </a:lnTo>
                  <a:lnTo>
                    <a:pt x="6057322" y="2621504"/>
                  </a:lnTo>
                  <a:lnTo>
                    <a:pt x="6021690" y="2618990"/>
                  </a:lnTo>
                  <a:lnTo>
                    <a:pt x="5986059" y="2616483"/>
                  </a:lnTo>
                  <a:lnTo>
                    <a:pt x="5950428" y="2613981"/>
                  </a:lnTo>
                  <a:lnTo>
                    <a:pt x="5914796" y="2611483"/>
                  </a:lnTo>
                  <a:lnTo>
                    <a:pt x="5879165" y="2608984"/>
                  </a:lnTo>
                  <a:lnTo>
                    <a:pt x="5843534" y="2606481"/>
                  </a:lnTo>
                  <a:lnTo>
                    <a:pt x="5807903" y="2603971"/>
                  </a:lnTo>
                  <a:lnTo>
                    <a:pt x="5772271" y="2601447"/>
                  </a:lnTo>
                  <a:lnTo>
                    <a:pt x="5736640" y="2598905"/>
                  </a:lnTo>
                  <a:lnTo>
                    <a:pt x="5701009" y="2596338"/>
                  </a:lnTo>
                  <a:lnTo>
                    <a:pt x="5665377" y="2593741"/>
                  </a:lnTo>
                  <a:lnTo>
                    <a:pt x="5629746" y="2591104"/>
                  </a:lnTo>
                  <a:lnTo>
                    <a:pt x="5594115" y="2588422"/>
                  </a:lnTo>
                  <a:lnTo>
                    <a:pt x="5558483" y="2585684"/>
                  </a:lnTo>
                  <a:lnTo>
                    <a:pt x="5522852" y="2582881"/>
                  </a:lnTo>
                  <a:lnTo>
                    <a:pt x="5487221" y="2580005"/>
                  </a:lnTo>
                  <a:lnTo>
                    <a:pt x="5451589" y="2577043"/>
                  </a:lnTo>
                  <a:lnTo>
                    <a:pt x="5415958" y="2573985"/>
                  </a:lnTo>
                  <a:lnTo>
                    <a:pt x="5380327" y="2570820"/>
                  </a:lnTo>
                  <a:lnTo>
                    <a:pt x="5344696" y="2567535"/>
                  </a:lnTo>
                  <a:lnTo>
                    <a:pt x="5309064" y="2564117"/>
                  </a:lnTo>
                  <a:lnTo>
                    <a:pt x="5273433" y="2560552"/>
                  </a:lnTo>
                  <a:lnTo>
                    <a:pt x="5237802" y="2556828"/>
                  </a:lnTo>
                  <a:lnTo>
                    <a:pt x="5202170" y="2552929"/>
                  </a:lnTo>
                  <a:lnTo>
                    <a:pt x="5166539" y="2548840"/>
                  </a:lnTo>
                  <a:lnTo>
                    <a:pt x="5130908" y="2544546"/>
                  </a:lnTo>
                  <a:lnTo>
                    <a:pt x="5095276" y="2540030"/>
                  </a:lnTo>
                  <a:lnTo>
                    <a:pt x="5059645" y="2535275"/>
                  </a:lnTo>
                  <a:lnTo>
                    <a:pt x="5024014" y="2530264"/>
                  </a:lnTo>
                  <a:lnTo>
                    <a:pt x="4988382" y="2524978"/>
                  </a:lnTo>
                  <a:lnTo>
                    <a:pt x="4952751" y="2519399"/>
                  </a:lnTo>
                  <a:lnTo>
                    <a:pt x="4917120" y="2513506"/>
                  </a:lnTo>
                  <a:lnTo>
                    <a:pt x="4881489" y="2507278"/>
                  </a:lnTo>
                  <a:lnTo>
                    <a:pt x="4845857" y="2500694"/>
                  </a:lnTo>
                  <a:lnTo>
                    <a:pt x="4810226" y="2493730"/>
                  </a:lnTo>
                  <a:lnTo>
                    <a:pt x="4774595" y="2486362"/>
                  </a:lnTo>
                  <a:lnTo>
                    <a:pt x="4738963" y="2478575"/>
                  </a:lnTo>
                  <a:lnTo>
                    <a:pt x="4703332" y="2470365"/>
                  </a:lnTo>
                  <a:lnTo>
                    <a:pt x="4667701" y="2461725"/>
                  </a:lnTo>
                  <a:lnTo>
                    <a:pt x="4632069" y="2452653"/>
                  </a:lnTo>
                  <a:lnTo>
                    <a:pt x="4596438" y="2443145"/>
                  </a:lnTo>
                  <a:lnTo>
                    <a:pt x="4560807" y="2433198"/>
                  </a:lnTo>
                  <a:lnTo>
                    <a:pt x="4525175" y="2422807"/>
                  </a:lnTo>
                  <a:lnTo>
                    <a:pt x="4489544" y="2411972"/>
                  </a:lnTo>
                  <a:lnTo>
                    <a:pt x="4453913" y="2400690"/>
                  </a:lnTo>
                  <a:lnTo>
                    <a:pt x="4418282" y="2388959"/>
                  </a:lnTo>
                  <a:lnTo>
                    <a:pt x="4382650" y="2376779"/>
                  </a:lnTo>
                  <a:lnTo>
                    <a:pt x="4347019" y="2364150"/>
                  </a:lnTo>
                  <a:lnTo>
                    <a:pt x="4311388" y="2351071"/>
                  </a:lnTo>
                  <a:lnTo>
                    <a:pt x="4275756" y="2337545"/>
                  </a:lnTo>
                  <a:lnTo>
                    <a:pt x="4240125" y="2323574"/>
                  </a:lnTo>
                  <a:lnTo>
                    <a:pt x="4204494" y="2309161"/>
                  </a:lnTo>
                  <a:lnTo>
                    <a:pt x="4168862" y="2294311"/>
                  </a:lnTo>
                  <a:lnTo>
                    <a:pt x="4133231" y="2288750"/>
                  </a:lnTo>
                  <a:lnTo>
                    <a:pt x="4097600" y="2284649"/>
                  </a:lnTo>
                  <a:lnTo>
                    <a:pt x="4061968" y="2280483"/>
                  </a:lnTo>
                  <a:lnTo>
                    <a:pt x="4026337" y="2276251"/>
                  </a:lnTo>
                  <a:lnTo>
                    <a:pt x="3990706" y="2271952"/>
                  </a:lnTo>
                  <a:lnTo>
                    <a:pt x="3955075" y="2267583"/>
                  </a:lnTo>
                  <a:lnTo>
                    <a:pt x="3919443" y="2263143"/>
                  </a:lnTo>
                  <a:lnTo>
                    <a:pt x="3883812" y="2258630"/>
                  </a:lnTo>
                  <a:lnTo>
                    <a:pt x="3848181" y="2254043"/>
                  </a:lnTo>
                  <a:lnTo>
                    <a:pt x="3812549" y="2249378"/>
                  </a:lnTo>
                  <a:lnTo>
                    <a:pt x="3776918" y="2244636"/>
                  </a:lnTo>
                  <a:lnTo>
                    <a:pt x="3741287" y="2239813"/>
                  </a:lnTo>
                  <a:lnTo>
                    <a:pt x="3705655" y="2234908"/>
                  </a:lnTo>
                  <a:lnTo>
                    <a:pt x="3670024" y="2229919"/>
                  </a:lnTo>
                  <a:lnTo>
                    <a:pt x="3634393" y="2224845"/>
                  </a:lnTo>
                  <a:lnTo>
                    <a:pt x="3598762" y="2219684"/>
                  </a:lnTo>
                  <a:lnTo>
                    <a:pt x="3563130" y="2214436"/>
                  </a:lnTo>
                  <a:lnTo>
                    <a:pt x="3527499" y="2209098"/>
                  </a:lnTo>
                  <a:lnTo>
                    <a:pt x="3491868" y="2203670"/>
                  </a:lnTo>
                  <a:lnTo>
                    <a:pt x="3456236" y="2198152"/>
                  </a:lnTo>
                  <a:lnTo>
                    <a:pt x="3420605" y="2192544"/>
                  </a:lnTo>
                  <a:lnTo>
                    <a:pt x="3384974" y="2186850"/>
                  </a:lnTo>
                  <a:lnTo>
                    <a:pt x="3349342" y="2181070"/>
                  </a:lnTo>
                  <a:lnTo>
                    <a:pt x="3313711" y="2175209"/>
                  </a:lnTo>
                  <a:lnTo>
                    <a:pt x="3278080" y="2169268"/>
                  </a:lnTo>
                  <a:lnTo>
                    <a:pt x="3242448" y="2163250"/>
                  </a:lnTo>
                  <a:lnTo>
                    <a:pt x="3206817" y="2157159"/>
                  </a:lnTo>
                  <a:lnTo>
                    <a:pt x="3171186" y="2150997"/>
                  </a:lnTo>
                  <a:lnTo>
                    <a:pt x="3135555" y="2144767"/>
                  </a:lnTo>
                  <a:lnTo>
                    <a:pt x="3099923" y="2138475"/>
                  </a:lnTo>
                  <a:lnTo>
                    <a:pt x="3064292" y="2132122"/>
                  </a:lnTo>
                  <a:lnTo>
                    <a:pt x="3028661" y="2125714"/>
                  </a:lnTo>
                  <a:lnTo>
                    <a:pt x="2993029" y="2119253"/>
                  </a:lnTo>
                  <a:lnTo>
                    <a:pt x="2957398" y="2112745"/>
                  </a:lnTo>
                  <a:lnTo>
                    <a:pt x="2921767" y="2106194"/>
                  </a:lnTo>
                  <a:lnTo>
                    <a:pt x="2886135" y="2099605"/>
                  </a:lnTo>
                  <a:lnTo>
                    <a:pt x="2850504" y="2092983"/>
                  </a:lnTo>
                  <a:lnTo>
                    <a:pt x="2814873" y="2086332"/>
                  </a:lnTo>
                  <a:lnTo>
                    <a:pt x="2779241" y="2079659"/>
                  </a:lnTo>
                  <a:lnTo>
                    <a:pt x="2743610" y="2072967"/>
                  </a:lnTo>
                  <a:lnTo>
                    <a:pt x="2707979" y="2066264"/>
                  </a:lnTo>
                  <a:lnTo>
                    <a:pt x="2672348" y="2059555"/>
                  </a:lnTo>
                  <a:lnTo>
                    <a:pt x="2636716" y="2052845"/>
                  </a:lnTo>
                  <a:lnTo>
                    <a:pt x="2601085" y="2046141"/>
                  </a:lnTo>
                  <a:lnTo>
                    <a:pt x="2565454" y="2039450"/>
                  </a:lnTo>
                  <a:lnTo>
                    <a:pt x="2529822" y="2032776"/>
                  </a:lnTo>
                  <a:lnTo>
                    <a:pt x="2494191" y="2026127"/>
                  </a:lnTo>
                  <a:lnTo>
                    <a:pt x="2458560" y="2019509"/>
                  </a:lnTo>
                  <a:lnTo>
                    <a:pt x="2422928" y="2012928"/>
                  </a:lnTo>
                  <a:lnTo>
                    <a:pt x="2387297" y="2006391"/>
                  </a:lnTo>
                  <a:lnTo>
                    <a:pt x="2351666" y="1999904"/>
                  </a:lnTo>
                  <a:lnTo>
                    <a:pt x="2316034" y="1993474"/>
                  </a:lnTo>
                  <a:lnTo>
                    <a:pt x="2280403" y="1987107"/>
                  </a:lnTo>
                  <a:lnTo>
                    <a:pt x="2244772" y="1980809"/>
                  </a:lnTo>
                  <a:lnTo>
                    <a:pt x="2209141" y="1974586"/>
                  </a:lnTo>
                  <a:lnTo>
                    <a:pt x="2173509" y="1968444"/>
                  </a:lnTo>
                  <a:lnTo>
                    <a:pt x="2137878" y="1962390"/>
                  </a:lnTo>
                  <a:lnTo>
                    <a:pt x="2102247" y="1956428"/>
                  </a:lnTo>
                  <a:lnTo>
                    <a:pt x="2066615" y="1950564"/>
                  </a:lnTo>
                  <a:lnTo>
                    <a:pt x="2030984" y="1944802"/>
                  </a:lnTo>
                  <a:lnTo>
                    <a:pt x="1995353" y="1939148"/>
                  </a:lnTo>
                  <a:lnTo>
                    <a:pt x="1959721" y="1933606"/>
                  </a:lnTo>
                  <a:lnTo>
                    <a:pt x="1924090" y="1928180"/>
                  </a:lnTo>
                  <a:lnTo>
                    <a:pt x="1888459" y="1922874"/>
                  </a:lnTo>
                  <a:lnTo>
                    <a:pt x="1852827" y="1917690"/>
                  </a:lnTo>
                  <a:lnTo>
                    <a:pt x="1817196" y="1912632"/>
                  </a:lnTo>
                  <a:lnTo>
                    <a:pt x="1781565" y="1907703"/>
                  </a:lnTo>
                  <a:lnTo>
                    <a:pt x="1745934" y="1902903"/>
                  </a:lnTo>
                  <a:lnTo>
                    <a:pt x="1710302" y="1898236"/>
                  </a:lnTo>
                  <a:lnTo>
                    <a:pt x="1674671" y="1893701"/>
                  </a:lnTo>
                  <a:lnTo>
                    <a:pt x="1639040" y="1889300"/>
                  </a:lnTo>
                  <a:lnTo>
                    <a:pt x="1603408" y="1885033"/>
                  </a:lnTo>
                  <a:lnTo>
                    <a:pt x="1567777" y="1880900"/>
                  </a:lnTo>
                  <a:lnTo>
                    <a:pt x="1532146" y="1876899"/>
                  </a:lnTo>
                  <a:lnTo>
                    <a:pt x="1496514" y="1873030"/>
                  </a:lnTo>
                  <a:lnTo>
                    <a:pt x="1460883" y="1869292"/>
                  </a:lnTo>
                  <a:lnTo>
                    <a:pt x="1425252" y="1865682"/>
                  </a:lnTo>
                  <a:lnTo>
                    <a:pt x="1389620" y="1862198"/>
                  </a:lnTo>
                  <a:lnTo>
                    <a:pt x="1353989" y="1858837"/>
                  </a:lnTo>
                  <a:lnTo>
                    <a:pt x="1318358" y="1855596"/>
                  </a:lnTo>
                  <a:lnTo>
                    <a:pt x="1282727" y="1852471"/>
                  </a:lnTo>
                  <a:lnTo>
                    <a:pt x="1247095" y="1849460"/>
                  </a:lnTo>
                  <a:lnTo>
                    <a:pt x="1211464" y="1846557"/>
                  </a:lnTo>
                  <a:lnTo>
                    <a:pt x="1175833" y="1843758"/>
                  </a:lnTo>
                  <a:lnTo>
                    <a:pt x="1140201" y="1841059"/>
                  </a:lnTo>
                  <a:lnTo>
                    <a:pt x="1104570" y="1838454"/>
                  </a:lnTo>
                  <a:lnTo>
                    <a:pt x="1068939" y="1835938"/>
                  </a:lnTo>
                  <a:lnTo>
                    <a:pt x="1033307" y="1833505"/>
                  </a:lnTo>
                  <a:lnTo>
                    <a:pt x="997676" y="1831151"/>
                  </a:lnTo>
                  <a:lnTo>
                    <a:pt x="962045" y="1828869"/>
                  </a:lnTo>
                  <a:lnTo>
                    <a:pt x="926413" y="1826656"/>
                  </a:lnTo>
                  <a:lnTo>
                    <a:pt x="890782" y="1824509"/>
                  </a:lnTo>
                  <a:lnTo>
                    <a:pt x="855151" y="1822427"/>
                  </a:lnTo>
                  <a:lnTo>
                    <a:pt x="819520" y="1820406"/>
                  </a:lnTo>
                  <a:lnTo>
                    <a:pt x="783888" y="1818445"/>
                  </a:lnTo>
                  <a:lnTo>
                    <a:pt x="748257" y="1816541"/>
                  </a:lnTo>
                  <a:lnTo>
                    <a:pt x="712626" y="1814693"/>
                  </a:lnTo>
                  <a:lnTo>
                    <a:pt x="676994" y="1812898"/>
                  </a:lnTo>
                  <a:lnTo>
                    <a:pt x="641363" y="1811155"/>
                  </a:lnTo>
                  <a:lnTo>
                    <a:pt x="605732" y="1809461"/>
                  </a:lnTo>
                  <a:lnTo>
                    <a:pt x="570100" y="1807815"/>
                  </a:lnTo>
                  <a:lnTo>
                    <a:pt x="534469" y="1806215"/>
                  </a:lnTo>
                  <a:lnTo>
                    <a:pt x="498838" y="1804660"/>
                  </a:lnTo>
                  <a:lnTo>
                    <a:pt x="463206" y="1803148"/>
                  </a:lnTo>
                  <a:lnTo>
                    <a:pt x="427575" y="1801678"/>
                  </a:lnTo>
                  <a:lnTo>
                    <a:pt x="391944" y="1800247"/>
                  </a:lnTo>
                  <a:lnTo>
                    <a:pt x="356313" y="1798855"/>
                  </a:lnTo>
                  <a:lnTo>
                    <a:pt x="320681" y="1797501"/>
                  </a:lnTo>
                  <a:lnTo>
                    <a:pt x="285050" y="1796183"/>
                  </a:lnTo>
                  <a:lnTo>
                    <a:pt x="249419" y="1794899"/>
                  </a:lnTo>
                  <a:lnTo>
                    <a:pt x="213787" y="1793649"/>
                  </a:lnTo>
                  <a:lnTo>
                    <a:pt x="178156" y="1792432"/>
                  </a:lnTo>
                  <a:lnTo>
                    <a:pt x="142525" y="1791246"/>
                  </a:lnTo>
                  <a:lnTo>
                    <a:pt x="106893" y="1790091"/>
                  </a:lnTo>
                  <a:lnTo>
                    <a:pt x="71262" y="1788965"/>
                  </a:lnTo>
                  <a:lnTo>
                    <a:pt x="35631" y="1787867"/>
                  </a:lnTo>
                  <a:lnTo>
                    <a:pt x="0" y="1786797"/>
                  </a:lnTo>
                  <a:close/>
                </a:path>
              </a:pathLst>
            </a:custGeom>
            <a:solidFill>
              <a:srgbClr val="1F78B4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23691" y="2571315"/>
              <a:ext cx="6438987" cy="2392691"/>
            </a:xfrm>
            <a:custGeom>
              <a:avLst/>
              <a:pathLst>
                <a:path w="6438987" h="2392691">
                  <a:moveTo>
                    <a:pt x="0" y="0"/>
                  </a:moveTo>
                  <a:lnTo>
                    <a:pt x="25352" y="28508"/>
                  </a:lnTo>
                  <a:lnTo>
                    <a:pt x="60983" y="67910"/>
                  </a:lnTo>
                  <a:lnTo>
                    <a:pt x="96615" y="106655"/>
                  </a:lnTo>
                  <a:lnTo>
                    <a:pt x="132246" y="144749"/>
                  </a:lnTo>
                  <a:lnTo>
                    <a:pt x="167877" y="182199"/>
                  </a:lnTo>
                  <a:lnTo>
                    <a:pt x="203508" y="219012"/>
                  </a:lnTo>
                  <a:lnTo>
                    <a:pt x="239140" y="255194"/>
                  </a:lnTo>
                  <a:lnTo>
                    <a:pt x="274771" y="290750"/>
                  </a:lnTo>
                  <a:lnTo>
                    <a:pt x="310402" y="325687"/>
                  </a:lnTo>
                  <a:lnTo>
                    <a:pt x="346034" y="360011"/>
                  </a:lnTo>
                  <a:lnTo>
                    <a:pt x="381665" y="393727"/>
                  </a:lnTo>
                  <a:lnTo>
                    <a:pt x="417296" y="426845"/>
                  </a:lnTo>
                  <a:lnTo>
                    <a:pt x="452928" y="459375"/>
                  </a:lnTo>
                  <a:lnTo>
                    <a:pt x="488559" y="491326"/>
                  </a:lnTo>
                  <a:lnTo>
                    <a:pt x="524190" y="522709"/>
                  </a:lnTo>
                  <a:lnTo>
                    <a:pt x="559822" y="553533"/>
                  </a:lnTo>
                  <a:lnTo>
                    <a:pt x="595453" y="583810"/>
                  </a:lnTo>
                  <a:lnTo>
                    <a:pt x="631084" y="613549"/>
                  </a:lnTo>
                  <a:lnTo>
                    <a:pt x="666715" y="642762"/>
                  </a:lnTo>
                  <a:lnTo>
                    <a:pt x="702347" y="671461"/>
                  </a:lnTo>
                  <a:lnTo>
                    <a:pt x="737978" y="699655"/>
                  </a:lnTo>
                  <a:lnTo>
                    <a:pt x="773609" y="727357"/>
                  </a:lnTo>
                  <a:lnTo>
                    <a:pt x="809241" y="754578"/>
                  </a:lnTo>
                  <a:lnTo>
                    <a:pt x="844872" y="781332"/>
                  </a:lnTo>
                  <a:lnTo>
                    <a:pt x="880503" y="807629"/>
                  </a:lnTo>
                  <a:lnTo>
                    <a:pt x="916135" y="833483"/>
                  </a:lnTo>
                  <a:lnTo>
                    <a:pt x="951766" y="858908"/>
                  </a:lnTo>
                  <a:lnTo>
                    <a:pt x="987397" y="883915"/>
                  </a:lnTo>
                  <a:lnTo>
                    <a:pt x="1023029" y="908519"/>
                  </a:lnTo>
                  <a:lnTo>
                    <a:pt x="1058660" y="932733"/>
                  </a:lnTo>
                  <a:lnTo>
                    <a:pt x="1094291" y="956572"/>
                  </a:lnTo>
                  <a:lnTo>
                    <a:pt x="1129922" y="980050"/>
                  </a:lnTo>
                  <a:lnTo>
                    <a:pt x="1165554" y="1003181"/>
                  </a:lnTo>
                  <a:lnTo>
                    <a:pt x="1201185" y="1025980"/>
                  </a:lnTo>
                  <a:lnTo>
                    <a:pt x="1236816" y="1048462"/>
                  </a:lnTo>
                  <a:lnTo>
                    <a:pt x="1272448" y="1070642"/>
                  </a:lnTo>
                  <a:lnTo>
                    <a:pt x="1308079" y="1092536"/>
                  </a:lnTo>
                  <a:lnTo>
                    <a:pt x="1343710" y="1114158"/>
                  </a:lnTo>
                  <a:lnTo>
                    <a:pt x="1379342" y="1135525"/>
                  </a:lnTo>
                  <a:lnTo>
                    <a:pt x="1414973" y="1156651"/>
                  </a:lnTo>
                  <a:lnTo>
                    <a:pt x="1450604" y="1177552"/>
                  </a:lnTo>
                  <a:lnTo>
                    <a:pt x="1486235" y="1198244"/>
                  </a:lnTo>
                  <a:lnTo>
                    <a:pt x="1521867" y="1218742"/>
                  </a:lnTo>
                  <a:lnTo>
                    <a:pt x="1557498" y="1239061"/>
                  </a:lnTo>
                  <a:lnTo>
                    <a:pt x="1593129" y="1259217"/>
                  </a:lnTo>
                  <a:lnTo>
                    <a:pt x="1628761" y="1279223"/>
                  </a:lnTo>
                  <a:lnTo>
                    <a:pt x="1664392" y="1299096"/>
                  </a:lnTo>
                  <a:lnTo>
                    <a:pt x="1700023" y="1318848"/>
                  </a:lnTo>
                  <a:lnTo>
                    <a:pt x="1735655" y="1338495"/>
                  </a:lnTo>
                  <a:lnTo>
                    <a:pt x="1771286" y="1358050"/>
                  </a:lnTo>
                  <a:lnTo>
                    <a:pt x="1806917" y="1377526"/>
                  </a:lnTo>
                  <a:lnTo>
                    <a:pt x="1842549" y="1396935"/>
                  </a:lnTo>
                  <a:lnTo>
                    <a:pt x="1878180" y="1416291"/>
                  </a:lnTo>
                  <a:lnTo>
                    <a:pt x="1913811" y="1435605"/>
                  </a:lnTo>
                  <a:lnTo>
                    <a:pt x="1949442" y="1454888"/>
                  </a:lnTo>
                  <a:lnTo>
                    <a:pt x="1985074" y="1474151"/>
                  </a:lnTo>
                  <a:lnTo>
                    <a:pt x="2020705" y="1493404"/>
                  </a:lnTo>
                  <a:lnTo>
                    <a:pt x="2056336" y="1512657"/>
                  </a:lnTo>
                  <a:lnTo>
                    <a:pt x="2091968" y="1531917"/>
                  </a:lnTo>
                  <a:lnTo>
                    <a:pt x="2127599" y="1551193"/>
                  </a:lnTo>
                  <a:lnTo>
                    <a:pt x="2163230" y="1570493"/>
                  </a:lnTo>
                  <a:lnTo>
                    <a:pt x="2198862" y="1589823"/>
                  </a:lnTo>
                  <a:lnTo>
                    <a:pt x="2234493" y="1609189"/>
                  </a:lnTo>
                  <a:lnTo>
                    <a:pt x="2270124" y="1628596"/>
                  </a:lnTo>
                  <a:lnTo>
                    <a:pt x="2305756" y="1648049"/>
                  </a:lnTo>
                  <a:lnTo>
                    <a:pt x="2341387" y="1667552"/>
                  </a:lnTo>
                  <a:lnTo>
                    <a:pt x="2377018" y="1687107"/>
                  </a:lnTo>
                  <a:lnTo>
                    <a:pt x="2412649" y="1706716"/>
                  </a:lnTo>
                  <a:lnTo>
                    <a:pt x="2448281" y="1726382"/>
                  </a:lnTo>
                  <a:lnTo>
                    <a:pt x="2483912" y="1746105"/>
                  </a:lnTo>
                  <a:lnTo>
                    <a:pt x="2519543" y="1765885"/>
                  </a:lnTo>
                  <a:lnTo>
                    <a:pt x="2555175" y="1785721"/>
                  </a:lnTo>
                  <a:lnTo>
                    <a:pt x="2590806" y="1805612"/>
                  </a:lnTo>
                  <a:lnTo>
                    <a:pt x="2626437" y="1825556"/>
                  </a:lnTo>
                  <a:lnTo>
                    <a:pt x="2662069" y="1845550"/>
                  </a:lnTo>
                  <a:lnTo>
                    <a:pt x="2697700" y="1865591"/>
                  </a:lnTo>
                  <a:lnTo>
                    <a:pt x="2733331" y="1885675"/>
                  </a:lnTo>
                  <a:lnTo>
                    <a:pt x="2768963" y="1905797"/>
                  </a:lnTo>
                  <a:lnTo>
                    <a:pt x="2804594" y="1925952"/>
                  </a:lnTo>
                  <a:lnTo>
                    <a:pt x="2840225" y="1946134"/>
                  </a:lnTo>
                  <a:lnTo>
                    <a:pt x="2875856" y="1966326"/>
                  </a:lnTo>
                  <a:lnTo>
                    <a:pt x="2911488" y="1986489"/>
                  </a:lnTo>
                  <a:lnTo>
                    <a:pt x="2947119" y="2006583"/>
                  </a:lnTo>
                  <a:lnTo>
                    <a:pt x="2982750" y="2026569"/>
                  </a:lnTo>
                  <a:lnTo>
                    <a:pt x="3018382" y="2046413"/>
                  </a:lnTo>
                  <a:lnTo>
                    <a:pt x="3054013" y="2066080"/>
                  </a:lnTo>
                  <a:lnTo>
                    <a:pt x="3089644" y="2085538"/>
                  </a:lnTo>
                  <a:lnTo>
                    <a:pt x="3125276" y="2104760"/>
                  </a:lnTo>
                  <a:lnTo>
                    <a:pt x="3160907" y="2123717"/>
                  </a:lnTo>
                  <a:lnTo>
                    <a:pt x="3196538" y="2142385"/>
                  </a:lnTo>
                  <a:lnTo>
                    <a:pt x="3232170" y="2160742"/>
                  </a:lnTo>
                  <a:lnTo>
                    <a:pt x="3267801" y="2178767"/>
                  </a:lnTo>
                  <a:lnTo>
                    <a:pt x="3303432" y="2196440"/>
                  </a:lnTo>
                  <a:lnTo>
                    <a:pt x="3339063" y="2213747"/>
                  </a:lnTo>
                  <a:lnTo>
                    <a:pt x="3374695" y="2230671"/>
                  </a:lnTo>
                  <a:lnTo>
                    <a:pt x="3410326" y="2247200"/>
                  </a:lnTo>
                  <a:lnTo>
                    <a:pt x="3445957" y="2263323"/>
                  </a:lnTo>
                  <a:lnTo>
                    <a:pt x="3481589" y="2279030"/>
                  </a:lnTo>
                  <a:lnTo>
                    <a:pt x="3517220" y="2292789"/>
                  </a:lnTo>
                  <a:lnTo>
                    <a:pt x="3552851" y="2296766"/>
                  </a:lnTo>
                  <a:lnTo>
                    <a:pt x="3588483" y="2300683"/>
                  </a:lnTo>
                  <a:lnTo>
                    <a:pt x="3624114" y="2304542"/>
                  </a:lnTo>
                  <a:lnTo>
                    <a:pt x="3659745" y="2308342"/>
                  </a:lnTo>
                  <a:lnTo>
                    <a:pt x="3695377" y="2312086"/>
                  </a:lnTo>
                  <a:lnTo>
                    <a:pt x="3731008" y="2315774"/>
                  </a:lnTo>
                  <a:lnTo>
                    <a:pt x="3766639" y="2319406"/>
                  </a:lnTo>
                  <a:lnTo>
                    <a:pt x="3802270" y="2322983"/>
                  </a:lnTo>
                  <a:lnTo>
                    <a:pt x="3837902" y="2326504"/>
                  </a:lnTo>
                  <a:lnTo>
                    <a:pt x="3873533" y="2329971"/>
                  </a:lnTo>
                  <a:lnTo>
                    <a:pt x="3909164" y="2333381"/>
                  </a:lnTo>
                  <a:lnTo>
                    <a:pt x="3944796" y="2336735"/>
                  </a:lnTo>
                  <a:lnTo>
                    <a:pt x="3980427" y="2340032"/>
                  </a:lnTo>
                  <a:lnTo>
                    <a:pt x="4016058" y="2343268"/>
                  </a:lnTo>
                  <a:lnTo>
                    <a:pt x="4051690" y="2346444"/>
                  </a:lnTo>
                  <a:lnTo>
                    <a:pt x="4087321" y="2349555"/>
                  </a:lnTo>
                  <a:lnTo>
                    <a:pt x="4122952" y="2352600"/>
                  </a:lnTo>
                  <a:lnTo>
                    <a:pt x="4158584" y="2355573"/>
                  </a:lnTo>
                  <a:lnTo>
                    <a:pt x="4194215" y="2358472"/>
                  </a:lnTo>
                  <a:lnTo>
                    <a:pt x="4229846" y="2361291"/>
                  </a:lnTo>
                  <a:lnTo>
                    <a:pt x="4265477" y="2364025"/>
                  </a:lnTo>
                  <a:lnTo>
                    <a:pt x="4301109" y="2366670"/>
                  </a:lnTo>
                  <a:lnTo>
                    <a:pt x="4336740" y="2369221"/>
                  </a:lnTo>
                  <a:lnTo>
                    <a:pt x="4372371" y="2371672"/>
                  </a:lnTo>
                  <a:lnTo>
                    <a:pt x="4408003" y="2374019"/>
                  </a:lnTo>
                  <a:lnTo>
                    <a:pt x="4443634" y="2376255"/>
                  </a:lnTo>
                  <a:lnTo>
                    <a:pt x="4479265" y="2378375"/>
                  </a:lnTo>
                  <a:lnTo>
                    <a:pt x="4514897" y="2380373"/>
                  </a:lnTo>
                  <a:lnTo>
                    <a:pt x="4550528" y="2382243"/>
                  </a:lnTo>
                  <a:lnTo>
                    <a:pt x="4586159" y="2383979"/>
                  </a:lnTo>
                  <a:lnTo>
                    <a:pt x="4621791" y="2385576"/>
                  </a:lnTo>
                  <a:lnTo>
                    <a:pt x="4657422" y="2387027"/>
                  </a:lnTo>
                  <a:lnTo>
                    <a:pt x="4693053" y="2388326"/>
                  </a:lnTo>
                  <a:lnTo>
                    <a:pt x="4728684" y="2389467"/>
                  </a:lnTo>
                  <a:lnTo>
                    <a:pt x="4764316" y="2390445"/>
                  </a:lnTo>
                  <a:lnTo>
                    <a:pt x="4799947" y="2391254"/>
                  </a:lnTo>
                  <a:lnTo>
                    <a:pt x="4835578" y="2391888"/>
                  </a:lnTo>
                  <a:lnTo>
                    <a:pt x="4871210" y="2392342"/>
                  </a:lnTo>
                  <a:lnTo>
                    <a:pt x="4906841" y="2392611"/>
                  </a:lnTo>
                  <a:lnTo>
                    <a:pt x="4942472" y="2392691"/>
                  </a:lnTo>
                  <a:lnTo>
                    <a:pt x="4978104" y="2392576"/>
                  </a:lnTo>
                  <a:lnTo>
                    <a:pt x="5013735" y="2392265"/>
                  </a:lnTo>
                  <a:lnTo>
                    <a:pt x="5049366" y="2391752"/>
                  </a:lnTo>
                  <a:lnTo>
                    <a:pt x="5084998" y="2391036"/>
                  </a:lnTo>
                  <a:lnTo>
                    <a:pt x="5120629" y="2390113"/>
                  </a:lnTo>
                  <a:lnTo>
                    <a:pt x="5156260" y="2388982"/>
                  </a:lnTo>
                  <a:lnTo>
                    <a:pt x="5191891" y="2387642"/>
                  </a:lnTo>
                  <a:lnTo>
                    <a:pt x="5227523" y="2386091"/>
                  </a:lnTo>
                  <a:lnTo>
                    <a:pt x="5263154" y="2384330"/>
                  </a:lnTo>
                  <a:lnTo>
                    <a:pt x="5298785" y="2382358"/>
                  </a:lnTo>
                  <a:lnTo>
                    <a:pt x="5334417" y="2380176"/>
                  </a:lnTo>
                  <a:lnTo>
                    <a:pt x="5370048" y="2377786"/>
                  </a:lnTo>
                  <a:lnTo>
                    <a:pt x="5405679" y="2375189"/>
                  </a:lnTo>
                  <a:lnTo>
                    <a:pt x="5441311" y="2372388"/>
                  </a:lnTo>
                  <a:lnTo>
                    <a:pt x="5476942" y="2369385"/>
                  </a:lnTo>
                  <a:lnTo>
                    <a:pt x="5512573" y="2366183"/>
                  </a:lnTo>
                  <a:lnTo>
                    <a:pt x="5548204" y="2362786"/>
                  </a:lnTo>
                  <a:lnTo>
                    <a:pt x="5583836" y="2359198"/>
                  </a:lnTo>
                  <a:lnTo>
                    <a:pt x="5619467" y="2355423"/>
                  </a:lnTo>
                  <a:lnTo>
                    <a:pt x="5655098" y="2351466"/>
                  </a:lnTo>
                  <a:lnTo>
                    <a:pt x="5690730" y="2347332"/>
                  </a:lnTo>
                  <a:lnTo>
                    <a:pt x="5726361" y="2343026"/>
                  </a:lnTo>
                  <a:lnTo>
                    <a:pt x="5761992" y="2338553"/>
                  </a:lnTo>
                  <a:lnTo>
                    <a:pt x="5797624" y="2333920"/>
                  </a:lnTo>
                  <a:lnTo>
                    <a:pt x="5833255" y="2329134"/>
                  </a:lnTo>
                  <a:lnTo>
                    <a:pt x="5868886" y="2324200"/>
                  </a:lnTo>
                  <a:lnTo>
                    <a:pt x="5904518" y="2319125"/>
                  </a:lnTo>
                  <a:lnTo>
                    <a:pt x="5940149" y="2313917"/>
                  </a:lnTo>
                  <a:lnTo>
                    <a:pt x="5975780" y="2308583"/>
                  </a:lnTo>
                  <a:lnTo>
                    <a:pt x="6011411" y="2303131"/>
                  </a:lnTo>
                  <a:lnTo>
                    <a:pt x="6047043" y="2297569"/>
                  </a:lnTo>
                  <a:lnTo>
                    <a:pt x="6082674" y="2291904"/>
                  </a:lnTo>
                  <a:lnTo>
                    <a:pt x="6118305" y="2286144"/>
                  </a:lnTo>
                  <a:lnTo>
                    <a:pt x="6153937" y="2280289"/>
                  </a:lnTo>
                  <a:lnTo>
                    <a:pt x="6189568" y="2274341"/>
                  </a:lnTo>
                  <a:lnTo>
                    <a:pt x="6225199" y="2268302"/>
                  </a:lnTo>
                  <a:lnTo>
                    <a:pt x="6260831" y="2262172"/>
                  </a:lnTo>
                  <a:lnTo>
                    <a:pt x="6296462" y="2255952"/>
                  </a:lnTo>
                  <a:lnTo>
                    <a:pt x="6332093" y="2249643"/>
                  </a:lnTo>
                  <a:lnTo>
                    <a:pt x="6367725" y="2243246"/>
                  </a:lnTo>
                  <a:lnTo>
                    <a:pt x="6403356" y="2236762"/>
                  </a:lnTo>
                  <a:lnTo>
                    <a:pt x="6438987" y="22301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358113"/>
              <a:ext cx="7090630" cy="911388"/>
            </a:xfrm>
            <a:custGeom>
              <a:avLst/>
              <a:pathLst>
                <a:path w="7090630" h="911388">
                  <a:moveTo>
                    <a:pt x="7090630" y="911388"/>
                  </a:moveTo>
                  <a:lnTo>
                    <a:pt x="7054998" y="908736"/>
                  </a:lnTo>
                  <a:lnTo>
                    <a:pt x="7019367" y="906074"/>
                  </a:lnTo>
                  <a:lnTo>
                    <a:pt x="6983736" y="903403"/>
                  </a:lnTo>
                  <a:lnTo>
                    <a:pt x="6948104" y="900724"/>
                  </a:lnTo>
                  <a:lnTo>
                    <a:pt x="6912473" y="898039"/>
                  </a:lnTo>
                  <a:lnTo>
                    <a:pt x="6876842" y="895348"/>
                  </a:lnTo>
                  <a:lnTo>
                    <a:pt x="6841210" y="892653"/>
                  </a:lnTo>
                  <a:lnTo>
                    <a:pt x="6805579" y="889954"/>
                  </a:lnTo>
                  <a:lnTo>
                    <a:pt x="6769948" y="887255"/>
                  </a:lnTo>
                  <a:lnTo>
                    <a:pt x="6734317" y="884556"/>
                  </a:lnTo>
                  <a:lnTo>
                    <a:pt x="6698685" y="881859"/>
                  </a:lnTo>
                  <a:lnTo>
                    <a:pt x="6663054" y="879165"/>
                  </a:lnTo>
                  <a:lnTo>
                    <a:pt x="6627423" y="876476"/>
                  </a:lnTo>
                  <a:lnTo>
                    <a:pt x="6591791" y="873792"/>
                  </a:lnTo>
                  <a:lnTo>
                    <a:pt x="6556160" y="871114"/>
                  </a:lnTo>
                  <a:lnTo>
                    <a:pt x="6520529" y="868444"/>
                  </a:lnTo>
                  <a:lnTo>
                    <a:pt x="6484897" y="865781"/>
                  </a:lnTo>
                  <a:lnTo>
                    <a:pt x="6449266" y="863128"/>
                  </a:lnTo>
                  <a:lnTo>
                    <a:pt x="6413635" y="860485"/>
                  </a:lnTo>
                  <a:lnTo>
                    <a:pt x="6378003" y="857853"/>
                  </a:lnTo>
                  <a:lnTo>
                    <a:pt x="6342372" y="855231"/>
                  </a:lnTo>
                  <a:lnTo>
                    <a:pt x="6306741" y="852622"/>
                  </a:lnTo>
                  <a:lnTo>
                    <a:pt x="6271110" y="850025"/>
                  </a:lnTo>
                  <a:lnTo>
                    <a:pt x="6235478" y="847441"/>
                  </a:lnTo>
                  <a:lnTo>
                    <a:pt x="6199847" y="844870"/>
                  </a:lnTo>
                  <a:lnTo>
                    <a:pt x="6164216" y="842311"/>
                  </a:lnTo>
                  <a:lnTo>
                    <a:pt x="6128584" y="839765"/>
                  </a:lnTo>
                  <a:lnTo>
                    <a:pt x="6092953" y="837230"/>
                  </a:lnTo>
                  <a:lnTo>
                    <a:pt x="6057322" y="834706"/>
                  </a:lnTo>
                  <a:lnTo>
                    <a:pt x="6021690" y="832192"/>
                  </a:lnTo>
                  <a:lnTo>
                    <a:pt x="5986059" y="829685"/>
                  </a:lnTo>
                  <a:lnTo>
                    <a:pt x="5950428" y="827183"/>
                  </a:lnTo>
                  <a:lnTo>
                    <a:pt x="5914796" y="824685"/>
                  </a:lnTo>
                  <a:lnTo>
                    <a:pt x="5879165" y="822186"/>
                  </a:lnTo>
                  <a:lnTo>
                    <a:pt x="5843534" y="819684"/>
                  </a:lnTo>
                  <a:lnTo>
                    <a:pt x="5807903" y="817173"/>
                  </a:lnTo>
                  <a:lnTo>
                    <a:pt x="5772271" y="814649"/>
                  </a:lnTo>
                  <a:lnTo>
                    <a:pt x="5736640" y="812107"/>
                  </a:lnTo>
                  <a:lnTo>
                    <a:pt x="5701009" y="809540"/>
                  </a:lnTo>
                  <a:lnTo>
                    <a:pt x="5665377" y="806943"/>
                  </a:lnTo>
                  <a:lnTo>
                    <a:pt x="5629746" y="804307"/>
                  </a:lnTo>
                  <a:lnTo>
                    <a:pt x="5594115" y="801624"/>
                  </a:lnTo>
                  <a:lnTo>
                    <a:pt x="5558483" y="798886"/>
                  </a:lnTo>
                  <a:lnTo>
                    <a:pt x="5522852" y="796083"/>
                  </a:lnTo>
                  <a:lnTo>
                    <a:pt x="5487221" y="793207"/>
                  </a:lnTo>
                  <a:lnTo>
                    <a:pt x="5451589" y="790245"/>
                  </a:lnTo>
                  <a:lnTo>
                    <a:pt x="5415958" y="787187"/>
                  </a:lnTo>
                  <a:lnTo>
                    <a:pt x="5380327" y="784022"/>
                  </a:lnTo>
                  <a:lnTo>
                    <a:pt x="5344696" y="780737"/>
                  </a:lnTo>
                  <a:lnTo>
                    <a:pt x="5309064" y="777319"/>
                  </a:lnTo>
                  <a:lnTo>
                    <a:pt x="5273433" y="773754"/>
                  </a:lnTo>
                  <a:lnTo>
                    <a:pt x="5237802" y="770030"/>
                  </a:lnTo>
                  <a:lnTo>
                    <a:pt x="5202170" y="766131"/>
                  </a:lnTo>
                  <a:lnTo>
                    <a:pt x="5166539" y="762042"/>
                  </a:lnTo>
                  <a:lnTo>
                    <a:pt x="5130908" y="757748"/>
                  </a:lnTo>
                  <a:lnTo>
                    <a:pt x="5095276" y="753232"/>
                  </a:lnTo>
                  <a:lnTo>
                    <a:pt x="5059645" y="748477"/>
                  </a:lnTo>
                  <a:lnTo>
                    <a:pt x="5024014" y="743466"/>
                  </a:lnTo>
                  <a:lnTo>
                    <a:pt x="4988382" y="738181"/>
                  </a:lnTo>
                  <a:lnTo>
                    <a:pt x="4952751" y="732601"/>
                  </a:lnTo>
                  <a:lnTo>
                    <a:pt x="4917120" y="726708"/>
                  </a:lnTo>
                  <a:lnTo>
                    <a:pt x="4881489" y="720480"/>
                  </a:lnTo>
                  <a:lnTo>
                    <a:pt x="4845857" y="713896"/>
                  </a:lnTo>
                  <a:lnTo>
                    <a:pt x="4810226" y="706932"/>
                  </a:lnTo>
                  <a:lnTo>
                    <a:pt x="4774595" y="699564"/>
                  </a:lnTo>
                  <a:lnTo>
                    <a:pt x="4738963" y="691778"/>
                  </a:lnTo>
                  <a:lnTo>
                    <a:pt x="4703332" y="683567"/>
                  </a:lnTo>
                  <a:lnTo>
                    <a:pt x="4667701" y="674927"/>
                  </a:lnTo>
                  <a:lnTo>
                    <a:pt x="4632069" y="665855"/>
                  </a:lnTo>
                  <a:lnTo>
                    <a:pt x="4596438" y="656347"/>
                  </a:lnTo>
                  <a:lnTo>
                    <a:pt x="4560807" y="646400"/>
                  </a:lnTo>
                  <a:lnTo>
                    <a:pt x="4525175" y="636009"/>
                  </a:lnTo>
                  <a:lnTo>
                    <a:pt x="4489544" y="625174"/>
                  </a:lnTo>
                  <a:lnTo>
                    <a:pt x="4453913" y="613892"/>
                  </a:lnTo>
                  <a:lnTo>
                    <a:pt x="4418282" y="602161"/>
                  </a:lnTo>
                  <a:lnTo>
                    <a:pt x="4382650" y="589981"/>
                  </a:lnTo>
                  <a:lnTo>
                    <a:pt x="4347019" y="577352"/>
                  </a:lnTo>
                  <a:lnTo>
                    <a:pt x="4311388" y="564273"/>
                  </a:lnTo>
                  <a:lnTo>
                    <a:pt x="4275756" y="550747"/>
                  </a:lnTo>
                  <a:lnTo>
                    <a:pt x="4240125" y="536776"/>
                  </a:lnTo>
                  <a:lnTo>
                    <a:pt x="4204494" y="522363"/>
                  </a:lnTo>
                  <a:lnTo>
                    <a:pt x="4168862" y="507513"/>
                  </a:lnTo>
                  <a:lnTo>
                    <a:pt x="4133231" y="501952"/>
                  </a:lnTo>
                  <a:lnTo>
                    <a:pt x="4097600" y="497851"/>
                  </a:lnTo>
                  <a:lnTo>
                    <a:pt x="4061968" y="493685"/>
                  </a:lnTo>
                  <a:lnTo>
                    <a:pt x="4026337" y="489453"/>
                  </a:lnTo>
                  <a:lnTo>
                    <a:pt x="3990706" y="485154"/>
                  </a:lnTo>
                  <a:lnTo>
                    <a:pt x="3955075" y="480785"/>
                  </a:lnTo>
                  <a:lnTo>
                    <a:pt x="3919443" y="476345"/>
                  </a:lnTo>
                  <a:lnTo>
                    <a:pt x="3883812" y="471832"/>
                  </a:lnTo>
                  <a:lnTo>
                    <a:pt x="3848181" y="467245"/>
                  </a:lnTo>
                  <a:lnTo>
                    <a:pt x="3812549" y="462580"/>
                  </a:lnTo>
                  <a:lnTo>
                    <a:pt x="3776918" y="457838"/>
                  </a:lnTo>
                  <a:lnTo>
                    <a:pt x="3741287" y="453015"/>
                  </a:lnTo>
                  <a:lnTo>
                    <a:pt x="3705655" y="448110"/>
                  </a:lnTo>
                  <a:lnTo>
                    <a:pt x="3670024" y="443121"/>
                  </a:lnTo>
                  <a:lnTo>
                    <a:pt x="3634393" y="438047"/>
                  </a:lnTo>
                  <a:lnTo>
                    <a:pt x="3598762" y="432886"/>
                  </a:lnTo>
                  <a:lnTo>
                    <a:pt x="3563130" y="427638"/>
                  </a:lnTo>
                  <a:lnTo>
                    <a:pt x="3527499" y="422300"/>
                  </a:lnTo>
                  <a:lnTo>
                    <a:pt x="3491868" y="416872"/>
                  </a:lnTo>
                  <a:lnTo>
                    <a:pt x="3456236" y="411354"/>
                  </a:lnTo>
                  <a:lnTo>
                    <a:pt x="3420605" y="405746"/>
                  </a:lnTo>
                  <a:lnTo>
                    <a:pt x="3384974" y="400052"/>
                  </a:lnTo>
                  <a:lnTo>
                    <a:pt x="3349342" y="394272"/>
                  </a:lnTo>
                  <a:lnTo>
                    <a:pt x="3313711" y="388411"/>
                  </a:lnTo>
                  <a:lnTo>
                    <a:pt x="3278080" y="382470"/>
                  </a:lnTo>
                  <a:lnTo>
                    <a:pt x="3242448" y="376452"/>
                  </a:lnTo>
                  <a:lnTo>
                    <a:pt x="3206817" y="370361"/>
                  </a:lnTo>
                  <a:lnTo>
                    <a:pt x="3171186" y="364199"/>
                  </a:lnTo>
                  <a:lnTo>
                    <a:pt x="3135555" y="357970"/>
                  </a:lnTo>
                  <a:lnTo>
                    <a:pt x="3099923" y="351677"/>
                  </a:lnTo>
                  <a:lnTo>
                    <a:pt x="3064292" y="345324"/>
                  </a:lnTo>
                  <a:lnTo>
                    <a:pt x="3028661" y="338916"/>
                  </a:lnTo>
                  <a:lnTo>
                    <a:pt x="2993029" y="332455"/>
                  </a:lnTo>
                  <a:lnTo>
                    <a:pt x="2957398" y="325947"/>
                  </a:lnTo>
                  <a:lnTo>
                    <a:pt x="2921767" y="319397"/>
                  </a:lnTo>
                  <a:lnTo>
                    <a:pt x="2886135" y="312807"/>
                  </a:lnTo>
                  <a:lnTo>
                    <a:pt x="2850504" y="306185"/>
                  </a:lnTo>
                  <a:lnTo>
                    <a:pt x="2814873" y="299534"/>
                  </a:lnTo>
                  <a:lnTo>
                    <a:pt x="2779241" y="292861"/>
                  </a:lnTo>
                  <a:lnTo>
                    <a:pt x="2743610" y="286169"/>
                  </a:lnTo>
                  <a:lnTo>
                    <a:pt x="2707979" y="279466"/>
                  </a:lnTo>
                  <a:lnTo>
                    <a:pt x="2672348" y="272757"/>
                  </a:lnTo>
                  <a:lnTo>
                    <a:pt x="2636716" y="266047"/>
                  </a:lnTo>
                  <a:lnTo>
                    <a:pt x="2601085" y="259344"/>
                  </a:lnTo>
                  <a:lnTo>
                    <a:pt x="2565454" y="252652"/>
                  </a:lnTo>
                  <a:lnTo>
                    <a:pt x="2529822" y="245978"/>
                  </a:lnTo>
                  <a:lnTo>
                    <a:pt x="2494191" y="239329"/>
                  </a:lnTo>
                  <a:lnTo>
                    <a:pt x="2458560" y="232711"/>
                  </a:lnTo>
                  <a:lnTo>
                    <a:pt x="2422928" y="226130"/>
                  </a:lnTo>
                  <a:lnTo>
                    <a:pt x="2387297" y="219593"/>
                  </a:lnTo>
                  <a:lnTo>
                    <a:pt x="2351666" y="213106"/>
                  </a:lnTo>
                  <a:lnTo>
                    <a:pt x="2316034" y="206676"/>
                  </a:lnTo>
                  <a:lnTo>
                    <a:pt x="2280403" y="200309"/>
                  </a:lnTo>
                  <a:lnTo>
                    <a:pt x="2244772" y="194011"/>
                  </a:lnTo>
                  <a:lnTo>
                    <a:pt x="2209141" y="187788"/>
                  </a:lnTo>
                  <a:lnTo>
                    <a:pt x="2173509" y="181647"/>
                  </a:lnTo>
                  <a:lnTo>
                    <a:pt x="2137878" y="175592"/>
                  </a:lnTo>
                  <a:lnTo>
                    <a:pt x="2102247" y="169630"/>
                  </a:lnTo>
                  <a:lnTo>
                    <a:pt x="2066615" y="163766"/>
                  </a:lnTo>
                  <a:lnTo>
                    <a:pt x="2030984" y="158004"/>
                  </a:lnTo>
                  <a:lnTo>
                    <a:pt x="1995353" y="152350"/>
                  </a:lnTo>
                  <a:lnTo>
                    <a:pt x="1959721" y="146808"/>
                  </a:lnTo>
                  <a:lnTo>
                    <a:pt x="1924090" y="141382"/>
                  </a:lnTo>
                  <a:lnTo>
                    <a:pt x="1888459" y="136076"/>
                  </a:lnTo>
                  <a:lnTo>
                    <a:pt x="1852827" y="130892"/>
                  </a:lnTo>
                  <a:lnTo>
                    <a:pt x="1817196" y="125834"/>
                  </a:lnTo>
                  <a:lnTo>
                    <a:pt x="1781565" y="120905"/>
                  </a:lnTo>
                  <a:lnTo>
                    <a:pt x="1745934" y="116105"/>
                  </a:lnTo>
                  <a:lnTo>
                    <a:pt x="1710302" y="111438"/>
                  </a:lnTo>
                  <a:lnTo>
                    <a:pt x="1674671" y="106903"/>
                  </a:lnTo>
                  <a:lnTo>
                    <a:pt x="1639040" y="102502"/>
                  </a:lnTo>
                  <a:lnTo>
                    <a:pt x="1603408" y="98235"/>
                  </a:lnTo>
                  <a:lnTo>
                    <a:pt x="1567777" y="94102"/>
                  </a:lnTo>
                  <a:lnTo>
                    <a:pt x="1532146" y="90101"/>
                  </a:lnTo>
                  <a:lnTo>
                    <a:pt x="1496514" y="86232"/>
                  </a:lnTo>
                  <a:lnTo>
                    <a:pt x="1460883" y="82494"/>
                  </a:lnTo>
                  <a:lnTo>
                    <a:pt x="1425252" y="78884"/>
                  </a:lnTo>
                  <a:lnTo>
                    <a:pt x="1389620" y="75400"/>
                  </a:lnTo>
                  <a:lnTo>
                    <a:pt x="1353989" y="72039"/>
                  </a:lnTo>
                  <a:lnTo>
                    <a:pt x="1318358" y="68798"/>
                  </a:lnTo>
                  <a:lnTo>
                    <a:pt x="1282727" y="65673"/>
                  </a:lnTo>
                  <a:lnTo>
                    <a:pt x="1247095" y="62662"/>
                  </a:lnTo>
                  <a:lnTo>
                    <a:pt x="1211464" y="59759"/>
                  </a:lnTo>
                  <a:lnTo>
                    <a:pt x="1175833" y="56960"/>
                  </a:lnTo>
                  <a:lnTo>
                    <a:pt x="1140201" y="54261"/>
                  </a:lnTo>
                  <a:lnTo>
                    <a:pt x="1104570" y="51656"/>
                  </a:lnTo>
                  <a:lnTo>
                    <a:pt x="1068939" y="49140"/>
                  </a:lnTo>
                  <a:lnTo>
                    <a:pt x="1033307" y="46707"/>
                  </a:lnTo>
                  <a:lnTo>
                    <a:pt x="997676" y="44353"/>
                  </a:lnTo>
                  <a:lnTo>
                    <a:pt x="962045" y="42071"/>
                  </a:lnTo>
                  <a:lnTo>
                    <a:pt x="926413" y="39858"/>
                  </a:lnTo>
                  <a:lnTo>
                    <a:pt x="890782" y="37711"/>
                  </a:lnTo>
                  <a:lnTo>
                    <a:pt x="855151" y="35629"/>
                  </a:lnTo>
                  <a:lnTo>
                    <a:pt x="819520" y="33608"/>
                  </a:lnTo>
                  <a:lnTo>
                    <a:pt x="783888" y="31647"/>
                  </a:lnTo>
                  <a:lnTo>
                    <a:pt x="748257" y="29743"/>
                  </a:lnTo>
                  <a:lnTo>
                    <a:pt x="712626" y="27895"/>
                  </a:lnTo>
                  <a:lnTo>
                    <a:pt x="676994" y="26100"/>
                  </a:lnTo>
                  <a:lnTo>
                    <a:pt x="641363" y="24357"/>
                  </a:lnTo>
                  <a:lnTo>
                    <a:pt x="605732" y="22663"/>
                  </a:lnTo>
                  <a:lnTo>
                    <a:pt x="570100" y="21017"/>
                  </a:lnTo>
                  <a:lnTo>
                    <a:pt x="534469" y="19418"/>
                  </a:lnTo>
                  <a:lnTo>
                    <a:pt x="498838" y="17862"/>
                  </a:lnTo>
                  <a:lnTo>
                    <a:pt x="463206" y="16350"/>
                  </a:lnTo>
                  <a:lnTo>
                    <a:pt x="427575" y="14880"/>
                  </a:lnTo>
                  <a:lnTo>
                    <a:pt x="391944" y="13449"/>
                  </a:lnTo>
                  <a:lnTo>
                    <a:pt x="356313" y="12057"/>
                  </a:lnTo>
                  <a:lnTo>
                    <a:pt x="320681" y="10703"/>
                  </a:lnTo>
                  <a:lnTo>
                    <a:pt x="285050" y="9385"/>
                  </a:lnTo>
                  <a:lnTo>
                    <a:pt x="249419" y="8101"/>
                  </a:lnTo>
                  <a:lnTo>
                    <a:pt x="213787" y="6851"/>
                  </a:lnTo>
                  <a:lnTo>
                    <a:pt x="178156" y="5634"/>
                  </a:lnTo>
                  <a:lnTo>
                    <a:pt x="142525" y="4448"/>
                  </a:lnTo>
                  <a:lnTo>
                    <a:pt x="106893" y="3293"/>
                  </a:lnTo>
                  <a:lnTo>
                    <a:pt x="71262" y="2167"/>
                  </a:lnTo>
                  <a:lnTo>
                    <a:pt x="35631" y="106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590845"/>
              <a:ext cx="7090630" cy="1639592"/>
            </a:xfrm>
            <a:custGeom>
              <a:avLst/>
              <a:pathLst>
                <a:path w="7090630" h="1639592">
                  <a:moveTo>
                    <a:pt x="0" y="0"/>
                  </a:moveTo>
                  <a:lnTo>
                    <a:pt x="35631" y="17306"/>
                  </a:lnTo>
                  <a:lnTo>
                    <a:pt x="71262" y="34462"/>
                  </a:lnTo>
                  <a:lnTo>
                    <a:pt x="106893" y="51469"/>
                  </a:lnTo>
                  <a:lnTo>
                    <a:pt x="142525" y="68327"/>
                  </a:lnTo>
                  <a:lnTo>
                    <a:pt x="178156" y="85039"/>
                  </a:lnTo>
                  <a:lnTo>
                    <a:pt x="213787" y="101606"/>
                  </a:lnTo>
                  <a:lnTo>
                    <a:pt x="249419" y="118029"/>
                  </a:lnTo>
                  <a:lnTo>
                    <a:pt x="285050" y="134308"/>
                  </a:lnTo>
                  <a:lnTo>
                    <a:pt x="320681" y="150446"/>
                  </a:lnTo>
                  <a:lnTo>
                    <a:pt x="356313" y="166444"/>
                  </a:lnTo>
                  <a:lnTo>
                    <a:pt x="391944" y="182302"/>
                  </a:lnTo>
                  <a:lnTo>
                    <a:pt x="427575" y="198022"/>
                  </a:lnTo>
                  <a:lnTo>
                    <a:pt x="463206" y="213606"/>
                  </a:lnTo>
                  <a:lnTo>
                    <a:pt x="498838" y="229054"/>
                  </a:lnTo>
                  <a:lnTo>
                    <a:pt x="534469" y="244367"/>
                  </a:lnTo>
                  <a:lnTo>
                    <a:pt x="570100" y="259548"/>
                  </a:lnTo>
                  <a:lnTo>
                    <a:pt x="605732" y="274596"/>
                  </a:lnTo>
                  <a:lnTo>
                    <a:pt x="641363" y="289513"/>
                  </a:lnTo>
                  <a:lnTo>
                    <a:pt x="676994" y="304301"/>
                  </a:lnTo>
                  <a:lnTo>
                    <a:pt x="712626" y="318959"/>
                  </a:lnTo>
                  <a:lnTo>
                    <a:pt x="748257" y="333491"/>
                  </a:lnTo>
                  <a:lnTo>
                    <a:pt x="783888" y="347896"/>
                  </a:lnTo>
                  <a:lnTo>
                    <a:pt x="819520" y="362175"/>
                  </a:lnTo>
                  <a:lnTo>
                    <a:pt x="855151" y="376330"/>
                  </a:lnTo>
                  <a:lnTo>
                    <a:pt x="890782" y="390362"/>
                  </a:lnTo>
                  <a:lnTo>
                    <a:pt x="926413" y="404272"/>
                  </a:lnTo>
                  <a:lnTo>
                    <a:pt x="962045" y="418061"/>
                  </a:lnTo>
                  <a:lnTo>
                    <a:pt x="997676" y="431730"/>
                  </a:lnTo>
                  <a:lnTo>
                    <a:pt x="1033307" y="445280"/>
                  </a:lnTo>
                  <a:lnTo>
                    <a:pt x="1068939" y="458713"/>
                  </a:lnTo>
                  <a:lnTo>
                    <a:pt x="1104570" y="472028"/>
                  </a:lnTo>
                  <a:lnTo>
                    <a:pt x="1140201" y="485227"/>
                  </a:lnTo>
                  <a:lnTo>
                    <a:pt x="1175833" y="498312"/>
                  </a:lnTo>
                  <a:lnTo>
                    <a:pt x="1211464" y="511283"/>
                  </a:lnTo>
                  <a:lnTo>
                    <a:pt x="1247095" y="524140"/>
                  </a:lnTo>
                  <a:lnTo>
                    <a:pt x="1282727" y="536887"/>
                  </a:lnTo>
                  <a:lnTo>
                    <a:pt x="1318358" y="549522"/>
                  </a:lnTo>
                  <a:lnTo>
                    <a:pt x="1353989" y="562047"/>
                  </a:lnTo>
                  <a:lnTo>
                    <a:pt x="1389620" y="574463"/>
                  </a:lnTo>
                  <a:lnTo>
                    <a:pt x="1425252" y="586771"/>
                  </a:lnTo>
                  <a:lnTo>
                    <a:pt x="1460883" y="598972"/>
                  </a:lnTo>
                  <a:lnTo>
                    <a:pt x="1496514" y="611067"/>
                  </a:lnTo>
                  <a:lnTo>
                    <a:pt x="1532146" y="623057"/>
                  </a:lnTo>
                  <a:lnTo>
                    <a:pt x="1567777" y="634942"/>
                  </a:lnTo>
                  <a:lnTo>
                    <a:pt x="1603408" y="646724"/>
                  </a:lnTo>
                  <a:lnTo>
                    <a:pt x="1639040" y="658403"/>
                  </a:lnTo>
                  <a:lnTo>
                    <a:pt x="1674671" y="669981"/>
                  </a:lnTo>
                  <a:lnTo>
                    <a:pt x="1710302" y="681458"/>
                  </a:lnTo>
                  <a:lnTo>
                    <a:pt x="1745934" y="692835"/>
                  </a:lnTo>
                  <a:lnTo>
                    <a:pt x="1781565" y="704114"/>
                  </a:lnTo>
                  <a:lnTo>
                    <a:pt x="1817196" y="715294"/>
                  </a:lnTo>
                  <a:lnTo>
                    <a:pt x="1852827" y="726376"/>
                  </a:lnTo>
                  <a:lnTo>
                    <a:pt x="1888459" y="737363"/>
                  </a:lnTo>
                  <a:lnTo>
                    <a:pt x="1924090" y="748253"/>
                  </a:lnTo>
                  <a:lnTo>
                    <a:pt x="1959721" y="759049"/>
                  </a:lnTo>
                  <a:lnTo>
                    <a:pt x="1995353" y="769752"/>
                  </a:lnTo>
                  <a:lnTo>
                    <a:pt x="2030984" y="780360"/>
                  </a:lnTo>
                  <a:lnTo>
                    <a:pt x="2066615" y="790877"/>
                  </a:lnTo>
                  <a:lnTo>
                    <a:pt x="2102247" y="801302"/>
                  </a:lnTo>
                  <a:lnTo>
                    <a:pt x="2137878" y="811637"/>
                  </a:lnTo>
                  <a:lnTo>
                    <a:pt x="2173509" y="821881"/>
                  </a:lnTo>
                  <a:lnTo>
                    <a:pt x="2209141" y="832037"/>
                  </a:lnTo>
                  <a:lnTo>
                    <a:pt x="2244772" y="842104"/>
                  </a:lnTo>
                  <a:lnTo>
                    <a:pt x="2280403" y="852083"/>
                  </a:lnTo>
                  <a:lnTo>
                    <a:pt x="2316034" y="861976"/>
                  </a:lnTo>
                  <a:lnTo>
                    <a:pt x="2351666" y="871782"/>
                  </a:lnTo>
                  <a:lnTo>
                    <a:pt x="2387297" y="881503"/>
                  </a:lnTo>
                  <a:lnTo>
                    <a:pt x="2422928" y="891140"/>
                  </a:lnTo>
                  <a:lnTo>
                    <a:pt x="2458560" y="900693"/>
                  </a:lnTo>
                  <a:lnTo>
                    <a:pt x="2494191" y="910162"/>
                  </a:lnTo>
                  <a:lnTo>
                    <a:pt x="2529822" y="919549"/>
                  </a:lnTo>
                  <a:lnTo>
                    <a:pt x="2565454" y="928855"/>
                  </a:lnTo>
                  <a:lnTo>
                    <a:pt x="2601085" y="938080"/>
                  </a:lnTo>
                  <a:lnTo>
                    <a:pt x="2636716" y="947224"/>
                  </a:lnTo>
                  <a:lnTo>
                    <a:pt x="2672348" y="956289"/>
                  </a:lnTo>
                  <a:lnTo>
                    <a:pt x="2707979" y="965274"/>
                  </a:lnTo>
                  <a:lnTo>
                    <a:pt x="2743610" y="974182"/>
                  </a:lnTo>
                  <a:lnTo>
                    <a:pt x="2779241" y="983012"/>
                  </a:lnTo>
                  <a:lnTo>
                    <a:pt x="2814873" y="991766"/>
                  </a:lnTo>
                  <a:lnTo>
                    <a:pt x="2850504" y="1000443"/>
                  </a:lnTo>
                  <a:lnTo>
                    <a:pt x="2886135" y="1009045"/>
                  </a:lnTo>
                  <a:lnTo>
                    <a:pt x="2921767" y="1017572"/>
                  </a:lnTo>
                  <a:lnTo>
                    <a:pt x="2957398" y="1026024"/>
                  </a:lnTo>
                  <a:lnTo>
                    <a:pt x="2993029" y="1034403"/>
                  </a:lnTo>
                  <a:lnTo>
                    <a:pt x="3028661" y="1042709"/>
                  </a:lnTo>
                  <a:lnTo>
                    <a:pt x="3064292" y="1050943"/>
                  </a:lnTo>
                  <a:lnTo>
                    <a:pt x="3099923" y="1059106"/>
                  </a:lnTo>
                  <a:lnTo>
                    <a:pt x="3135555" y="1067197"/>
                  </a:lnTo>
                  <a:lnTo>
                    <a:pt x="3171186" y="1075218"/>
                  </a:lnTo>
                  <a:lnTo>
                    <a:pt x="3206817" y="1083169"/>
                  </a:lnTo>
                  <a:lnTo>
                    <a:pt x="3242448" y="1091051"/>
                  </a:lnTo>
                  <a:lnTo>
                    <a:pt x="3278080" y="1098864"/>
                  </a:lnTo>
                  <a:lnTo>
                    <a:pt x="3313711" y="1106610"/>
                  </a:lnTo>
                  <a:lnTo>
                    <a:pt x="3349342" y="1114287"/>
                  </a:lnTo>
                  <a:lnTo>
                    <a:pt x="3384974" y="1121899"/>
                  </a:lnTo>
                  <a:lnTo>
                    <a:pt x="3420605" y="1129444"/>
                  </a:lnTo>
                  <a:lnTo>
                    <a:pt x="3456236" y="1136923"/>
                  </a:lnTo>
                  <a:lnTo>
                    <a:pt x="3491868" y="1144337"/>
                  </a:lnTo>
                  <a:lnTo>
                    <a:pt x="3527499" y="1151687"/>
                  </a:lnTo>
                  <a:lnTo>
                    <a:pt x="3563130" y="1158972"/>
                  </a:lnTo>
                  <a:lnTo>
                    <a:pt x="3598762" y="1166195"/>
                  </a:lnTo>
                  <a:lnTo>
                    <a:pt x="3634393" y="1173354"/>
                  </a:lnTo>
                  <a:lnTo>
                    <a:pt x="3670024" y="1180451"/>
                  </a:lnTo>
                  <a:lnTo>
                    <a:pt x="3705655" y="1187487"/>
                  </a:lnTo>
                  <a:lnTo>
                    <a:pt x="3741287" y="1194461"/>
                  </a:lnTo>
                  <a:lnTo>
                    <a:pt x="3776918" y="1201375"/>
                  </a:lnTo>
                  <a:lnTo>
                    <a:pt x="3812549" y="1208228"/>
                  </a:lnTo>
                  <a:lnTo>
                    <a:pt x="3848181" y="1215022"/>
                  </a:lnTo>
                  <a:lnTo>
                    <a:pt x="3883812" y="1221756"/>
                  </a:lnTo>
                  <a:lnTo>
                    <a:pt x="3919443" y="1228432"/>
                  </a:lnTo>
                  <a:lnTo>
                    <a:pt x="3955075" y="1235050"/>
                  </a:lnTo>
                  <a:lnTo>
                    <a:pt x="3990706" y="1241611"/>
                  </a:lnTo>
                  <a:lnTo>
                    <a:pt x="4026337" y="1248114"/>
                  </a:lnTo>
                  <a:lnTo>
                    <a:pt x="4061968" y="1254561"/>
                  </a:lnTo>
                  <a:lnTo>
                    <a:pt x="4097600" y="1260951"/>
                  </a:lnTo>
                  <a:lnTo>
                    <a:pt x="4133231" y="1267286"/>
                  </a:lnTo>
                  <a:lnTo>
                    <a:pt x="4168862" y="1273566"/>
                  </a:lnTo>
                  <a:lnTo>
                    <a:pt x="4204494" y="1279792"/>
                  </a:lnTo>
                  <a:lnTo>
                    <a:pt x="4240125" y="1285963"/>
                  </a:lnTo>
                  <a:lnTo>
                    <a:pt x="4275756" y="1292080"/>
                  </a:lnTo>
                  <a:lnTo>
                    <a:pt x="4311388" y="1298144"/>
                  </a:lnTo>
                  <a:lnTo>
                    <a:pt x="4347019" y="1304156"/>
                  </a:lnTo>
                  <a:lnTo>
                    <a:pt x="4382650" y="1310115"/>
                  </a:lnTo>
                  <a:lnTo>
                    <a:pt x="4418282" y="1316022"/>
                  </a:lnTo>
                  <a:lnTo>
                    <a:pt x="4453913" y="1321878"/>
                  </a:lnTo>
                  <a:lnTo>
                    <a:pt x="4489544" y="1327683"/>
                  </a:lnTo>
                  <a:lnTo>
                    <a:pt x="4525175" y="1333437"/>
                  </a:lnTo>
                  <a:lnTo>
                    <a:pt x="4560807" y="1339141"/>
                  </a:lnTo>
                  <a:lnTo>
                    <a:pt x="4596438" y="1344796"/>
                  </a:lnTo>
                  <a:lnTo>
                    <a:pt x="4632069" y="1350402"/>
                  </a:lnTo>
                  <a:lnTo>
                    <a:pt x="4667701" y="1355958"/>
                  </a:lnTo>
                  <a:lnTo>
                    <a:pt x="4703332" y="1361467"/>
                  </a:lnTo>
                  <a:lnTo>
                    <a:pt x="4738963" y="1366927"/>
                  </a:lnTo>
                  <a:lnTo>
                    <a:pt x="4774595" y="1372340"/>
                  </a:lnTo>
                  <a:lnTo>
                    <a:pt x="4810226" y="1377706"/>
                  </a:lnTo>
                  <a:lnTo>
                    <a:pt x="4845857" y="1383025"/>
                  </a:lnTo>
                  <a:lnTo>
                    <a:pt x="4881489" y="1388298"/>
                  </a:lnTo>
                  <a:lnTo>
                    <a:pt x="4917120" y="1393525"/>
                  </a:lnTo>
                  <a:lnTo>
                    <a:pt x="4952751" y="1398706"/>
                  </a:lnTo>
                  <a:lnTo>
                    <a:pt x="4988382" y="1403843"/>
                  </a:lnTo>
                  <a:lnTo>
                    <a:pt x="5024014" y="1408935"/>
                  </a:lnTo>
                  <a:lnTo>
                    <a:pt x="5059645" y="1413982"/>
                  </a:lnTo>
                  <a:lnTo>
                    <a:pt x="5095276" y="1418985"/>
                  </a:lnTo>
                  <a:lnTo>
                    <a:pt x="5130908" y="1423945"/>
                  </a:lnTo>
                  <a:lnTo>
                    <a:pt x="5166539" y="1428862"/>
                  </a:lnTo>
                  <a:lnTo>
                    <a:pt x="5202170" y="1433736"/>
                  </a:lnTo>
                  <a:lnTo>
                    <a:pt x="5237802" y="1438568"/>
                  </a:lnTo>
                  <a:lnTo>
                    <a:pt x="5273433" y="1443357"/>
                  </a:lnTo>
                  <a:lnTo>
                    <a:pt x="5309064" y="1448105"/>
                  </a:lnTo>
                  <a:lnTo>
                    <a:pt x="5344696" y="1452812"/>
                  </a:lnTo>
                  <a:lnTo>
                    <a:pt x="5380327" y="1457478"/>
                  </a:lnTo>
                  <a:lnTo>
                    <a:pt x="5415958" y="1462103"/>
                  </a:lnTo>
                  <a:lnTo>
                    <a:pt x="5451589" y="1466687"/>
                  </a:lnTo>
                  <a:lnTo>
                    <a:pt x="5487221" y="1471232"/>
                  </a:lnTo>
                  <a:lnTo>
                    <a:pt x="5522852" y="1475738"/>
                  </a:lnTo>
                  <a:lnTo>
                    <a:pt x="5558483" y="1480204"/>
                  </a:lnTo>
                  <a:lnTo>
                    <a:pt x="5594115" y="1484631"/>
                  </a:lnTo>
                  <a:lnTo>
                    <a:pt x="5629746" y="1489020"/>
                  </a:lnTo>
                  <a:lnTo>
                    <a:pt x="5665377" y="1493371"/>
                  </a:lnTo>
                  <a:lnTo>
                    <a:pt x="5701009" y="1497683"/>
                  </a:lnTo>
                  <a:lnTo>
                    <a:pt x="5736640" y="1501958"/>
                  </a:lnTo>
                  <a:lnTo>
                    <a:pt x="5772271" y="1506197"/>
                  </a:lnTo>
                  <a:lnTo>
                    <a:pt x="5807903" y="1510398"/>
                  </a:lnTo>
                  <a:lnTo>
                    <a:pt x="5843534" y="1514562"/>
                  </a:lnTo>
                  <a:lnTo>
                    <a:pt x="5879165" y="1518691"/>
                  </a:lnTo>
                  <a:lnTo>
                    <a:pt x="5914796" y="1522783"/>
                  </a:lnTo>
                  <a:lnTo>
                    <a:pt x="5950428" y="1526840"/>
                  </a:lnTo>
                  <a:lnTo>
                    <a:pt x="5986059" y="1530861"/>
                  </a:lnTo>
                  <a:lnTo>
                    <a:pt x="6021690" y="1534848"/>
                  </a:lnTo>
                  <a:lnTo>
                    <a:pt x="6057322" y="1538800"/>
                  </a:lnTo>
                  <a:lnTo>
                    <a:pt x="6092953" y="1542717"/>
                  </a:lnTo>
                  <a:lnTo>
                    <a:pt x="6128584" y="1546601"/>
                  </a:lnTo>
                  <a:lnTo>
                    <a:pt x="6164216" y="1550450"/>
                  </a:lnTo>
                  <a:lnTo>
                    <a:pt x="6199847" y="1554266"/>
                  </a:lnTo>
                  <a:lnTo>
                    <a:pt x="6235478" y="1558049"/>
                  </a:lnTo>
                  <a:lnTo>
                    <a:pt x="6271110" y="1561799"/>
                  </a:lnTo>
                  <a:lnTo>
                    <a:pt x="6306741" y="1565516"/>
                  </a:lnTo>
                  <a:lnTo>
                    <a:pt x="6342372" y="1569201"/>
                  </a:lnTo>
                  <a:lnTo>
                    <a:pt x="6378003" y="1572854"/>
                  </a:lnTo>
                  <a:lnTo>
                    <a:pt x="6413635" y="1576476"/>
                  </a:lnTo>
                  <a:lnTo>
                    <a:pt x="6449266" y="1580065"/>
                  </a:lnTo>
                  <a:lnTo>
                    <a:pt x="6484897" y="1583624"/>
                  </a:lnTo>
                  <a:lnTo>
                    <a:pt x="6520529" y="1587151"/>
                  </a:lnTo>
                  <a:lnTo>
                    <a:pt x="6556160" y="1590648"/>
                  </a:lnTo>
                  <a:lnTo>
                    <a:pt x="6591791" y="1594114"/>
                  </a:lnTo>
                  <a:lnTo>
                    <a:pt x="6627423" y="1597550"/>
                  </a:lnTo>
                  <a:lnTo>
                    <a:pt x="6663054" y="1600957"/>
                  </a:lnTo>
                  <a:lnTo>
                    <a:pt x="6698685" y="1604333"/>
                  </a:lnTo>
                  <a:lnTo>
                    <a:pt x="6734317" y="1607680"/>
                  </a:lnTo>
                  <a:lnTo>
                    <a:pt x="6769948" y="1610999"/>
                  </a:lnTo>
                  <a:lnTo>
                    <a:pt x="6805579" y="1614288"/>
                  </a:lnTo>
                  <a:lnTo>
                    <a:pt x="6841210" y="1617549"/>
                  </a:lnTo>
                  <a:lnTo>
                    <a:pt x="6876842" y="1620781"/>
                  </a:lnTo>
                  <a:lnTo>
                    <a:pt x="6912473" y="1623985"/>
                  </a:lnTo>
                  <a:lnTo>
                    <a:pt x="6948104" y="1627161"/>
                  </a:lnTo>
                  <a:lnTo>
                    <a:pt x="6983736" y="1630310"/>
                  </a:lnTo>
                  <a:lnTo>
                    <a:pt x="7019367" y="1633431"/>
                  </a:lnTo>
                  <a:lnTo>
                    <a:pt x="7054998" y="1636525"/>
                  </a:lnTo>
                  <a:lnTo>
                    <a:pt x="7090630" y="163959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407027"/>
              <a:ext cx="7090630" cy="1681334"/>
            </a:xfrm>
            <a:custGeom>
              <a:avLst/>
              <a:pathLst>
                <a:path w="7090630" h="1681334">
                  <a:moveTo>
                    <a:pt x="0" y="0"/>
                  </a:moveTo>
                  <a:lnTo>
                    <a:pt x="35631" y="16033"/>
                  </a:lnTo>
                  <a:lnTo>
                    <a:pt x="71262" y="31948"/>
                  </a:lnTo>
                  <a:lnTo>
                    <a:pt x="106893" y="47745"/>
                  </a:lnTo>
                  <a:lnTo>
                    <a:pt x="142525" y="63426"/>
                  </a:lnTo>
                  <a:lnTo>
                    <a:pt x="178156" y="78991"/>
                  </a:lnTo>
                  <a:lnTo>
                    <a:pt x="213787" y="94441"/>
                  </a:lnTo>
                  <a:lnTo>
                    <a:pt x="249419" y="109778"/>
                  </a:lnTo>
                  <a:lnTo>
                    <a:pt x="285050" y="125001"/>
                  </a:lnTo>
                  <a:lnTo>
                    <a:pt x="320681" y="140112"/>
                  </a:lnTo>
                  <a:lnTo>
                    <a:pt x="356313" y="155111"/>
                  </a:lnTo>
                  <a:lnTo>
                    <a:pt x="391944" y="170000"/>
                  </a:lnTo>
                  <a:lnTo>
                    <a:pt x="427575" y="184778"/>
                  </a:lnTo>
                  <a:lnTo>
                    <a:pt x="463206" y="199448"/>
                  </a:lnTo>
                  <a:lnTo>
                    <a:pt x="498838" y="214010"/>
                  </a:lnTo>
                  <a:lnTo>
                    <a:pt x="534469" y="228464"/>
                  </a:lnTo>
                  <a:lnTo>
                    <a:pt x="570100" y="242811"/>
                  </a:lnTo>
                  <a:lnTo>
                    <a:pt x="605732" y="257053"/>
                  </a:lnTo>
                  <a:lnTo>
                    <a:pt x="641363" y="271189"/>
                  </a:lnTo>
                  <a:lnTo>
                    <a:pt x="676994" y="285221"/>
                  </a:lnTo>
                  <a:lnTo>
                    <a:pt x="712626" y="299150"/>
                  </a:lnTo>
                  <a:lnTo>
                    <a:pt x="748257" y="312975"/>
                  </a:lnTo>
                  <a:lnTo>
                    <a:pt x="783888" y="326699"/>
                  </a:lnTo>
                  <a:lnTo>
                    <a:pt x="819520" y="340322"/>
                  </a:lnTo>
                  <a:lnTo>
                    <a:pt x="855151" y="353844"/>
                  </a:lnTo>
                  <a:lnTo>
                    <a:pt x="890782" y="367266"/>
                  </a:lnTo>
                  <a:lnTo>
                    <a:pt x="926413" y="380589"/>
                  </a:lnTo>
                  <a:lnTo>
                    <a:pt x="962045" y="393814"/>
                  </a:lnTo>
                  <a:lnTo>
                    <a:pt x="997676" y="406941"/>
                  </a:lnTo>
                  <a:lnTo>
                    <a:pt x="1033307" y="419973"/>
                  </a:lnTo>
                  <a:lnTo>
                    <a:pt x="1068939" y="432912"/>
                  </a:lnTo>
                  <a:lnTo>
                    <a:pt x="1104570" y="445764"/>
                  </a:lnTo>
                  <a:lnTo>
                    <a:pt x="1140201" y="458533"/>
                  </a:lnTo>
                  <a:lnTo>
                    <a:pt x="1175833" y="471224"/>
                  </a:lnTo>
                  <a:lnTo>
                    <a:pt x="1211464" y="483840"/>
                  </a:lnTo>
                  <a:lnTo>
                    <a:pt x="1247095" y="496385"/>
                  </a:lnTo>
                  <a:lnTo>
                    <a:pt x="1282727" y="508863"/>
                  </a:lnTo>
                  <a:lnTo>
                    <a:pt x="1318358" y="521279"/>
                  </a:lnTo>
                  <a:lnTo>
                    <a:pt x="1353989" y="533635"/>
                  </a:lnTo>
                  <a:lnTo>
                    <a:pt x="1389620" y="545936"/>
                  </a:lnTo>
                  <a:lnTo>
                    <a:pt x="1425252" y="558185"/>
                  </a:lnTo>
                  <a:lnTo>
                    <a:pt x="1460883" y="570384"/>
                  </a:lnTo>
                  <a:lnTo>
                    <a:pt x="1496514" y="582539"/>
                  </a:lnTo>
                  <a:lnTo>
                    <a:pt x="1532146" y="594650"/>
                  </a:lnTo>
                  <a:lnTo>
                    <a:pt x="1567777" y="606723"/>
                  </a:lnTo>
                  <a:lnTo>
                    <a:pt x="1603408" y="618759"/>
                  </a:lnTo>
                  <a:lnTo>
                    <a:pt x="1639040" y="630762"/>
                  </a:lnTo>
                  <a:lnTo>
                    <a:pt x="1674671" y="642734"/>
                  </a:lnTo>
                  <a:lnTo>
                    <a:pt x="1710302" y="654678"/>
                  </a:lnTo>
                  <a:lnTo>
                    <a:pt x="1745934" y="666596"/>
                  </a:lnTo>
                  <a:lnTo>
                    <a:pt x="1781565" y="678492"/>
                  </a:lnTo>
                  <a:lnTo>
                    <a:pt x="1817196" y="690367"/>
                  </a:lnTo>
                  <a:lnTo>
                    <a:pt x="1852827" y="702223"/>
                  </a:lnTo>
                  <a:lnTo>
                    <a:pt x="1888459" y="714064"/>
                  </a:lnTo>
                  <a:lnTo>
                    <a:pt x="1924090" y="725890"/>
                  </a:lnTo>
                  <a:lnTo>
                    <a:pt x="1959721" y="737704"/>
                  </a:lnTo>
                  <a:lnTo>
                    <a:pt x="1995353" y="749508"/>
                  </a:lnTo>
                  <a:lnTo>
                    <a:pt x="2030984" y="761304"/>
                  </a:lnTo>
                  <a:lnTo>
                    <a:pt x="2066615" y="773093"/>
                  </a:lnTo>
                  <a:lnTo>
                    <a:pt x="2102247" y="784877"/>
                  </a:lnTo>
                  <a:lnTo>
                    <a:pt x="2137878" y="796658"/>
                  </a:lnTo>
                  <a:lnTo>
                    <a:pt x="2173509" y="808437"/>
                  </a:lnTo>
                  <a:lnTo>
                    <a:pt x="2209141" y="820215"/>
                  </a:lnTo>
                  <a:lnTo>
                    <a:pt x="2244772" y="831994"/>
                  </a:lnTo>
                  <a:lnTo>
                    <a:pt x="2280403" y="843774"/>
                  </a:lnTo>
                  <a:lnTo>
                    <a:pt x="2316034" y="855558"/>
                  </a:lnTo>
                  <a:lnTo>
                    <a:pt x="2351666" y="867345"/>
                  </a:lnTo>
                  <a:lnTo>
                    <a:pt x="2387297" y="879137"/>
                  </a:lnTo>
                  <a:lnTo>
                    <a:pt x="2422928" y="890935"/>
                  </a:lnTo>
                  <a:lnTo>
                    <a:pt x="2458560" y="902739"/>
                  </a:lnTo>
                  <a:lnTo>
                    <a:pt x="2494191" y="914550"/>
                  </a:lnTo>
                  <a:lnTo>
                    <a:pt x="2529822" y="926369"/>
                  </a:lnTo>
                  <a:lnTo>
                    <a:pt x="2565454" y="938195"/>
                  </a:lnTo>
                  <a:lnTo>
                    <a:pt x="2601085" y="950031"/>
                  </a:lnTo>
                  <a:lnTo>
                    <a:pt x="2636716" y="961874"/>
                  </a:lnTo>
                  <a:lnTo>
                    <a:pt x="2672348" y="973727"/>
                  </a:lnTo>
                  <a:lnTo>
                    <a:pt x="2707979" y="985589"/>
                  </a:lnTo>
                  <a:lnTo>
                    <a:pt x="2743610" y="997460"/>
                  </a:lnTo>
                  <a:lnTo>
                    <a:pt x="2779241" y="1009340"/>
                  </a:lnTo>
                  <a:lnTo>
                    <a:pt x="2814873" y="1021229"/>
                  </a:lnTo>
                  <a:lnTo>
                    <a:pt x="2850504" y="1033127"/>
                  </a:lnTo>
                  <a:lnTo>
                    <a:pt x="2886135" y="1045034"/>
                  </a:lnTo>
                  <a:lnTo>
                    <a:pt x="2921767" y="1056949"/>
                  </a:lnTo>
                  <a:lnTo>
                    <a:pt x="2957398" y="1068871"/>
                  </a:lnTo>
                  <a:lnTo>
                    <a:pt x="2993029" y="1080801"/>
                  </a:lnTo>
                  <a:lnTo>
                    <a:pt x="3028661" y="1092737"/>
                  </a:lnTo>
                  <a:lnTo>
                    <a:pt x="3064292" y="1104679"/>
                  </a:lnTo>
                  <a:lnTo>
                    <a:pt x="3099923" y="1116626"/>
                  </a:lnTo>
                  <a:lnTo>
                    <a:pt x="3135555" y="1128578"/>
                  </a:lnTo>
                  <a:lnTo>
                    <a:pt x="3171186" y="1140534"/>
                  </a:lnTo>
                  <a:lnTo>
                    <a:pt x="3206817" y="1152492"/>
                  </a:lnTo>
                  <a:lnTo>
                    <a:pt x="3242448" y="1164451"/>
                  </a:lnTo>
                  <a:lnTo>
                    <a:pt x="3278080" y="1176411"/>
                  </a:lnTo>
                  <a:lnTo>
                    <a:pt x="3313711" y="1188371"/>
                  </a:lnTo>
                  <a:lnTo>
                    <a:pt x="3349342" y="1200328"/>
                  </a:lnTo>
                  <a:lnTo>
                    <a:pt x="3384974" y="1212282"/>
                  </a:lnTo>
                  <a:lnTo>
                    <a:pt x="3420605" y="1224232"/>
                  </a:lnTo>
                  <a:lnTo>
                    <a:pt x="3456236" y="1236176"/>
                  </a:lnTo>
                  <a:lnTo>
                    <a:pt x="3491868" y="1248112"/>
                  </a:lnTo>
                  <a:lnTo>
                    <a:pt x="3527499" y="1260035"/>
                  </a:lnTo>
                  <a:lnTo>
                    <a:pt x="3563130" y="1271931"/>
                  </a:lnTo>
                  <a:lnTo>
                    <a:pt x="3598762" y="1283784"/>
                  </a:lnTo>
                  <a:lnTo>
                    <a:pt x="3634393" y="1295579"/>
                  </a:lnTo>
                  <a:lnTo>
                    <a:pt x="3670024" y="1307304"/>
                  </a:lnTo>
                  <a:lnTo>
                    <a:pt x="3705655" y="1318944"/>
                  </a:lnTo>
                  <a:lnTo>
                    <a:pt x="3741287" y="1330488"/>
                  </a:lnTo>
                  <a:lnTo>
                    <a:pt x="3776918" y="1341924"/>
                  </a:lnTo>
                  <a:lnTo>
                    <a:pt x="3812549" y="1353241"/>
                  </a:lnTo>
                  <a:lnTo>
                    <a:pt x="3848181" y="1364428"/>
                  </a:lnTo>
                  <a:lnTo>
                    <a:pt x="3883812" y="1375475"/>
                  </a:lnTo>
                  <a:lnTo>
                    <a:pt x="3919443" y="1386374"/>
                  </a:lnTo>
                  <a:lnTo>
                    <a:pt x="3955075" y="1397115"/>
                  </a:lnTo>
                  <a:lnTo>
                    <a:pt x="3990706" y="1407691"/>
                  </a:lnTo>
                  <a:lnTo>
                    <a:pt x="4026337" y="1418093"/>
                  </a:lnTo>
                  <a:lnTo>
                    <a:pt x="4061968" y="1428316"/>
                  </a:lnTo>
                  <a:lnTo>
                    <a:pt x="4097600" y="1438351"/>
                  </a:lnTo>
                  <a:lnTo>
                    <a:pt x="4133231" y="1448194"/>
                  </a:lnTo>
                  <a:lnTo>
                    <a:pt x="4168862" y="1457838"/>
                  </a:lnTo>
                  <a:lnTo>
                    <a:pt x="4204494" y="1467279"/>
                  </a:lnTo>
                  <a:lnTo>
                    <a:pt x="4240125" y="1476511"/>
                  </a:lnTo>
                  <a:lnTo>
                    <a:pt x="4275756" y="1485529"/>
                  </a:lnTo>
                  <a:lnTo>
                    <a:pt x="4311388" y="1494331"/>
                  </a:lnTo>
                  <a:lnTo>
                    <a:pt x="4347019" y="1502911"/>
                  </a:lnTo>
                  <a:lnTo>
                    <a:pt x="4382650" y="1511267"/>
                  </a:lnTo>
                  <a:lnTo>
                    <a:pt x="4418282" y="1519395"/>
                  </a:lnTo>
                  <a:lnTo>
                    <a:pt x="4453913" y="1527293"/>
                  </a:lnTo>
                  <a:lnTo>
                    <a:pt x="4489544" y="1534956"/>
                  </a:lnTo>
                  <a:lnTo>
                    <a:pt x="4525175" y="1542384"/>
                  </a:lnTo>
                  <a:lnTo>
                    <a:pt x="4560807" y="1549572"/>
                  </a:lnTo>
                  <a:lnTo>
                    <a:pt x="4596438" y="1556521"/>
                  </a:lnTo>
                  <a:lnTo>
                    <a:pt x="4632069" y="1563226"/>
                  </a:lnTo>
                  <a:lnTo>
                    <a:pt x="4667701" y="1569686"/>
                  </a:lnTo>
                  <a:lnTo>
                    <a:pt x="4703332" y="1575899"/>
                  </a:lnTo>
                  <a:lnTo>
                    <a:pt x="4738963" y="1581864"/>
                  </a:lnTo>
                  <a:lnTo>
                    <a:pt x="4774595" y="1587578"/>
                  </a:lnTo>
                  <a:lnTo>
                    <a:pt x="4810226" y="1593040"/>
                  </a:lnTo>
                  <a:lnTo>
                    <a:pt x="4845857" y="1598254"/>
                  </a:lnTo>
                  <a:lnTo>
                    <a:pt x="4881489" y="1603230"/>
                  </a:lnTo>
                  <a:lnTo>
                    <a:pt x="4917120" y="1607977"/>
                  </a:lnTo>
                  <a:lnTo>
                    <a:pt x="4952751" y="1612502"/>
                  </a:lnTo>
                  <a:lnTo>
                    <a:pt x="4988382" y="1616815"/>
                  </a:lnTo>
                  <a:lnTo>
                    <a:pt x="5024014" y="1620923"/>
                  </a:lnTo>
                  <a:lnTo>
                    <a:pt x="5059645" y="1624834"/>
                  </a:lnTo>
                  <a:lnTo>
                    <a:pt x="5095276" y="1628556"/>
                  </a:lnTo>
                  <a:lnTo>
                    <a:pt x="5130908" y="1632094"/>
                  </a:lnTo>
                  <a:lnTo>
                    <a:pt x="5166539" y="1635456"/>
                  </a:lnTo>
                  <a:lnTo>
                    <a:pt x="5202170" y="1638648"/>
                  </a:lnTo>
                  <a:lnTo>
                    <a:pt x="5237802" y="1641677"/>
                  </a:lnTo>
                  <a:lnTo>
                    <a:pt x="5273433" y="1644547"/>
                  </a:lnTo>
                  <a:lnTo>
                    <a:pt x="5309064" y="1647266"/>
                  </a:lnTo>
                  <a:lnTo>
                    <a:pt x="5344696" y="1649839"/>
                  </a:lnTo>
                  <a:lnTo>
                    <a:pt x="5380327" y="1652270"/>
                  </a:lnTo>
                  <a:lnTo>
                    <a:pt x="5415958" y="1654565"/>
                  </a:lnTo>
                  <a:lnTo>
                    <a:pt x="5451589" y="1656730"/>
                  </a:lnTo>
                  <a:lnTo>
                    <a:pt x="5487221" y="1658768"/>
                  </a:lnTo>
                  <a:lnTo>
                    <a:pt x="5522852" y="1660685"/>
                  </a:lnTo>
                  <a:lnTo>
                    <a:pt x="5558483" y="1662485"/>
                  </a:lnTo>
                  <a:lnTo>
                    <a:pt x="5594115" y="1664173"/>
                  </a:lnTo>
                  <a:lnTo>
                    <a:pt x="5629746" y="1665753"/>
                  </a:lnTo>
                  <a:lnTo>
                    <a:pt x="5665377" y="1667228"/>
                  </a:lnTo>
                  <a:lnTo>
                    <a:pt x="5701009" y="1668605"/>
                  </a:lnTo>
                  <a:lnTo>
                    <a:pt x="5736640" y="1669885"/>
                  </a:lnTo>
                  <a:lnTo>
                    <a:pt x="5772271" y="1671073"/>
                  </a:lnTo>
                  <a:lnTo>
                    <a:pt x="5807903" y="1672174"/>
                  </a:lnTo>
                  <a:lnTo>
                    <a:pt x="5843534" y="1673190"/>
                  </a:lnTo>
                  <a:lnTo>
                    <a:pt x="5879165" y="1674126"/>
                  </a:lnTo>
                  <a:lnTo>
                    <a:pt x="5914796" y="1674985"/>
                  </a:lnTo>
                  <a:lnTo>
                    <a:pt x="5950428" y="1675770"/>
                  </a:lnTo>
                  <a:lnTo>
                    <a:pt x="5986059" y="1676486"/>
                  </a:lnTo>
                  <a:lnTo>
                    <a:pt x="6021690" y="1677135"/>
                  </a:lnTo>
                  <a:lnTo>
                    <a:pt x="6057322" y="1677722"/>
                  </a:lnTo>
                  <a:lnTo>
                    <a:pt x="6092953" y="1678249"/>
                  </a:lnTo>
                  <a:lnTo>
                    <a:pt x="6128584" y="1678719"/>
                  </a:lnTo>
                  <a:lnTo>
                    <a:pt x="6164216" y="1679137"/>
                  </a:lnTo>
                  <a:lnTo>
                    <a:pt x="6199847" y="1679505"/>
                  </a:lnTo>
                  <a:lnTo>
                    <a:pt x="6235478" y="1679827"/>
                  </a:lnTo>
                  <a:lnTo>
                    <a:pt x="6271110" y="1680106"/>
                  </a:lnTo>
                  <a:lnTo>
                    <a:pt x="6306741" y="1680345"/>
                  </a:lnTo>
                  <a:lnTo>
                    <a:pt x="6342372" y="1680547"/>
                  </a:lnTo>
                  <a:lnTo>
                    <a:pt x="6378003" y="1680716"/>
                  </a:lnTo>
                  <a:lnTo>
                    <a:pt x="6413635" y="1680854"/>
                  </a:lnTo>
                  <a:lnTo>
                    <a:pt x="6449266" y="1680965"/>
                  </a:lnTo>
                  <a:lnTo>
                    <a:pt x="6484897" y="1681053"/>
                  </a:lnTo>
                  <a:lnTo>
                    <a:pt x="6520529" y="1681119"/>
                  </a:lnTo>
                  <a:lnTo>
                    <a:pt x="6556160" y="1681168"/>
                  </a:lnTo>
                  <a:lnTo>
                    <a:pt x="6591791" y="1681202"/>
                  </a:lnTo>
                  <a:lnTo>
                    <a:pt x="6627423" y="1681225"/>
                  </a:lnTo>
                  <a:lnTo>
                    <a:pt x="6663054" y="1681240"/>
                  </a:lnTo>
                  <a:lnTo>
                    <a:pt x="6698685" y="1681250"/>
                  </a:lnTo>
                  <a:lnTo>
                    <a:pt x="6734317" y="1681258"/>
                  </a:lnTo>
                  <a:lnTo>
                    <a:pt x="6769948" y="1681265"/>
                  </a:lnTo>
                  <a:lnTo>
                    <a:pt x="6805579" y="1681273"/>
                  </a:lnTo>
                  <a:lnTo>
                    <a:pt x="6841210" y="1681281"/>
                  </a:lnTo>
                  <a:lnTo>
                    <a:pt x="6876842" y="1681288"/>
                  </a:lnTo>
                  <a:lnTo>
                    <a:pt x="6912473" y="1681296"/>
                  </a:lnTo>
                  <a:lnTo>
                    <a:pt x="6948104" y="1681304"/>
                  </a:lnTo>
                  <a:lnTo>
                    <a:pt x="6983736" y="1681311"/>
                  </a:lnTo>
                  <a:lnTo>
                    <a:pt x="7019367" y="1681319"/>
                  </a:lnTo>
                  <a:lnTo>
                    <a:pt x="7054998" y="1681327"/>
                  </a:lnTo>
                  <a:lnTo>
                    <a:pt x="7090630" y="1681334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3601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65601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6882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962846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92587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692708" y="55398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48235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410717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339085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92708" y="267452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7" name="tx57"/>
            <p:cNvSpPr/>
            <p:nvPr/>
          </p:nvSpPr>
          <p:spPr>
            <a:xfrm rot="-5400000">
              <a:off x="68446" y="409711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41141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64966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608241" y="2212769"/>
              <a:ext cx="56519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Linear term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532066" y="2212769"/>
              <a:ext cx="158346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Restricted cubic spline (4 knots)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7517" y="1896563"/>
              <a:ext cx="568921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Spline: p non-linear = 0.182 (2 df), p overall = &lt;0.001 (3 df)  |  Linear: subHR per 10 % decline = 1.22 (1.13-1.33)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7517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2026-10-05T07:55:22Z</dcterms:modified>
  <cp:category/>
</cp:coreProperties>
</file>