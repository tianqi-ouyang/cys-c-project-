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3821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6098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8376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065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9293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75208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486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9763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041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2682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4960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237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695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17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3407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16347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8624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80902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6947"/>
              <a:ext cx="7090630" cy="3129318"/>
            </a:xfrm>
            <a:custGeom>
              <a:avLst/>
              <a:pathLst>
                <a:path w="7090630" h="3129318">
                  <a:moveTo>
                    <a:pt x="721440" y="0"/>
                  </a:moveTo>
                  <a:lnTo>
                    <a:pt x="748257" y="37485"/>
                  </a:lnTo>
                  <a:lnTo>
                    <a:pt x="783888" y="86558"/>
                  </a:lnTo>
                  <a:lnTo>
                    <a:pt x="819520" y="134908"/>
                  </a:lnTo>
                  <a:lnTo>
                    <a:pt x="855151" y="182545"/>
                  </a:lnTo>
                  <a:lnTo>
                    <a:pt x="890782" y="229479"/>
                  </a:lnTo>
                  <a:lnTo>
                    <a:pt x="926413" y="275721"/>
                  </a:lnTo>
                  <a:lnTo>
                    <a:pt x="962045" y="321282"/>
                  </a:lnTo>
                  <a:lnTo>
                    <a:pt x="997676" y="366171"/>
                  </a:lnTo>
                  <a:lnTo>
                    <a:pt x="1033307" y="410398"/>
                  </a:lnTo>
                  <a:lnTo>
                    <a:pt x="1068939" y="453973"/>
                  </a:lnTo>
                  <a:lnTo>
                    <a:pt x="1104570" y="496906"/>
                  </a:lnTo>
                  <a:lnTo>
                    <a:pt x="1140201" y="539205"/>
                  </a:lnTo>
                  <a:lnTo>
                    <a:pt x="1175833" y="580881"/>
                  </a:lnTo>
                  <a:lnTo>
                    <a:pt x="1211464" y="621943"/>
                  </a:lnTo>
                  <a:lnTo>
                    <a:pt x="1247095" y="662399"/>
                  </a:lnTo>
                  <a:lnTo>
                    <a:pt x="1282727" y="702258"/>
                  </a:lnTo>
                  <a:lnTo>
                    <a:pt x="1318358" y="741530"/>
                  </a:lnTo>
                  <a:lnTo>
                    <a:pt x="1353989" y="780223"/>
                  </a:lnTo>
                  <a:lnTo>
                    <a:pt x="1389620" y="818345"/>
                  </a:lnTo>
                  <a:lnTo>
                    <a:pt x="1425252" y="855906"/>
                  </a:lnTo>
                  <a:lnTo>
                    <a:pt x="1460883" y="892912"/>
                  </a:lnTo>
                  <a:lnTo>
                    <a:pt x="1496514" y="929373"/>
                  </a:lnTo>
                  <a:lnTo>
                    <a:pt x="1532146" y="965297"/>
                  </a:lnTo>
                  <a:lnTo>
                    <a:pt x="1567777" y="1000691"/>
                  </a:lnTo>
                  <a:lnTo>
                    <a:pt x="1603408" y="1035563"/>
                  </a:lnTo>
                  <a:lnTo>
                    <a:pt x="1639040" y="1069920"/>
                  </a:lnTo>
                  <a:lnTo>
                    <a:pt x="1674671" y="1103772"/>
                  </a:lnTo>
                  <a:lnTo>
                    <a:pt x="1710302" y="1137124"/>
                  </a:lnTo>
                  <a:lnTo>
                    <a:pt x="1745934" y="1169984"/>
                  </a:lnTo>
                  <a:lnTo>
                    <a:pt x="1781565" y="1202360"/>
                  </a:lnTo>
                  <a:lnTo>
                    <a:pt x="1817196" y="1234259"/>
                  </a:lnTo>
                  <a:lnTo>
                    <a:pt x="1852827" y="1265687"/>
                  </a:lnTo>
                  <a:lnTo>
                    <a:pt x="1888459" y="1296652"/>
                  </a:lnTo>
                  <a:lnTo>
                    <a:pt x="1924090" y="1327160"/>
                  </a:lnTo>
                  <a:lnTo>
                    <a:pt x="1959721" y="1357219"/>
                  </a:lnTo>
                  <a:lnTo>
                    <a:pt x="1995353" y="1386834"/>
                  </a:lnTo>
                  <a:lnTo>
                    <a:pt x="2030984" y="1416013"/>
                  </a:lnTo>
                  <a:lnTo>
                    <a:pt x="2066615" y="1444762"/>
                  </a:lnTo>
                  <a:lnTo>
                    <a:pt x="2102247" y="1473087"/>
                  </a:lnTo>
                  <a:lnTo>
                    <a:pt x="2137878" y="1500994"/>
                  </a:lnTo>
                  <a:lnTo>
                    <a:pt x="2173509" y="1528489"/>
                  </a:lnTo>
                  <a:lnTo>
                    <a:pt x="2209141" y="1555580"/>
                  </a:lnTo>
                  <a:lnTo>
                    <a:pt x="2244772" y="1582271"/>
                  </a:lnTo>
                  <a:lnTo>
                    <a:pt x="2280403" y="1608568"/>
                  </a:lnTo>
                  <a:lnTo>
                    <a:pt x="2316034" y="1634478"/>
                  </a:lnTo>
                  <a:lnTo>
                    <a:pt x="2351666" y="1660005"/>
                  </a:lnTo>
                  <a:lnTo>
                    <a:pt x="2387297" y="1685156"/>
                  </a:lnTo>
                  <a:lnTo>
                    <a:pt x="2422928" y="1709937"/>
                  </a:lnTo>
                  <a:lnTo>
                    <a:pt x="2458560" y="1734352"/>
                  </a:lnTo>
                  <a:lnTo>
                    <a:pt x="2494191" y="1758407"/>
                  </a:lnTo>
                  <a:lnTo>
                    <a:pt x="2529822" y="1782108"/>
                  </a:lnTo>
                  <a:lnTo>
                    <a:pt x="2565454" y="1805459"/>
                  </a:lnTo>
                  <a:lnTo>
                    <a:pt x="2601085" y="1828465"/>
                  </a:lnTo>
                  <a:lnTo>
                    <a:pt x="2636716" y="1851133"/>
                  </a:lnTo>
                  <a:lnTo>
                    <a:pt x="2672348" y="1873466"/>
                  </a:lnTo>
                  <a:lnTo>
                    <a:pt x="2707979" y="1895470"/>
                  </a:lnTo>
                  <a:lnTo>
                    <a:pt x="2743610" y="1917150"/>
                  </a:lnTo>
                  <a:lnTo>
                    <a:pt x="2779241" y="1938510"/>
                  </a:lnTo>
                  <a:lnTo>
                    <a:pt x="2814873" y="1959555"/>
                  </a:lnTo>
                  <a:lnTo>
                    <a:pt x="2850504" y="1980290"/>
                  </a:lnTo>
                  <a:lnTo>
                    <a:pt x="2886135" y="2000719"/>
                  </a:lnTo>
                  <a:lnTo>
                    <a:pt x="2921767" y="2020847"/>
                  </a:lnTo>
                  <a:lnTo>
                    <a:pt x="2957398" y="2040678"/>
                  </a:lnTo>
                  <a:lnTo>
                    <a:pt x="2993029" y="2060217"/>
                  </a:lnTo>
                  <a:lnTo>
                    <a:pt x="3028661" y="2079468"/>
                  </a:lnTo>
                  <a:lnTo>
                    <a:pt x="3064292" y="2098434"/>
                  </a:lnTo>
                  <a:lnTo>
                    <a:pt x="3099923" y="2117122"/>
                  </a:lnTo>
                  <a:lnTo>
                    <a:pt x="3135555" y="2135533"/>
                  </a:lnTo>
                  <a:lnTo>
                    <a:pt x="3171186" y="2153674"/>
                  </a:lnTo>
                  <a:lnTo>
                    <a:pt x="3206817" y="2171546"/>
                  </a:lnTo>
                  <a:lnTo>
                    <a:pt x="3242448" y="2189156"/>
                  </a:lnTo>
                  <a:lnTo>
                    <a:pt x="3278080" y="2206505"/>
                  </a:lnTo>
                  <a:lnTo>
                    <a:pt x="3313711" y="2223599"/>
                  </a:lnTo>
                  <a:lnTo>
                    <a:pt x="3349342" y="2240441"/>
                  </a:lnTo>
                  <a:lnTo>
                    <a:pt x="3384974" y="2257035"/>
                  </a:lnTo>
                  <a:lnTo>
                    <a:pt x="3420605" y="2273384"/>
                  </a:lnTo>
                  <a:lnTo>
                    <a:pt x="3456236" y="2289491"/>
                  </a:lnTo>
                  <a:lnTo>
                    <a:pt x="3491868" y="2305362"/>
                  </a:lnTo>
                  <a:lnTo>
                    <a:pt x="3527499" y="2320998"/>
                  </a:lnTo>
                  <a:lnTo>
                    <a:pt x="3563130" y="2336404"/>
                  </a:lnTo>
                  <a:lnTo>
                    <a:pt x="3598762" y="2351583"/>
                  </a:lnTo>
                  <a:lnTo>
                    <a:pt x="3634393" y="2366538"/>
                  </a:lnTo>
                  <a:lnTo>
                    <a:pt x="3670024" y="2381272"/>
                  </a:lnTo>
                  <a:lnTo>
                    <a:pt x="3705655" y="2395789"/>
                  </a:lnTo>
                  <a:lnTo>
                    <a:pt x="3741287" y="2410092"/>
                  </a:lnTo>
                  <a:lnTo>
                    <a:pt x="3776918" y="2424185"/>
                  </a:lnTo>
                  <a:lnTo>
                    <a:pt x="3812549" y="2438069"/>
                  </a:lnTo>
                  <a:lnTo>
                    <a:pt x="3848181" y="2451749"/>
                  </a:lnTo>
                  <a:lnTo>
                    <a:pt x="3883812" y="2465227"/>
                  </a:lnTo>
                  <a:lnTo>
                    <a:pt x="3919443" y="2478506"/>
                  </a:lnTo>
                  <a:lnTo>
                    <a:pt x="3955075" y="2491590"/>
                  </a:lnTo>
                  <a:lnTo>
                    <a:pt x="3990706" y="2504481"/>
                  </a:lnTo>
                  <a:lnTo>
                    <a:pt x="4026337" y="2517181"/>
                  </a:lnTo>
                  <a:lnTo>
                    <a:pt x="4061968" y="2529695"/>
                  </a:lnTo>
                  <a:lnTo>
                    <a:pt x="4097600" y="2542024"/>
                  </a:lnTo>
                  <a:lnTo>
                    <a:pt x="4133231" y="2554171"/>
                  </a:lnTo>
                  <a:lnTo>
                    <a:pt x="4168862" y="2565168"/>
                  </a:lnTo>
                  <a:lnTo>
                    <a:pt x="4204494" y="2569976"/>
                  </a:lnTo>
                  <a:lnTo>
                    <a:pt x="4240125" y="2574755"/>
                  </a:lnTo>
                  <a:lnTo>
                    <a:pt x="4275756" y="2579506"/>
                  </a:lnTo>
                  <a:lnTo>
                    <a:pt x="4311388" y="2584228"/>
                  </a:lnTo>
                  <a:lnTo>
                    <a:pt x="4347019" y="2588922"/>
                  </a:lnTo>
                  <a:lnTo>
                    <a:pt x="4382650" y="2593587"/>
                  </a:lnTo>
                  <a:lnTo>
                    <a:pt x="4418282" y="2598225"/>
                  </a:lnTo>
                  <a:lnTo>
                    <a:pt x="4453913" y="2602834"/>
                  </a:lnTo>
                  <a:lnTo>
                    <a:pt x="4489544" y="2607416"/>
                  </a:lnTo>
                  <a:lnTo>
                    <a:pt x="4525175" y="2611971"/>
                  </a:lnTo>
                  <a:lnTo>
                    <a:pt x="4560807" y="2616498"/>
                  </a:lnTo>
                  <a:lnTo>
                    <a:pt x="4596438" y="2620998"/>
                  </a:lnTo>
                  <a:lnTo>
                    <a:pt x="4632069" y="2625471"/>
                  </a:lnTo>
                  <a:lnTo>
                    <a:pt x="4667701" y="2629917"/>
                  </a:lnTo>
                  <a:lnTo>
                    <a:pt x="4703332" y="2634336"/>
                  </a:lnTo>
                  <a:lnTo>
                    <a:pt x="4738963" y="2638729"/>
                  </a:lnTo>
                  <a:lnTo>
                    <a:pt x="4774595" y="2643095"/>
                  </a:lnTo>
                  <a:lnTo>
                    <a:pt x="4810226" y="2647435"/>
                  </a:lnTo>
                  <a:lnTo>
                    <a:pt x="4845857" y="2651749"/>
                  </a:lnTo>
                  <a:lnTo>
                    <a:pt x="4881489" y="2656038"/>
                  </a:lnTo>
                  <a:lnTo>
                    <a:pt x="4917120" y="2660300"/>
                  </a:lnTo>
                  <a:lnTo>
                    <a:pt x="4952751" y="2664537"/>
                  </a:lnTo>
                  <a:lnTo>
                    <a:pt x="4988382" y="2668748"/>
                  </a:lnTo>
                  <a:lnTo>
                    <a:pt x="5024014" y="2672935"/>
                  </a:lnTo>
                  <a:lnTo>
                    <a:pt x="5059645" y="2677096"/>
                  </a:lnTo>
                  <a:lnTo>
                    <a:pt x="5095276" y="2681232"/>
                  </a:lnTo>
                  <a:lnTo>
                    <a:pt x="5130908" y="2685343"/>
                  </a:lnTo>
                  <a:lnTo>
                    <a:pt x="5166539" y="2689429"/>
                  </a:lnTo>
                  <a:lnTo>
                    <a:pt x="5202170" y="2693491"/>
                  </a:lnTo>
                  <a:lnTo>
                    <a:pt x="5237802" y="2697529"/>
                  </a:lnTo>
                  <a:lnTo>
                    <a:pt x="5273433" y="2701542"/>
                  </a:lnTo>
                  <a:lnTo>
                    <a:pt x="5309064" y="2705532"/>
                  </a:lnTo>
                  <a:lnTo>
                    <a:pt x="5344696" y="2709497"/>
                  </a:lnTo>
                  <a:lnTo>
                    <a:pt x="5380327" y="2713438"/>
                  </a:lnTo>
                  <a:lnTo>
                    <a:pt x="5415958" y="2717356"/>
                  </a:lnTo>
                  <a:lnTo>
                    <a:pt x="5451589" y="2721251"/>
                  </a:lnTo>
                  <a:lnTo>
                    <a:pt x="5487221" y="2725121"/>
                  </a:lnTo>
                  <a:lnTo>
                    <a:pt x="5522852" y="2728969"/>
                  </a:lnTo>
                  <a:lnTo>
                    <a:pt x="5558483" y="2732794"/>
                  </a:lnTo>
                  <a:lnTo>
                    <a:pt x="5594115" y="2736595"/>
                  </a:lnTo>
                  <a:lnTo>
                    <a:pt x="5629746" y="2740374"/>
                  </a:lnTo>
                  <a:lnTo>
                    <a:pt x="5665377" y="2744130"/>
                  </a:lnTo>
                  <a:lnTo>
                    <a:pt x="5701009" y="2747864"/>
                  </a:lnTo>
                  <a:lnTo>
                    <a:pt x="5736640" y="2751575"/>
                  </a:lnTo>
                  <a:lnTo>
                    <a:pt x="5772271" y="2755264"/>
                  </a:lnTo>
                  <a:lnTo>
                    <a:pt x="5807903" y="2758930"/>
                  </a:lnTo>
                  <a:lnTo>
                    <a:pt x="5843534" y="2762575"/>
                  </a:lnTo>
                  <a:lnTo>
                    <a:pt x="5879165" y="2766198"/>
                  </a:lnTo>
                  <a:lnTo>
                    <a:pt x="5914796" y="2769799"/>
                  </a:lnTo>
                  <a:lnTo>
                    <a:pt x="5950428" y="2773378"/>
                  </a:lnTo>
                  <a:lnTo>
                    <a:pt x="5986059" y="2776936"/>
                  </a:lnTo>
                  <a:lnTo>
                    <a:pt x="6021690" y="2780473"/>
                  </a:lnTo>
                  <a:lnTo>
                    <a:pt x="6057322" y="2783988"/>
                  </a:lnTo>
                  <a:lnTo>
                    <a:pt x="6092953" y="2787482"/>
                  </a:lnTo>
                  <a:lnTo>
                    <a:pt x="6128584" y="2790955"/>
                  </a:lnTo>
                  <a:lnTo>
                    <a:pt x="6164216" y="2794408"/>
                  </a:lnTo>
                  <a:lnTo>
                    <a:pt x="6199847" y="2797839"/>
                  </a:lnTo>
                  <a:lnTo>
                    <a:pt x="6235478" y="2801250"/>
                  </a:lnTo>
                  <a:lnTo>
                    <a:pt x="6271110" y="2804641"/>
                  </a:lnTo>
                  <a:lnTo>
                    <a:pt x="6306741" y="2808011"/>
                  </a:lnTo>
                  <a:lnTo>
                    <a:pt x="6342372" y="2811361"/>
                  </a:lnTo>
                  <a:lnTo>
                    <a:pt x="6378003" y="2814691"/>
                  </a:lnTo>
                  <a:lnTo>
                    <a:pt x="6413635" y="2818001"/>
                  </a:lnTo>
                  <a:lnTo>
                    <a:pt x="6449266" y="2821291"/>
                  </a:lnTo>
                  <a:lnTo>
                    <a:pt x="6484897" y="2824561"/>
                  </a:lnTo>
                  <a:lnTo>
                    <a:pt x="6520529" y="2827811"/>
                  </a:lnTo>
                  <a:lnTo>
                    <a:pt x="6556160" y="2831043"/>
                  </a:lnTo>
                  <a:lnTo>
                    <a:pt x="6591791" y="2834254"/>
                  </a:lnTo>
                  <a:lnTo>
                    <a:pt x="6627423" y="2837447"/>
                  </a:lnTo>
                  <a:lnTo>
                    <a:pt x="6663054" y="2840620"/>
                  </a:lnTo>
                  <a:lnTo>
                    <a:pt x="6698685" y="2843774"/>
                  </a:lnTo>
                  <a:lnTo>
                    <a:pt x="6734317" y="2846909"/>
                  </a:lnTo>
                  <a:lnTo>
                    <a:pt x="6769948" y="2850026"/>
                  </a:lnTo>
                  <a:lnTo>
                    <a:pt x="6805579" y="2853123"/>
                  </a:lnTo>
                  <a:lnTo>
                    <a:pt x="6841210" y="2856202"/>
                  </a:lnTo>
                  <a:lnTo>
                    <a:pt x="6876842" y="2859263"/>
                  </a:lnTo>
                  <a:lnTo>
                    <a:pt x="6912473" y="2862305"/>
                  </a:lnTo>
                  <a:lnTo>
                    <a:pt x="6948104" y="2865329"/>
                  </a:lnTo>
                  <a:lnTo>
                    <a:pt x="6983736" y="2868335"/>
                  </a:lnTo>
                  <a:lnTo>
                    <a:pt x="7019367" y="2871323"/>
                  </a:lnTo>
                  <a:lnTo>
                    <a:pt x="7054998" y="2874292"/>
                  </a:lnTo>
                  <a:lnTo>
                    <a:pt x="7090630" y="2877244"/>
                  </a:lnTo>
                  <a:lnTo>
                    <a:pt x="7090630" y="3129318"/>
                  </a:lnTo>
                  <a:lnTo>
                    <a:pt x="7054998" y="3125777"/>
                  </a:lnTo>
                  <a:lnTo>
                    <a:pt x="7019367" y="3122184"/>
                  </a:lnTo>
                  <a:lnTo>
                    <a:pt x="6983736" y="3118537"/>
                  </a:lnTo>
                  <a:lnTo>
                    <a:pt x="6948104" y="3114835"/>
                  </a:lnTo>
                  <a:lnTo>
                    <a:pt x="6912473" y="3111078"/>
                  </a:lnTo>
                  <a:lnTo>
                    <a:pt x="6876842" y="3107264"/>
                  </a:lnTo>
                  <a:lnTo>
                    <a:pt x="6841210" y="3103394"/>
                  </a:lnTo>
                  <a:lnTo>
                    <a:pt x="6805579" y="3099465"/>
                  </a:lnTo>
                  <a:lnTo>
                    <a:pt x="6769948" y="3095478"/>
                  </a:lnTo>
                  <a:lnTo>
                    <a:pt x="6734317" y="3091431"/>
                  </a:lnTo>
                  <a:lnTo>
                    <a:pt x="6698685" y="3087324"/>
                  </a:lnTo>
                  <a:lnTo>
                    <a:pt x="6663054" y="3083155"/>
                  </a:lnTo>
                  <a:lnTo>
                    <a:pt x="6627423" y="3078924"/>
                  </a:lnTo>
                  <a:lnTo>
                    <a:pt x="6591791" y="3074629"/>
                  </a:lnTo>
                  <a:lnTo>
                    <a:pt x="6556160" y="3070270"/>
                  </a:lnTo>
                  <a:lnTo>
                    <a:pt x="6520529" y="3065846"/>
                  </a:lnTo>
                  <a:lnTo>
                    <a:pt x="6484897" y="3061356"/>
                  </a:lnTo>
                  <a:lnTo>
                    <a:pt x="6449266" y="3056799"/>
                  </a:lnTo>
                  <a:lnTo>
                    <a:pt x="6413635" y="3052173"/>
                  </a:lnTo>
                  <a:lnTo>
                    <a:pt x="6378003" y="3047478"/>
                  </a:lnTo>
                  <a:lnTo>
                    <a:pt x="6342372" y="3042713"/>
                  </a:lnTo>
                  <a:lnTo>
                    <a:pt x="6306741" y="3037876"/>
                  </a:lnTo>
                  <a:lnTo>
                    <a:pt x="6271110" y="3032968"/>
                  </a:lnTo>
                  <a:lnTo>
                    <a:pt x="6235478" y="3027985"/>
                  </a:lnTo>
                  <a:lnTo>
                    <a:pt x="6199847" y="3022928"/>
                  </a:lnTo>
                  <a:lnTo>
                    <a:pt x="6164216" y="3017796"/>
                  </a:lnTo>
                  <a:lnTo>
                    <a:pt x="6128584" y="3012587"/>
                  </a:lnTo>
                  <a:lnTo>
                    <a:pt x="6092953" y="3007299"/>
                  </a:lnTo>
                  <a:lnTo>
                    <a:pt x="6057322" y="3001933"/>
                  </a:lnTo>
                  <a:lnTo>
                    <a:pt x="6021690" y="2996486"/>
                  </a:lnTo>
                  <a:lnTo>
                    <a:pt x="5986059" y="2990958"/>
                  </a:lnTo>
                  <a:lnTo>
                    <a:pt x="5950428" y="2985347"/>
                  </a:lnTo>
                  <a:lnTo>
                    <a:pt x="5914796" y="2979652"/>
                  </a:lnTo>
                  <a:lnTo>
                    <a:pt x="5879165" y="2973872"/>
                  </a:lnTo>
                  <a:lnTo>
                    <a:pt x="5843534" y="2968005"/>
                  </a:lnTo>
                  <a:lnTo>
                    <a:pt x="5807903" y="2962051"/>
                  </a:lnTo>
                  <a:lnTo>
                    <a:pt x="5772271" y="2956008"/>
                  </a:lnTo>
                  <a:lnTo>
                    <a:pt x="5736640" y="2949874"/>
                  </a:lnTo>
                  <a:lnTo>
                    <a:pt x="5701009" y="2943648"/>
                  </a:lnTo>
                  <a:lnTo>
                    <a:pt x="5665377" y="2937329"/>
                  </a:lnTo>
                  <a:lnTo>
                    <a:pt x="5629746" y="2930916"/>
                  </a:lnTo>
                  <a:lnTo>
                    <a:pt x="5594115" y="2924406"/>
                  </a:lnTo>
                  <a:lnTo>
                    <a:pt x="5558483" y="2917799"/>
                  </a:lnTo>
                  <a:lnTo>
                    <a:pt x="5522852" y="2911094"/>
                  </a:lnTo>
                  <a:lnTo>
                    <a:pt x="5487221" y="2904288"/>
                  </a:lnTo>
                  <a:lnTo>
                    <a:pt x="5451589" y="2897380"/>
                  </a:lnTo>
                  <a:lnTo>
                    <a:pt x="5415958" y="2890368"/>
                  </a:lnTo>
                  <a:lnTo>
                    <a:pt x="5380327" y="2883252"/>
                  </a:lnTo>
                  <a:lnTo>
                    <a:pt x="5344696" y="2876030"/>
                  </a:lnTo>
                  <a:lnTo>
                    <a:pt x="5309064" y="2868699"/>
                  </a:lnTo>
                  <a:lnTo>
                    <a:pt x="5273433" y="2861258"/>
                  </a:lnTo>
                  <a:lnTo>
                    <a:pt x="5237802" y="2853707"/>
                  </a:lnTo>
                  <a:lnTo>
                    <a:pt x="5202170" y="2846042"/>
                  </a:lnTo>
                  <a:lnTo>
                    <a:pt x="5166539" y="2838262"/>
                  </a:lnTo>
                  <a:lnTo>
                    <a:pt x="5130908" y="2830366"/>
                  </a:lnTo>
                  <a:lnTo>
                    <a:pt x="5095276" y="2822352"/>
                  </a:lnTo>
                  <a:lnTo>
                    <a:pt x="5059645" y="2814218"/>
                  </a:lnTo>
                  <a:lnTo>
                    <a:pt x="5024014" y="2805963"/>
                  </a:lnTo>
                  <a:lnTo>
                    <a:pt x="4988382" y="2797584"/>
                  </a:lnTo>
                  <a:lnTo>
                    <a:pt x="4952751" y="2789079"/>
                  </a:lnTo>
                  <a:lnTo>
                    <a:pt x="4917120" y="2780447"/>
                  </a:lnTo>
                  <a:lnTo>
                    <a:pt x="4881489" y="2771686"/>
                  </a:lnTo>
                  <a:lnTo>
                    <a:pt x="4845857" y="2762794"/>
                  </a:lnTo>
                  <a:lnTo>
                    <a:pt x="4810226" y="2753769"/>
                  </a:lnTo>
                  <a:lnTo>
                    <a:pt x="4774595" y="2744608"/>
                  </a:lnTo>
                  <a:lnTo>
                    <a:pt x="4738963" y="2735311"/>
                  </a:lnTo>
                  <a:lnTo>
                    <a:pt x="4703332" y="2725874"/>
                  </a:lnTo>
                  <a:lnTo>
                    <a:pt x="4667701" y="2716297"/>
                  </a:lnTo>
                  <a:lnTo>
                    <a:pt x="4632069" y="2706576"/>
                  </a:lnTo>
                  <a:lnTo>
                    <a:pt x="4596438" y="2696709"/>
                  </a:lnTo>
                  <a:lnTo>
                    <a:pt x="4560807" y="2686695"/>
                  </a:lnTo>
                  <a:lnTo>
                    <a:pt x="4525175" y="2676531"/>
                  </a:lnTo>
                  <a:lnTo>
                    <a:pt x="4489544" y="2666215"/>
                  </a:lnTo>
                  <a:lnTo>
                    <a:pt x="4453913" y="2655744"/>
                  </a:lnTo>
                  <a:lnTo>
                    <a:pt x="4418282" y="2645117"/>
                  </a:lnTo>
                  <a:lnTo>
                    <a:pt x="4382650" y="2634331"/>
                  </a:lnTo>
                  <a:lnTo>
                    <a:pt x="4347019" y="2623384"/>
                  </a:lnTo>
                  <a:lnTo>
                    <a:pt x="4311388" y="2612272"/>
                  </a:lnTo>
                  <a:lnTo>
                    <a:pt x="4275756" y="2600994"/>
                  </a:lnTo>
                  <a:lnTo>
                    <a:pt x="4240125" y="2589548"/>
                  </a:lnTo>
                  <a:lnTo>
                    <a:pt x="4204494" y="2577930"/>
                  </a:lnTo>
                  <a:lnTo>
                    <a:pt x="4168862" y="2566139"/>
                  </a:lnTo>
                  <a:lnTo>
                    <a:pt x="4133231" y="2560331"/>
                  </a:lnTo>
                  <a:lnTo>
                    <a:pt x="4097600" y="2555465"/>
                  </a:lnTo>
                  <a:lnTo>
                    <a:pt x="4061968" y="2550569"/>
                  </a:lnTo>
                  <a:lnTo>
                    <a:pt x="4026337" y="2545643"/>
                  </a:lnTo>
                  <a:lnTo>
                    <a:pt x="3990706" y="2540688"/>
                  </a:lnTo>
                  <a:lnTo>
                    <a:pt x="3955075" y="2535703"/>
                  </a:lnTo>
                  <a:lnTo>
                    <a:pt x="3919443" y="2530688"/>
                  </a:lnTo>
                  <a:lnTo>
                    <a:pt x="3883812" y="2525643"/>
                  </a:lnTo>
                  <a:lnTo>
                    <a:pt x="3848181" y="2520567"/>
                  </a:lnTo>
                  <a:lnTo>
                    <a:pt x="3812549" y="2515460"/>
                  </a:lnTo>
                  <a:lnTo>
                    <a:pt x="3776918" y="2510323"/>
                  </a:lnTo>
                  <a:lnTo>
                    <a:pt x="3741287" y="2505154"/>
                  </a:lnTo>
                  <a:lnTo>
                    <a:pt x="3705655" y="2499955"/>
                  </a:lnTo>
                  <a:lnTo>
                    <a:pt x="3670024" y="2494723"/>
                  </a:lnTo>
                  <a:lnTo>
                    <a:pt x="3634393" y="2489461"/>
                  </a:lnTo>
                  <a:lnTo>
                    <a:pt x="3598762" y="2484166"/>
                  </a:lnTo>
                  <a:lnTo>
                    <a:pt x="3563130" y="2478840"/>
                  </a:lnTo>
                  <a:lnTo>
                    <a:pt x="3527499" y="2473481"/>
                  </a:lnTo>
                  <a:lnTo>
                    <a:pt x="3491868" y="2468090"/>
                  </a:lnTo>
                  <a:lnTo>
                    <a:pt x="3456236" y="2462666"/>
                  </a:lnTo>
                  <a:lnTo>
                    <a:pt x="3420605" y="2457210"/>
                  </a:lnTo>
                  <a:lnTo>
                    <a:pt x="3384974" y="2451721"/>
                  </a:lnTo>
                  <a:lnTo>
                    <a:pt x="3349342" y="2446198"/>
                  </a:lnTo>
                  <a:lnTo>
                    <a:pt x="3313711" y="2440642"/>
                  </a:lnTo>
                  <a:lnTo>
                    <a:pt x="3278080" y="2435053"/>
                  </a:lnTo>
                  <a:lnTo>
                    <a:pt x="3242448" y="2429430"/>
                  </a:lnTo>
                  <a:lnTo>
                    <a:pt x="3206817" y="2423773"/>
                  </a:lnTo>
                  <a:lnTo>
                    <a:pt x="3171186" y="2418081"/>
                  </a:lnTo>
                  <a:lnTo>
                    <a:pt x="3135555" y="2412356"/>
                  </a:lnTo>
                  <a:lnTo>
                    <a:pt x="3099923" y="2406596"/>
                  </a:lnTo>
                  <a:lnTo>
                    <a:pt x="3064292" y="2400800"/>
                  </a:lnTo>
                  <a:lnTo>
                    <a:pt x="3028661" y="2394970"/>
                  </a:lnTo>
                  <a:lnTo>
                    <a:pt x="2993029" y="2389105"/>
                  </a:lnTo>
                  <a:lnTo>
                    <a:pt x="2957398" y="2383204"/>
                  </a:lnTo>
                  <a:lnTo>
                    <a:pt x="2921767" y="2377268"/>
                  </a:lnTo>
                  <a:lnTo>
                    <a:pt x="2886135" y="2371296"/>
                  </a:lnTo>
                  <a:lnTo>
                    <a:pt x="2850504" y="2365287"/>
                  </a:lnTo>
                  <a:lnTo>
                    <a:pt x="2814873" y="2359243"/>
                  </a:lnTo>
                  <a:lnTo>
                    <a:pt x="2779241" y="2353162"/>
                  </a:lnTo>
                  <a:lnTo>
                    <a:pt x="2743610" y="2347044"/>
                  </a:lnTo>
                  <a:lnTo>
                    <a:pt x="2707979" y="2340889"/>
                  </a:lnTo>
                  <a:lnTo>
                    <a:pt x="2672348" y="2334697"/>
                  </a:lnTo>
                  <a:lnTo>
                    <a:pt x="2636716" y="2328468"/>
                  </a:lnTo>
                  <a:lnTo>
                    <a:pt x="2601085" y="2322201"/>
                  </a:lnTo>
                  <a:lnTo>
                    <a:pt x="2565454" y="2315896"/>
                  </a:lnTo>
                  <a:lnTo>
                    <a:pt x="2529822" y="2309553"/>
                  </a:lnTo>
                  <a:lnTo>
                    <a:pt x="2494191" y="2303171"/>
                  </a:lnTo>
                  <a:lnTo>
                    <a:pt x="2458560" y="2296752"/>
                  </a:lnTo>
                  <a:lnTo>
                    <a:pt x="2422928" y="2290293"/>
                  </a:lnTo>
                  <a:lnTo>
                    <a:pt x="2387297" y="2283795"/>
                  </a:lnTo>
                  <a:lnTo>
                    <a:pt x="2351666" y="2277259"/>
                  </a:lnTo>
                  <a:lnTo>
                    <a:pt x="2316034" y="2270682"/>
                  </a:lnTo>
                  <a:lnTo>
                    <a:pt x="2280403" y="2264066"/>
                  </a:lnTo>
                  <a:lnTo>
                    <a:pt x="2244772" y="2257410"/>
                  </a:lnTo>
                  <a:lnTo>
                    <a:pt x="2209141" y="2250714"/>
                  </a:lnTo>
                  <a:lnTo>
                    <a:pt x="2173509" y="2243977"/>
                  </a:lnTo>
                  <a:lnTo>
                    <a:pt x="2137878" y="2237200"/>
                  </a:lnTo>
                  <a:lnTo>
                    <a:pt x="2102247" y="2230381"/>
                  </a:lnTo>
                  <a:lnTo>
                    <a:pt x="2066615" y="2223522"/>
                  </a:lnTo>
                  <a:lnTo>
                    <a:pt x="2030984" y="2216621"/>
                  </a:lnTo>
                  <a:lnTo>
                    <a:pt x="1995353" y="2209678"/>
                  </a:lnTo>
                  <a:lnTo>
                    <a:pt x="1959721" y="2202693"/>
                  </a:lnTo>
                  <a:lnTo>
                    <a:pt x="1924090" y="2195667"/>
                  </a:lnTo>
                  <a:lnTo>
                    <a:pt x="1888459" y="2188597"/>
                  </a:lnTo>
                  <a:lnTo>
                    <a:pt x="1852827" y="2181485"/>
                  </a:lnTo>
                  <a:lnTo>
                    <a:pt x="1817196" y="2174330"/>
                  </a:lnTo>
                  <a:lnTo>
                    <a:pt x="1781565" y="2167132"/>
                  </a:lnTo>
                  <a:lnTo>
                    <a:pt x="1745934" y="2159891"/>
                  </a:lnTo>
                  <a:lnTo>
                    <a:pt x="1710302" y="2152605"/>
                  </a:lnTo>
                  <a:lnTo>
                    <a:pt x="1674671" y="2145276"/>
                  </a:lnTo>
                  <a:lnTo>
                    <a:pt x="1639040" y="2137902"/>
                  </a:lnTo>
                  <a:lnTo>
                    <a:pt x="1603408" y="2130484"/>
                  </a:lnTo>
                  <a:lnTo>
                    <a:pt x="1567777" y="2123021"/>
                  </a:lnTo>
                  <a:lnTo>
                    <a:pt x="1532146" y="2115513"/>
                  </a:lnTo>
                  <a:lnTo>
                    <a:pt x="1496514" y="2107959"/>
                  </a:lnTo>
                  <a:lnTo>
                    <a:pt x="1460883" y="2100360"/>
                  </a:lnTo>
                  <a:lnTo>
                    <a:pt x="1425252" y="2092715"/>
                  </a:lnTo>
                  <a:lnTo>
                    <a:pt x="1389620" y="2085024"/>
                  </a:lnTo>
                  <a:lnTo>
                    <a:pt x="1353989" y="2077287"/>
                  </a:lnTo>
                  <a:lnTo>
                    <a:pt x="1318358" y="2069502"/>
                  </a:lnTo>
                  <a:lnTo>
                    <a:pt x="1282727" y="2061671"/>
                  </a:lnTo>
                  <a:lnTo>
                    <a:pt x="1247095" y="2053792"/>
                  </a:lnTo>
                  <a:lnTo>
                    <a:pt x="1211464" y="2045866"/>
                  </a:lnTo>
                  <a:lnTo>
                    <a:pt x="1175833" y="2037892"/>
                  </a:lnTo>
                  <a:lnTo>
                    <a:pt x="1140201" y="2029869"/>
                  </a:lnTo>
                  <a:lnTo>
                    <a:pt x="1104570" y="2021799"/>
                  </a:lnTo>
                  <a:lnTo>
                    <a:pt x="1068939" y="2013679"/>
                  </a:lnTo>
                  <a:lnTo>
                    <a:pt x="1033307" y="2005510"/>
                  </a:lnTo>
                  <a:lnTo>
                    <a:pt x="997676" y="1997292"/>
                  </a:lnTo>
                  <a:lnTo>
                    <a:pt x="962045" y="1989025"/>
                  </a:lnTo>
                  <a:lnTo>
                    <a:pt x="926413" y="1980707"/>
                  </a:lnTo>
                  <a:lnTo>
                    <a:pt x="890782" y="1972340"/>
                  </a:lnTo>
                  <a:lnTo>
                    <a:pt x="855151" y="1963921"/>
                  </a:lnTo>
                  <a:lnTo>
                    <a:pt x="819520" y="1955452"/>
                  </a:lnTo>
                  <a:lnTo>
                    <a:pt x="783888" y="1946932"/>
                  </a:lnTo>
                  <a:lnTo>
                    <a:pt x="748257" y="1938360"/>
                  </a:lnTo>
                  <a:lnTo>
                    <a:pt x="712626" y="1929736"/>
                  </a:lnTo>
                  <a:lnTo>
                    <a:pt x="676994" y="1921061"/>
                  </a:lnTo>
                  <a:lnTo>
                    <a:pt x="641363" y="1912332"/>
                  </a:lnTo>
                  <a:lnTo>
                    <a:pt x="605732" y="1903552"/>
                  </a:lnTo>
                  <a:lnTo>
                    <a:pt x="570100" y="1894718"/>
                  </a:lnTo>
                  <a:lnTo>
                    <a:pt x="534469" y="1885830"/>
                  </a:lnTo>
                  <a:lnTo>
                    <a:pt x="498838" y="1876890"/>
                  </a:lnTo>
                  <a:lnTo>
                    <a:pt x="463206" y="1867895"/>
                  </a:lnTo>
                  <a:lnTo>
                    <a:pt x="427575" y="1858845"/>
                  </a:lnTo>
                  <a:lnTo>
                    <a:pt x="391944" y="1849741"/>
                  </a:lnTo>
                  <a:lnTo>
                    <a:pt x="356313" y="1840583"/>
                  </a:lnTo>
                  <a:lnTo>
                    <a:pt x="320681" y="1831368"/>
                  </a:lnTo>
                  <a:lnTo>
                    <a:pt x="285050" y="1822098"/>
                  </a:lnTo>
                  <a:lnTo>
                    <a:pt x="249419" y="1812772"/>
                  </a:lnTo>
                  <a:lnTo>
                    <a:pt x="213787" y="1803390"/>
                  </a:lnTo>
                  <a:lnTo>
                    <a:pt x="178156" y="1793951"/>
                  </a:lnTo>
                  <a:lnTo>
                    <a:pt x="142525" y="1784455"/>
                  </a:lnTo>
                  <a:lnTo>
                    <a:pt x="106893" y="1774902"/>
                  </a:lnTo>
                  <a:lnTo>
                    <a:pt x="71262" y="1765291"/>
                  </a:lnTo>
                  <a:lnTo>
                    <a:pt x="35631" y="1755622"/>
                  </a:lnTo>
                  <a:lnTo>
                    <a:pt x="0" y="174589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893490" y="2196947"/>
              <a:ext cx="6369189" cy="2877244"/>
            </a:xfrm>
            <a:custGeom>
              <a:avLst/>
              <a:pathLst>
                <a:path w="6369189" h="2877244">
                  <a:moveTo>
                    <a:pt x="0" y="0"/>
                  </a:moveTo>
                  <a:lnTo>
                    <a:pt x="26816" y="37485"/>
                  </a:lnTo>
                  <a:lnTo>
                    <a:pt x="62447" y="86558"/>
                  </a:lnTo>
                  <a:lnTo>
                    <a:pt x="98079" y="134908"/>
                  </a:lnTo>
                  <a:lnTo>
                    <a:pt x="133710" y="182545"/>
                  </a:lnTo>
                  <a:lnTo>
                    <a:pt x="169341" y="229479"/>
                  </a:lnTo>
                  <a:lnTo>
                    <a:pt x="204973" y="275721"/>
                  </a:lnTo>
                  <a:lnTo>
                    <a:pt x="240604" y="321282"/>
                  </a:lnTo>
                  <a:lnTo>
                    <a:pt x="276235" y="366171"/>
                  </a:lnTo>
                  <a:lnTo>
                    <a:pt x="311867" y="410398"/>
                  </a:lnTo>
                  <a:lnTo>
                    <a:pt x="347498" y="453973"/>
                  </a:lnTo>
                  <a:lnTo>
                    <a:pt x="383129" y="496906"/>
                  </a:lnTo>
                  <a:lnTo>
                    <a:pt x="418760" y="539205"/>
                  </a:lnTo>
                  <a:lnTo>
                    <a:pt x="454392" y="580881"/>
                  </a:lnTo>
                  <a:lnTo>
                    <a:pt x="490023" y="621943"/>
                  </a:lnTo>
                  <a:lnTo>
                    <a:pt x="525654" y="662399"/>
                  </a:lnTo>
                  <a:lnTo>
                    <a:pt x="561286" y="702258"/>
                  </a:lnTo>
                  <a:lnTo>
                    <a:pt x="596917" y="741530"/>
                  </a:lnTo>
                  <a:lnTo>
                    <a:pt x="632548" y="780223"/>
                  </a:lnTo>
                  <a:lnTo>
                    <a:pt x="668180" y="818345"/>
                  </a:lnTo>
                  <a:lnTo>
                    <a:pt x="703811" y="855906"/>
                  </a:lnTo>
                  <a:lnTo>
                    <a:pt x="739442" y="892912"/>
                  </a:lnTo>
                  <a:lnTo>
                    <a:pt x="775074" y="929373"/>
                  </a:lnTo>
                  <a:lnTo>
                    <a:pt x="810705" y="965297"/>
                  </a:lnTo>
                  <a:lnTo>
                    <a:pt x="846336" y="1000691"/>
                  </a:lnTo>
                  <a:lnTo>
                    <a:pt x="881967" y="1035563"/>
                  </a:lnTo>
                  <a:lnTo>
                    <a:pt x="917599" y="1069920"/>
                  </a:lnTo>
                  <a:lnTo>
                    <a:pt x="953230" y="1103772"/>
                  </a:lnTo>
                  <a:lnTo>
                    <a:pt x="988861" y="1137124"/>
                  </a:lnTo>
                  <a:lnTo>
                    <a:pt x="1024493" y="1169984"/>
                  </a:lnTo>
                  <a:lnTo>
                    <a:pt x="1060124" y="1202360"/>
                  </a:lnTo>
                  <a:lnTo>
                    <a:pt x="1095755" y="1234259"/>
                  </a:lnTo>
                  <a:lnTo>
                    <a:pt x="1131387" y="1265687"/>
                  </a:lnTo>
                  <a:lnTo>
                    <a:pt x="1167018" y="1296652"/>
                  </a:lnTo>
                  <a:lnTo>
                    <a:pt x="1202649" y="1327160"/>
                  </a:lnTo>
                  <a:lnTo>
                    <a:pt x="1238281" y="1357219"/>
                  </a:lnTo>
                  <a:lnTo>
                    <a:pt x="1273912" y="1386834"/>
                  </a:lnTo>
                  <a:lnTo>
                    <a:pt x="1309543" y="1416013"/>
                  </a:lnTo>
                  <a:lnTo>
                    <a:pt x="1345174" y="1444762"/>
                  </a:lnTo>
                  <a:lnTo>
                    <a:pt x="1380806" y="1473087"/>
                  </a:lnTo>
                  <a:lnTo>
                    <a:pt x="1416437" y="1500994"/>
                  </a:lnTo>
                  <a:lnTo>
                    <a:pt x="1452068" y="1528489"/>
                  </a:lnTo>
                  <a:lnTo>
                    <a:pt x="1487700" y="1555580"/>
                  </a:lnTo>
                  <a:lnTo>
                    <a:pt x="1523331" y="1582271"/>
                  </a:lnTo>
                  <a:lnTo>
                    <a:pt x="1558962" y="1608568"/>
                  </a:lnTo>
                  <a:lnTo>
                    <a:pt x="1594594" y="1634478"/>
                  </a:lnTo>
                  <a:lnTo>
                    <a:pt x="1630225" y="1660005"/>
                  </a:lnTo>
                  <a:lnTo>
                    <a:pt x="1665856" y="1685156"/>
                  </a:lnTo>
                  <a:lnTo>
                    <a:pt x="1701488" y="1709937"/>
                  </a:lnTo>
                  <a:lnTo>
                    <a:pt x="1737119" y="1734352"/>
                  </a:lnTo>
                  <a:lnTo>
                    <a:pt x="1772750" y="1758407"/>
                  </a:lnTo>
                  <a:lnTo>
                    <a:pt x="1808381" y="1782108"/>
                  </a:lnTo>
                  <a:lnTo>
                    <a:pt x="1844013" y="1805459"/>
                  </a:lnTo>
                  <a:lnTo>
                    <a:pt x="1879644" y="1828465"/>
                  </a:lnTo>
                  <a:lnTo>
                    <a:pt x="1915275" y="1851133"/>
                  </a:lnTo>
                  <a:lnTo>
                    <a:pt x="1950907" y="1873466"/>
                  </a:lnTo>
                  <a:lnTo>
                    <a:pt x="1986538" y="1895470"/>
                  </a:lnTo>
                  <a:lnTo>
                    <a:pt x="2022169" y="1917150"/>
                  </a:lnTo>
                  <a:lnTo>
                    <a:pt x="2057801" y="1938510"/>
                  </a:lnTo>
                  <a:lnTo>
                    <a:pt x="2093432" y="1959555"/>
                  </a:lnTo>
                  <a:lnTo>
                    <a:pt x="2129063" y="1980290"/>
                  </a:lnTo>
                  <a:lnTo>
                    <a:pt x="2164695" y="2000719"/>
                  </a:lnTo>
                  <a:lnTo>
                    <a:pt x="2200326" y="2020847"/>
                  </a:lnTo>
                  <a:lnTo>
                    <a:pt x="2235957" y="2040678"/>
                  </a:lnTo>
                  <a:lnTo>
                    <a:pt x="2271588" y="2060217"/>
                  </a:lnTo>
                  <a:lnTo>
                    <a:pt x="2307220" y="2079468"/>
                  </a:lnTo>
                  <a:lnTo>
                    <a:pt x="2342851" y="2098434"/>
                  </a:lnTo>
                  <a:lnTo>
                    <a:pt x="2378482" y="2117122"/>
                  </a:lnTo>
                  <a:lnTo>
                    <a:pt x="2414114" y="2135533"/>
                  </a:lnTo>
                  <a:lnTo>
                    <a:pt x="2449745" y="2153674"/>
                  </a:lnTo>
                  <a:lnTo>
                    <a:pt x="2485376" y="2171546"/>
                  </a:lnTo>
                  <a:lnTo>
                    <a:pt x="2521008" y="2189156"/>
                  </a:lnTo>
                  <a:lnTo>
                    <a:pt x="2556639" y="2206505"/>
                  </a:lnTo>
                  <a:lnTo>
                    <a:pt x="2592270" y="2223599"/>
                  </a:lnTo>
                  <a:lnTo>
                    <a:pt x="2627902" y="2240441"/>
                  </a:lnTo>
                  <a:lnTo>
                    <a:pt x="2663533" y="2257035"/>
                  </a:lnTo>
                  <a:lnTo>
                    <a:pt x="2699164" y="2273384"/>
                  </a:lnTo>
                  <a:lnTo>
                    <a:pt x="2734795" y="2289491"/>
                  </a:lnTo>
                  <a:lnTo>
                    <a:pt x="2770427" y="2305362"/>
                  </a:lnTo>
                  <a:lnTo>
                    <a:pt x="2806058" y="2320998"/>
                  </a:lnTo>
                  <a:lnTo>
                    <a:pt x="2841689" y="2336404"/>
                  </a:lnTo>
                  <a:lnTo>
                    <a:pt x="2877321" y="2351583"/>
                  </a:lnTo>
                  <a:lnTo>
                    <a:pt x="2912952" y="2366538"/>
                  </a:lnTo>
                  <a:lnTo>
                    <a:pt x="2948583" y="2381272"/>
                  </a:lnTo>
                  <a:lnTo>
                    <a:pt x="2984215" y="2395789"/>
                  </a:lnTo>
                  <a:lnTo>
                    <a:pt x="3019846" y="2410092"/>
                  </a:lnTo>
                  <a:lnTo>
                    <a:pt x="3055477" y="2424185"/>
                  </a:lnTo>
                  <a:lnTo>
                    <a:pt x="3091109" y="2438069"/>
                  </a:lnTo>
                  <a:lnTo>
                    <a:pt x="3126740" y="2451749"/>
                  </a:lnTo>
                  <a:lnTo>
                    <a:pt x="3162371" y="2465227"/>
                  </a:lnTo>
                  <a:lnTo>
                    <a:pt x="3198002" y="2478506"/>
                  </a:lnTo>
                  <a:lnTo>
                    <a:pt x="3233634" y="2491590"/>
                  </a:lnTo>
                  <a:lnTo>
                    <a:pt x="3269265" y="2504481"/>
                  </a:lnTo>
                  <a:lnTo>
                    <a:pt x="3304896" y="2517181"/>
                  </a:lnTo>
                  <a:lnTo>
                    <a:pt x="3340528" y="2529695"/>
                  </a:lnTo>
                  <a:lnTo>
                    <a:pt x="3376159" y="2542024"/>
                  </a:lnTo>
                  <a:lnTo>
                    <a:pt x="3411790" y="2554171"/>
                  </a:lnTo>
                  <a:lnTo>
                    <a:pt x="3447422" y="2565168"/>
                  </a:lnTo>
                  <a:lnTo>
                    <a:pt x="3483053" y="2569976"/>
                  </a:lnTo>
                  <a:lnTo>
                    <a:pt x="3518684" y="2574755"/>
                  </a:lnTo>
                  <a:lnTo>
                    <a:pt x="3554316" y="2579506"/>
                  </a:lnTo>
                  <a:lnTo>
                    <a:pt x="3589947" y="2584228"/>
                  </a:lnTo>
                  <a:lnTo>
                    <a:pt x="3625578" y="2588922"/>
                  </a:lnTo>
                  <a:lnTo>
                    <a:pt x="3661209" y="2593587"/>
                  </a:lnTo>
                  <a:lnTo>
                    <a:pt x="3696841" y="2598225"/>
                  </a:lnTo>
                  <a:lnTo>
                    <a:pt x="3732472" y="2602834"/>
                  </a:lnTo>
                  <a:lnTo>
                    <a:pt x="3768103" y="2607416"/>
                  </a:lnTo>
                  <a:lnTo>
                    <a:pt x="3803735" y="2611971"/>
                  </a:lnTo>
                  <a:lnTo>
                    <a:pt x="3839366" y="2616498"/>
                  </a:lnTo>
                  <a:lnTo>
                    <a:pt x="3874997" y="2620998"/>
                  </a:lnTo>
                  <a:lnTo>
                    <a:pt x="3910629" y="2625471"/>
                  </a:lnTo>
                  <a:lnTo>
                    <a:pt x="3946260" y="2629917"/>
                  </a:lnTo>
                  <a:lnTo>
                    <a:pt x="3981891" y="2634336"/>
                  </a:lnTo>
                  <a:lnTo>
                    <a:pt x="4017523" y="2638729"/>
                  </a:lnTo>
                  <a:lnTo>
                    <a:pt x="4053154" y="2643095"/>
                  </a:lnTo>
                  <a:lnTo>
                    <a:pt x="4088785" y="2647435"/>
                  </a:lnTo>
                  <a:lnTo>
                    <a:pt x="4124416" y="2651749"/>
                  </a:lnTo>
                  <a:lnTo>
                    <a:pt x="4160048" y="2656038"/>
                  </a:lnTo>
                  <a:lnTo>
                    <a:pt x="4195679" y="2660300"/>
                  </a:lnTo>
                  <a:lnTo>
                    <a:pt x="4231310" y="2664537"/>
                  </a:lnTo>
                  <a:lnTo>
                    <a:pt x="4266942" y="2668748"/>
                  </a:lnTo>
                  <a:lnTo>
                    <a:pt x="4302573" y="2672935"/>
                  </a:lnTo>
                  <a:lnTo>
                    <a:pt x="4338204" y="2677096"/>
                  </a:lnTo>
                  <a:lnTo>
                    <a:pt x="4373836" y="2681232"/>
                  </a:lnTo>
                  <a:lnTo>
                    <a:pt x="4409467" y="2685343"/>
                  </a:lnTo>
                  <a:lnTo>
                    <a:pt x="4445098" y="2689429"/>
                  </a:lnTo>
                  <a:lnTo>
                    <a:pt x="4480729" y="2693491"/>
                  </a:lnTo>
                  <a:lnTo>
                    <a:pt x="4516361" y="2697529"/>
                  </a:lnTo>
                  <a:lnTo>
                    <a:pt x="4551992" y="2701542"/>
                  </a:lnTo>
                  <a:lnTo>
                    <a:pt x="4587623" y="2705532"/>
                  </a:lnTo>
                  <a:lnTo>
                    <a:pt x="4623255" y="2709497"/>
                  </a:lnTo>
                  <a:lnTo>
                    <a:pt x="4658886" y="2713438"/>
                  </a:lnTo>
                  <a:lnTo>
                    <a:pt x="4694517" y="2717356"/>
                  </a:lnTo>
                  <a:lnTo>
                    <a:pt x="4730149" y="2721251"/>
                  </a:lnTo>
                  <a:lnTo>
                    <a:pt x="4765780" y="2725121"/>
                  </a:lnTo>
                  <a:lnTo>
                    <a:pt x="4801411" y="2728969"/>
                  </a:lnTo>
                  <a:lnTo>
                    <a:pt x="4837043" y="2732794"/>
                  </a:lnTo>
                  <a:lnTo>
                    <a:pt x="4872674" y="2736595"/>
                  </a:lnTo>
                  <a:lnTo>
                    <a:pt x="4908305" y="2740374"/>
                  </a:lnTo>
                  <a:lnTo>
                    <a:pt x="4943936" y="2744130"/>
                  </a:lnTo>
                  <a:lnTo>
                    <a:pt x="4979568" y="2747864"/>
                  </a:lnTo>
                  <a:lnTo>
                    <a:pt x="5015199" y="2751575"/>
                  </a:lnTo>
                  <a:lnTo>
                    <a:pt x="5050830" y="2755264"/>
                  </a:lnTo>
                  <a:lnTo>
                    <a:pt x="5086462" y="2758930"/>
                  </a:lnTo>
                  <a:lnTo>
                    <a:pt x="5122093" y="2762575"/>
                  </a:lnTo>
                  <a:lnTo>
                    <a:pt x="5157724" y="2766198"/>
                  </a:lnTo>
                  <a:lnTo>
                    <a:pt x="5193356" y="2769799"/>
                  </a:lnTo>
                  <a:lnTo>
                    <a:pt x="5228987" y="2773378"/>
                  </a:lnTo>
                  <a:lnTo>
                    <a:pt x="5264618" y="2776936"/>
                  </a:lnTo>
                  <a:lnTo>
                    <a:pt x="5300250" y="2780473"/>
                  </a:lnTo>
                  <a:lnTo>
                    <a:pt x="5335881" y="2783988"/>
                  </a:lnTo>
                  <a:lnTo>
                    <a:pt x="5371512" y="2787482"/>
                  </a:lnTo>
                  <a:lnTo>
                    <a:pt x="5407143" y="2790955"/>
                  </a:lnTo>
                  <a:lnTo>
                    <a:pt x="5442775" y="2794408"/>
                  </a:lnTo>
                  <a:lnTo>
                    <a:pt x="5478406" y="2797839"/>
                  </a:lnTo>
                  <a:lnTo>
                    <a:pt x="5514037" y="2801250"/>
                  </a:lnTo>
                  <a:lnTo>
                    <a:pt x="5549669" y="2804641"/>
                  </a:lnTo>
                  <a:lnTo>
                    <a:pt x="5585300" y="2808011"/>
                  </a:lnTo>
                  <a:lnTo>
                    <a:pt x="5620931" y="2811361"/>
                  </a:lnTo>
                  <a:lnTo>
                    <a:pt x="5656563" y="2814691"/>
                  </a:lnTo>
                  <a:lnTo>
                    <a:pt x="5692194" y="2818001"/>
                  </a:lnTo>
                  <a:lnTo>
                    <a:pt x="5727825" y="2821291"/>
                  </a:lnTo>
                  <a:lnTo>
                    <a:pt x="5763457" y="2824561"/>
                  </a:lnTo>
                  <a:lnTo>
                    <a:pt x="5799088" y="2827811"/>
                  </a:lnTo>
                  <a:lnTo>
                    <a:pt x="5834719" y="2831043"/>
                  </a:lnTo>
                  <a:lnTo>
                    <a:pt x="5870350" y="2834254"/>
                  </a:lnTo>
                  <a:lnTo>
                    <a:pt x="5905982" y="2837447"/>
                  </a:lnTo>
                  <a:lnTo>
                    <a:pt x="5941613" y="2840620"/>
                  </a:lnTo>
                  <a:lnTo>
                    <a:pt x="5977244" y="2843774"/>
                  </a:lnTo>
                  <a:lnTo>
                    <a:pt x="6012876" y="2846909"/>
                  </a:lnTo>
                  <a:lnTo>
                    <a:pt x="6048507" y="2850026"/>
                  </a:lnTo>
                  <a:lnTo>
                    <a:pt x="6084138" y="2853123"/>
                  </a:lnTo>
                  <a:lnTo>
                    <a:pt x="6119770" y="2856202"/>
                  </a:lnTo>
                  <a:lnTo>
                    <a:pt x="6155401" y="2859263"/>
                  </a:lnTo>
                  <a:lnTo>
                    <a:pt x="6191032" y="2862305"/>
                  </a:lnTo>
                  <a:lnTo>
                    <a:pt x="6226664" y="2865329"/>
                  </a:lnTo>
                  <a:lnTo>
                    <a:pt x="6262295" y="2868335"/>
                  </a:lnTo>
                  <a:lnTo>
                    <a:pt x="6297926" y="2871323"/>
                  </a:lnTo>
                  <a:lnTo>
                    <a:pt x="6333557" y="2874292"/>
                  </a:lnTo>
                  <a:lnTo>
                    <a:pt x="6369189" y="287724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942841"/>
              <a:ext cx="7090630" cy="1383423"/>
            </a:xfrm>
            <a:custGeom>
              <a:avLst/>
              <a:pathLst>
                <a:path w="7090630" h="1383423">
                  <a:moveTo>
                    <a:pt x="7090630" y="1383423"/>
                  </a:moveTo>
                  <a:lnTo>
                    <a:pt x="7054998" y="1379883"/>
                  </a:lnTo>
                  <a:lnTo>
                    <a:pt x="7019367" y="1376289"/>
                  </a:lnTo>
                  <a:lnTo>
                    <a:pt x="6983736" y="1372642"/>
                  </a:lnTo>
                  <a:lnTo>
                    <a:pt x="6948104" y="1368940"/>
                  </a:lnTo>
                  <a:lnTo>
                    <a:pt x="6912473" y="1365183"/>
                  </a:lnTo>
                  <a:lnTo>
                    <a:pt x="6876842" y="1361369"/>
                  </a:lnTo>
                  <a:lnTo>
                    <a:pt x="6841210" y="1357499"/>
                  </a:lnTo>
                  <a:lnTo>
                    <a:pt x="6805579" y="1353570"/>
                  </a:lnTo>
                  <a:lnTo>
                    <a:pt x="6769948" y="1349583"/>
                  </a:lnTo>
                  <a:lnTo>
                    <a:pt x="6734317" y="1345536"/>
                  </a:lnTo>
                  <a:lnTo>
                    <a:pt x="6698685" y="1341429"/>
                  </a:lnTo>
                  <a:lnTo>
                    <a:pt x="6663054" y="1337260"/>
                  </a:lnTo>
                  <a:lnTo>
                    <a:pt x="6627423" y="1333029"/>
                  </a:lnTo>
                  <a:lnTo>
                    <a:pt x="6591791" y="1328734"/>
                  </a:lnTo>
                  <a:lnTo>
                    <a:pt x="6556160" y="1324375"/>
                  </a:lnTo>
                  <a:lnTo>
                    <a:pt x="6520529" y="1319951"/>
                  </a:lnTo>
                  <a:lnTo>
                    <a:pt x="6484897" y="1315461"/>
                  </a:lnTo>
                  <a:lnTo>
                    <a:pt x="6449266" y="1310904"/>
                  </a:lnTo>
                  <a:lnTo>
                    <a:pt x="6413635" y="1306278"/>
                  </a:lnTo>
                  <a:lnTo>
                    <a:pt x="6378003" y="1301583"/>
                  </a:lnTo>
                  <a:lnTo>
                    <a:pt x="6342372" y="1296818"/>
                  </a:lnTo>
                  <a:lnTo>
                    <a:pt x="6306741" y="1291981"/>
                  </a:lnTo>
                  <a:lnTo>
                    <a:pt x="6271110" y="1287073"/>
                  </a:lnTo>
                  <a:lnTo>
                    <a:pt x="6235478" y="1282090"/>
                  </a:lnTo>
                  <a:lnTo>
                    <a:pt x="6199847" y="1277033"/>
                  </a:lnTo>
                  <a:lnTo>
                    <a:pt x="6164216" y="1271901"/>
                  </a:lnTo>
                  <a:lnTo>
                    <a:pt x="6128584" y="1266692"/>
                  </a:lnTo>
                  <a:lnTo>
                    <a:pt x="6092953" y="1261404"/>
                  </a:lnTo>
                  <a:lnTo>
                    <a:pt x="6057322" y="1256038"/>
                  </a:lnTo>
                  <a:lnTo>
                    <a:pt x="6021690" y="1250591"/>
                  </a:lnTo>
                  <a:lnTo>
                    <a:pt x="5986059" y="1245063"/>
                  </a:lnTo>
                  <a:lnTo>
                    <a:pt x="5950428" y="1239452"/>
                  </a:lnTo>
                  <a:lnTo>
                    <a:pt x="5914796" y="1233757"/>
                  </a:lnTo>
                  <a:lnTo>
                    <a:pt x="5879165" y="1227977"/>
                  </a:lnTo>
                  <a:lnTo>
                    <a:pt x="5843534" y="1222111"/>
                  </a:lnTo>
                  <a:lnTo>
                    <a:pt x="5807903" y="1216156"/>
                  </a:lnTo>
                  <a:lnTo>
                    <a:pt x="5772271" y="1210113"/>
                  </a:lnTo>
                  <a:lnTo>
                    <a:pt x="5736640" y="1203979"/>
                  </a:lnTo>
                  <a:lnTo>
                    <a:pt x="5701009" y="1197753"/>
                  </a:lnTo>
                  <a:lnTo>
                    <a:pt x="5665377" y="1191434"/>
                  </a:lnTo>
                  <a:lnTo>
                    <a:pt x="5629746" y="1185021"/>
                  </a:lnTo>
                  <a:lnTo>
                    <a:pt x="5594115" y="1178511"/>
                  </a:lnTo>
                  <a:lnTo>
                    <a:pt x="5558483" y="1171904"/>
                  </a:lnTo>
                  <a:lnTo>
                    <a:pt x="5522852" y="1165199"/>
                  </a:lnTo>
                  <a:lnTo>
                    <a:pt x="5487221" y="1158393"/>
                  </a:lnTo>
                  <a:lnTo>
                    <a:pt x="5451589" y="1151485"/>
                  </a:lnTo>
                  <a:lnTo>
                    <a:pt x="5415958" y="1144474"/>
                  </a:lnTo>
                  <a:lnTo>
                    <a:pt x="5380327" y="1137357"/>
                  </a:lnTo>
                  <a:lnTo>
                    <a:pt x="5344696" y="1130135"/>
                  </a:lnTo>
                  <a:lnTo>
                    <a:pt x="5309064" y="1122804"/>
                  </a:lnTo>
                  <a:lnTo>
                    <a:pt x="5273433" y="1115364"/>
                  </a:lnTo>
                  <a:lnTo>
                    <a:pt x="5237802" y="1107812"/>
                  </a:lnTo>
                  <a:lnTo>
                    <a:pt x="5202170" y="1100147"/>
                  </a:lnTo>
                  <a:lnTo>
                    <a:pt x="5166539" y="1092367"/>
                  </a:lnTo>
                  <a:lnTo>
                    <a:pt x="5130908" y="1084472"/>
                  </a:lnTo>
                  <a:lnTo>
                    <a:pt x="5095276" y="1076458"/>
                  </a:lnTo>
                  <a:lnTo>
                    <a:pt x="5059645" y="1068324"/>
                  </a:lnTo>
                  <a:lnTo>
                    <a:pt x="5024014" y="1060068"/>
                  </a:lnTo>
                  <a:lnTo>
                    <a:pt x="4988382" y="1051689"/>
                  </a:lnTo>
                  <a:lnTo>
                    <a:pt x="4952751" y="1043184"/>
                  </a:lnTo>
                  <a:lnTo>
                    <a:pt x="4917120" y="1034552"/>
                  </a:lnTo>
                  <a:lnTo>
                    <a:pt x="4881489" y="1025791"/>
                  </a:lnTo>
                  <a:lnTo>
                    <a:pt x="4845857" y="1016899"/>
                  </a:lnTo>
                  <a:lnTo>
                    <a:pt x="4810226" y="1007874"/>
                  </a:lnTo>
                  <a:lnTo>
                    <a:pt x="4774595" y="998713"/>
                  </a:lnTo>
                  <a:lnTo>
                    <a:pt x="4738963" y="989416"/>
                  </a:lnTo>
                  <a:lnTo>
                    <a:pt x="4703332" y="979979"/>
                  </a:lnTo>
                  <a:lnTo>
                    <a:pt x="4667701" y="970402"/>
                  </a:lnTo>
                  <a:lnTo>
                    <a:pt x="4632069" y="960681"/>
                  </a:lnTo>
                  <a:lnTo>
                    <a:pt x="4596438" y="950814"/>
                  </a:lnTo>
                  <a:lnTo>
                    <a:pt x="4560807" y="940800"/>
                  </a:lnTo>
                  <a:lnTo>
                    <a:pt x="4525175" y="930636"/>
                  </a:lnTo>
                  <a:lnTo>
                    <a:pt x="4489544" y="920320"/>
                  </a:lnTo>
                  <a:lnTo>
                    <a:pt x="4453913" y="909850"/>
                  </a:lnTo>
                  <a:lnTo>
                    <a:pt x="4418282" y="899222"/>
                  </a:lnTo>
                  <a:lnTo>
                    <a:pt x="4382650" y="888436"/>
                  </a:lnTo>
                  <a:lnTo>
                    <a:pt x="4347019" y="877489"/>
                  </a:lnTo>
                  <a:lnTo>
                    <a:pt x="4311388" y="866377"/>
                  </a:lnTo>
                  <a:lnTo>
                    <a:pt x="4275756" y="855100"/>
                  </a:lnTo>
                  <a:lnTo>
                    <a:pt x="4240125" y="843653"/>
                  </a:lnTo>
                  <a:lnTo>
                    <a:pt x="4204494" y="832035"/>
                  </a:lnTo>
                  <a:lnTo>
                    <a:pt x="4168862" y="820244"/>
                  </a:lnTo>
                  <a:lnTo>
                    <a:pt x="4133231" y="814436"/>
                  </a:lnTo>
                  <a:lnTo>
                    <a:pt x="4097600" y="809570"/>
                  </a:lnTo>
                  <a:lnTo>
                    <a:pt x="4061968" y="804674"/>
                  </a:lnTo>
                  <a:lnTo>
                    <a:pt x="4026337" y="799748"/>
                  </a:lnTo>
                  <a:lnTo>
                    <a:pt x="3990706" y="794793"/>
                  </a:lnTo>
                  <a:lnTo>
                    <a:pt x="3955075" y="789808"/>
                  </a:lnTo>
                  <a:lnTo>
                    <a:pt x="3919443" y="784793"/>
                  </a:lnTo>
                  <a:lnTo>
                    <a:pt x="3883812" y="779748"/>
                  </a:lnTo>
                  <a:lnTo>
                    <a:pt x="3848181" y="774672"/>
                  </a:lnTo>
                  <a:lnTo>
                    <a:pt x="3812549" y="769565"/>
                  </a:lnTo>
                  <a:lnTo>
                    <a:pt x="3776918" y="764428"/>
                  </a:lnTo>
                  <a:lnTo>
                    <a:pt x="3741287" y="759259"/>
                  </a:lnTo>
                  <a:lnTo>
                    <a:pt x="3705655" y="754060"/>
                  </a:lnTo>
                  <a:lnTo>
                    <a:pt x="3670024" y="748828"/>
                  </a:lnTo>
                  <a:lnTo>
                    <a:pt x="3634393" y="743566"/>
                  </a:lnTo>
                  <a:lnTo>
                    <a:pt x="3598762" y="738271"/>
                  </a:lnTo>
                  <a:lnTo>
                    <a:pt x="3563130" y="732945"/>
                  </a:lnTo>
                  <a:lnTo>
                    <a:pt x="3527499" y="727586"/>
                  </a:lnTo>
                  <a:lnTo>
                    <a:pt x="3491868" y="722195"/>
                  </a:lnTo>
                  <a:lnTo>
                    <a:pt x="3456236" y="716772"/>
                  </a:lnTo>
                  <a:lnTo>
                    <a:pt x="3420605" y="711315"/>
                  </a:lnTo>
                  <a:lnTo>
                    <a:pt x="3384974" y="705826"/>
                  </a:lnTo>
                  <a:lnTo>
                    <a:pt x="3349342" y="700303"/>
                  </a:lnTo>
                  <a:lnTo>
                    <a:pt x="3313711" y="694748"/>
                  </a:lnTo>
                  <a:lnTo>
                    <a:pt x="3278080" y="689158"/>
                  </a:lnTo>
                  <a:lnTo>
                    <a:pt x="3242448" y="683535"/>
                  </a:lnTo>
                  <a:lnTo>
                    <a:pt x="3206817" y="677878"/>
                  </a:lnTo>
                  <a:lnTo>
                    <a:pt x="3171186" y="672187"/>
                  </a:lnTo>
                  <a:lnTo>
                    <a:pt x="3135555" y="666461"/>
                  </a:lnTo>
                  <a:lnTo>
                    <a:pt x="3099923" y="660701"/>
                  </a:lnTo>
                  <a:lnTo>
                    <a:pt x="3064292" y="654906"/>
                  </a:lnTo>
                  <a:lnTo>
                    <a:pt x="3028661" y="649075"/>
                  </a:lnTo>
                  <a:lnTo>
                    <a:pt x="2993029" y="643210"/>
                  </a:lnTo>
                  <a:lnTo>
                    <a:pt x="2957398" y="637309"/>
                  </a:lnTo>
                  <a:lnTo>
                    <a:pt x="2921767" y="631373"/>
                  </a:lnTo>
                  <a:lnTo>
                    <a:pt x="2886135" y="625401"/>
                  </a:lnTo>
                  <a:lnTo>
                    <a:pt x="2850504" y="619393"/>
                  </a:lnTo>
                  <a:lnTo>
                    <a:pt x="2814873" y="613348"/>
                  </a:lnTo>
                  <a:lnTo>
                    <a:pt x="2779241" y="607267"/>
                  </a:lnTo>
                  <a:lnTo>
                    <a:pt x="2743610" y="601149"/>
                  </a:lnTo>
                  <a:lnTo>
                    <a:pt x="2707979" y="594994"/>
                  </a:lnTo>
                  <a:lnTo>
                    <a:pt x="2672348" y="588802"/>
                  </a:lnTo>
                  <a:lnTo>
                    <a:pt x="2636716" y="582573"/>
                  </a:lnTo>
                  <a:lnTo>
                    <a:pt x="2601085" y="576306"/>
                  </a:lnTo>
                  <a:lnTo>
                    <a:pt x="2565454" y="570001"/>
                  </a:lnTo>
                  <a:lnTo>
                    <a:pt x="2529822" y="563658"/>
                  </a:lnTo>
                  <a:lnTo>
                    <a:pt x="2494191" y="557277"/>
                  </a:lnTo>
                  <a:lnTo>
                    <a:pt x="2458560" y="550857"/>
                  </a:lnTo>
                  <a:lnTo>
                    <a:pt x="2422928" y="544398"/>
                  </a:lnTo>
                  <a:lnTo>
                    <a:pt x="2387297" y="537900"/>
                  </a:lnTo>
                  <a:lnTo>
                    <a:pt x="2351666" y="531364"/>
                  </a:lnTo>
                  <a:lnTo>
                    <a:pt x="2316034" y="524787"/>
                  </a:lnTo>
                  <a:lnTo>
                    <a:pt x="2280403" y="518171"/>
                  </a:lnTo>
                  <a:lnTo>
                    <a:pt x="2244772" y="511515"/>
                  </a:lnTo>
                  <a:lnTo>
                    <a:pt x="2209141" y="504819"/>
                  </a:lnTo>
                  <a:lnTo>
                    <a:pt x="2173509" y="498082"/>
                  </a:lnTo>
                  <a:lnTo>
                    <a:pt x="2137878" y="491305"/>
                  </a:lnTo>
                  <a:lnTo>
                    <a:pt x="2102247" y="484486"/>
                  </a:lnTo>
                  <a:lnTo>
                    <a:pt x="2066615" y="477627"/>
                  </a:lnTo>
                  <a:lnTo>
                    <a:pt x="2030984" y="470726"/>
                  </a:lnTo>
                  <a:lnTo>
                    <a:pt x="1995353" y="463783"/>
                  </a:lnTo>
                  <a:lnTo>
                    <a:pt x="1959721" y="456798"/>
                  </a:lnTo>
                  <a:lnTo>
                    <a:pt x="1924090" y="449772"/>
                  </a:lnTo>
                  <a:lnTo>
                    <a:pt x="1888459" y="442702"/>
                  </a:lnTo>
                  <a:lnTo>
                    <a:pt x="1852827" y="435590"/>
                  </a:lnTo>
                  <a:lnTo>
                    <a:pt x="1817196" y="428435"/>
                  </a:lnTo>
                  <a:lnTo>
                    <a:pt x="1781565" y="421237"/>
                  </a:lnTo>
                  <a:lnTo>
                    <a:pt x="1745934" y="413996"/>
                  </a:lnTo>
                  <a:lnTo>
                    <a:pt x="1710302" y="406710"/>
                  </a:lnTo>
                  <a:lnTo>
                    <a:pt x="1674671" y="399381"/>
                  </a:lnTo>
                  <a:lnTo>
                    <a:pt x="1639040" y="392007"/>
                  </a:lnTo>
                  <a:lnTo>
                    <a:pt x="1603408" y="384589"/>
                  </a:lnTo>
                  <a:lnTo>
                    <a:pt x="1567777" y="377126"/>
                  </a:lnTo>
                  <a:lnTo>
                    <a:pt x="1532146" y="369618"/>
                  </a:lnTo>
                  <a:lnTo>
                    <a:pt x="1496514" y="362065"/>
                  </a:lnTo>
                  <a:lnTo>
                    <a:pt x="1460883" y="354465"/>
                  </a:lnTo>
                  <a:lnTo>
                    <a:pt x="1425252" y="346821"/>
                  </a:lnTo>
                  <a:lnTo>
                    <a:pt x="1389620" y="339129"/>
                  </a:lnTo>
                  <a:lnTo>
                    <a:pt x="1353989" y="331392"/>
                  </a:lnTo>
                  <a:lnTo>
                    <a:pt x="1318358" y="323607"/>
                  </a:lnTo>
                  <a:lnTo>
                    <a:pt x="1282727" y="315776"/>
                  </a:lnTo>
                  <a:lnTo>
                    <a:pt x="1247095" y="307897"/>
                  </a:lnTo>
                  <a:lnTo>
                    <a:pt x="1211464" y="299971"/>
                  </a:lnTo>
                  <a:lnTo>
                    <a:pt x="1175833" y="291997"/>
                  </a:lnTo>
                  <a:lnTo>
                    <a:pt x="1140201" y="283974"/>
                  </a:lnTo>
                  <a:lnTo>
                    <a:pt x="1104570" y="275904"/>
                  </a:lnTo>
                  <a:lnTo>
                    <a:pt x="1068939" y="267784"/>
                  </a:lnTo>
                  <a:lnTo>
                    <a:pt x="1033307" y="259615"/>
                  </a:lnTo>
                  <a:lnTo>
                    <a:pt x="997676" y="251398"/>
                  </a:lnTo>
                  <a:lnTo>
                    <a:pt x="962045" y="243130"/>
                  </a:lnTo>
                  <a:lnTo>
                    <a:pt x="926413" y="234812"/>
                  </a:lnTo>
                  <a:lnTo>
                    <a:pt x="890782" y="226445"/>
                  </a:lnTo>
                  <a:lnTo>
                    <a:pt x="855151" y="218026"/>
                  </a:lnTo>
                  <a:lnTo>
                    <a:pt x="819520" y="209557"/>
                  </a:lnTo>
                  <a:lnTo>
                    <a:pt x="783888" y="201037"/>
                  </a:lnTo>
                  <a:lnTo>
                    <a:pt x="748257" y="192465"/>
                  </a:lnTo>
                  <a:lnTo>
                    <a:pt x="712626" y="183841"/>
                  </a:lnTo>
                  <a:lnTo>
                    <a:pt x="676994" y="175166"/>
                  </a:lnTo>
                  <a:lnTo>
                    <a:pt x="641363" y="166438"/>
                  </a:lnTo>
                  <a:lnTo>
                    <a:pt x="605732" y="157657"/>
                  </a:lnTo>
                  <a:lnTo>
                    <a:pt x="570100" y="148823"/>
                  </a:lnTo>
                  <a:lnTo>
                    <a:pt x="534469" y="139936"/>
                  </a:lnTo>
                  <a:lnTo>
                    <a:pt x="498838" y="130995"/>
                  </a:lnTo>
                  <a:lnTo>
                    <a:pt x="463206" y="122000"/>
                  </a:lnTo>
                  <a:lnTo>
                    <a:pt x="427575" y="112950"/>
                  </a:lnTo>
                  <a:lnTo>
                    <a:pt x="391944" y="103847"/>
                  </a:lnTo>
                  <a:lnTo>
                    <a:pt x="356313" y="94688"/>
                  </a:lnTo>
                  <a:lnTo>
                    <a:pt x="320681" y="85473"/>
                  </a:lnTo>
                  <a:lnTo>
                    <a:pt x="285050" y="76203"/>
                  </a:lnTo>
                  <a:lnTo>
                    <a:pt x="249419" y="66878"/>
                  </a:lnTo>
                  <a:lnTo>
                    <a:pt x="213787" y="57495"/>
                  </a:lnTo>
                  <a:lnTo>
                    <a:pt x="178156" y="48056"/>
                  </a:lnTo>
                  <a:lnTo>
                    <a:pt x="142525" y="38560"/>
                  </a:lnTo>
                  <a:lnTo>
                    <a:pt x="106893" y="29007"/>
                  </a:lnTo>
                  <a:lnTo>
                    <a:pt x="71262" y="19396"/>
                  </a:lnTo>
                  <a:lnTo>
                    <a:pt x="35631" y="972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848844"/>
              <a:ext cx="7090630" cy="2373991"/>
            </a:xfrm>
            <a:custGeom>
              <a:avLst/>
              <a:pathLst>
                <a:path w="7090630" h="2373991">
                  <a:moveTo>
                    <a:pt x="0" y="0"/>
                  </a:moveTo>
                  <a:lnTo>
                    <a:pt x="35631" y="28181"/>
                  </a:lnTo>
                  <a:lnTo>
                    <a:pt x="71262" y="56070"/>
                  </a:lnTo>
                  <a:lnTo>
                    <a:pt x="106893" y="83670"/>
                  </a:lnTo>
                  <a:lnTo>
                    <a:pt x="142525" y="110982"/>
                  </a:lnTo>
                  <a:lnTo>
                    <a:pt x="178156" y="138012"/>
                  </a:lnTo>
                  <a:lnTo>
                    <a:pt x="213787" y="164760"/>
                  </a:lnTo>
                  <a:lnTo>
                    <a:pt x="249419" y="191231"/>
                  </a:lnTo>
                  <a:lnTo>
                    <a:pt x="285050" y="217427"/>
                  </a:lnTo>
                  <a:lnTo>
                    <a:pt x="320681" y="243351"/>
                  </a:lnTo>
                  <a:lnTo>
                    <a:pt x="356313" y="269005"/>
                  </a:lnTo>
                  <a:lnTo>
                    <a:pt x="391944" y="294394"/>
                  </a:lnTo>
                  <a:lnTo>
                    <a:pt x="427575" y="319518"/>
                  </a:lnTo>
                  <a:lnTo>
                    <a:pt x="463206" y="344382"/>
                  </a:lnTo>
                  <a:lnTo>
                    <a:pt x="498838" y="368988"/>
                  </a:lnTo>
                  <a:lnTo>
                    <a:pt x="534469" y="393338"/>
                  </a:lnTo>
                  <a:lnTo>
                    <a:pt x="570100" y="417435"/>
                  </a:lnTo>
                  <a:lnTo>
                    <a:pt x="605732" y="441282"/>
                  </a:lnTo>
                  <a:lnTo>
                    <a:pt x="641363" y="464882"/>
                  </a:lnTo>
                  <a:lnTo>
                    <a:pt x="676994" y="488236"/>
                  </a:lnTo>
                  <a:lnTo>
                    <a:pt x="712626" y="511348"/>
                  </a:lnTo>
                  <a:lnTo>
                    <a:pt x="748257" y="534220"/>
                  </a:lnTo>
                  <a:lnTo>
                    <a:pt x="783888" y="556855"/>
                  </a:lnTo>
                  <a:lnTo>
                    <a:pt x="819520" y="579254"/>
                  </a:lnTo>
                  <a:lnTo>
                    <a:pt x="855151" y="601421"/>
                  </a:lnTo>
                  <a:lnTo>
                    <a:pt x="890782" y="623357"/>
                  </a:lnTo>
                  <a:lnTo>
                    <a:pt x="926413" y="645066"/>
                  </a:lnTo>
                  <a:lnTo>
                    <a:pt x="962045" y="666550"/>
                  </a:lnTo>
                  <a:lnTo>
                    <a:pt x="997676" y="687810"/>
                  </a:lnTo>
                  <a:lnTo>
                    <a:pt x="1033307" y="708850"/>
                  </a:lnTo>
                  <a:lnTo>
                    <a:pt x="1068939" y="729671"/>
                  </a:lnTo>
                  <a:lnTo>
                    <a:pt x="1104570" y="750276"/>
                  </a:lnTo>
                  <a:lnTo>
                    <a:pt x="1140201" y="770667"/>
                  </a:lnTo>
                  <a:lnTo>
                    <a:pt x="1175833" y="790846"/>
                  </a:lnTo>
                  <a:lnTo>
                    <a:pt x="1211464" y="810815"/>
                  </a:lnTo>
                  <a:lnTo>
                    <a:pt x="1247095" y="830578"/>
                  </a:lnTo>
                  <a:lnTo>
                    <a:pt x="1282727" y="850135"/>
                  </a:lnTo>
                  <a:lnTo>
                    <a:pt x="1318358" y="869489"/>
                  </a:lnTo>
                  <a:lnTo>
                    <a:pt x="1353989" y="888642"/>
                  </a:lnTo>
                  <a:lnTo>
                    <a:pt x="1389620" y="907596"/>
                  </a:lnTo>
                  <a:lnTo>
                    <a:pt x="1425252" y="926354"/>
                  </a:lnTo>
                  <a:lnTo>
                    <a:pt x="1460883" y="944916"/>
                  </a:lnTo>
                  <a:lnTo>
                    <a:pt x="1496514" y="963286"/>
                  </a:lnTo>
                  <a:lnTo>
                    <a:pt x="1532146" y="981465"/>
                  </a:lnTo>
                  <a:lnTo>
                    <a:pt x="1567777" y="999456"/>
                  </a:lnTo>
                  <a:lnTo>
                    <a:pt x="1603408" y="1017259"/>
                  </a:lnTo>
                  <a:lnTo>
                    <a:pt x="1639040" y="1034878"/>
                  </a:lnTo>
                  <a:lnTo>
                    <a:pt x="1674671" y="1052313"/>
                  </a:lnTo>
                  <a:lnTo>
                    <a:pt x="1710302" y="1069568"/>
                  </a:lnTo>
                  <a:lnTo>
                    <a:pt x="1745934" y="1086644"/>
                  </a:lnTo>
                  <a:lnTo>
                    <a:pt x="1781565" y="1103542"/>
                  </a:lnTo>
                  <a:lnTo>
                    <a:pt x="1817196" y="1120265"/>
                  </a:lnTo>
                  <a:lnTo>
                    <a:pt x="1852827" y="1136814"/>
                  </a:lnTo>
                  <a:lnTo>
                    <a:pt x="1888459" y="1153191"/>
                  </a:lnTo>
                  <a:lnTo>
                    <a:pt x="1924090" y="1169398"/>
                  </a:lnTo>
                  <a:lnTo>
                    <a:pt x="1959721" y="1185437"/>
                  </a:lnTo>
                  <a:lnTo>
                    <a:pt x="1995353" y="1201309"/>
                  </a:lnTo>
                  <a:lnTo>
                    <a:pt x="2030984" y="1217017"/>
                  </a:lnTo>
                  <a:lnTo>
                    <a:pt x="2066615" y="1232561"/>
                  </a:lnTo>
                  <a:lnTo>
                    <a:pt x="2102247" y="1247944"/>
                  </a:lnTo>
                  <a:lnTo>
                    <a:pt x="2137878" y="1263168"/>
                  </a:lnTo>
                  <a:lnTo>
                    <a:pt x="2173509" y="1278233"/>
                  </a:lnTo>
                  <a:lnTo>
                    <a:pt x="2209141" y="1293142"/>
                  </a:lnTo>
                  <a:lnTo>
                    <a:pt x="2244772" y="1307896"/>
                  </a:lnTo>
                  <a:lnTo>
                    <a:pt x="2280403" y="1322496"/>
                  </a:lnTo>
                  <a:lnTo>
                    <a:pt x="2316034" y="1336946"/>
                  </a:lnTo>
                  <a:lnTo>
                    <a:pt x="2351666" y="1351245"/>
                  </a:lnTo>
                  <a:lnTo>
                    <a:pt x="2387297" y="1365395"/>
                  </a:lnTo>
                  <a:lnTo>
                    <a:pt x="2422928" y="1379399"/>
                  </a:lnTo>
                  <a:lnTo>
                    <a:pt x="2458560" y="1393257"/>
                  </a:lnTo>
                  <a:lnTo>
                    <a:pt x="2494191" y="1406972"/>
                  </a:lnTo>
                  <a:lnTo>
                    <a:pt x="2529822" y="1420544"/>
                  </a:lnTo>
                  <a:lnTo>
                    <a:pt x="2565454" y="1433975"/>
                  </a:lnTo>
                  <a:lnTo>
                    <a:pt x="2601085" y="1447266"/>
                  </a:lnTo>
                  <a:lnTo>
                    <a:pt x="2636716" y="1460420"/>
                  </a:lnTo>
                  <a:lnTo>
                    <a:pt x="2672348" y="1473437"/>
                  </a:lnTo>
                  <a:lnTo>
                    <a:pt x="2707979" y="1486319"/>
                  </a:lnTo>
                  <a:lnTo>
                    <a:pt x="2743610" y="1499067"/>
                  </a:lnTo>
                  <a:lnTo>
                    <a:pt x="2779241" y="1511683"/>
                  </a:lnTo>
                  <a:lnTo>
                    <a:pt x="2814873" y="1524167"/>
                  </a:lnTo>
                  <a:lnTo>
                    <a:pt x="2850504" y="1536522"/>
                  </a:lnTo>
                  <a:lnTo>
                    <a:pt x="2886135" y="1548749"/>
                  </a:lnTo>
                  <a:lnTo>
                    <a:pt x="2921767" y="1560849"/>
                  </a:lnTo>
                  <a:lnTo>
                    <a:pt x="2957398" y="1572823"/>
                  </a:lnTo>
                  <a:lnTo>
                    <a:pt x="2993029" y="1584673"/>
                  </a:lnTo>
                  <a:lnTo>
                    <a:pt x="3028661" y="1596400"/>
                  </a:lnTo>
                  <a:lnTo>
                    <a:pt x="3064292" y="1608005"/>
                  </a:lnTo>
                  <a:lnTo>
                    <a:pt x="3099923" y="1619489"/>
                  </a:lnTo>
                  <a:lnTo>
                    <a:pt x="3135555" y="1630855"/>
                  </a:lnTo>
                  <a:lnTo>
                    <a:pt x="3171186" y="1642102"/>
                  </a:lnTo>
                  <a:lnTo>
                    <a:pt x="3206817" y="1653232"/>
                  </a:lnTo>
                  <a:lnTo>
                    <a:pt x="3242448" y="1664247"/>
                  </a:lnTo>
                  <a:lnTo>
                    <a:pt x="3278080" y="1675148"/>
                  </a:lnTo>
                  <a:lnTo>
                    <a:pt x="3313711" y="1685935"/>
                  </a:lnTo>
                  <a:lnTo>
                    <a:pt x="3349342" y="1696610"/>
                  </a:lnTo>
                  <a:lnTo>
                    <a:pt x="3384974" y="1707175"/>
                  </a:lnTo>
                  <a:lnTo>
                    <a:pt x="3420605" y="1717630"/>
                  </a:lnTo>
                  <a:lnTo>
                    <a:pt x="3456236" y="1727976"/>
                  </a:lnTo>
                  <a:lnTo>
                    <a:pt x="3491868" y="1738215"/>
                  </a:lnTo>
                  <a:lnTo>
                    <a:pt x="3527499" y="1748347"/>
                  </a:lnTo>
                  <a:lnTo>
                    <a:pt x="3563130" y="1758374"/>
                  </a:lnTo>
                  <a:lnTo>
                    <a:pt x="3598762" y="1768298"/>
                  </a:lnTo>
                  <a:lnTo>
                    <a:pt x="3634393" y="1778118"/>
                  </a:lnTo>
                  <a:lnTo>
                    <a:pt x="3670024" y="1787836"/>
                  </a:lnTo>
                  <a:lnTo>
                    <a:pt x="3705655" y="1797453"/>
                  </a:lnTo>
                  <a:lnTo>
                    <a:pt x="3741287" y="1806970"/>
                  </a:lnTo>
                  <a:lnTo>
                    <a:pt x="3776918" y="1816389"/>
                  </a:lnTo>
                  <a:lnTo>
                    <a:pt x="3812549" y="1825710"/>
                  </a:lnTo>
                  <a:lnTo>
                    <a:pt x="3848181" y="1834933"/>
                  </a:lnTo>
                  <a:lnTo>
                    <a:pt x="3883812" y="1844062"/>
                  </a:lnTo>
                  <a:lnTo>
                    <a:pt x="3919443" y="1853095"/>
                  </a:lnTo>
                  <a:lnTo>
                    <a:pt x="3955075" y="1862035"/>
                  </a:lnTo>
                  <a:lnTo>
                    <a:pt x="3990706" y="1870881"/>
                  </a:lnTo>
                  <a:lnTo>
                    <a:pt x="4026337" y="1879636"/>
                  </a:lnTo>
                  <a:lnTo>
                    <a:pt x="4061968" y="1888300"/>
                  </a:lnTo>
                  <a:lnTo>
                    <a:pt x="4097600" y="1896874"/>
                  </a:lnTo>
                  <a:lnTo>
                    <a:pt x="4133231" y="1905359"/>
                  </a:lnTo>
                  <a:lnTo>
                    <a:pt x="4168862" y="1913756"/>
                  </a:lnTo>
                  <a:lnTo>
                    <a:pt x="4204494" y="1922066"/>
                  </a:lnTo>
                  <a:lnTo>
                    <a:pt x="4240125" y="1930289"/>
                  </a:lnTo>
                  <a:lnTo>
                    <a:pt x="4275756" y="1938427"/>
                  </a:lnTo>
                  <a:lnTo>
                    <a:pt x="4311388" y="1946481"/>
                  </a:lnTo>
                  <a:lnTo>
                    <a:pt x="4347019" y="1954451"/>
                  </a:lnTo>
                  <a:lnTo>
                    <a:pt x="4382650" y="1962338"/>
                  </a:lnTo>
                  <a:lnTo>
                    <a:pt x="4418282" y="1970143"/>
                  </a:lnTo>
                  <a:lnTo>
                    <a:pt x="4453913" y="1977867"/>
                  </a:lnTo>
                  <a:lnTo>
                    <a:pt x="4489544" y="1985511"/>
                  </a:lnTo>
                  <a:lnTo>
                    <a:pt x="4525175" y="1993076"/>
                  </a:lnTo>
                  <a:lnTo>
                    <a:pt x="4560807" y="2000562"/>
                  </a:lnTo>
                  <a:lnTo>
                    <a:pt x="4596438" y="2007970"/>
                  </a:lnTo>
                  <a:lnTo>
                    <a:pt x="4632069" y="2015301"/>
                  </a:lnTo>
                  <a:lnTo>
                    <a:pt x="4667701" y="2022557"/>
                  </a:lnTo>
                  <a:lnTo>
                    <a:pt x="4703332" y="2029737"/>
                  </a:lnTo>
                  <a:lnTo>
                    <a:pt x="4738963" y="2036842"/>
                  </a:lnTo>
                  <a:lnTo>
                    <a:pt x="4774595" y="2043874"/>
                  </a:lnTo>
                  <a:lnTo>
                    <a:pt x="4810226" y="2050832"/>
                  </a:lnTo>
                  <a:lnTo>
                    <a:pt x="4845857" y="2057718"/>
                  </a:lnTo>
                  <a:lnTo>
                    <a:pt x="4881489" y="2064533"/>
                  </a:lnTo>
                  <a:lnTo>
                    <a:pt x="4917120" y="2071277"/>
                  </a:lnTo>
                  <a:lnTo>
                    <a:pt x="4952751" y="2077951"/>
                  </a:lnTo>
                  <a:lnTo>
                    <a:pt x="4988382" y="2084556"/>
                  </a:lnTo>
                  <a:lnTo>
                    <a:pt x="5024014" y="2091092"/>
                  </a:lnTo>
                  <a:lnTo>
                    <a:pt x="5059645" y="2097560"/>
                  </a:lnTo>
                  <a:lnTo>
                    <a:pt x="5095276" y="2103962"/>
                  </a:lnTo>
                  <a:lnTo>
                    <a:pt x="5130908" y="2110296"/>
                  </a:lnTo>
                  <a:lnTo>
                    <a:pt x="5166539" y="2116565"/>
                  </a:lnTo>
                  <a:lnTo>
                    <a:pt x="5202170" y="2122769"/>
                  </a:lnTo>
                  <a:lnTo>
                    <a:pt x="5237802" y="2128908"/>
                  </a:lnTo>
                  <a:lnTo>
                    <a:pt x="5273433" y="2134984"/>
                  </a:lnTo>
                  <a:lnTo>
                    <a:pt x="5309064" y="2140996"/>
                  </a:lnTo>
                  <a:lnTo>
                    <a:pt x="5344696" y="2146946"/>
                  </a:lnTo>
                  <a:lnTo>
                    <a:pt x="5380327" y="2152835"/>
                  </a:lnTo>
                  <a:lnTo>
                    <a:pt x="5415958" y="2158662"/>
                  </a:lnTo>
                  <a:lnTo>
                    <a:pt x="5451589" y="2164429"/>
                  </a:lnTo>
                  <a:lnTo>
                    <a:pt x="5487221" y="2170135"/>
                  </a:lnTo>
                  <a:lnTo>
                    <a:pt x="5522852" y="2175783"/>
                  </a:lnTo>
                  <a:lnTo>
                    <a:pt x="5558483" y="2181372"/>
                  </a:lnTo>
                  <a:lnTo>
                    <a:pt x="5594115" y="2186903"/>
                  </a:lnTo>
                  <a:lnTo>
                    <a:pt x="5629746" y="2192376"/>
                  </a:lnTo>
                  <a:lnTo>
                    <a:pt x="5665377" y="2197793"/>
                  </a:lnTo>
                  <a:lnTo>
                    <a:pt x="5701009" y="2203153"/>
                  </a:lnTo>
                  <a:lnTo>
                    <a:pt x="5736640" y="2208457"/>
                  </a:lnTo>
                  <a:lnTo>
                    <a:pt x="5772271" y="2213707"/>
                  </a:lnTo>
                  <a:lnTo>
                    <a:pt x="5807903" y="2218902"/>
                  </a:lnTo>
                  <a:lnTo>
                    <a:pt x="5843534" y="2224043"/>
                  </a:lnTo>
                  <a:lnTo>
                    <a:pt x="5879165" y="2229131"/>
                  </a:lnTo>
                  <a:lnTo>
                    <a:pt x="5914796" y="2234166"/>
                  </a:lnTo>
                  <a:lnTo>
                    <a:pt x="5950428" y="2239149"/>
                  </a:lnTo>
                  <a:lnTo>
                    <a:pt x="5986059" y="2244079"/>
                  </a:lnTo>
                  <a:lnTo>
                    <a:pt x="6021690" y="2248959"/>
                  </a:lnTo>
                  <a:lnTo>
                    <a:pt x="6057322" y="2253788"/>
                  </a:lnTo>
                  <a:lnTo>
                    <a:pt x="6092953" y="2258567"/>
                  </a:lnTo>
                  <a:lnTo>
                    <a:pt x="6128584" y="2263296"/>
                  </a:lnTo>
                  <a:lnTo>
                    <a:pt x="6164216" y="2267976"/>
                  </a:lnTo>
                  <a:lnTo>
                    <a:pt x="6199847" y="2272608"/>
                  </a:lnTo>
                  <a:lnTo>
                    <a:pt x="6235478" y="2277192"/>
                  </a:lnTo>
                  <a:lnTo>
                    <a:pt x="6271110" y="2281727"/>
                  </a:lnTo>
                  <a:lnTo>
                    <a:pt x="6306741" y="2286216"/>
                  </a:lnTo>
                  <a:lnTo>
                    <a:pt x="6342372" y="2290658"/>
                  </a:lnTo>
                  <a:lnTo>
                    <a:pt x="6378003" y="2295054"/>
                  </a:lnTo>
                  <a:lnTo>
                    <a:pt x="6413635" y="2299405"/>
                  </a:lnTo>
                  <a:lnTo>
                    <a:pt x="6449266" y="2303710"/>
                  </a:lnTo>
                  <a:lnTo>
                    <a:pt x="6484897" y="2307970"/>
                  </a:lnTo>
                  <a:lnTo>
                    <a:pt x="6520529" y="2312187"/>
                  </a:lnTo>
                  <a:lnTo>
                    <a:pt x="6556160" y="2316359"/>
                  </a:lnTo>
                  <a:lnTo>
                    <a:pt x="6591791" y="2320488"/>
                  </a:lnTo>
                  <a:lnTo>
                    <a:pt x="6627423" y="2324575"/>
                  </a:lnTo>
                  <a:lnTo>
                    <a:pt x="6663054" y="2328619"/>
                  </a:lnTo>
                  <a:lnTo>
                    <a:pt x="6698685" y="2332620"/>
                  </a:lnTo>
                  <a:lnTo>
                    <a:pt x="6734317" y="2336581"/>
                  </a:lnTo>
                  <a:lnTo>
                    <a:pt x="6769948" y="2340500"/>
                  </a:lnTo>
                  <a:lnTo>
                    <a:pt x="6805579" y="2344378"/>
                  </a:lnTo>
                  <a:lnTo>
                    <a:pt x="6841210" y="2348217"/>
                  </a:lnTo>
                  <a:lnTo>
                    <a:pt x="6876842" y="2352015"/>
                  </a:lnTo>
                  <a:lnTo>
                    <a:pt x="6912473" y="2355774"/>
                  </a:lnTo>
                  <a:lnTo>
                    <a:pt x="6948104" y="2359494"/>
                  </a:lnTo>
                  <a:lnTo>
                    <a:pt x="6983736" y="2363175"/>
                  </a:lnTo>
                  <a:lnTo>
                    <a:pt x="7019367" y="2366818"/>
                  </a:lnTo>
                  <a:lnTo>
                    <a:pt x="7054998" y="2370423"/>
                  </a:lnTo>
                  <a:lnTo>
                    <a:pt x="7090630" y="237399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3601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1460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6881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1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14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43713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096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10129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24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74684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743814" y="5925448"/>
              <a:ext cx="39470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difference, log scale (%): 100 × ln(CKD-EPI Cr-Cys / CG)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3941338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 (log scale): 1.27 (1.15-1.41), p_Bonf = &lt;0.001 (n = 6)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29.5): 2.04 (1.51-2.75)  |  IQR: [-15.8, 13.7]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2026-10-08T16:28:01Z</dcterms:modified>
  <cp:category/>
</cp:coreProperties>
</file>