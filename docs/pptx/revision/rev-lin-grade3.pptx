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644043" y="2196947"/>
              <a:ext cx="6618636" cy="3239022"/>
            </a:xfrm>
            <a:custGeom>
              <a:avLst/>
              <a:pathLst>
                <a:path w="6618636" h="3239022">
                  <a:moveTo>
                    <a:pt x="1413154" y="0"/>
                  </a:moveTo>
                  <a:lnTo>
                    <a:pt x="1416465" y="7082"/>
                  </a:lnTo>
                  <a:lnTo>
                    <a:pt x="1452096" y="81609"/>
                  </a:lnTo>
                  <a:lnTo>
                    <a:pt x="1487727" y="154483"/>
                  </a:lnTo>
                  <a:lnTo>
                    <a:pt x="1523359" y="225740"/>
                  </a:lnTo>
                  <a:lnTo>
                    <a:pt x="1558990" y="295416"/>
                  </a:lnTo>
                  <a:lnTo>
                    <a:pt x="1594621" y="363546"/>
                  </a:lnTo>
                  <a:lnTo>
                    <a:pt x="1630253" y="430165"/>
                  </a:lnTo>
                  <a:lnTo>
                    <a:pt x="1665884" y="495305"/>
                  </a:lnTo>
                  <a:lnTo>
                    <a:pt x="1701515" y="558999"/>
                  </a:lnTo>
                  <a:lnTo>
                    <a:pt x="1737147" y="621281"/>
                  </a:lnTo>
                  <a:lnTo>
                    <a:pt x="1772778" y="682180"/>
                  </a:lnTo>
                  <a:lnTo>
                    <a:pt x="1808409" y="741728"/>
                  </a:lnTo>
                  <a:lnTo>
                    <a:pt x="1844041" y="799955"/>
                  </a:lnTo>
                  <a:lnTo>
                    <a:pt x="1879672" y="856890"/>
                  </a:lnTo>
                  <a:lnTo>
                    <a:pt x="1915303" y="912562"/>
                  </a:lnTo>
                  <a:lnTo>
                    <a:pt x="1950934" y="966998"/>
                  </a:lnTo>
                  <a:lnTo>
                    <a:pt x="1986566" y="1020227"/>
                  </a:lnTo>
                  <a:lnTo>
                    <a:pt x="2022197" y="1072274"/>
                  </a:lnTo>
                  <a:lnTo>
                    <a:pt x="2057828" y="1123167"/>
                  </a:lnTo>
                  <a:lnTo>
                    <a:pt x="2093460" y="1172930"/>
                  </a:lnTo>
                  <a:lnTo>
                    <a:pt x="2129091" y="1221589"/>
                  </a:lnTo>
                  <a:lnTo>
                    <a:pt x="2164722" y="1269169"/>
                  </a:lnTo>
                  <a:lnTo>
                    <a:pt x="2200354" y="1315693"/>
                  </a:lnTo>
                  <a:lnTo>
                    <a:pt x="2235985" y="1361184"/>
                  </a:lnTo>
                  <a:lnTo>
                    <a:pt x="2271616" y="1405666"/>
                  </a:lnTo>
                  <a:lnTo>
                    <a:pt x="2307248" y="1449161"/>
                  </a:lnTo>
                  <a:lnTo>
                    <a:pt x="2342879" y="1491691"/>
                  </a:lnTo>
                  <a:lnTo>
                    <a:pt x="2378510" y="1533278"/>
                  </a:lnTo>
                  <a:lnTo>
                    <a:pt x="2414141" y="1573941"/>
                  </a:lnTo>
                  <a:lnTo>
                    <a:pt x="2449773" y="1613702"/>
                  </a:lnTo>
                  <a:lnTo>
                    <a:pt x="2485404" y="1652581"/>
                  </a:lnTo>
                  <a:lnTo>
                    <a:pt x="2521035" y="1690598"/>
                  </a:lnTo>
                  <a:lnTo>
                    <a:pt x="2556667" y="1727771"/>
                  </a:lnTo>
                  <a:lnTo>
                    <a:pt x="2592298" y="1764119"/>
                  </a:lnTo>
                  <a:lnTo>
                    <a:pt x="2627929" y="1799660"/>
                  </a:lnTo>
                  <a:lnTo>
                    <a:pt x="2663561" y="1834413"/>
                  </a:lnTo>
                  <a:lnTo>
                    <a:pt x="2699192" y="1868395"/>
                  </a:lnTo>
                  <a:lnTo>
                    <a:pt x="2734823" y="1901623"/>
                  </a:lnTo>
                  <a:lnTo>
                    <a:pt x="2770455" y="1934113"/>
                  </a:lnTo>
                  <a:lnTo>
                    <a:pt x="2806086" y="1965883"/>
                  </a:lnTo>
                  <a:lnTo>
                    <a:pt x="2841717" y="1996948"/>
                  </a:lnTo>
                  <a:lnTo>
                    <a:pt x="2877348" y="2027323"/>
                  </a:lnTo>
                  <a:lnTo>
                    <a:pt x="2912980" y="2057024"/>
                  </a:lnTo>
                  <a:lnTo>
                    <a:pt x="2948611" y="2086067"/>
                  </a:lnTo>
                  <a:lnTo>
                    <a:pt x="2984242" y="2114465"/>
                  </a:lnTo>
                  <a:lnTo>
                    <a:pt x="3019874" y="2142233"/>
                  </a:lnTo>
                  <a:lnTo>
                    <a:pt x="3055505" y="2169384"/>
                  </a:lnTo>
                  <a:lnTo>
                    <a:pt x="3091136" y="2195934"/>
                  </a:lnTo>
                  <a:lnTo>
                    <a:pt x="3126768" y="2221894"/>
                  </a:lnTo>
                  <a:lnTo>
                    <a:pt x="3162399" y="2247278"/>
                  </a:lnTo>
                  <a:lnTo>
                    <a:pt x="3198030" y="2272099"/>
                  </a:lnTo>
                  <a:lnTo>
                    <a:pt x="3233662" y="2296369"/>
                  </a:lnTo>
                  <a:lnTo>
                    <a:pt x="3269293" y="2320101"/>
                  </a:lnTo>
                  <a:lnTo>
                    <a:pt x="3304924" y="2343306"/>
                  </a:lnTo>
                  <a:lnTo>
                    <a:pt x="3340555" y="2365996"/>
                  </a:lnTo>
                  <a:lnTo>
                    <a:pt x="3376187" y="2388183"/>
                  </a:lnTo>
                  <a:lnTo>
                    <a:pt x="3411818" y="2409877"/>
                  </a:lnTo>
                  <a:lnTo>
                    <a:pt x="3447449" y="2431090"/>
                  </a:lnTo>
                  <a:lnTo>
                    <a:pt x="3483081" y="2451833"/>
                  </a:lnTo>
                  <a:lnTo>
                    <a:pt x="3518712" y="2472115"/>
                  </a:lnTo>
                  <a:lnTo>
                    <a:pt x="3554343" y="2491947"/>
                  </a:lnTo>
                  <a:lnTo>
                    <a:pt x="3589975" y="2511339"/>
                  </a:lnTo>
                  <a:lnTo>
                    <a:pt x="3625606" y="2530301"/>
                  </a:lnTo>
                  <a:lnTo>
                    <a:pt x="3661237" y="2548842"/>
                  </a:lnTo>
                  <a:lnTo>
                    <a:pt x="3696869" y="2566028"/>
                  </a:lnTo>
                  <a:lnTo>
                    <a:pt x="3732500" y="2577030"/>
                  </a:lnTo>
                  <a:lnTo>
                    <a:pt x="3768131" y="2587881"/>
                  </a:lnTo>
                  <a:lnTo>
                    <a:pt x="3803762" y="2598582"/>
                  </a:lnTo>
                  <a:lnTo>
                    <a:pt x="3839394" y="2609137"/>
                  </a:lnTo>
                  <a:lnTo>
                    <a:pt x="3875025" y="2619546"/>
                  </a:lnTo>
                  <a:lnTo>
                    <a:pt x="3910656" y="2629811"/>
                  </a:lnTo>
                  <a:lnTo>
                    <a:pt x="3946288" y="2639936"/>
                  </a:lnTo>
                  <a:lnTo>
                    <a:pt x="3981919" y="2649921"/>
                  </a:lnTo>
                  <a:lnTo>
                    <a:pt x="4017550" y="2659769"/>
                  </a:lnTo>
                  <a:lnTo>
                    <a:pt x="4053182" y="2669482"/>
                  </a:lnTo>
                  <a:lnTo>
                    <a:pt x="4088813" y="2679061"/>
                  </a:lnTo>
                  <a:lnTo>
                    <a:pt x="4124444" y="2688508"/>
                  </a:lnTo>
                  <a:lnTo>
                    <a:pt x="4160076" y="2697825"/>
                  </a:lnTo>
                  <a:lnTo>
                    <a:pt x="4195707" y="2707015"/>
                  </a:lnTo>
                  <a:lnTo>
                    <a:pt x="4231338" y="2716077"/>
                  </a:lnTo>
                  <a:lnTo>
                    <a:pt x="4266969" y="2725015"/>
                  </a:lnTo>
                  <a:lnTo>
                    <a:pt x="4302601" y="2733831"/>
                  </a:lnTo>
                  <a:lnTo>
                    <a:pt x="4338232" y="2742525"/>
                  </a:lnTo>
                  <a:lnTo>
                    <a:pt x="4373863" y="2751099"/>
                  </a:lnTo>
                  <a:lnTo>
                    <a:pt x="4409495" y="2759555"/>
                  </a:lnTo>
                  <a:lnTo>
                    <a:pt x="4445126" y="2767895"/>
                  </a:lnTo>
                  <a:lnTo>
                    <a:pt x="4480757" y="2776121"/>
                  </a:lnTo>
                  <a:lnTo>
                    <a:pt x="4516389" y="2784233"/>
                  </a:lnTo>
                  <a:lnTo>
                    <a:pt x="4552020" y="2792234"/>
                  </a:lnTo>
                  <a:lnTo>
                    <a:pt x="4587651" y="2800124"/>
                  </a:lnTo>
                  <a:lnTo>
                    <a:pt x="4623282" y="2807906"/>
                  </a:lnTo>
                  <a:lnTo>
                    <a:pt x="4658914" y="2815581"/>
                  </a:lnTo>
                  <a:lnTo>
                    <a:pt x="4694545" y="2823151"/>
                  </a:lnTo>
                  <a:lnTo>
                    <a:pt x="4730176" y="2830616"/>
                  </a:lnTo>
                  <a:lnTo>
                    <a:pt x="4765808" y="2837979"/>
                  </a:lnTo>
                  <a:lnTo>
                    <a:pt x="4801439" y="2845240"/>
                  </a:lnTo>
                  <a:lnTo>
                    <a:pt x="4837070" y="2852402"/>
                  </a:lnTo>
                  <a:lnTo>
                    <a:pt x="4872702" y="2859465"/>
                  </a:lnTo>
                  <a:lnTo>
                    <a:pt x="4908333" y="2866431"/>
                  </a:lnTo>
                  <a:lnTo>
                    <a:pt x="4943964" y="2873301"/>
                  </a:lnTo>
                  <a:lnTo>
                    <a:pt x="4979596" y="2880076"/>
                  </a:lnTo>
                  <a:lnTo>
                    <a:pt x="5015227" y="2886759"/>
                  </a:lnTo>
                  <a:lnTo>
                    <a:pt x="5050858" y="2893349"/>
                  </a:lnTo>
                  <a:lnTo>
                    <a:pt x="5086489" y="2899849"/>
                  </a:lnTo>
                  <a:lnTo>
                    <a:pt x="5122121" y="2906260"/>
                  </a:lnTo>
                  <a:lnTo>
                    <a:pt x="5157752" y="2912582"/>
                  </a:lnTo>
                  <a:lnTo>
                    <a:pt x="5193383" y="2918817"/>
                  </a:lnTo>
                  <a:lnTo>
                    <a:pt x="5229015" y="2924967"/>
                  </a:lnTo>
                  <a:lnTo>
                    <a:pt x="5264646" y="2931032"/>
                  </a:lnTo>
                  <a:lnTo>
                    <a:pt x="5300277" y="2937013"/>
                  </a:lnTo>
                  <a:lnTo>
                    <a:pt x="5335909" y="2942912"/>
                  </a:lnTo>
                  <a:lnTo>
                    <a:pt x="5371540" y="2948730"/>
                  </a:lnTo>
                  <a:lnTo>
                    <a:pt x="5407171" y="2954469"/>
                  </a:lnTo>
                  <a:lnTo>
                    <a:pt x="5442803" y="2960128"/>
                  </a:lnTo>
                  <a:lnTo>
                    <a:pt x="5478434" y="2965709"/>
                  </a:lnTo>
                  <a:lnTo>
                    <a:pt x="5514065" y="2971214"/>
                  </a:lnTo>
                  <a:lnTo>
                    <a:pt x="5549696" y="2976643"/>
                  </a:lnTo>
                  <a:lnTo>
                    <a:pt x="5585328" y="2981997"/>
                  </a:lnTo>
                  <a:lnTo>
                    <a:pt x="5620959" y="2987277"/>
                  </a:lnTo>
                  <a:lnTo>
                    <a:pt x="5656590" y="2992485"/>
                  </a:lnTo>
                  <a:lnTo>
                    <a:pt x="5692222" y="2997621"/>
                  </a:lnTo>
                  <a:lnTo>
                    <a:pt x="5727853" y="3002687"/>
                  </a:lnTo>
                  <a:lnTo>
                    <a:pt x="5763484" y="3007683"/>
                  </a:lnTo>
                  <a:lnTo>
                    <a:pt x="5799116" y="3012610"/>
                  </a:lnTo>
                  <a:lnTo>
                    <a:pt x="5834747" y="3017470"/>
                  </a:lnTo>
                  <a:lnTo>
                    <a:pt x="5870378" y="3022262"/>
                  </a:lnTo>
                  <a:lnTo>
                    <a:pt x="5906010" y="3026989"/>
                  </a:lnTo>
                  <a:lnTo>
                    <a:pt x="5941641" y="3031651"/>
                  </a:lnTo>
                  <a:lnTo>
                    <a:pt x="5977272" y="3036248"/>
                  </a:lnTo>
                  <a:lnTo>
                    <a:pt x="6012903" y="3040783"/>
                  </a:lnTo>
                  <a:lnTo>
                    <a:pt x="6048535" y="3045255"/>
                  </a:lnTo>
                  <a:lnTo>
                    <a:pt x="6084166" y="3049665"/>
                  </a:lnTo>
                  <a:lnTo>
                    <a:pt x="6119797" y="3054015"/>
                  </a:lnTo>
                  <a:lnTo>
                    <a:pt x="6155429" y="3058305"/>
                  </a:lnTo>
                  <a:lnTo>
                    <a:pt x="6191060" y="3062536"/>
                  </a:lnTo>
                  <a:lnTo>
                    <a:pt x="6226691" y="3066709"/>
                  </a:lnTo>
                  <a:lnTo>
                    <a:pt x="6262323" y="3070824"/>
                  </a:lnTo>
                  <a:lnTo>
                    <a:pt x="6297954" y="3074883"/>
                  </a:lnTo>
                  <a:lnTo>
                    <a:pt x="6333585" y="3078886"/>
                  </a:lnTo>
                  <a:lnTo>
                    <a:pt x="6369217" y="3082834"/>
                  </a:lnTo>
                  <a:lnTo>
                    <a:pt x="6404848" y="3086727"/>
                  </a:lnTo>
                  <a:lnTo>
                    <a:pt x="6440479" y="3090567"/>
                  </a:lnTo>
                  <a:lnTo>
                    <a:pt x="6476110" y="3094354"/>
                  </a:lnTo>
                  <a:lnTo>
                    <a:pt x="6511742" y="3098090"/>
                  </a:lnTo>
                  <a:lnTo>
                    <a:pt x="6547373" y="3101773"/>
                  </a:lnTo>
                  <a:lnTo>
                    <a:pt x="6583004" y="3105406"/>
                  </a:lnTo>
                  <a:lnTo>
                    <a:pt x="6618636" y="3108990"/>
                  </a:lnTo>
                  <a:lnTo>
                    <a:pt x="6618636" y="3239022"/>
                  </a:lnTo>
                  <a:lnTo>
                    <a:pt x="6583004" y="3236142"/>
                  </a:lnTo>
                  <a:lnTo>
                    <a:pt x="6547373" y="3233197"/>
                  </a:lnTo>
                  <a:lnTo>
                    <a:pt x="6511742" y="3230186"/>
                  </a:lnTo>
                  <a:lnTo>
                    <a:pt x="6476110" y="3227106"/>
                  </a:lnTo>
                  <a:lnTo>
                    <a:pt x="6440479" y="3223956"/>
                  </a:lnTo>
                  <a:lnTo>
                    <a:pt x="6404848" y="3220735"/>
                  </a:lnTo>
                  <a:lnTo>
                    <a:pt x="6369217" y="3217440"/>
                  </a:lnTo>
                  <a:lnTo>
                    <a:pt x="6333585" y="3214071"/>
                  </a:lnTo>
                  <a:lnTo>
                    <a:pt x="6297954" y="3210625"/>
                  </a:lnTo>
                  <a:lnTo>
                    <a:pt x="6262323" y="3207102"/>
                  </a:lnTo>
                  <a:lnTo>
                    <a:pt x="6226691" y="3203498"/>
                  </a:lnTo>
                  <a:lnTo>
                    <a:pt x="6191060" y="3199812"/>
                  </a:lnTo>
                  <a:lnTo>
                    <a:pt x="6155429" y="3196043"/>
                  </a:lnTo>
                  <a:lnTo>
                    <a:pt x="6119797" y="3192188"/>
                  </a:lnTo>
                  <a:lnTo>
                    <a:pt x="6084166" y="3188246"/>
                  </a:lnTo>
                  <a:lnTo>
                    <a:pt x="6048535" y="3184215"/>
                  </a:lnTo>
                  <a:lnTo>
                    <a:pt x="6012903" y="3180091"/>
                  </a:lnTo>
                  <a:lnTo>
                    <a:pt x="5977272" y="3175875"/>
                  </a:lnTo>
                  <a:lnTo>
                    <a:pt x="5941641" y="3171562"/>
                  </a:lnTo>
                  <a:lnTo>
                    <a:pt x="5906010" y="3167152"/>
                  </a:lnTo>
                  <a:lnTo>
                    <a:pt x="5870378" y="3162642"/>
                  </a:lnTo>
                  <a:lnTo>
                    <a:pt x="5834747" y="3158029"/>
                  </a:lnTo>
                  <a:lnTo>
                    <a:pt x="5799116" y="3153312"/>
                  </a:lnTo>
                  <a:lnTo>
                    <a:pt x="5763484" y="3148487"/>
                  </a:lnTo>
                  <a:lnTo>
                    <a:pt x="5727853" y="3143554"/>
                  </a:lnTo>
                  <a:lnTo>
                    <a:pt x="5692222" y="3138508"/>
                  </a:lnTo>
                  <a:lnTo>
                    <a:pt x="5656590" y="3133347"/>
                  </a:lnTo>
                  <a:lnTo>
                    <a:pt x="5620959" y="3128070"/>
                  </a:lnTo>
                  <a:lnTo>
                    <a:pt x="5585328" y="3122673"/>
                  </a:lnTo>
                  <a:lnTo>
                    <a:pt x="5549696" y="3117153"/>
                  </a:lnTo>
                  <a:lnTo>
                    <a:pt x="5514065" y="3111508"/>
                  </a:lnTo>
                  <a:lnTo>
                    <a:pt x="5478434" y="3105735"/>
                  </a:lnTo>
                  <a:lnTo>
                    <a:pt x="5442803" y="3099831"/>
                  </a:lnTo>
                  <a:lnTo>
                    <a:pt x="5407171" y="3093793"/>
                  </a:lnTo>
                  <a:lnTo>
                    <a:pt x="5371540" y="3087619"/>
                  </a:lnTo>
                  <a:lnTo>
                    <a:pt x="5335909" y="3081303"/>
                  </a:lnTo>
                  <a:lnTo>
                    <a:pt x="5300277" y="3074845"/>
                  </a:lnTo>
                  <a:lnTo>
                    <a:pt x="5264646" y="3068240"/>
                  </a:lnTo>
                  <a:lnTo>
                    <a:pt x="5229015" y="3061485"/>
                  </a:lnTo>
                  <a:lnTo>
                    <a:pt x="5193383" y="3054577"/>
                  </a:lnTo>
                  <a:lnTo>
                    <a:pt x="5157752" y="3047512"/>
                  </a:lnTo>
                  <a:lnTo>
                    <a:pt x="5122121" y="3040287"/>
                  </a:lnTo>
                  <a:lnTo>
                    <a:pt x="5086489" y="3032898"/>
                  </a:lnTo>
                  <a:lnTo>
                    <a:pt x="5050858" y="3025341"/>
                  </a:lnTo>
                  <a:lnTo>
                    <a:pt x="5015227" y="3017613"/>
                  </a:lnTo>
                  <a:lnTo>
                    <a:pt x="4979596" y="3009709"/>
                  </a:lnTo>
                  <a:lnTo>
                    <a:pt x="4943964" y="3001626"/>
                  </a:lnTo>
                  <a:lnTo>
                    <a:pt x="4908333" y="2993360"/>
                  </a:lnTo>
                  <a:lnTo>
                    <a:pt x="4872702" y="2984906"/>
                  </a:lnTo>
                  <a:lnTo>
                    <a:pt x="4837070" y="2976260"/>
                  </a:lnTo>
                  <a:lnTo>
                    <a:pt x="4801439" y="2967418"/>
                  </a:lnTo>
                  <a:lnTo>
                    <a:pt x="4765808" y="2958375"/>
                  </a:lnTo>
                  <a:lnTo>
                    <a:pt x="4730176" y="2949127"/>
                  </a:lnTo>
                  <a:lnTo>
                    <a:pt x="4694545" y="2939669"/>
                  </a:lnTo>
                  <a:lnTo>
                    <a:pt x="4658914" y="2929997"/>
                  </a:lnTo>
                  <a:lnTo>
                    <a:pt x="4623282" y="2920105"/>
                  </a:lnTo>
                  <a:lnTo>
                    <a:pt x="4587651" y="2909989"/>
                  </a:lnTo>
                  <a:lnTo>
                    <a:pt x="4552020" y="2899643"/>
                  </a:lnTo>
                  <a:lnTo>
                    <a:pt x="4516389" y="2889062"/>
                  </a:lnTo>
                  <a:lnTo>
                    <a:pt x="4480757" y="2878242"/>
                  </a:lnTo>
                  <a:lnTo>
                    <a:pt x="4445126" y="2867175"/>
                  </a:lnTo>
                  <a:lnTo>
                    <a:pt x="4409495" y="2855858"/>
                  </a:lnTo>
                  <a:lnTo>
                    <a:pt x="4373863" y="2844284"/>
                  </a:lnTo>
                  <a:lnTo>
                    <a:pt x="4338232" y="2832447"/>
                  </a:lnTo>
                  <a:lnTo>
                    <a:pt x="4302601" y="2820341"/>
                  </a:lnTo>
                  <a:lnTo>
                    <a:pt x="4266969" y="2807961"/>
                  </a:lnTo>
                  <a:lnTo>
                    <a:pt x="4231338" y="2795300"/>
                  </a:lnTo>
                  <a:lnTo>
                    <a:pt x="4195707" y="2782352"/>
                  </a:lnTo>
                  <a:lnTo>
                    <a:pt x="4160076" y="2769110"/>
                  </a:lnTo>
                  <a:lnTo>
                    <a:pt x="4124444" y="2755567"/>
                  </a:lnTo>
                  <a:lnTo>
                    <a:pt x="4088813" y="2741717"/>
                  </a:lnTo>
                  <a:lnTo>
                    <a:pt x="4053182" y="2727553"/>
                  </a:lnTo>
                  <a:lnTo>
                    <a:pt x="4017550" y="2713067"/>
                  </a:lnTo>
                  <a:lnTo>
                    <a:pt x="3981919" y="2698252"/>
                  </a:lnTo>
                  <a:lnTo>
                    <a:pt x="3946288" y="2683102"/>
                  </a:lnTo>
                  <a:lnTo>
                    <a:pt x="3910656" y="2667607"/>
                  </a:lnTo>
                  <a:lnTo>
                    <a:pt x="3875025" y="2651761"/>
                  </a:lnTo>
                  <a:lnTo>
                    <a:pt x="3839394" y="2635556"/>
                  </a:lnTo>
                  <a:lnTo>
                    <a:pt x="3803762" y="2618982"/>
                  </a:lnTo>
                  <a:lnTo>
                    <a:pt x="3768131" y="2602033"/>
                  </a:lnTo>
                  <a:lnTo>
                    <a:pt x="3732500" y="2584699"/>
                  </a:lnTo>
                  <a:lnTo>
                    <a:pt x="3696869" y="2566972"/>
                  </a:lnTo>
                  <a:lnTo>
                    <a:pt x="3661237" y="2554873"/>
                  </a:lnTo>
                  <a:lnTo>
                    <a:pt x="3625606" y="2543562"/>
                  </a:lnTo>
                  <a:lnTo>
                    <a:pt x="3589975" y="2532093"/>
                  </a:lnTo>
                  <a:lnTo>
                    <a:pt x="3554343" y="2520465"/>
                  </a:lnTo>
                  <a:lnTo>
                    <a:pt x="3518712" y="2508674"/>
                  </a:lnTo>
                  <a:lnTo>
                    <a:pt x="3483081" y="2496719"/>
                  </a:lnTo>
                  <a:lnTo>
                    <a:pt x="3447449" y="2484597"/>
                  </a:lnTo>
                  <a:lnTo>
                    <a:pt x="3411818" y="2472306"/>
                  </a:lnTo>
                  <a:lnTo>
                    <a:pt x="3376187" y="2459843"/>
                  </a:lnTo>
                  <a:lnTo>
                    <a:pt x="3340555" y="2447207"/>
                  </a:lnTo>
                  <a:lnTo>
                    <a:pt x="3304924" y="2434395"/>
                  </a:lnTo>
                  <a:lnTo>
                    <a:pt x="3269293" y="2421404"/>
                  </a:lnTo>
                  <a:lnTo>
                    <a:pt x="3233662" y="2408231"/>
                  </a:lnTo>
                  <a:lnTo>
                    <a:pt x="3198030" y="2394875"/>
                  </a:lnTo>
                  <a:lnTo>
                    <a:pt x="3162399" y="2381333"/>
                  </a:lnTo>
                  <a:lnTo>
                    <a:pt x="3126768" y="2367602"/>
                  </a:lnTo>
                  <a:lnTo>
                    <a:pt x="3091136" y="2353679"/>
                  </a:lnTo>
                  <a:lnTo>
                    <a:pt x="3055505" y="2339562"/>
                  </a:lnTo>
                  <a:lnTo>
                    <a:pt x="3019874" y="2325249"/>
                  </a:lnTo>
                  <a:lnTo>
                    <a:pt x="2984242" y="2310735"/>
                  </a:lnTo>
                  <a:lnTo>
                    <a:pt x="2948611" y="2296019"/>
                  </a:lnTo>
                  <a:lnTo>
                    <a:pt x="2912980" y="2281099"/>
                  </a:lnTo>
                  <a:lnTo>
                    <a:pt x="2877348" y="2265969"/>
                  </a:lnTo>
                  <a:lnTo>
                    <a:pt x="2841717" y="2250629"/>
                  </a:lnTo>
                  <a:lnTo>
                    <a:pt x="2806086" y="2235075"/>
                  </a:lnTo>
                  <a:lnTo>
                    <a:pt x="2770455" y="2219305"/>
                  </a:lnTo>
                  <a:lnTo>
                    <a:pt x="2734823" y="2203314"/>
                  </a:lnTo>
                  <a:lnTo>
                    <a:pt x="2699192" y="2187100"/>
                  </a:lnTo>
                  <a:lnTo>
                    <a:pt x="2663561" y="2170660"/>
                  </a:lnTo>
                  <a:lnTo>
                    <a:pt x="2627929" y="2153991"/>
                  </a:lnTo>
                  <a:lnTo>
                    <a:pt x="2592298" y="2137089"/>
                  </a:lnTo>
                  <a:lnTo>
                    <a:pt x="2556667" y="2119951"/>
                  </a:lnTo>
                  <a:lnTo>
                    <a:pt x="2521035" y="2102575"/>
                  </a:lnTo>
                  <a:lnTo>
                    <a:pt x="2485404" y="2084956"/>
                  </a:lnTo>
                  <a:lnTo>
                    <a:pt x="2449773" y="2067092"/>
                  </a:lnTo>
                  <a:lnTo>
                    <a:pt x="2414141" y="2048978"/>
                  </a:lnTo>
                  <a:lnTo>
                    <a:pt x="2378510" y="2030612"/>
                  </a:lnTo>
                  <a:lnTo>
                    <a:pt x="2342879" y="2011989"/>
                  </a:lnTo>
                  <a:lnTo>
                    <a:pt x="2307248" y="1993107"/>
                  </a:lnTo>
                  <a:lnTo>
                    <a:pt x="2271616" y="1973962"/>
                  </a:lnTo>
                  <a:lnTo>
                    <a:pt x="2235985" y="1954549"/>
                  </a:lnTo>
                  <a:lnTo>
                    <a:pt x="2200354" y="1934866"/>
                  </a:lnTo>
                  <a:lnTo>
                    <a:pt x="2164722" y="1914909"/>
                  </a:lnTo>
                  <a:lnTo>
                    <a:pt x="2129091" y="1894673"/>
                  </a:lnTo>
                  <a:lnTo>
                    <a:pt x="2093460" y="1874154"/>
                  </a:lnTo>
                  <a:lnTo>
                    <a:pt x="2057828" y="1853350"/>
                  </a:lnTo>
                  <a:lnTo>
                    <a:pt x="2022197" y="1832256"/>
                  </a:lnTo>
                  <a:lnTo>
                    <a:pt x="1986566" y="1810867"/>
                  </a:lnTo>
                  <a:lnTo>
                    <a:pt x="1950934" y="1789180"/>
                  </a:lnTo>
                  <a:lnTo>
                    <a:pt x="1915303" y="1767190"/>
                  </a:lnTo>
                  <a:lnTo>
                    <a:pt x="1879672" y="1744894"/>
                  </a:lnTo>
                  <a:lnTo>
                    <a:pt x="1844041" y="1722287"/>
                  </a:lnTo>
                  <a:lnTo>
                    <a:pt x="1808409" y="1699365"/>
                  </a:lnTo>
                  <a:lnTo>
                    <a:pt x="1772778" y="1676123"/>
                  </a:lnTo>
                  <a:lnTo>
                    <a:pt x="1737147" y="1652557"/>
                  </a:lnTo>
                  <a:lnTo>
                    <a:pt x="1701515" y="1628662"/>
                  </a:lnTo>
                  <a:lnTo>
                    <a:pt x="1665884" y="1604434"/>
                  </a:lnTo>
                  <a:lnTo>
                    <a:pt x="1630253" y="1579868"/>
                  </a:lnTo>
                  <a:lnTo>
                    <a:pt x="1594621" y="1554959"/>
                  </a:lnTo>
                  <a:lnTo>
                    <a:pt x="1558990" y="1529703"/>
                  </a:lnTo>
                  <a:lnTo>
                    <a:pt x="1523359" y="1504095"/>
                  </a:lnTo>
                  <a:lnTo>
                    <a:pt x="1487727" y="1478130"/>
                  </a:lnTo>
                  <a:lnTo>
                    <a:pt x="1452096" y="1451802"/>
                  </a:lnTo>
                  <a:lnTo>
                    <a:pt x="1416465" y="1425108"/>
                  </a:lnTo>
                  <a:lnTo>
                    <a:pt x="1380834" y="1398041"/>
                  </a:lnTo>
                  <a:lnTo>
                    <a:pt x="1345202" y="1370597"/>
                  </a:lnTo>
                  <a:lnTo>
                    <a:pt x="1309571" y="1342769"/>
                  </a:lnTo>
                  <a:lnTo>
                    <a:pt x="1273940" y="1314554"/>
                  </a:lnTo>
                  <a:lnTo>
                    <a:pt x="1238308" y="1285946"/>
                  </a:lnTo>
                  <a:lnTo>
                    <a:pt x="1202677" y="1256938"/>
                  </a:lnTo>
                  <a:lnTo>
                    <a:pt x="1167046" y="1227526"/>
                  </a:lnTo>
                  <a:lnTo>
                    <a:pt x="1131414" y="1197703"/>
                  </a:lnTo>
                  <a:lnTo>
                    <a:pt x="1095783" y="1167465"/>
                  </a:lnTo>
                  <a:lnTo>
                    <a:pt x="1060152" y="1136805"/>
                  </a:lnTo>
                  <a:lnTo>
                    <a:pt x="1024520" y="1105717"/>
                  </a:lnTo>
                  <a:lnTo>
                    <a:pt x="988889" y="1074196"/>
                  </a:lnTo>
                  <a:lnTo>
                    <a:pt x="953258" y="1042236"/>
                  </a:lnTo>
                  <a:lnTo>
                    <a:pt x="917627" y="1009829"/>
                  </a:lnTo>
                  <a:lnTo>
                    <a:pt x="881995" y="976971"/>
                  </a:lnTo>
                  <a:lnTo>
                    <a:pt x="846364" y="943654"/>
                  </a:lnTo>
                  <a:lnTo>
                    <a:pt x="810733" y="909873"/>
                  </a:lnTo>
                  <a:lnTo>
                    <a:pt x="775101" y="875620"/>
                  </a:lnTo>
                  <a:lnTo>
                    <a:pt x="739470" y="840890"/>
                  </a:lnTo>
                  <a:lnTo>
                    <a:pt x="703839" y="805676"/>
                  </a:lnTo>
                  <a:lnTo>
                    <a:pt x="668207" y="769970"/>
                  </a:lnTo>
                  <a:lnTo>
                    <a:pt x="632576" y="733766"/>
                  </a:lnTo>
                  <a:lnTo>
                    <a:pt x="596945" y="697058"/>
                  </a:lnTo>
                  <a:lnTo>
                    <a:pt x="561313" y="659837"/>
                  </a:lnTo>
                  <a:lnTo>
                    <a:pt x="525682" y="622098"/>
                  </a:lnTo>
                  <a:lnTo>
                    <a:pt x="490051" y="583832"/>
                  </a:lnTo>
                  <a:lnTo>
                    <a:pt x="454420" y="545033"/>
                  </a:lnTo>
                  <a:lnTo>
                    <a:pt x="418788" y="505692"/>
                  </a:lnTo>
                  <a:lnTo>
                    <a:pt x="383157" y="465803"/>
                  </a:lnTo>
                  <a:lnTo>
                    <a:pt x="347526" y="425357"/>
                  </a:lnTo>
                  <a:lnTo>
                    <a:pt x="311894" y="384348"/>
                  </a:lnTo>
                  <a:lnTo>
                    <a:pt x="276263" y="342766"/>
                  </a:lnTo>
                  <a:lnTo>
                    <a:pt x="240632" y="300605"/>
                  </a:lnTo>
                  <a:lnTo>
                    <a:pt x="205000" y="257855"/>
                  </a:lnTo>
                  <a:lnTo>
                    <a:pt x="169369" y="214510"/>
                  </a:lnTo>
                  <a:lnTo>
                    <a:pt x="133738" y="170560"/>
                  </a:lnTo>
                  <a:lnTo>
                    <a:pt x="98107" y="125997"/>
                  </a:lnTo>
                  <a:lnTo>
                    <a:pt x="62475" y="80812"/>
                  </a:lnTo>
                  <a:lnTo>
                    <a:pt x="26844" y="34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57197" y="2196947"/>
              <a:ext cx="5205481" cy="3108990"/>
            </a:xfrm>
            <a:custGeom>
              <a:avLst/>
              <a:pathLst>
                <a:path w="5205481" h="3108990">
                  <a:moveTo>
                    <a:pt x="0" y="0"/>
                  </a:moveTo>
                  <a:lnTo>
                    <a:pt x="3310" y="7082"/>
                  </a:lnTo>
                  <a:lnTo>
                    <a:pt x="38942" y="81609"/>
                  </a:lnTo>
                  <a:lnTo>
                    <a:pt x="74573" y="154483"/>
                  </a:lnTo>
                  <a:lnTo>
                    <a:pt x="110204" y="225740"/>
                  </a:lnTo>
                  <a:lnTo>
                    <a:pt x="145836" y="295416"/>
                  </a:lnTo>
                  <a:lnTo>
                    <a:pt x="181467" y="363546"/>
                  </a:lnTo>
                  <a:lnTo>
                    <a:pt x="217098" y="430165"/>
                  </a:lnTo>
                  <a:lnTo>
                    <a:pt x="252729" y="495305"/>
                  </a:lnTo>
                  <a:lnTo>
                    <a:pt x="288361" y="558999"/>
                  </a:lnTo>
                  <a:lnTo>
                    <a:pt x="323992" y="621281"/>
                  </a:lnTo>
                  <a:lnTo>
                    <a:pt x="359623" y="682180"/>
                  </a:lnTo>
                  <a:lnTo>
                    <a:pt x="395255" y="741728"/>
                  </a:lnTo>
                  <a:lnTo>
                    <a:pt x="430886" y="799955"/>
                  </a:lnTo>
                  <a:lnTo>
                    <a:pt x="466517" y="856890"/>
                  </a:lnTo>
                  <a:lnTo>
                    <a:pt x="502149" y="912562"/>
                  </a:lnTo>
                  <a:lnTo>
                    <a:pt x="537780" y="966998"/>
                  </a:lnTo>
                  <a:lnTo>
                    <a:pt x="573411" y="1020227"/>
                  </a:lnTo>
                  <a:lnTo>
                    <a:pt x="609043" y="1072274"/>
                  </a:lnTo>
                  <a:lnTo>
                    <a:pt x="644674" y="1123167"/>
                  </a:lnTo>
                  <a:lnTo>
                    <a:pt x="680305" y="1172930"/>
                  </a:lnTo>
                  <a:lnTo>
                    <a:pt x="715936" y="1221589"/>
                  </a:lnTo>
                  <a:lnTo>
                    <a:pt x="751568" y="1269169"/>
                  </a:lnTo>
                  <a:lnTo>
                    <a:pt x="787199" y="1315693"/>
                  </a:lnTo>
                  <a:lnTo>
                    <a:pt x="822830" y="1361184"/>
                  </a:lnTo>
                  <a:lnTo>
                    <a:pt x="858462" y="1405666"/>
                  </a:lnTo>
                  <a:lnTo>
                    <a:pt x="894093" y="1449161"/>
                  </a:lnTo>
                  <a:lnTo>
                    <a:pt x="929724" y="1491691"/>
                  </a:lnTo>
                  <a:lnTo>
                    <a:pt x="965356" y="1533278"/>
                  </a:lnTo>
                  <a:lnTo>
                    <a:pt x="1000987" y="1573941"/>
                  </a:lnTo>
                  <a:lnTo>
                    <a:pt x="1036618" y="1613702"/>
                  </a:lnTo>
                  <a:lnTo>
                    <a:pt x="1072250" y="1652581"/>
                  </a:lnTo>
                  <a:lnTo>
                    <a:pt x="1107881" y="1690598"/>
                  </a:lnTo>
                  <a:lnTo>
                    <a:pt x="1143512" y="1727771"/>
                  </a:lnTo>
                  <a:lnTo>
                    <a:pt x="1179143" y="1764119"/>
                  </a:lnTo>
                  <a:lnTo>
                    <a:pt x="1214775" y="1799660"/>
                  </a:lnTo>
                  <a:lnTo>
                    <a:pt x="1250406" y="1834413"/>
                  </a:lnTo>
                  <a:lnTo>
                    <a:pt x="1286037" y="1868395"/>
                  </a:lnTo>
                  <a:lnTo>
                    <a:pt x="1321669" y="1901623"/>
                  </a:lnTo>
                  <a:lnTo>
                    <a:pt x="1357300" y="1934113"/>
                  </a:lnTo>
                  <a:lnTo>
                    <a:pt x="1392931" y="1965883"/>
                  </a:lnTo>
                  <a:lnTo>
                    <a:pt x="1428563" y="1996948"/>
                  </a:lnTo>
                  <a:lnTo>
                    <a:pt x="1464194" y="2027323"/>
                  </a:lnTo>
                  <a:lnTo>
                    <a:pt x="1499825" y="2057024"/>
                  </a:lnTo>
                  <a:lnTo>
                    <a:pt x="1535457" y="2086067"/>
                  </a:lnTo>
                  <a:lnTo>
                    <a:pt x="1571088" y="2114465"/>
                  </a:lnTo>
                  <a:lnTo>
                    <a:pt x="1606719" y="2142233"/>
                  </a:lnTo>
                  <a:lnTo>
                    <a:pt x="1642350" y="2169384"/>
                  </a:lnTo>
                  <a:lnTo>
                    <a:pt x="1677982" y="2195934"/>
                  </a:lnTo>
                  <a:lnTo>
                    <a:pt x="1713613" y="2221894"/>
                  </a:lnTo>
                  <a:lnTo>
                    <a:pt x="1749244" y="2247278"/>
                  </a:lnTo>
                  <a:lnTo>
                    <a:pt x="1784876" y="2272099"/>
                  </a:lnTo>
                  <a:lnTo>
                    <a:pt x="1820507" y="2296369"/>
                  </a:lnTo>
                  <a:lnTo>
                    <a:pt x="1856138" y="2320101"/>
                  </a:lnTo>
                  <a:lnTo>
                    <a:pt x="1891770" y="2343306"/>
                  </a:lnTo>
                  <a:lnTo>
                    <a:pt x="1927401" y="2365996"/>
                  </a:lnTo>
                  <a:lnTo>
                    <a:pt x="1963032" y="2388183"/>
                  </a:lnTo>
                  <a:lnTo>
                    <a:pt x="1998664" y="2409877"/>
                  </a:lnTo>
                  <a:lnTo>
                    <a:pt x="2034295" y="2431090"/>
                  </a:lnTo>
                  <a:lnTo>
                    <a:pt x="2069926" y="2451833"/>
                  </a:lnTo>
                  <a:lnTo>
                    <a:pt x="2105557" y="2472115"/>
                  </a:lnTo>
                  <a:lnTo>
                    <a:pt x="2141189" y="2491947"/>
                  </a:lnTo>
                  <a:lnTo>
                    <a:pt x="2176820" y="2511339"/>
                  </a:lnTo>
                  <a:lnTo>
                    <a:pt x="2212451" y="2530301"/>
                  </a:lnTo>
                  <a:lnTo>
                    <a:pt x="2248083" y="2548842"/>
                  </a:lnTo>
                  <a:lnTo>
                    <a:pt x="2283714" y="2566028"/>
                  </a:lnTo>
                  <a:lnTo>
                    <a:pt x="2319345" y="2577030"/>
                  </a:lnTo>
                  <a:lnTo>
                    <a:pt x="2354977" y="2587881"/>
                  </a:lnTo>
                  <a:lnTo>
                    <a:pt x="2390608" y="2598582"/>
                  </a:lnTo>
                  <a:lnTo>
                    <a:pt x="2426239" y="2609137"/>
                  </a:lnTo>
                  <a:lnTo>
                    <a:pt x="2461871" y="2619546"/>
                  </a:lnTo>
                  <a:lnTo>
                    <a:pt x="2497502" y="2629811"/>
                  </a:lnTo>
                  <a:lnTo>
                    <a:pt x="2533133" y="2639936"/>
                  </a:lnTo>
                  <a:lnTo>
                    <a:pt x="2568764" y="2649921"/>
                  </a:lnTo>
                  <a:lnTo>
                    <a:pt x="2604396" y="2659769"/>
                  </a:lnTo>
                  <a:lnTo>
                    <a:pt x="2640027" y="2669482"/>
                  </a:lnTo>
                  <a:lnTo>
                    <a:pt x="2675658" y="2679061"/>
                  </a:lnTo>
                  <a:lnTo>
                    <a:pt x="2711290" y="2688508"/>
                  </a:lnTo>
                  <a:lnTo>
                    <a:pt x="2746921" y="2697825"/>
                  </a:lnTo>
                  <a:lnTo>
                    <a:pt x="2782552" y="2707015"/>
                  </a:lnTo>
                  <a:lnTo>
                    <a:pt x="2818184" y="2716077"/>
                  </a:lnTo>
                  <a:lnTo>
                    <a:pt x="2853815" y="2725015"/>
                  </a:lnTo>
                  <a:lnTo>
                    <a:pt x="2889446" y="2733831"/>
                  </a:lnTo>
                  <a:lnTo>
                    <a:pt x="2925078" y="2742525"/>
                  </a:lnTo>
                  <a:lnTo>
                    <a:pt x="2960709" y="2751099"/>
                  </a:lnTo>
                  <a:lnTo>
                    <a:pt x="2996340" y="2759555"/>
                  </a:lnTo>
                  <a:lnTo>
                    <a:pt x="3031971" y="2767895"/>
                  </a:lnTo>
                  <a:lnTo>
                    <a:pt x="3067603" y="2776121"/>
                  </a:lnTo>
                  <a:lnTo>
                    <a:pt x="3103234" y="2784233"/>
                  </a:lnTo>
                  <a:lnTo>
                    <a:pt x="3138865" y="2792234"/>
                  </a:lnTo>
                  <a:lnTo>
                    <a:pt x="3174497" y="2800124"/>
                  </a:lnTo>
                  <a:lnTo>
                    <a:pt x="3210128" y="2807906"/>
                  </a:lnTo>
                  <a:lnTo>
                    <a:pt x="3245759" y="2815581"/>
                  </a:lnTo>
                  <a:lnTo>
                    <a:pt x="3281391" y="2823151"/>
                  </a:lnTo>
                  <a:lnTo>
                    <a:pt x="3317022" y="2830616"/>
                  </a:lnTo>
                  <a:lnTo>
                    <a:pt x="3352653" y="2837979"/>
                  </a:lnTo>
                  <a:lnTo>
                    <a:pt x="3388285" y="2845240"/>
                  </a:lnTo>
                  <a:lnTo>
                    <a:pt x="3423916" y="2852402"/>
                  </a:lnTo>
                  <a:lnTo>
                    <a:pt x="3459547" y="2859465"/>
                  </a:lnTo>
                  <a:lnTo>
                    <a:pt x="3495178" y="2866431"/>
                  </a:lnTo>
                  <a:lnTo>
                    <a:pt x="3530810" y="2873301"/>
                  </a:lnTo>
                  <a:lnTo>
                    <a:pt x="3566441" y="2880076"/>
                  </a:lnTo>
                  <a:lnTo>
                    <a:pt x="3602072" y="2886759"/>
                  </a:lnTo>
                  <a:lnTo>
                    <a:pt x="3637704" y="2893349"/>
                  </a:lnTo>
                  <a:lnTo>
                    <a:pt x="3673335" y="2899849"/>
                  </a:lnTo>
                  <a:lnTo>
                    <a:pt x="3708966" y="2906260"/>
                  </a:lnTo>
                  <a:lnTo>
                    <a:pt x="3744598" y="2912582"/>
                  </a:lnTo>
                  <a:lnTo>
                    <a:pt x="3780229" y="2918817"/>
                  </a:lnTo>
                  <a:lnTo>
                    <a:pt x="3815860" y="2924967"/>
                  </a:lnTo>
                  <a:lnTo>
                    <a:pt x="3851491" y="2931032"/>
                  </a:lnTo>
                  <a:lnTo>
                    <a:pt x="3887123" y="2937013"/>
                  </a:lnTo>
                  <a:lnTo>
                    <a:pt x="3922754" y="2942912"/>
                  </a:lnTo>
                  <a:lnTo>
                    <a:pt x="3958385" y="2948730"/>
                  </a:lnTo>
                  <a:lnTo>
                    <a:pt x="3994017" y="2954469"/>
                  </a:lnTo>
                  <a:lnTo>
                    <a:pt x="4029648" y="2960128"/>
                  </a:lnTo>
                  <a:lnTo>
                    <a:pt x="4065279" y="2965709"/>
                  </a:lnTo>
                  <a:lnTo>
                    <a:pt x="4100911" y="2971214"/>
                  </a:lnTo>
                  <a:lnTo>
                    <a:pt x="4136542" y="2976643"/>
                  </a:lnTo>
                  <a:lnTo>
                    <a:pt x="4172173" y="2981997"/>
                  </a:lnTo>
                  <a:lnTo>
                    <a:pt x="4207805" y="2987277"/>
                  </a:lnTo>
                  <a:lnTo>
                    <a:pt x="4243436" y="2992485"/>
                  </a:lnTo>
                  <a:lnTo>
                    <a:pt x="4279067" y="2997621"/>
                  </a:lnTo>
                  <a:lnTo>
                    <a:pt x="4314698" y="3002687"/>
                  </a:lnTo>
                  <a:lnTo>
                    <a:pt x="4350330" y="3007683"/>
                  </a:lnTo>
                  <a:lnTo>
                    <a:pt x="4385961" y="3012610"/>
                  </a:lnTo>
                  <a:lnTo>
                    <a:pt x="4421592" y="3017470"/>
                  </a:lnTo>
                  <a:lnTo>
                    <a:pt x="4457224" y="3022262"/>
                  </a:lnTo>
                  <a:lnTo>
                    <a:pt x="4492855" y="3026989"/>
                  </a:lnTo>
                  <a:lnTo>
                    <a:pt x="4528486" y="3031651"/>
                  </a:lnTo>
                  <a:lnTo>
                    <a:pt x="4564118" y="3036248"/>
                  </a:lnTo>
                  <a:lnTo>
                    <a:pt x="4599749" y="3040783"/>
                  </a:lnTo>
                  <a:lnTo>
                    <a:pt x="4635380" y="3045255"/>
                  </a:lnTo>
                  <a:lnTo>
                    <a:pt x="4671012" y="3049665"/>
                  </a:lnTo>
                  <a:lnTo>
                    <a:pt x="4706643" y="3054015"/>
                  </a:lnTo>
                  <a:lnTo>
                    <a:pt x="4742274" y="3058305"/>
                  </a:lnTo>
                  <a:lnTo>
                    <a:pt x="4777905" y="3062536"/>
                  </a:lnTo>
                  <a:lnTo>
                    <a:pt x="4813537" y="3066709"/>
                  </a:lnTo>
                  <a:lnTo>
                    <a:pt x="4849168" y="3070824"/>
                  </a:lnTo>
                  <a:lnTo>
                    <a:pt x="4884799" y="3074883"/>
                  </a:lnTo>
                  <a:lnTo>
                    <a:pt x="4920431" y="3078886"/>
                  </a:lnTo>
                  <a:lnTo>
                    <a:pt x="4956062" y="3082834"/>
                  </a:lnTo>
                  <a:lnTo>
                    <a:pt x="4991693" y="3086727"/>
                  </a:lnTo>
                  <a:lnTo>
                    <a:pt x="5027325" y="3090567"/>
                  </a:lnTo>
                  <a:lnTo>
                    <a:pt x="5062956" y="3094354"/>
                  </a:lnTo>
                  <a:lnTo>
                    <a:pt x="5098587" y="3098090"/>
                  </a:lnTo>
                  <a:lnTo>
                    <a:pt x="5134219" y="3101773"/>
                  </a:lnTo>
                  <a:lnTo>
                    <a:pt x="5169850" y="3105406"/>
                  </a:lnTo>
                  <a:lnTo>
                    <a:pt x="5205481" y="31089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44043" y="2196947"/>
              <a:ext cx="6618636" cy="3239022"/>
            </a:xfrm>
            <a:custGeom>
              <a:avLst/>
              <a:pathLst>
                <a:path w="6618636" h="3239022">
                  <a:moveTo>
                    <a:pt x="6618636" y="3239022"/>
                  </a:moveTo>
                  <a:lnTo>
                    <a:pt x="6583004" y="3236142"/>
                  </a:lnTo>
                  <a:lnTo>
                    <a:pt x="6547373" y="3233197"/>
                  </a:lnTo>
                  <a:lnTo>
                    <a:pt x="6511742" y="3230186"/>
                  </a:lnTo>
                  <a:lnTo>
                    <a:pt x="6476110" y="3227106"/>
                  </a:lnTo>
                  <a:lnTo>
                    <a:pt x="6440479" y="3223956"/>
                  </a:lnTo>
                  <a:lnTo>
                    <a:pt x="6404848" y="3220735"/>
                  </a:lnTo>
                  <a:lnTo>
                    <a:pt x="6369217" y="3217440"/>
                  </a:lnTo>
                  <a:lnTo>
                    <a:pt x="6333585" y="3214071"/>
                  </a:lnTo>
                  <a:lnTo>
                    <a:pt x="6297954" y="3210625"/>
                  </a:lnTo>
                  <a:lnTo>
                    <a:pt x="6262323" y="3207102"/>
                  </a:lnTo>
                  <a:lnTo>
                    <a:pt x="6226691" y="3203498"/>
                  </a:lnTo>
                  <a:lnTo>
                    <a:pt x="6191060" y="3199812"/>
                  </a:lnTo>
                  <a:lnTo>
                    <a:pt x="6155429" y="3196043"/>
                  </a:lnTo>
                  <a:lnTo>
                    <a:pt x="6119797" y="3192188"/>
                  </a:lnTo>
                  <a:lnTo>
                    <a:pt x="6084166" y="3188246"/>
                  </a:lnTo>
                  <a:lnTo>
                    <a:pt x="6048535" y="3184215"/>
                  </a:lnTo>
                  <a:lnTo>
                    <a:pt x="6012903" y="3180091"/>
                  </a:lnTo>
                  <a:lnTo>
                    <a:pt x="5977272" y="3175875"/>
                  </a:lnTo>
                  <a:lnTo>
                    <a:pt x="5941641" y="3171562"/>
                  </a:lnTo>
                  <a:lnTo>
                    <a:pt x="5906010" y="3167152"/>
                  </a:lnTo>
                  <a:lnTo>
                    <a:pt x="5870378" y="3162642"/>
                  </a:lnTo>
                  <a:lnTo>
                    <a:pt x="5834747" y="3158029"/>
                  </a:lnTo>
                  <a:lnTo>
                    <a:pt x="5799116" y="3153312"/>
                  </a:lnTo>
                  <a:lnTo>
                    <a:pt x="5763484" y="3148487"/>
                  </a:lnTo>
                  <a:lnTo>
                    <a:pt x="5727853" y="3143554"/>
                  </a:lnTo>
                  <a:lnTo>
                    <a:pt x="5692222" y="3138508"/>
                  </a:lnTo>
                  <a:lnTo>
                    <a:pt x="5656590" y="3133347"/>
                  </a:lnTo>
                  <a:lnTo>
                    <a:pt x="5620959" y="3128070"/>
                  </a:lnTo>
                  <a:lnTo>
                    <a:pt x="5585328" y="3122673"/>
                  </a:lnTo>
                  <a:lnTo>
                    <a:pt x="5549696" y="3117153"/>
                  </a:lnTo>
                  <a:lnTo>
                    <a:pt x="5514065" y="3111508"/>
                  </a:lnTo>
                  <a:lnTo>
                    <a:pt x="5478434" y="3105735"/>
                  </a:lnTo>
                  <a:lnTo>
                    <a:pt x="5442803" y="3099831"/>
                  </a:lnTo>
                  <a:lnTo>
                    <a:pt x="5407171" y="3093793"/>
                  </a:lnTo>
                  <a:lnTo>
                    <a:pt x="5371540" y="3087619"/>
                  </a:lnTo>
                  <a:lnTo>
                    <a:pt x="5335909" y="3081303"/>
                  </a:lnTo>
                  <a:lnTo>
                    <a:pt x="5300277" y="3074845"/>
                  </a:lnTo>
                  <a:lnTo>
                    <a:pt x="5264646" y="3068240"/>
                  </a:lnTo>
                  <a:lnTo>
                    <a:pt x="5229015" y="3061485"/>
                  </a:lnTo>
                  <a:lnTo>
                    <a:pt x="5193383" y="3054577"/>
                  </a:lnTo>
                  <a:lnTo>
                    <a:pt x="5157752" y="3047512"/>
                  </a:lnTo>
                  <a:lnTo>
                    <a:pt x="5122121" y="3040287"/>
                  </a:lnTo>
                  <a:lnTo>
                    <a:pt x="5086489" y="3032898"/>
                  </a:lnTo>
                  <a:lnTo>
                    <a:pt x="5050858" y="3025341"/>
                  </a:lnTo>
                  <a:lnTo>
                    <a:pt x="5015227" y="3017613"/>
                  </a:lnTo>
                  <a:lnTo>
                    <a:pt x="4979596" y="3009709"/>
                  </a:lnTo>
                  <a:lnTo>
                    <a:pt x="4943964" y="3001626"/>
                  </a:lnTo>
                  <a:lnTo>
                    <a:pt x="4908333" y="2993360"/>
                  </a:lnTo>
                  <a:lnTo>
                    <a:pt x="4872702" y="2984906"/>
                  </a:lnTo>
                  <a:lnTo>
                    <a:pt x="4837070" y="2976260"/>
                  </a:lnTo>
                  <a:lnTo>
                    <a:pt x="4801439" y="2967418"/>
                  </a:lnTo>
                  <a:lnTo>
                    <a:pt x="4765808" y="2958375"/>
                  </a:lnTo>
                  <a:lnTo>
                    <a:pt x="4730176" y="2949127"/>
                  </a:lnTo>
                  <a:lnTo>
                    <a:pt x="4694545" y="2939669"/>
                  </a:lnTo>
                  <a:lnTo>
                    <a:pt x="4658914" y="2929997"/>
                  </a:lnTo>
                  <a:lnTo>
                    <a:pt x="4623282" y="2920105"/>
                  </a:lnTo>
                  <a:lnTo>
                    <a:pt x="4587651" y="2909989"/>
                  </a:lnTo>
                  <a:lnTo>
                    <a:pt x="4552020" y="2899643"/>
                  </a:lnTo>
                  <a:lnTo>
                    <a:pt x="4516389" y="2889062"/>
                  </a:lnTo>
                  <a:lnTo>
                    <a:pt x="4480757" y="2878242"/>
                  </a:lnTo>
                  <a:lnTo>
                    <a:pt x="4445126" y="2867175"/>
                  </a:lnTo>
                  <a:lnTo>
                    <a:pt x="4409495" y="2855858"/>
                  </a:lnTo>
                  <a:lnTo>
                    <a:pt x="4373863" y="2844284"/>
                  </a:lnTo>
                  <a:lnTo>
                    <a:pt x="4338232" y="2832447"/>
                  </a:lnTo>
                  <a:lnTo>
                    <a:pt x="4302601" y="2820341"/>
                  </a:lnTo>
                  <a:lnTo>
                    <a:pt x="4266969" y="2807961"/>
                  </a:lnTo>
                  <a:lnTo>
                    <a:pt x="4231338" y="2795300"/>
                  </a:lnTo>
                  <a:lnTo>
                    <a:pt x="4195707" y="2782352"/>
                  </a:lnTo>
                  <a:lnTo>
                    <a:pt x="4160076" y="2769110"/>
                  </a:lnTo>
                  <a:lnTo>
                    <a:pt x="4124444" y="2755567"/>
                  </a:lnTo>
                  <a:lnTo>
                    <a:pt x="4088813" y="2741717"/>
                  </a:lnTo>
                  <a:lnTo>
                    <a:pt x="4053182" y="2727553"/>
                  </a:lnTo>
                  <a:lnTo>
                    <a:pt x="4017550" y="2713067"/>
                  </a:lnTo>
                  <a:lnTo>
                    <a:pt x="3981919" y="2698252"/>
                  </a:lnTo>
                  <a:lnTo>
                    <a:pt x="3946288" y="2683102"/>
                  </a:lnTo>
                  <a:lnTo>
                    <a:pt x="3910656" y="2667607"/>
                  </a:lnTo>
                  <a:lnTo>
                    <a:pt x="3875025" y="2651761"/>
                  </a:lnTo>
                  <a:lnTo>
                    <a:pt x="3839394" y="2635556"/>
                  </a:lnTo>
                  <a:lnTo>
                    <a:pt x="3803762" y="2618982"/>
                  </a:lnTo>
                  <a:lnTo>
                    <a:pt x="3768131" y="2602033"/>
                  </a:lnTo>
                  <a:lnTo>
                    <a:pt x="3732500" y="2584699"/>
                  </a:lnTo>
                  <a:lnTo>
                    <a:pt x="3696869" y="2566972"/>
                  </a:lnTo>
                  <a:lnTo>
                    <a:pt x="3661237" y="2554873"/>
                  </a:lnTo>
                  <a:lnTo>
                    <a:pt x="3625606" y="2543562"/>
                  </a:lnTo>
                  <a:lnTo>
                    <a:pt x="3589975" y="2532093"/>
                  </a:lnTo>
                  <a:lnTo>
                    <a:pt x="3554343" y="2520465"/>
                  </a:lnTo>
                  <a:lnTo>
                    <a:pt x="3518712" y="2508674"/>
                  </a:lnTo>
                  <a:lnTo>
                    <a:pt x="3483081" y="2496719"/>
                  </a:lnTo>
                  <a:lnTo>
                    <a:pt x="3447449" y="2484597"/>
                  </a:lnTo>
                  <a:lnTo>
                    <a:pt x="3411818" y="2472306"/>
                  </a:lnTo>
                  <a:lnTo>
                    <a:pt x="3376187" y="2459843"/>
                  </a:lnTo>
                  <a:lnTo>
                    <a:pt x="3340555" y="2447207"/>
                  </a:lnTo>
                  <a:lnTo>
                    <a:pt x="3304924" y="2434395"/>
                  </a:lnTo>
                  <a:lnTo>
                    <a:pt x="3269293" y="2421404"/>
                  </a:lnTo>
                  <a:lnTo>
                    <a:pt x="3233662" y="2408231"/>
                  </a:lnTo>
                  <a:lnTo>
                    <a:pt x="3198030" y="2394875"/>
                  </a:lnTo>
                  <a:lnTo>
                    <a:pt x="3162399" y="2381333"/>
                  </a:lnTo>
                  <a:lnTo>
                    <a:pt x="3126768" y="2367602"/>
                  </a:lnTo>
                  <a:lnTo>
                    <a:pt x="3091136" y="2353679"/>
                  </a:lnTo>
                  <a:lnTo>
                    <a:pt x="3055505" y="2339562"/>
                  </a:lnTo>
                  <a:lnTo>
                    <a:pt x="3019874" y="2325249"/>
                  </a:lnTo>
                  <a:lnTo>
                    <a:pt x="2984242" y="2310735"/>
                  </a:lnTo>
                  <a:lnTo>
                    <a:pt x="2948611" y="2296019"/>
                  </a:lnTo>
                  <a:lnTo>
                    <a:pt x="2912980" y="2281099"/>
                  </a:lnTo>
                  <a:lnTo>
                    <a:pt x="2877348" y="2265969"/>
                  </a:lnTo>
                  <a:lnTo>
                    <a:pt x="2841717" y="2250629"/>
                  </a:lnTo>
                  <a:lnTo>
                    <a:pt x="2806086" y="2235075"/>
                  </a:lnTo>
                  <a:lnTo>
                    <a:pt x="2770455" y="2219305"/>
                  </a:lnTo>
                  <a:lnTo>
                    <a:pt x="2734823" y="2203314"/>
                  </a:lnTo>
                  <a:lnTo>
                    <a:pt x="2699192" y="2187100"/>
                  </a:lnTo>
                  <a:lnTo>
                    <a:pt x="2663561" y="2170660"/>
                  </a:lnTo>
                  <a:lnTo>
                    <a:pt x="2627929" y="2153991"/>
                  </a:lnTo>
                  <a:lnTo>
                    <a:pt x="2592298" y="2137089"/>
                  </a:lnTo>
                  <a:lnTo>
                    <a:pt x="2556667" y="2119951"/>
                  </a:lnTo>
                  <a:lnTo>
                    <a:pt x="2521035" y="2102575"/>
                  </a:lnTo>
                  <a:lnTo>
                    <a:pt x="2485404" y="2084956"/>
                  </a:lnTo>
                  <a:lnTo>
                    <a:pt x="2449773" y="2067092"/>
                  </a:lnTo>
                  <a:lnTo>
                    <a:pt x="2414141" y="2048978"/>
                  </a:lnTo>
                  <a:lnTo>
                    <a:pt x="2378510" y="2030612"/>
                  </a:lnTo>
                  <a:lnTo>
                    <a:pt x="2342879" y="2011989"/>
                  </a:lnTo>
                  <a:lnTo>
                    <a:pt x="2307248" y="1993107"/>
                  </a:lnTo>
                  <a:lnTo>
                    <a:pt x="2271616" y="1973962"/>
                  </a:lnTo>
                  <a:lnTo>
                    <a:pt x="2235985" y="1954549"/>
                  </a:lnTo>
                  <a:lnTo>
                    <a:pt x="2200354" y="1934866"/>
                  </a:lnTo>
                  <a:lnTo>
                    <a:pt x="2164722" y="1914909"/>
                  </a:lnTo>
                  <a:lnTo>
                    <a:pt x="2129091" y="1894673"/>
                  </a:lnTo>
                  <a:lnTo>
                    <a:pt x="2093460" y="1874154"/>
                  </a:lnTo>
                  <a:lnTo>
                    <a:pt x="2057828" y="1853350"/>
                  </a:lnTo>
                  <a:lnTo>
                    <a:pt x="2022197" y="1832256"/>
                  </a:lnTo>
                  <a:lnTo>
                    <a:pt x="1986566" y="1810867"/>
                  </a:lnTo>
                  <a:lnTo>
                    <a:pt x="1950934" y="1789180"/>
                  </a:lnTo>
                  <a:lnTo>
                    <a:pt x="1915303" y="1767190"/>
                  </a:lnTo>
                  <a:lnTo>
                    <a:pt x="1879672" y="1744894"/>
                  </a:lnTo>
                  <a:lnTo>
                    <a:pt x="1844041" y="1722287"/>
                  </a:lnTo>
                  <a:lnTo>
                    <a:pt x="1808409" y="1699365"/>
                  </a:lnTo>
                  <a:lnTo>
                    <a:pt x="1772778" y="1676123"/>
                  </a:lnTo>
                  <a:lnTo>
                    <a:pt x="1737147" y="1652557"/>
                  </a:lnTo>
                  <a:lnTo>
                    <a:pt x="1701515" y="1628662"/>
                  </a:lnTo>
                  <a:lnTo>
                    <a:pt x="1665884" y="1604434"/>
                  </a:lnTo>
                  <a:lnTo>
                    <a:pt x="1630253" y="1579868"/>
                  </a:lnTo>
                  <a:lnTo>
                    <a:pt x="1594621" y="1554959"/>
                  </a:lnTo>
                  <a:lnTo>
                    <a:pt x="1558990" y="1529703"/>
                  </a:lnTo>
                  <a:lnTo>
                    <a:pt x="1523359" y="1504095"/>
                  </a:lnTo>
                  <a:lnTo>
                    <a:pt x="1487727" y="1478130"/>
                  </a:lnTo>
                  <a:lnTo>
                    <a:pt x="1452096" y="1451802"/>
                  </a:lnTo>
                  <a:lnTo>
                    <a:pt x="1416465" y="1425108"/>
                  </a:lnTo>
                  <a:lnTo>
                    <a:pt x="1380834" y="1398041"/>
                  </a:lnTo>
                  <a:lnTo>
                    <a:pt x="1345202" y="1370597"/>
                  </a:lnTo>
                  <a:lnTo>
                    <a:pt x="1309571" y="1342769"/>
                  </a:lnTo>
                  <a:lnTo>
                    <a:pt x="1273940" y="1314554"/>
                  </a:lnTo>
                  <a:lnTo>
                    <a:pt x="1238308" y="1285946"/>
                  </a:lnTo>
                  <a:lnTo>
                    <a:pt x="1202677" y="1256938"/>
                  </a:lnTo>
                  <a:lnTo>
                    <a:pt x="1167046" y="1227526"/>
                  </a:lnTo>
                  <a:lnTo>
                    <a:pt x="1131414" y="1197703"/>
                  </a:lnTo>
                  <a:lnTo>
                    <a:pt x="1095783" y="1167465"/>
                  </a:lnTo>
                  <a:lnTo>
                    <a:pt x="1060152" y="1136805"/>
                  </a:lnTo>
                  <a:lnTo>
                    <a:pt x="1024520" y="1105717"/>
                  </a:lnTo>
                  <a:lnTo>
                    <a:pt x="988889" y="1074196"/>
                  </a:lnTo>
                  <a:lnTo>
                    <a:pt x="953258" y="1042236"/>
                  </a:lnTo>
                  <a:lnTo>
                    <a:pt x="917627" y="1009829"/>
                  </a:lnTo>
                  <a:lnTo>
                    <a:pt x="881995" y="976971"/>
                  </a:lnTo>
                  <a:lnTo>
                    <a:pt x="846364" y="943654"/>
                  </a:lnTo>
                  <a:lnTo>
                    <a:pt x="810733" y="909873"/>
                  </a:lnTo>
                  <a:lnTo>
                    <a:pt x="775101" y="875620"/>
                  </a:lnTo>
                  <a:lnTo>
                    <a:pt x="739470" y="840890"/>
                  </a:lnTo>
                  <a:lnTo>
                    <a:pt x="703839" y="805676"/>
                  </a:lnTo>
                  <a:lnTo>
                    <a:pt x="668207" y="769970"/>
                  </a:lnTo>
                  <a:lnTo>
                    <a:pt x="632576" y="733766"/>
                  </a:lnTo>
                  <a:lnTo>
                    <a:pt x="596945" y="697058"/>
                  </a:lnTo>
                  <a:lnTo>
                    <a:pt x="561313" y="659837"/>
                  </a:lnTo>
                  <a:lnTo>
                    <a:pt x="525682" y="622098"/>
                  </a:lnTo>
                  <a:lnTo>
                    <a:pt x="490051" y="583832"/>
                  </a:lnTo>
                  <a:lnTo>
                    <a:pt x="454420" y="545033"/>
                  </a:lnTo>
                  <a:lnTo>
                    <a:pt x="418788" y="505692"/>
                  </a:lnTo>
                  <a:lnTo>
                    <a:pt x="383157" y="465803"/>
                  </a:lnTo>
                  <a:lnTo>
                    <a:pt x="347526" y="425357"/>
                  </a:lnTo>
                  <a:lnTo>
                    <a:pt x="311894" y="384348"/>
                  </a:lnTo>
                  <a:lnTo>
                    <a:pt x="276263" y="342766"/>
                  </a:lnTo>
                  <a:lnTo>
                    <a:pt x="240632" y="300605"/>
                  </a:lnTo>
                  <a:lnTo>
                    <a:pt x="205000" y="257855"/>
                  </a:lnTo>
                  <a:lnTo>
                    <a:pt x="169369" y="214510"/>
                  </a:lnTo>
                  <a:lnTo>
                    <a:pt x="133738" y="170560"/>
                  </a:lnTo>
                  <a:lnTo>
                    <a:pt x="98107" y="125997"/>
                  </a:lnTo>
                  <a:lnTo>
                    <a:pt x="62475" y="80812"/>
                  </a:lnTo>
                  <a:lnTo>
                    <a:pt x="26844" y="3499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17869" y="2196947"/>
              <a:ext cx="5744809" cy="3185354"/>
            </a:xfrm>
            <a:custGeom>
              <a:avLst/>
              <a:pathLst>
                <a:path w="5744809" h="3185354">
                  <a:moveTo>
                    <a:pt x="0" y="0"/>
                  </a:moveTo>
                  <a:lnTo>
                    <a:pt x="8169" y="14070"/>
                  </a:lnTo>
                  <a:lnTo>
                    <a:pt x="43800" y="74338"/>
                  </a:lnTo>
                  <a:lnTo>
                    <a:pt x="79431" y="133523"/>
                  </a:lnTo>
                  <a:lnTo>
                    <a:pt x="115063" y="191643"/>
                  </a:lnTo>
                  <a:lnTo>
                    <a:pt x="150694" y="248718"/>
                  </a:lnTo>
                  <a:lnTo>
                    <a:pt x="186325" y="304767"/>
                  </a:lnTo>
                  <a:lnTo>
                    <a:pt x="221957" y="359808"/>
                  </a:lnTo>
                  <a:lnTo>
                    <a:pt x="257588" y="413859"/>
                  </a:lnTo>
                  <a:lnTo>
                    <a:pt x="293219" y="466938"/>
                  </a:lnTo>
                  <a:lnTo>
                    <a:pt x="328851" y="519064"/>
                  </a:lnTo>
                  <a:lnTo>
                    <a:pt x="364482" y="570251"/>
                  </a:lnTo>
                  <a:lnTo>
                    <a:pt x="400113" y="620519"/>
                  </a:lnTo>
                  <a:lnTo>
                    <a:pt x="435744" y="669883"/>
                  </a:lnTo>
                  <a:lnTo>
                    <a:pt x="471376" y="718359"/>
                  </a:lnTo>
                  <a:lnTo>
                    <a:pt x="507007" y="765963"/>
                  </a:lnTo>
                  <a:lnTo>
                    <a:pt x="542638" y="812712"/>
                  </a:lnTo>
                  <a:lnTo>
                    <a:pt x="578270" y="858620"/>
                  </a:lnTo>
                  <a:lnTo>
                    <a:pt x="613901" y="903702"/>
                  </a:lnTo>
                  <a:lnTo>
                    <a:pt x="649532" y="947974"/>
                  </a:lnTo>
                  <a:lnTo>
                    <a:pt x="685164" y="991450"/>
                  </a:lnTo>
                  <a:lnTo>
                    <a:pt x="720795" y="1034144"/>
                  </a:lnTo>
                  <a:lnTo>
                    <a:pt x="756426" y="1076070"/>
                  </a:lnTo>
                  <a:lnTo>
                    <a:pt x="792058" y="1117243"/>
                  </a:lnTo>
                  <a:lnTo>
                    <a:pt x="827689" y="1157675"/>
                  </a:lnTo>
                  <a:lnTo>
                    <a:pt x="863320" y="1197381"/>
                  </a:lnTo>
                  <a:lnTo>
                    <a:pt x="898951" y="1236372"/>
                  </a:lnTo>
                  <a:lnTo>
                    <a:pt x="934583" y="1274662"/>
                  </a:lnTo>
                  <a:lnTo>
                    <a:pt x="970214" y="1312264"/>
                  </a:lnTo>
                  <a:lnTo>
                    <a:pt x="1005845" y="1349190"/>
                  </a:lnTo>
                  <a:lnTo>
                    <a:pt x="1041477" y="1385451"/>
                  </a:lnTo>
                  <a:lnTo>
                    <a:pt x="1077108" y="1421061"/>
                  </a:lnTo>
                  <a:lnTo>
                    <a:pt x="1112739" y="1456031"/>
                  </a:lnTo>
                  <a:lnTo>
                    <a:pt x="1148371" y="1490371"/>
                  </a:lnTo>
                  <a:lnTo>
                    <a:pt x="1184002" y="1524095"/>
                  </a:lnTo>
                  <a:lnTo>
                    <a:pt x="1219633" y="1557212"/>
                  </a:lnTo>
                  <a:lnTo>
                    <a:pt x="1255265" y="1589733"/>
                  </a:lnTo>
                  <a:lnTo>
                    <a:pt x="1290896" y="1621670"/>
                  </a:lnTo>
                  <a:lnTo>
                    <a:pt x="1326527" y="1653032"/>
                  </a:lnTo>
                  <a:lnTo>
                    <a:pt x="1362158" y="1683831"/>
                  </a:lnTo>
                  <a:lnTo>
                    <a:pt x="1397790" y="1714075"/>
                  </a:lnTo>
                  <a:lnTo>
                    <a:pt x="1433421" y="1743776"/>
                  </a:lnTo>
                  <a:lnTo>
                    <a:pt x="1469052" y="1772943"/>
                  </a:lnTo>
                  <a:lnTo>
                    <a:pt x="1504684" y="1801586"/>
                  </a:lnTo>
                  <a:lnTo>
                    <a:pt x="1540315" y="1829713"/>
                  </a:lnTo>
                  <a:lnTo>
                    <a:pt x="1575946" y="1857335"/>
                  </a:lnTo>
                  <a:lnTo>
                    <a:pt x="1611578" y="1884460"/>
                  </a:lnTo>
                  <a:lnTo>
                    <a:pt x="1647209" y="1911097"/>
                  </a:lnTo>
                  <a:lnTo>
                    <a:pt x="1682840" y="1937255"/>
                  </a:lnTo>
                  <a:lnTo>
                    <a:pt x="1718472" y="1962944"/>
                  </a:lnTo>
                  <a:lnTo>
                    <a:pt x="1754103" y="1988170"/>
                  </a:lnTo>
                  <a:lnTo>
                    <a:pt x="1789734" y="2012942"/>
                  </a:lnTo>
                  <a:lnTo>
                    <a:pt x="1825365" y="2037269"/>
                  </a:lnTo>
                  <a:lnTo>
                    <a:pt x="1860997" y="2061159"/>
                  </a:lnTo>
                  <a:lnTo>
                    <a:pt x="1896628" y="2084619"/>
                  </a:lnTo>
                  <a:lnTo>
                    <a:pt x="1932259" y="2107658"/>
                  </a:lnTo>
                  <a:lnTo>
                    <a:pt x="1967891" y="2130282"/>
                  </a:lnTo>
                  <a:lnTo>
                    <a:pt x="2003522" y="2152499"/>
                  </a:lnTo>
                  <a:lnTo>
                    <a:pt x="2039153" y="2174317"/>
                  </a:lnTo>
                  <a:lnTo>
                    <a:pt x="2074785" y="2195742"/>
                  </a:lnTo>
                  <a:lnTo>
                    <a:pt x="2110416" y="2216783"/>
                  </a:lnTo>
                  <a:lnTo>
                    <a:pt x="2146047" y="2237445"/>
                  </a:lnTo>
                  <a:lnTo>
                    <a:pt x="2181679" y="2257735"/>
                  </a:lnTo>
                  <a:lnTo>
                    <a:pt x="2217310" y="2277661"/>
                  </a:lnTo>
                  <a:lnTo>
                    <a:pt x="2252941" y="2297228"/>
                  </a:lnTo>
                  <a:lnTo>
                    <a:pt x="2288572" y="2316444"/>
                  </a:lnTo>
                  <a:lnTo>
                    <a:pt x="2324204" y="2335314"/>
                  </a:lnTo>
                  <a:lnTo>
                    <a:pt x="2359835" y="2353844"/>
                  </a:lnTo>
                  <a:lnTo>
                    <a:pt x="2395466" y="2372042"/>
                  </a:lnTo>
                  <a:lnTo>
                    <a:pt x="2431098" y="2389912"/>
                  </a:lnTo>
                  <a:lnTo>
                    <a:pt x="2466729" y="2407461"/>
                  </a:lnTo>
                  <a:lnTo>
                    <a:pt x="2502360" y="2424695"/>
                  </a:lnTo>
                  <a:lnTo>
                    <a:pt x="2537992" y="2441618"/>
                  </a:lnTo>
                  <a:lnTo>
                    <a:pt x="2573623" y="2458238"/>
                  </a:lnTo>
                  <a:lnTo>
                    <a:pt x="2609254" y="2474558"/>
                  </a:lnTo>
                  <a:lnTo>
                    <a:pt x="2644886" y="2490585"/>
                  </a:lnTo>
                  <a:lnTo>
                    <a:pt x="2680517" y="2506324"/>
                  </a:lnTo>
                  <a:lnTo>
                    <a:pt x="2716148" y="2521780"/>
                  </a:lnTo>
                  <a:lnTo>
                    <a:pt x="2751779" y="2536958"/>
                  </a:lnTo>
                  <a:lnTo>
                    <a:pt x="2787411" y="2551863"/>
                  </a:lnTo>
                  <a:lnTo>
                    <a:pt x="2823042" y="2566500"/>
                  </a:lnTo>
                  <a:lnTo>
                    <a:pt x="2858673" y="2580874"/>
                  </a:lnTo>
                  <a:lnTo>
                    <a:pt x="2894305" y="2594989"/>
                  </a:lnTo>
                  <a:lnTo>
                    <a:pt x="2929936" y="2608851"/>
                  </a:lnTo>
                  <a:lnTo>
                    <a:pt x="2965567" y="2622463"/>
                  </a:lnTo>
                  <a:lnTo>
                    <a:pt x="3001199" y="2635831"/>
                  </a:lnTo>
                  <a:lnTo>
                    <a:pt x="3036830" y="2648958"/>
                  </a:lnTo>
                  <a:lnTo>
                    <a:pt x="3072461" y="2661850"/>
                  </a:lnTo>
                  <a:lnTo>
                    <a:pt x="3108093" y="2674509"/>
                  </a:lnTo>
                  <a:lnTo>
                    <a:pt x="3143724" y="2686941"/>
                  </a:lnTo>
                  <a:lnTo>
                    <a:pt x="3179355" y="2699149"/>
                  </a:lnTo>
                  <a:lnTo>
                    <a:pt x="3214986" y="2711138"/>
                  </a:lnTo>
                  <a:lnTo>
                    <a:pt x="3250618" y="2722911"/>
                  </a:lnTo>
                  <a:lnTo>
                    <a:pt x="3286249" y="2734473"/>
                  </a:lnTo>
                  <a:lnTo>
                    <a:pt x="3321880" y="2745826"/>
                  </a:lnTo>
                  <a:lnTo>
                    <a:pt x="3357512" y="2756976"/>
                  </a:lnTo>
                  <a:lnTo>
                    <a:pt x="3393143" y="2767925"/>
                  </a:lnTo>
                  <a:lnTo>
                    <a:pt x="3428774" y="2778677"/>
                  </a:lnTo>
                  <a:lnTo>
                    <a:pt x="3464406" y="2789236"/>
                  </a:lnTo>
                  <a:lnTo>
                    <a:pt x="3500037" y="2799605"/>
                  </a:lnTo>
                  <a:lnTo>
                    <a:pt x="3535668" y="2809787"/>
                  </a:lnTo>
                  <a:lnTo>
                    <a:pt x="3571300" y="2819787"/>
                  </a:lnTo>
                  <a:lnTo>
                    <a:pt x="3606931" y="2829606"/>
                  </a:lnTo>
                  <a:lnTo>
                    <a:pt x="3642562" y="2839249"/>
                  </a:lnTo>
                  <a:lnTo>
                    <a:pt x="3678193" y="2848719"/>
                  </a:lnTo>
                  <a:lnTo>
                    <a:pt x="3713825" y="2858019"/>
                  </a:lnTo>
                  <a:lnTo>
                    <a:pt x="3749456" y="2867151"/>
                  </a:lnTo>
                  <a:lnTo>
                    <a:pt x="3785087" y="2876119"/>
                  </a:lnTo>
                  <a:lnTo>
                    <a:pt x="3820719" y="2884926"/>
                  </a:lnTo>
                  <a:lnTo>
                    <a:pt x="3856350" y="2893574"/>
                  </a:lnTo>
                  <a:lnTo>
                    <a:pt x="3891981" y="2902067"/>
                  </a:lnTo>
                  <a:lnTo>
                    <a:pt x="3927613" y="2910407"/>
                  </a:lnTo>
                  <a:lnTo>
                    <a:pt x="3963244" y="2918597"/>
                  </a:lnTo>
                  <a:lnTo>
                    <a:pt x="3998875" y="2926640"/>
                  </a:lnTo>
                  <a:lnTo>
                    <a:pt x="4034507" y="2934539"/>
                  </a:lnTo>
                  <a:lnTo>
                    <a:pt x="4070138" y="2942295"/>
                  </a:lnTo>
                  <a:lnTo>
                    <a:pt x="4105769" y="2949912"/>
                  </a:lnTo>
                  <a:lnTo>
                    <a:pt x="4141400" y="2957392"/>
                  </a:lnTo>
                  <a:lnTo>
                    <a:pt x="4177032" y="2964737"/>
                  </a:lnTo>
                  <a:lnTo>
                    <a:pt x="4212663" y="2971951"/>
                  </a:lnTo>
                  <a:lnTo>
                    <a:pt x="4248294" y="2979034"/>
                  </a:lnTo>
                  <a:lnTo>
                    <a:pt x="4283926" y="2985991"/>
                  </a:lnTo>
                  <a:lnTo>
                    <a:pt x="4319557" y="2992822"/>
                  </a:lnTo>
                  <a:lnTo>
                    <a:pt x="4355188" y="2999530"/>
                  </a:lnTo>
                  <a:lnTo>
                    <a:pt x="4390820" y="3006118"/>
                  </a:lnTo>
                  <a:lnTo>
                    <a:pt x="4426451" y="3012587"/>
                  </a:lnTo>
                  <a:lnTo>
                    <a:pt x="4462082" y="3018940"/>
                  </a:lnTo>
                  <a:lnTo>
                    <a:pt x="4497713" y="3025179"/>
                  </a:lnTo>
                  <a:lnTo>
                    <a:pt x="4533345" y="3031306"/>
                  </a:lnTo>
                  <a:lnTo>
                    <a:pt x="4568976" y="3037322"/>
                  </a:lnTo>
                  <a:lnTo>
                    <a:pt x="4604607" y="3043230"/>
                  </a:lnTo>
                  <a:lnTo>
                    <a:pt x="4640239" y="3049032"/>
                  </a:lnTo>
                  <a:lnTo>
                    <a:pt x="4675870" y="3054730"/>
                  </a:lnTo>
                  <a:lnTo>
                    <a:pt x="4711501" y="3060325"/>
                  </a:lnTo>
                  <a:lnTo>
                    <a:pt x="4747133" y="3065820"/>
                  </a:lnTo>
                  <a:lnTo>
                    <a:pt x="4782764" y="3071216"/>
                  </a:lnTo>
                  <a:lnTo>
                    <a:pt x="4818395" y="3076515"/>
                  </a:lnTo>
                  <a:lnTo>
                    <a:pt x="4854027" y="3081718"/>
                  </a:lnTo>
                  <a:lnTo>
                    <a:pt x="4889658" y="3086828"/>
                  </a:lnTo>
                  <a:lnTo>
                    <a:pt x="4925289" y="3091846"/>
                  </a:lnTo>
                  <a:lnTo>
                    <a:pt x="4960920" y="3096774"/>
                  </a:lnTo>
                  <a:lnTo>
                    <a:pt x="4996552" y="3101613"/>
                  </a:lnTo>
                  <a:lnTo>
                    <a:pt x="5032183" y="3106366"/>
                  </a:lnTo>
                  <a:lnTo>
                    <a:pt x="5067814" y="3111032"/>
                  </a:lnTo>
                  <a:lnTo>
                    <a:pt x="5103446" y="3115615"/>
                  </a:lnTo>
                  <a:lnTo>
                    <a:pt x="5139077" y="3120116"/>
                  </a:lnTo>
                  <a:lnTo>
                    <a:pt x="5174708" y="3124535"/>
                  </a:lnTo>
                  <a:lnTo>
                    <a:pt x="5210340" y="3128876"/>
                  </a:lnTo>
                  <a:lnTo>
                    <a:pt x="5245971" y="3133138"/>
                  </a:lnTo>
                  <a:lnTo>
                    <a:pt x="5281602" y="3137323"/>
                  </a:lnTo>
                  <a:lnTo>
                    <a:pt x="5317234" y="3141433"/>
                  </a:lnTo>
                  <a:lnTo>
                    <a:pt x="5352865" y="3145469"/>
                  </a:lnTo>
                  <a:lnTo>
                    <a:pt x="5388496" y="3149433"/>
                  </a:lnTo>
                  <a:lnTo>
                    <a:pt x="5424127" y="3153326"/>
                  </a:lnTo>
                  <a:lnTo>
                    <a:pt x="5459759" y="3157148"/>
                  </a:lnTo>
                  <a:lnTo>
                    <a:pt x="5495390" y="3160902"/>
                  </a:lnTo>
                  <a:lnTo>
                    <a:pt x="5531021" y="3164588"/>
                  </a:lnTo>
                  <a:lnTo>
                    <a:pt x="5566653" y="3168208"/>
                  </a:lnTo>
                  <a:lnTo>
                    <a:pt x="5602284" y="3171763"/>
                  </a:lnTo>
                  <a:lnTo>
                    <a:pt x="5637915" y="3175254"/>
                  </a:lnTo>
                  <a:lnTo>
                    <a:pt x="5673547" y="3178682"/>
                  </a:lnTo>
                  <a:lnTo>
                    <a:pt x="5709178" y="3182048"/>
                  </a:lnTo>
                  <a:lnTo>
                    <a:pt x="5744809" y="31853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1.52 (1.38-1.68),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3.44 (2.57-4.61)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2026-10-05T07:55:20Z</dcterms:modified>
  <cp:category/>
</cp:coreProperties>
</file>