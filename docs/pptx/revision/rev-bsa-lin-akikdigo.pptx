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46054"/>
            </a:xfrm>
            <a:custGeom>
              <a:avLst/>
              <a:pathLst>
                <a:path w="7090630" h="3246054">
                  <a:moveTo>
                    <a:pt x="640778" y="0"/>
                  </a:moveTo>
                  <a:lnTo>
                    <a:pt x="641363" y="1026"/>
                  </a:lnTo>
                  <a:lnTo>
                    <a:pt x="676994" y="62455"/>
                  </a:lnTo>
                  <a:lnTo>
                    <a:pt x="712626" y="122762"/>
                  </a:lnTo>
                  <a:lnTo>
                    <a:pt x="748257" y="181968"/>
                  </a:lnTo>
                  <a:lnTo>
                    <a:pt x="783888" y="240094"/>
                  </a:lnTo>
                  <a:lnTo>
                    <a:pt x="819520" y="297158"/>
                  </a:lnTo>
                  <a:lnTo>
                    <a:pt x="855151" y="353180"/>
                  </a:lnTo>
                  <a:lnTo>
                    <a:pt x="890782" y="408180"/>
                  </a:lnTo>
                  <a:lnTo>
                    <a:pt x="926413" y="462176"/>
                  </a:lnTo>
                  <a:lnTo>
                    <a:pt x="962045" y="515186"/>
                  </a:lnTo>
                  <a:lnTo>
                    <a:pt x="997676" y="567228"/>
                  </a:lnTo>
                  <a:lnTo>
                    <a:pt x="1033307" y="618320"/>
                  </a:lnTo>
                  <a:lnTo>
                    <a:pt x="1068939" y="668480"/>
                  </a:lnTo>
                  <a:lnTo>
                    <a:pt x="1104570" y="717723"/>
                  </a:lnTo>
                  <a:lnTo>
                    <a:pt x="1140201" y="766068"/>
                  </a:lnTo>
                  <a:lnTo>
                    <a:pt x="1175833" y="813530"/>
                  </a:lnTo>
                  <a:lnTo>
                    <a:pt x="1211464" y="860126"/>
                  </a:lnTo>
                  <a:lnTo>
                    <a:pt x="1247095" y="905871"/>
                  </a:lnTo>
                  <a:lnTo>
                    <a:pt x="1282727" y="950781"/>
                  </a:lnTo>
                  <a:lnTo>
                    <a:pt x="1318358" y="994871"/>
                  </a:lnTo>
                  <a:lnTo>
                    <a:pt x="1353989" y="1038156"/>
                  </a:lnTo>
                  <a:lnTo>
                    <a:pt x="1389620" y="1080651"/>
                  </a:lnTo>
                  <a:lnTo>
                    <a:pt x="1425252" y="1122371"/>
                  </a:lnTo>
                  <a:lnTo>
                    <a:pt x="1460883" y="1163328"/>
                  </a:lnTo>
                  <a:lnTo>
                    <a:pt x="1496514" y="1203538"/>
                  </a:lnTo>
                  <a:lnTo>
                    <a:pt x="1532146" y="1243014"/>
                  </a:lnTo>
                  <a:lnTo>
                    <a:pt x="1567777" y="1281769"/>
                  </a:lnTo>
                  <a:lnTo>
                    <a:pt x="1603408" y="1319817"/>
                  </a:lnTo>
                  <a:lnTo>
                    <a:pt x="1639040" y="1357170"/>
                  </a:lnTo>
                  <a:lnTo>
                    <a:pt x="1674671" y="1393841"/>
                  </a:lnTo>
                  <a:lnTo>
                    <a:pt x="1710302" y="1429843"/>
                  </a:lnTo>
                  <a:lnTo>
                    <a:pt x="1745934" y="1465187"/>
                  </a:lnTo>
                  <a:lnTo>
                    <a:pt x="1781565" y="1499886"/>
                  </a:lnTo>
                  <a:lnTo>
                    <a:pt x="1817196" y="1533952"/>
                  </a:lnTo>
                  <a:lnTo>
                    <a:pt x="1852827" y="1567396"/>
                  </a:lnTo>
                  <a:lnTo>
                    <a:pt x="1888459" y="1600229"/>
                  </a:lnTo>
                  <a:lnTo>
                    <a:pt x="1924090" y="1632463"/>
                  </a:lnTo>
                  <a:lnTo>
                    <a:pt x="1959721" y="1664109"/>
                  </a:lnTo>
                  <a:lnTo>
                    <a:pt x="1995353" y="1695176"/>
                  </a:lnTo>
                  <a:lnTo>
                    <a:pt x="2030984" y="1725677"/>
                  </a:lnTo>
                  <a:lnTo>
                    <a:pt x="2066615" y="1755621"/>
                  </a:lnTo>
                  <a:lnTo>
                    <a:pt x="2102247" y="1785018"/>
                  </a:lnTo>
                  <a:lnTo>
                    <a:pt x="2137878" y="1813878"/>
                  </a:lnTo>
                  <a:lnTo>
                    <a:pt x="2173509" y="1842212"/>
                  </a:lnTo>
                  <a:lnTo>
                    <a:pt x="2209141" y="1870028"/>
                  </a:lnTo>
                  <a:lnTo>
                    <a:pt x="2244772" y="1897337"/>
                  </a:lnTo>
                  <a:lnTo>
                    <a:pt x="2280403" y="1924147"/>
                  </a:lnTo>
                  <a:lnTo>
                    <a:pt x="2316034" y="1950467"/>
                  </a:lnTo>
                  <a:lnTo>
                    <a:pt x="2351666" y="1976307"/>
                  </a:lnTo>
                  <a:lnTo>
                    <a:pt x="2387297" y="2001676"/>
                  </a:lnTo>
                  <a:lnTo>
                    <a:pt x="2422928" y="2026581"/>
                  </a:lnTo>
                  <a:lnTo>
                    <a:pt x="2458560" y="2051032"/>
                  </a:lnTo>
                  <a:lnTo>
                    <a:pt x="2494191" y="2075036"/>
                  </a:lnTo>
                  <a:lnTo>
                    <a:pt x="2529822" y="2098602"/>
                  </a:lnTo>
                  <a:lnTo>
                    <a:pt x="2565454" y="2121737"/>
                  </a:lnTo>
                  <a:lnTo>
                    <a:pt x="2601085" y="2144451"/>
                  </a:lnTo>
                  <a:lnTo>
                    <a:pt x="2636716" y="2166750"/>
                  </a:lnTo>
                  <a:lnTo>
                    <a:pt x="2672348" y="2188641"/>
                  </a:lnTo>
                  <a:lnTo>
                    <a:pt x="2707979" y="2210133"/>
                  </a:lnTo>
                  <a:lnTo>
                    <a:pt x="2743610" y="2231233"/>
                  </a:lnTo>
                  <a:lnTo>
                    <a:pt x="2779241" y="2251947"/>
                  </a:lnTo>
                  <a:lnTo>
                    <a:pt x="2814873" y="2272284"/>
                  </a:lnTo>
                  <a:lnTo>
                    <a:pt x="2850504" y="2292249"/>
                  </a:lnTo>
                  <a:lnTo>
                    <a:pt x="2886135" y="2311849"/>
                  </a:lnTo>
                  <a:lnTo>
                    <a:pt x="2921767" y="2331092"/>
                  </a:lnTo>
                  <a:lnTo>
                    <a:pt x="2957398" y="2349983"/>
                  </a:lnTo>
                  <a:lnTo>
                    <a:pt x="2993029" y="2368530"/>
                  </a:lnTo>
                  <a:lnTo>
                    <a:pt x="3028661" y="2386738"/>
                  </a:lnTo>
                  <a:lnTo>
                    <a:pt x="3064292" y="2404614"/>
                  </a:lnTo>
                  <a:lnTo>
                    <a:pt x="3099923" y="2422163"/>
                  </a:lnTo>
                  <a:lnTo>
                    <a:pt x="3135555" y="2439392"/>
                  </a:lnTo>
                  <a:lnTo>
                    <a:pt x="3171186" y="2456306"/>
                  </a:lnTo>
                  <a:lnTo>
                    <a:pt x="3206817" y="2472912"/>
                  </a:lnTo>
                  <a:lnTo>
                    <a:pt x="3242448" y="2489214"/>
                  </a:lnTo>
                  <a:lnTo>
                    <a:pt x="3278080" y="2505219"/>
                  </a:lnTo>
                  <a:lnTo>
                    <a:pt x="3313711" y="2520932"/>
                  </a:lnTo>
                  <a:lnTo>
                    <a:pt x="3349342" y="2536357"/>
                  </a:lnTo>
                  <a:lnTo>
                    <a:pt x="3384974" y="2551502"/>
                  </a:lnTo>
                  <a:lnTo>
                    <a:pt x="3420605" y="2565167"/>
                  </a:lnTo>
                  <a:lnTo>
                    <a:pt x="3456236" y="2570383"/>
                  </a:lnTo>
                  <a:lnTo>
                    <a:pt x="3491868" y="2575565"/>
                  </a:lnTo>
                  <a:lnTo>
                    <a:pt x="3527499" y="2580714"/>
                  </a:lnTo>
                  <a:lnTo>
                    <a:pt x="3563130" y="2585829"/>
                  </a:lnTo>
                  <a:lnTo>
                    <a:pt x="3598762" y="2590910"/>
                  </a:lnTo>
                  <a:lnTo>
                    <a:pt x="3634393" y="2595959"/>
                  </a:lnTo>
                  <a:lnTo>
                    <a:pt x="3670024" y="2600974"/>
                  </a:lnTo>
                  <a:lnTo>
                    <a:pt x="3705655" y="2605957"/>
                  </a:lnTo>
                  <a:lnTo>
                    <a:pt x="3741287" y="2610908"/>
                  </a:lnTo>
                  <a:lnTo>
                    <a:pt x="3776918" y="2615826"/>
                  </a:lnTo>
                  <a:lnTo>
                    <a:pt x="3812549" y="2620712"/>
                  </a:lnTo>
                  <a:lnTo>
                    <a:pt x="3848181" y="2625566"/>
                  </a:lnTo>
                  <a:lnTo>
                    <a:pt x="3883812" y="2630389"/>
                  </a:lnTo>
                  <a:lnTo>
                    <a:pt x="3919443" y="2635180"/>
                  </a:lnTo>
                  <a:lnTo>
                    <a:pt x="3955075" y="2639940"/>
                  </a:lnTo>
                  <a:lnTo>
                    <a:pt x="3990706" y="2644670"/>
                  </a:lnTo>
                  <a:lnTo>
                    <a:pt x="4026337" y="2649368"/>
                  </a:lnTo>
                  <a:lnTo>
                    <a:pt x="4061968" y="2654035"/>
                  </a:lnTo>
                  <a:lnTo>
                    <a:pt x="4097600" y="2658673"/>
                  </a:lnTo>
                  <a:lnTo>
                    <a:pt x="4133231" y="2663280"/>
                  </a:lnTo>
                  <a:lnTo>
                    <a:pt x="4168862" y="2667857"/>
                  </a:lnTo>
                  <a:lnTo>
                    <a:pt x="4204494" y="2672404"/>
                  </a:lnTo>
                  <a:lnTo>
                    <a:pt x="4240125" y="2676922"/>
                  </a:lnTo>
                  <a:lnTo>
                    <a:pt x="4275756" y="2681410"/>
                  </a:lnTo>
                  <a:lnTo>
                    <a:pt x="4311388" y="2685869"/>
                  </a:lnTo>
                  <a:lnTo>
                    <a:pt x="4347019" y="2690299"/>
                  </a:lnTo>
                  <a:lnTo>
                    <a:pt x="4382650" y="2694700"/>
                  </a:lnTo>
                  <a:lnTo>
                    <a:pt x="4418282" y="2699072"/>
                  </a:lnTo>
                  <a:lnTo>
                    <a:pt x="4453913" y="2703416"/>
                  </a:lnTo>
                  <a:lnTo>
                    <a:pt x="4489544" y="2707732"/>
                  </a:lnTo>
                  <a:lnTo>
                    <a:pt x="4525175" y="2712019"/>
                  </a:lnTo>
                  <a:lnTo>
                    <a:pt x="4560807" y="2716279"/>
                  </a:lnTo>
                  <a:lnTo>
                    <a:pt x="4596438" y="2720510"/>
                  </a:lnTo>
                  <a:lnTo>
                    <a:pt x="4632069" y="2724715"/>
                  </a:lnTo>
                  <a:lnTo>
                    <a:pt x="4667701" y="2728891"/>
                  </a:lnTo>
                  <a:lnTo>
                    <a:pt x="4703332" y="2733041"/>
                  </a:lnTo>
                  <a:lnTo>
                    <a:pt x="4738963" y="2737164"/>
                  </a:lnTo>
                  <a:lnTo>
                    <a:pt x="4774595" y="2741259"/>
                  </a:lnTo>
                  <a:lnTo>
                    <a:pt x="4810226" y="2745329"/>
                  </a:lnTo>
                  <a:lnTo>
                    <a:pt x="4845857" y="2749371"/>
                  </a:lnTo>
                  <a:lnTo>
                    <a:pt x="4881489" y="2753387"/>
                  </a:lnTo>
                  <a:lnTo>
                    <a:pt x="4917120" y="2757377"/>
                  </a:lnTo>
                  <a:lnTo>
                    <a:pt x="4952751" y="2761341"/>
                  </a:lnTo>
                  <a:lnTo>
                    <a:pt x="4988382" y="2765280"/>
                  </a:lnTo>
                  <a:lnTo>
                    <a:pt x="5024014" y="2769192"/>
                  </a:lnTo>
                  <a:lnTo>
                    <a:pt x="5059645" y="2773079"/>
                  </a:lnTo>
                  <a:lnTo>
                    <a:pt x="5095276" y="2776941"/>
                  </a:lnTo>
                  <a:lnTo>
                    <a:pt x="5130908" y="2780778"/>
                  </a:lnTo>
                  <a:lnTo>
                    <a:pt x="5166539" y="2784590"/>
                  </a:lnTo>
                  <a:lnTo>
                    <a:pt x="5202170" y="2788376"/>
                  </a:lnTo>
                  <a:lnTo>
                    <a:pt x="5237802" y="2792138"/>
                  </a:lnTo>
                  <a:lnTo>
                    <a:pt x="5273433" y="2795876"/>
                  </a:lnTo>
                  <a:lnTo>
                    <a:pt x="5309064" y="2799589"/>
                  </a:lnTo>
                  <a:lnTo>
                    <a:pt x="5344696" y="2803279"/>
                  </a:lnTo>
                  <a:lnTo>
                    <a:pt x="5380327" y="2806944"/>
                  </a:lnTo>
                  <a:lnTo>
                    <a:pt x="5415958" y="2810585"/>
                  </a:lnTo>
                  <a:lnTo>
                    <a:pt x="5451589" y="2814202"/>
                  </a:lnTo>
                  <a:lnTo>
                    <a:pt x="5487221" y="2817796"/>
                  </a:lnTo>
                  <a:lnTo>
                    <a:pt x="5522852" y="2821367"/>
                  </a:lnTo>
                  <a:lnTo>
                    <a:pt x="5558483" y="2824914"/>
                  </a:lnTo>
                  <a:lnTo>
                    <a:pt x="5594115" y="2828438"/>
                  </a:lnTo>
                  <a:lnTo>
                    <a:pt x="5629746" y="2831939"/>
                  </a:lnTo>
                  <a:lnTo>
                    <a:pt x="5665377" y="2835418"/>
                  </a:lnTo>
                  <a:lnTo>
                    <a:pt x="5701009" y="2838873"/>
                  </a:lnTo>
                  <a:lnTo>
                    <a:pt x="5736640" y="2842307"/>
                  </a:lnTo>
                  <a:lnTo>
                    <a:pt x="5772271" y="2845717"/>
                  </a:lnTo>
                  <a:lnTo>
                    <a:pt x="5807903" y="2849106"/>
                  </a:lnTo>
                  <a:lnTo>
                    <a:pt x="5843534" y="2852473"/>
                  </a:lnTo>
                  <a:lnTo>
                    <a:pt x="5879165" y="2855817"/>
                  </a:lnTo>
                  <a:lnTo>
                    <a:pt x="5914796" y="2859140"/>
                  </a:lnTo>
                  <a:lnTo>
                    <a:pt x="5950428" y="2862441"/>
                  </a:lnTo>
                  <a:lnTo>
                    <a:pt x="5986059" y="2865721"/>
                  </a:lnTo>
                  <a:lnTo>
                    <a:pt x="6021690" y="2868979"/>
                  </a:lnTo>
                  <a:lnTo>
                    <a:pt x="6057322" y="2872216"/>
                  </a:lnTo>
                  <a:lnTo>
                    <a:pt x="6092953" y="2875432"/>
                  </a:lnTo>
                  <a:lnTo>
                    <a:pt x="6128584" y="2878627"/>
                  </a:lnTo>
                  <a:lnTo>
                    <a:pt x="6164216" y="2881802"/>
                  </a:lnTo>
                  <a:lnTo>
                    <a:pt x="6199847" y="2884955"/>
                  </a:lnTo>
                  <a:lnTo>
                    <a:pt x="6235478" y="2888088"/>
                  </a:lnTo>
                  <a:lnTo>
                    <a:pt x="6271110" y="2891201"/>
                  </a:lnTo>
                  <a:lnTo>
                    <a:pt x="6306741" y="2894293"/>
                  </a:lnTo>
                  <a:lnTo>
                    <a:pt x="6342372" y="2897365"/>
                  </a:lnTo>
                  <a:lnTo>
                    <a:pt x="6378003" y="2900417"/>
                  </a:lnTo>
                  <a:lnTo>
                    <a:pt x="6413635" y="2903450"/>
                  </a:lnTo>
                  <a:lnTo>
                    <a:pt x="6449266" y="2906462"/>
                  </a:lnTo>
                  <a:lnTo>
                    <a:pt x="6484897" y="2909455"/>
                  </a:lnTo>
                  <a:lnTo>
                    <a:pt x="6520529" y="2912429"/>
                  </a:lnTo>
                  <a:lnTo>
                    <a:pt x="6556160" y="2915383"/>
                  </a:lnTo>
                  <a:lnTo>
                    <a:pt x="6591791" y="2918318"/>
                  </a:lnTo>
                  <a:lnTo>
                    <a:pt x="6627423" y="2921233"/>
                  </a:lnTo>
                  <a:lnTo>
                    <a:pt x="6663054" y="2924130"/>
                  </a:lnTo>
                  <a:lnTo>
                    <a:pt x="6698685" y="2927008"/>
                  </a:lnTo>
                  <a:lnTo>
                    <a:pt x="6734317" y="2929867"/>
                  </a:lnTo>
                  <a:lnTo>
                    <a:pt x="6769948" y="2932707"/>
                  </a:lnTo>
                  <a:lnTo>
                    <a:pt x="6805579" y="2935529"/>
                  </a:lnTo>
                  <a:lnTo>
                    <a:pt x="6841210" y="2938333"/>
                  </a:lnTo>
                  <a:lnTo>
                    <a:pt x="6876842" y="2941118"/>
                  </a:lnTo>
                  <a:lnTo>
                    <a:pt x="6912473" y="2943885"/>
                  </a:lnTo>
                  <a:lnTo>
                    <a:pt x="6948104" y="2946634"/>
                  </a:lnTo>
                  <a:lnTo>
                    <a:pt x="6983736" y="2949366"/>
                  </a:lnTo>
                  <a:lnTo>
                    <a:pt x="7019367" y="2952079"/>
                  </a:lnTo>
                  <a:lnTo>
                    <a:pt x="7054998" y="2954775"/>
                  </a:lnTo>
                  <a:lnTo>
                    <a:pt x="7090630" y="2957453"/>
                  </a:lnTo>
                  <a:lnTo>
                    <a:pt x="7090630" y="3246054"/>
                  </a:lnTo>
                  <a:lnTo>
                    <a:pt x="7054998" y="3243825"/>
                  </a:lnTo>
                  <a:lnTo>
                    <a:pt x="7019367" y="3241555"/>
                  </a:lnTo>
                  <a:lnTo>
                    <a:pt x="6983736" y="3239242"/>
                  </a:lnTo>
                  <a:lnTo>
                    <a:pt x="6948104" y="3236887"/>
                  </a:lnTo>
                  <a:lnTo>
                    <a:pt x="6912473" y="3234487"/>
                  </a:lnTo>
                  <a:lnTo>
                    <a:pt x="6876842" y="3232044"/>
                  </a:lnTo>
                  <a:lnTo>
                    <a:pt x="6841210" y="3229554"/>
                  </a:lnTo>
                  <a:lnTo>
                    <a:pt x="6805579" y="3227019"/>
                  </a:lnTo>
                  <a:lnTo>
                    <a:pt x="6769948" y="3224436"/>
                  </a:lnTo>
                  <a:lnTo>
                    <a:pt x="6734317" y="3221805"/>
                  </a:lnTo>
                  <a:lnTo>
                    <a:pt x="6698685" y="3219125"/>
                  </a:lnTo>
                  <a:lnTo>
                    <a:pt x="6663054" y="3216396"/>
                  </a:lnTo>
                  <a:lnTo>
                    <a:pt x="6627423" y="3213615"/>
                  </a:lnTo>
                  <a:lnTo>
                    <a:pt x="6591791" y="3210783"/>
                  </a:lnTo>
                  <a:lnTo>
                    <a:pt x="6556160" y="3207899"/>
                  </a:lnTo>
                  <a:lnTo>
                    <a:pt x="6520529" y="3204960"/>
                  </a:lnTo>
                  <a:lnTo>
                    <a:pt x="6484897" y="3201967"/>
                  </a:lnTo>
                  <a:lnTo>
                    <a:pt x="6449266" y="3198919"/>
                  </a:lnTo>
                  <a:lnTo>
                    <a:pt x="6413635" y="3195813"/>
                  </a:lnTo>
                  <a:lnTo>
                    <a:pt x="6378003" y="3192650"/>
                  </a:lnTo>
                  <a:lnTo>
                    <a:pt x="6342372" y="3189428"/>
                  </a:lnTo>
                  <a:lnTo>
                    <a:pt x="6306741" y="3186147"/>
                  </a:lnTo>
                  <a:lnTo>
                    <a:pt x="6271110" y="3182804"/>
                  </a:lnTo>
                  <a:lnTo>
                    <a:pt x="6235478" y="3179399"/>
                  </a:lnTo>
                  <a:lnTo>
                    <a:pt x="6199847" y="3175931"/>
                  </a:lnTo>
                  <a:lnTo>
                    <a:pt x="6164216" y="3172398"/>
                  </a:lnTo>
                  <a:lnTo>
                    <a:pt x="6128584" y="3168799"/>
                  </a:lnTo>
                  <a:lnTo>
                    <a:pt x="6092953" y="3165134"/>
                  </a:lnTo>
                  <a:lnTo>
                    <a:pt x="6057322" y="3161400"/>
                  </a:lnTo>
                  <a:lnTo>
                    <a:pt x="6021690" y="3157598"/>
                  </a:lnTo>
                  <a:lnTo>
                    <a:pt x="5986059" y="3153724"/>
                  </a:lnTo>
                  <a:lnTo>
                    <a:pt x="5950428" y="3149778"/>
                  </a:lnTo>
                  <a:lnTo>
                    <a:pt x="5914796" y="3145759"/>
                  </a:lnTo>
                  <a:lnTo>
                    <a:pt x="5879165" y="3141665"/>
                  </a:lnTo>
                  <a:lnTo>
                    <a:pt x="5843534" y="3137495"/>
                  </a:lnTo>
                  <a:lnTo>
                    <a:pt x="5807903" y="3133248"/>
                  </a:lnTo>
                  <a:lnTo>
                    <a:pt x="5772271" y="3128921"/>
                  </a:lnTo>
                  <a:lnTo>
                    <a:pt x="5736640" y="3124514"/>
                  </a:lnTo>
                  <a:lnTo>
                    <a:pt x="5701009" y="3120025"/>
                  </a:lnTo>
                  <a:lnTo>
                    <a:pt x="5665377" y="3115453"/>
                  </a:lnTo>
                  <a:lnTo>
                    <a:pt x="5629746" y="3110796"/>
                  </a:lnTo>
                  <a:lnTo>
                    <a:pt x="5594115" y="3106052"/>
                  </a:lnTo>
                  <a:lnTo>
                    <a:pt x="5558483" y="3101220"/>
                  </a:lnTo>
                  <a:lnTo>
                    <a:pt x="5522852" y="3096298"/>
                  </a:lnTo>
                  <a:lnTo>
                    <a:pt x="5487221" y="3091284"/>
                  </a:lnTo>
                  <a:lnTo>
                    <a:pt x="5451589" y="3086177"/>
                  </a:lnTo>
                  <a:lnTo>
                    <a:pt x="5415958" y="3080975"/>
                  </a:lnTo>
                  <a:lnTo>
                    <a:pt x="5380327" y="3075677"/>
                  </a:lnTo>
                  <a:lnTo>
                    <a:pt x="5344696" y="3070280"/>
                  </a:lnTo>
                  <a:lnTo>
                    <a:pt x="5309064" y="3064783"/>
                  </a:lnTo>
                  <a:lnTo>
                    <a:pt x="5273433" y="3059183"/>
                  </a:lnTo>
                  <a:lnTo>
                    <a:pt x="5237802" y="3053479"/>
                  </a:lnTo>
                  <a:lnTo>
                    <a:pt x="5202170" y="3047669"/>
                  </a:lnTo>
                  <a:lnTo>
                    <a:pt x="5166539" y="3041752"/>
                  </a:lnTo>
                  <a:lnTo>
                    <a:pt x="5130908" y="3035724"/>
                  </a:lnTo>
                  <a:lnTo>
                    <a:pt x="5095276" y="3029584"/>
                  </a:lnTo>
                  <a:lnTo>
                    <a:pt x="5059645" y="3023330"/>
                  </a:lnTo>
                  <a:lnTo>
                    <a:pt x="5024014" y="3016959"/>
                  </a:lnTo>
                  <a:lnTo>
                    <a:pt x="4988382" y="3010470"/>
                  </a:lnTo>
                  <a:lnTo>
                    <a:pt x="4952751" y="3003861"/>
                  </a:lnTo>
                  <a:lnTo>
                    <a:pt x="4917120" y="2997128"/>
                  </a:lnTo>
                  <a:lnTo>
                    <a:pt x="4881489" y="2990271"/>
                  </a:lnTo>
                  <a:lnTo>
                    <a:pt x="4845857" y="2983285"/>
                  </a:lnTo>
                  <a:lnTo>
                    <a:pt x="4810226" y="2976170"/>
                  </a:lnTo>
                  <a:lnTo>
                    <a:pt x="4774595" y="2968923"/>
                  </a:lnTo>
                  <a:lnTo>
                    <a:pt x="4738963" y="2961541"/>
                  </a:lnTo>
                  <a:lnTo>
                    <a:pt x="4703332" y="2954022"/>
                  </a:lnTo>
                  <a:lnTo>
                    <a:pt x="4667701" y="2946362"/>
                  </a:lnTo>
                  <a:lnTo>
                    <a:pt x="4632069" y="2938561"/>
                  </a:lnTo>
                  <a:lnTo>
                    <a:pt x="4596438" y="2930614"/>
                  </a:lnTo>
                  <a:lnTo>
                    <a:pt x="4560807" y="2922519"/>
                  </a:lnTo>
                  <a:lnTo>
                    <a:pt x="4525175" y="2914274"/>
                  </a:lnTo>
                  <a:lnTo>
                    <a:pt x="4489544" y="2905876"/>
                  </a:lnTo>
                  <a:lnTo>
                    <a:pt x="4453913" y="2897322"/>
                  </a:lnTo>
                  <a:lnTo>
                    <a:pt x="4418282" y="2888608"/>
                  </a:lnTo>
                  <a:lnTo>
                    <a:pt x="4382650" y="2879732"/>
                  </a:lnTo>
                  <a:lnTo>
                    <a:pt x="4347019" y="2870692"/>
                  </a:lnTo>
                  <a:lnTo>
                    <a:pt x="4311388" y="2861483"/>
                  </a:lnTo>
                  <a:lnTo>
                    <a:pt x="4275756" y="2852103"/>
                  </a:lnTo>
                  <a:lnTo>
                    <a:pt x="4240125" y="2842548"/>
                  </a:lnTo>
                  <a:lnTo>
                    <a:pt x="4204494" y="2832816"/>
                  </a:lnTo>
                  <a:lnTo>
                    <a:pt x="4168862" y="2822903"/>
                  </a:lnTo>
                  <a:lnTo>
                    <a:pt x="4133231" y="2812806"/>
                  </a:lnTo>
                  <a:lnTo>
                    <a:pt x="4097600" y="2802521"/>
                  </a:lnTo>
                  <a:lnTo>
                    <a:pt x="4061968" y="2792044"/>
                  </a:lnTo>
                  <a:lnTo>
                    <a:pt x="4026337" y="2781373"/>
                  </a:lnTo>
                  <a:lnTo>
                    <a:pt x="3990706" y="2770503"/>
                  </a:lnTo>
                  <a:lnTo>
                    <a:pt x="3955075" y="2759432"/>
                  </a:lnTo>
                  <a:lnTo>
                    <a:pt x="3919443" y="2748154"/>
                  </a:lnTo>
                  <a:lnTo>
                    <a:pt x="3883812" y="2736667"/>
                  </a:lnTo>
                  <a:lnTo>
                    <a:pt x="3848181" y="2724966"/>
                  </a:lnTo>
                  <a:lnTo>
                    <a:pt x="3812549" y="2713047"/>
                  </a:lnTo>
                  <a:lnTo>
                    <a:pt x="3776918" y="2700907"/>
                  </a:lnTo>
                  <a:lnTo>
                    <a:pt x="3741287" y="2688541"/>
                  </a:lnTo>
                  <a:lnTo>
                    <a:pt x="3705655" y="2675945"/>
                  </a:lnTo>
                  <a:lnTo>
                    <a:pt x="3670024" y="2663115"/>
                  </a:lnTo>
                  <a:lnTo>
                    <a:pt x="3634393" y="2650046"/>
                  </a:lnTo>
                  <a:lnTo>
                    <a:pt x="3598762" y="2636734"/>
                  </a:lnTo>
                  <a:lnTo>
                    <a:pt x="3563130" y="2623175"/>
                  </a:lnTo>
                  <a:lnTo>
                    <a:pt x="3527499" y="2609364"/>
                  </a:lnTo>
                  <a:lnTo>
                    <a:pt x="3491868" y="2595295"/>
                  </a:lnTo>
                  <a:lnTo>
                    <a:pt x="3456236" y="2580966"/>
                  </a:lnTo>
                  <a:lnTo>
                    <a:pt x="3420605" y="2566369"/>
                  </a:lnTo>
                  <a:lnTo>
                    <a:pt x="3384974" y="2559917"/>
                  </a:lnTo>
                  <a:lnTo>
                    <a:pt x="3349342" y="2554632"/>
                  </a:lnTo>
                  <a:lnTo>
                    <a:pt x="3313711" y="2549312"/>
                  </a:lnTo>
                  <a:lnTo>
                    <a:pt x="3278080" y="2543958"/>
                  </a:lnTo>
                  <a:lnTo>
                    <a:pt x="3242448" y="2538569"/>
                  </a:lnTo>
                  <a:lnTo>
                    <a:pt x="3206817" y="2533144"/>
                  </a:lnTo>
                  <a:lnTo>
                    <a:pt x="3171186" y="2527684"/>
                  </a:lnTo>
                  <a:lnTo>
                    <a:pt x="3135555" y="2522188"/>
                  </a:lnTo>
                  <a:lnTo>
                    <a:pt x="3099923" y="2516655"/>
                  </a:lnTo>
                  <a:lnTo>
                    <a:pt x="3064292" y="2511087"/>
                  </a:lnTo>
                  <a:lnTo>
                    <a:pt x="3028661" y="2505482"/>
                  </a:lnTo>
                  <a:lnTo>
                    <a:pt x="2993029" y="2499840"/>
                  </a:lnTo>
                  <a:lnTo>
                    <a:pt x="2957398" y="2494162"/>
                  </a:lnTo>
                  <a:lnTo>
                    <a:pt x="2921767" y="2488446"/>
                  </a:lnTo>
                  <a:lnTo>
                    <a:pt x="2886135" y="2482692"/>
                  </a:lnTo>
                  <a:lnTo>
                    <a:pt x="2850504" y="2476901"/>
                  </a:lnTo>
                  <a:lnTo>
                    <a:pt x="2814873" y="2471072"/>
                  </a:lnTo>
                  <a:lnTo>
                    <a:pt x="2779241" y="2465205"/>
                  </a:lnTo>
                  <a:lnTo>
                    <a:pt x="2743610" y="2459299"/>
                  </a:lnTo>
                  <a:lnTo>
                    <a:pt x="2707979" y="2453354"/>
                  </a:lnTo>
                  <a:lnTo>
                    <a:pt x="2672348" y="2447371"/>
                  </a:lnTo>
                  <a:lnTo>
                    <a:pt x="2636716" y="2441348"/>
                  </a:lnTo>
                  <a:lnTo>
                    <a:pt x="2601085" y="2435286"/>
                  </a:lnTo>
                  <a:lnTo>
                    <a:pt x="2565454" y="2429184"/>
                  </a:lnTo>
                  <a:lnTo>
                    <a:pt x="2529822" y="2423042"/>
                  </a:lnTo>
                  <a:lnTo>
                    <a:pt x="2494191" y="2416860"/>
                  </a:lnTo>
                  <a:lnTo>
                    <a:pt x="2458560" y="2410637"/>
                  </a:lnTo>
                  <a:lnTo>
                    <a:pt x="2422928" y="2404373"/>
                  </a:lnTo>
                  <a:lnTo>
                    <a:pt x="2387297" y="2398069"/>
                  </a:lnTo>
                  <a:lnTo>
                    <a:pt x="2351666" y="2391723"/>
                  </a:lnTo>
                  <a:lnTo>
                    <a:pt x="2316034" y="2385335"/>
                  </a:lnTo>
                  <a:lnTo>
                    <a:pt x="2280403" y="2378906"/>
                  </a:lnTo>
                  <a:lnTo>
                    <a:pt x="2244772" y="2372434"/>
                  </a:lnTo>
                  <a:lnTo>
                    <a:pt x="2209141" y="2365920"/>
                  </a:lnTo>
                  <a:lnTo>
                    <a:pt x="2173509" y="2359363"/>
                  </a:lnTo>
                  <a:lnTo>
                    <a:pt x="2137878" y="2352763"/>
                  </a:lnTo>
                  <a:lnTo>
                    <a:pt x="2102247" y="2346120"/>
                  </a:lnTo>
                  <a:lnTo>
                    <a:pt x="2066615" y="2339434"/>
                  </a:lnTo>
                  <a:lnTo>
                    <a:pt x="2030984" y="2332703"/>
                  </a:lnTo>
                  <a:lnTo>
                    <a:pt x="1995353" y="2325928"/>
                  </a:lnTo>
                  <a:lnTo>
                    <a:pt x="1959721" y="2319109"/>
                  </a:lnTo>
                  <a:lnTo>
                    <a:pt x="1924090" y="2312246"/>
                  </a:lnTo>
                  <a:lnTo>
                    <a:pt x="1888459" y="2305337"/>
                  </a:lnTo>
                  <a:lnTo>
                    <a:pt x="1852827" y="2298383"/>
                  </a:lnTo>
                  <a:lnTo>
                    <a:pt x="1817196" y="2291383"/>
                  </a:lnTo>
                  <a:lnTo>
                    <a:pt x="1781565" y="2284338"/>
                  </a:lnTo>
                  <a:lnTo>
                    <a:pt x="1745934" y="2277246"/>
                  </a:lnTo>
                  <a:lnTo>
                    <a:pt x="1710302" y="2270108"/>
                  </a:lnTo>
                  <a:lnTo>
                    <a:pt x="1674671" y="2262923"/>
                  </a:lnTo>
                  <a:lnTo>
                    <a:pt x="1639040" y="2255691"/>
                  </a:lnTo>
                  <a:lnTo>
                    <a:pt x="1603408" y="2248411"/>
                  </a:lnTo>
                  <a:lnTo>
                    <a:pt x="1567777" y="2241084"/>
                  </a:lnTo>
                  <a:lnTo>
                    <a:pt x="1532146" y="2233709"/>
                  </a:lnTo>
                  <a:lnTo>
                    <a:pt x="1496514" y="2226285"/>
                  </a:lnTo>
                  <a:lnTo>
                    <a:pt x="1460883" y="2218813"/>
                  </a:lnTo>
                  <a:lnTo>
                    <a:pt x="1425252" y="2211291"/>
                  </a:lnTo>
                  <a:lnTo>
                    <a:pt x="1389620" y="2203721"/>
                  </a:lnTo>
                  <a:lnTo>
                    <a:pt x="1353989" y="2196100"/>
                  </a:lnTo>
                  <a:lnTo>
                    <a:pt x="1318358" y="2188430"/>
                  </a:lnTo>
                  <a:lnTo>
                    <a:pt x="1282727" y="2180709"/>
                  </a:lnTo>
                  <a:lnTo>
                    <a:pt x="1247095" y="2172938"/>
                  </a:lnTo>
                  <a:lnTo>
                    <a:pt x="1211464" y="2165116"/>
                  </a:lnTo>
                  <a:lnTo>
                    <a:pt x="1175833" y="2157243"/>
                  </a:lnTo>
                  <a:lnTo>
                    <a:pt x="1140201" y="2149318"/>
                  </a:lnTo>
                  <a:lnTo>
                    <a:pt x="1104570" y="2141341"/>
                  </a:lnTo>
                  <a:lnTo>
                    <a:pt x="1068939" y="2133311"/>
                  </a:lnTo>
                  <a:lnTo>
                    <a:pt x="1033307" y="2125229"/>
                  </a:lnTo>
                  <a:lnTo>
                    <a:pt x="997676" y="2117094"/>
                  </a:lnTo>
                  <a:lnTo>
                    <a:pt x="962045" y="2108906"/>
                  </a:lnTo>
                  <a:lnTo>
                    <a:pt x="926413" y="2100664"/>
                  </a:lnTo>
                  <a:lnTo>
                    <a:pt x="890782" y="2092368"/>
                  </a:lnTo>
                  <a:lnTo>
                    <a:pt x="855151" y="2084018"/>
                  </a:lnTo>
                  <a:lnTo>
                    <a:pt x="819520" y="2075613"/>
                  </a:lnTo>
                  <a:lnTo>
                    <a:pt x="783888" y="2067152"/>
                  </a:lnTo>
                  <a:lnTo>
                    <a:pt x="748257" y="2058636"/>
                  </a:lnTo>
                  <a:lnTo>
                    <a:pt x="712626" y="2050065"/>
                  </a:lnTo>
                  <a:lnTo>
                    <a:pt x="676994" y="2041437"/>
                  </a:lnTo>
                  <a:lnTo>
                    <a:pt x="641363" y="2032753"/>
                  </a:lnTo>
                  <a:lnTo>
                    <a:pt x="605732" y="2024011"/>
                  </a:lnTo>
                  <a:lnTo>
                    <a:pt x="570100" y="2015213"/>
                  </a:lnTo>
                  <a:lnTo>
                    <a:pt x="534469" y="2006356"/>
                  </a:lnTo>
                  <a:lnTo>
                    <a:pt x="498838" y="1997442"/>
                  </a:lnTo>
                  <a:lnTo>
                    <a:pt x="463206" y="1988469"/>
                  </a:lnTo>
                  <a:lnTo>
                    <a:pt x="427575" y="1979438"/>
                  </a:lnTo>
                  <a:lnTo>
                    <a:pt x="391944" y="1970347"/>
                  </a:lnTo>
                  <a:lnTo>
                    <a:pt x="356313" y="1961196"/>
                  </a:lnTo>
                  <a:lnTo>
                    <a:pt x="320681" y="1951986"/>
                  </a:lnTo>
                  <a:lnTo>
                    <a:pt x="285050" y="1942715"/>
                  </a:lnTo>
                  <a:lnTo>
                    <a:pt x="249419" y="1933383"/>
                  </a:lnTo>
                  <a:lnTo>
                    <a:pt x="213787" y="1923990"/>
                  </a:lnTo>
                  <a:lnTo>
                    <a:pt x="178156" y="1914536"/>
                  </a:lnTo>
                  <a:lnTo>
                    <a:pt x="142525" y="1905019"/>
                  </a:lnTo>
                  <a:lnTo>
                    <a:pt x="106893" y="1895440"/>
                  </a:lnTo>
                  <a:lnTo>
                    <a:pt x="71262" y="1885799"/>
                  </a:lnTo>
                  <a:lnTo>
                    <a:pt x="35631" y="1876094"/>
                  </a:lnTo>
                  <a:lnTo>
                    <a:pt x="0" y="186632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12828" y="2196947"/>
              <a:ext cx="6449851" cy="2957453"/>
            </a:xfrm>
            <a:custGeom>
              <a:avLst/>
              <a:pathLst>
                <a:path w="6449851" h="2957453">
                  <a:moveTo>
                    <a:pt x="0" y="0"/>
                  </a:moveTo>
                  <a:lnTo>
                    <a:pt x="584" y="1026"/>
                  </a:lnTo>
                  <a:lnTo>
                    <a:pt x="36216" y="62455"/>
                  </a:lnTo>
                  <a:lnTo>
                    <a:pt x="71847" y="122762"/>
                  </a:lnTo>
                  <a:lnTo>
                    <a:pt x="107478" y="181968"/>
                  </a:lnTo>
                  <a:lnTo>
                    <a:pt x="143109" y="240094"/>
                  </a:lnTo>
                  <a:lnTo>
                    <a:pt x="178741" y="297158"/>
                  </a:lnTo>
                  <a:lnTo>
                    <a:pt x="214372" y="353180"/>
                  </a:lnTo>
                  <a:lnTo>
                    <a:pt x="250003" y="408180"/>
                  </a:lnTo>
                  <a:lnTo>
                    <a:pt x="285635" y="462176"/>
                  </a:lnTo>
                  <a:lnTo>
                    <a:pt x="321266" y="515186"/>
                  </a:lnTo>
                  <a:lnTo>
                    <a:pt x="356897" y="567228"/>
                  </a:lnTo>
                  <a:lnTo>
                    <a:pt x="392529" y="618320"/>
                  </a:lnTo>
                  <a:lnTo>
                    <a:pt x="428160" y="668480"/>
                  </a:lnTo>
                  <a:lnTo>
                    <a:pt x="463791" y="717723"/>
                  </a:lnTo>
                  <a:lnTo>
                    <a:pt x="499423" y="766068"/>
                  </a:lnTo>
                  <a:lnTo>
                    <a:pt x="535054" y="813530"/>
                  </a:lnTo>
                  <a:lnTo>
                    <a:pt x="570685" y="860126"/>
                  </a:lnTo>
                  <a:lnTo>
                    <a:pt x="606316" y="905871"/>
                  </a:lnTo>
                  <a:lnTo>
                    <a:pt x="641948" y="950781"/>
                  </a:lnTo>
                  <a:lnTo>
                    <a:pt x="677579" y="994871"/>
                  </a:lnTo>
                  <a:lnTo>
                    <a:pt x="713210" y="1038156"/>
                  </a:lnTo>
                  <a:lnTo>
                    <a:pt x="748842" y="1080651"/>
                  </a:lnTo>
                  <a:lnTo>
                    <a:pt x="784473" y="1122371"/>
                  </a:lnTo>
                  <a:lnTo>
                    <a:pt x="820104" y="1163328"/>
                  </a:lnTo>
                  <a:lnTo>
                    <a:pt x="855736" y="1203538"/>
                  </a:lnTo>
                  <a:lnTo>
                    <a:pt x="891367" y="1243014"/>
                  </a:lnTo>
                  <a:lnTo>
                    <a:pt x="926998" y="1281769"/>
                  </a:lnTo>
                  <a:lnTo>
                    <a:pt x="962629" y="1319817"/>
                  </a:lnTo>
                  <a:lnTo>
                    <a:pt x="998261" y="1357170"/>
                  </a:lnTo>
                  <a:lnTo>
                    <a:pt x="1033892" y="1393841"/>
                  </a:lnTo>
                  <a:lnTo>
                    <a:pt x="1069523" y="1429843"/>
                  </a:lnTo>
                  <a:lnTo>
                    <a:pt x="1105155" y="1465187"/>
                  </a:lnTo>
                  <a:lnTo>
                    <a:pt x="1140786" y="1499886"/>
                  </a:lnTo>
                  <a:lnTo>
                    <a:pt x="1176417" y="1533952"/>
                  </a:lnTo>
                  <a:lnTo>
                    <a:pt x="1212049" y="1567396"/>
                  </a:lnTo>
                  <a:lnTo>
                    <a:pt x="1247680" y="1600229"/>
                  </a:lnTo>
                  <a:lnTo>
                    <a:pt x="1283311" y="1632463"/>
                  </a:lnTo>
                  <a:lnTo>
                    <a:pt x="1318943" y="1664109"/>
                  </a:lnTo>
                  <a:lnTo>
                    <a:pt x="1354574" y="1695176"/>
                  </a:lnTo>
                  <a:lnTo>
                    <a:pt x="1390205" y="1725677"/>
                  </a:lnTo>
                  <a:lnTo>
                    <a:pt x="1425836" y="1755621"/>
                  </a:lnTo>
                  <a:lnTo>
                    <a:pt x="1461468" y="1785018"/>
                  </a:lnTo>
                  <a:lnTo>
                    <a:pt x="1497099" y="1813878"/>
                  </a:lnTo>
                  <a:lnTo>
                    <a:pt x="1532730" y="1842212"/>
                  </a:lnTo>
                  <a:lnTo>
                    <a:pt x="1568362" y="1870028"/>
                  </a:lnTo>
                  <a:lnTo>
                    <a:pt x="1603993" y="1897337"/>
                  </a:lnTo>
                  <a:lnTo>
                    <a:pt x="1639624" y="1924147"/>
                  </a:lnTo>
                  <a:lnTo>
                    <a:pt x="1675256" y="1950467"/>
                  </a:lnTo>
                  <a:lnTo>
                    <a:pt x="1710887" y="1976307"/>
                  </a:lnTo>
                  <a:lnTo>
                    <a:pt x="1746518" y="2001676"/>
                  </a:lnTo>
                  <a:lnTo>
                    <a:pt x="1782150" y="2026581"/>
                  </a:lnTo>
                  <a:lnTo>
                    <a:pt x="1817781" y="2051032"/>
                  </a:lnTo>
                  <a:lnTo>
                    <a:pt x="1853412" y="2075036"/>
                  </a:lnTo>
                  <a:lnTo>
                    <a:pt x="1889043" y="2098602"/>
                  </a:lnTo>
                  <a:lnTo>
                    <a:pt x="1924675" y="2121737"/>
                  </a:lnTo>
                  <a:lnTo>
                    <a:pt x="1960306" y="2144451"/>
                  </a:lnTo>
                  <a:lnTo>
                    <a:pt x="1995937" y="2166750"/>
                  </a:lnTo>
                  <a:lnTo>
                    <a:pt x="2031569" y="2188641"/>
                  </a:lnTo>
                  <a:lnTo>
                    <a:pt x="2067200" y="2210133"/>
                  </a:lnTo>
                  <a:lnTo>
                    <a:pt x="2102831" y="2231233"/>
                  </a:lnTo>
                  <a:lnTo>
                    <a:pt x="2138463" y="2251947"/>
                  </a:lnTo>
                  <a:lnTo>
                    <a:pt x="2174094" y="2272284"/>
                  </a:lnTo>
                  <a:lnTo>
                    <a:pt x="2209725" y="2292249"/>
                  </a:lnTo>
                  <a:lnTo>
                    <a:pt x="2245357" y="2311849"/>
                  </a:lnTo>
                  <a:lnTo>
                    <a:pt x="2280988" y="2331092"/>
                  </a:lnTo>
                  <a:lnTo>
                    <a:pt x="2316619" y="2349983"/>
                  </a:lnTo>
                  <a:lnTo>
                    <a:pt x="2352250" y="2368530"/>
                  </a:lnTo>
                  <a:lnTo>
                    <a:pt x="2387882" y="2386738"/>
                  </a:lnTo>
                  <a:lnTo>
                    <a:pt x="2423513" y="2404614"/>
                  </a:lnTo>
                  <a:lnTo>
                    <a:pt x="2459144" y="2422163"/>
                  </a:lnTo>
                  <a:lnTo>
                    <a:pt x="2494776" y="2439392"/>
                  </a:lnTo>
                  <a:lnTo>
                    <a:pt x="2530407" y="2456306"/>
                  </a:lnTo>
                  <a:lnTo>
                    <a:pt x="2566038" y="2472912"/>
                  </a:lnTo>
                  <a:lnTo>
                    <a:pt x="2601670" y="2489214"/>
                  </a:lnTo>
                  <a:lnTo>
                    <a:pt x="2637301" y="2505219"/>
                  </a:lnTo>
                  <a:lnTo>
                    <a:pt x="2672932" y="2520932"/>
                  </a:lnTo>
                  <a:lnTo>
                    <a:pt x="2708564" y="2536357"/>
                  </a:lnTo>
                  <a:lnTo>
                    <a:pt x="2744195" y="2551502"/>
                  </a:lnTo>
                  <a:lnTo>
                    <a:pt x="2779826" y="2565167"/>
                  </a:lnTo>
                  <a:lnTo>
                    <a:pt x="2815457" y="2570383"/>
                  </a:lnTo>
                  <a:lnTo>
                    <a:pt x="2851089" y="2575565"/>
                  </a:lnTo>
                  <a:lnTo>
                    <a:pt x="2886720" y="2580714"/>
                  </a:lnTo>
                  <a:lnTo>
                    <a:pt x="2922351" y="2585829"/>
                  </a:lnTo>
                  <a:lnTo>
                    <a:pt x="2957983" y="2590910"/>
                  </a:lnTo>
                  <a:lnTo>
                    <a:pt x="2993614" y="2595959"/>
                  </a:lnTo>
                  <a:lnTo>
                    <a:pt x="3029245" y="2600974"/>
                  </a:lnTo>
                  <a:lnTo>
                    <a:pt x="3064877" y="2605957"/>
                  </a:lnTo>
                  <a:lnTo>
                    <a:pt x="3100508" y="2610908"/>
                  </a:lnTo>
                  <a:lnTo>
                    <a:pt x="3136139" y="2615826"/>
                  </a:lnTo>
                  <a:lnTo>
                    <a:pt x="3171771" y="2620712"/>
                  </a:lnTo>
                  <a:lnTo>
                    <a:pt x="3207402" y="2625566"/>
                  </a:lnTo>
                  <a:lnTo>
                    <a:pt x="3243033" y="2630389"/>
                  </a:lnTo>
                  <a:lnTo>
                    <a:pt x="3278664" y="2635180"/>
                  </a:lnTo>
                  <a:lnTo>
                    <a:pt x="3314296" y="2639940"/>
                  </a:lnTo>
                  <a:lnTo>
                    <a:pt x="3349927" y="2644670"/>
                  </a:lnTo>
                  <a:lnTo>
                    <a:pt x="3385558" y="2649368"/>
                  </a:lnTo>
                  <a:lnTo>
                    <a:pt x="3421190" y="2654035"/>
                  </a:lnTo>
                  <a:lnTo>
                    <a:pt x="3456821" y="2658673"/>
                  </a:lnTo>
                  <a:lnTo>
                    <a:pt x="3492452" y="2663280"/>
                  </a:lnTo>
                  <a:lnTo>
                    <a:pt x="3528084" y="2667857"/>
                  </a:lnTo>
                  <a:lnTo>
                    <a:pt x="3563715" y="2672404"/>
                  </a:lnTo>
                  <a:lnTo>
                    <a:pt x="3599346" y="2676922"/>
                  </a:lnTo>
                  <a:lnTo>
                    <a:pt x="3634978" y="2681410"/>
                  </a:lnTo>
                  <a:lnTo>
                    <a:pt x="3670609" y="2685869"/>
                  </a:lnTo>
                  <a:lnTo>
                    <a:pt x="3706240" y="2690299"/>
                  </a:lnTo>
                  <a:lnTo>
                    <a:pt x="3741871" y="2694700"/>
                  </a:lnTo>
                  <a:lnTo>
                    <a:pt x="3777503" y="2699072"/>
                  </a:lnTo>
                  <a:lnTo>
                    <a:pt x="3813134" y="2703416"/>
                  </a:lnTo>
                  <a:lnTo>
                    <a:pt x="3848765" y="2707732"/>
                  </a:lnTo>
                  <a:lnTo>
                    <a:pt x="3884397" y="2712019"/>
                  </a:lnTo>
                  <a:lnTo>
                    <a:pt x="3920028" y="2716279"/>
                  </a:lnTo>
                  <a:lnTo>
                    <a:pt x="3955659" y="2720510"/>
                  </a:lnTo>
                  <a:lnTo>
                    <a:pt x="3991291" y="2724715"/>
                  </a:lnTo>
                  <a:lnTo>
                    <a:pt x="4026922" y="2728891"/>
                  </a:lnTo>
                  <a:lnTo>
                    <a:pt x="4062553" y="2733041"/>
                  </a:lnTo>
                  <a:lnTo>
                    <a:pt x="4098185" y="2737164"/>
                  </a:lnTo>
                  <a:lnTo>
                    <a:pt x="4133816" y="2741259"/>
                  </a:lnTo>
                  <a:lnTo>
                    <a:pt x="4169447" y="2745329"/>
                  </a:lnTo>
                  <a:lnTo>
                    <a:pt x="4205078" y="2749371"/>
                  </a:lnTo>
                  <a:lnTo>
                    <a:pt x="4240710" y="2753387"/>
                  </a:lnTo>
                  <a:lnTo>
                    <a:pt x="4276341" y="2757377"/>
                  </a:lnTo>
                  <a:lnTo>
                    <a:pt x="4311972" y="2761341"/>
                  </a:lnTo>
                  <a:lnTo>
                    <a:pt x="4347604" y="2765280"/>
                  </a:lnTo>
                  <a:lnTo>
                    <a:pt x="4383235" y="2769192"/>
                  </a:lnTo>
                  <a:lnTo>
                    <a:pt x="4418866" y="2773079"/>
                  </a:lnTo>
                  <a:lnTo>
                    <a:pt x="4454498" y="2776941"/>
                  </a:lnTo>
                  <a:lnTo>
                    <a:pt x="4490129" y="2780778"/>
                  </a:lnTo>
                  <a:lnTo>
                    <a:pt x="4525760" y="2784590"/>
                  </a:lnTo>
                  <a:lnTo>
                    <a:pt x="4561392" y="2788376"/>
                  </a:lnTo>
                  <a:lnTo>
                    <a:pt x="4597023" y="2792138"/>
                  </a:lnTo>
                  <a:lnTo>
                    <a:pt x="4632654" y="2795876"/>
                  </a:lnTo>
                  <a:lnTo>
                    <a:pt x="4668285" y="2799589"/>
                  </a:lnTo>
                  <a:lnTo>
                    <a:pt x="4703917" y="2803279"/>
                  </a:lnTo>
                  <a:lnTo>
                    <a:pt x="4739548" y="2806944"/>
                  </a:lnTo>
                  <a:lnTo>
                    <a:pt x="4775179" y="2810585"/>
                  </a:lnTo>
                  <a:lnTo>
                    <a:pt x="4810811" y="2814202"/>
                  </a:lnTo>
                  <a:lnTo>
                    <a:pt x="4846442" y="2817796"/>
                  </a:lnTo>
                  <a:lnTo>
                    <a:pt x="4882073" y="2821367"/>
                  </a:lnTo>
                  <a:lnTo>
                    <a:pt x="4917705" y="2824914"/>
                  </a:lnTo>
                  <a:lnTo>
                    <a:pt x="4953336" y="2828438"/>
                  </a:lnTo>
                  <a:lnTo>
                    <a:pt x="4988967" y="2831939"/>
                  </a:lnTo>
                  <a:lnTo>
                    <a:pt x="5024598" y="2835418"/>
                  </a:lnTo>
                  <a:lnTo>
                    <a:pt x="5060230" y="2838873"/>
                  </a:lnTo>
                  <a:lnTo>
                    <a:pt x="5095861" y="2842307"/>
                  </a:lnTo>
                  <a:lnTo>
                    <a:pt x="5131492" y="2845717"/>
                  </a:lnTo>
                  <a:lnTo>
                    <a:pt x="5167124" y="2849106"/>
                  </a:lnTo>
                  <a:lnTo>
                    <a:pt x="5202755" y="2852473"/>
                  </a:lnTo>
                  <a:lnTo>
                    <a:pt x="5238386" y="2855817"/>
                  </a:lnTo>
                  <a:lnTo>
                    <a:pt x="5274018" y="2859140"/>
                  </a:lnTo>
                  <a:lnTo>
                    <a:pt x="5309649" y="2862441"/>
                  </a:lnTo>
                  <a:lnTo>
                    <a:pt x="5345280" y="2865721"/>
                  </a:lnTo>
                  <a:lnTo>
                    <a:pt x="5380912" y="2868979"/>
                  </a:lnTo>
                  <a:lnTo>
                    <a:pt x="5416543" y="2872216"/>
                  </a:lnTo>
                  <a:lnTo>
                    <a:pt x="5452174" y="2875432"/>
                  </a:lnTo>
                  <a:lnTo>
                    <a:pt x="5487805" y="2878627"/>
                  </a:lnTo>
                  <a:lnTo>
                    <a:pt x="5523437" y="2881802"/>
                  </a:lnTo>
                  <a:lnTo>
                    <a:pt x="5559068" y="2884955"/>
                  </a:lnTo>
                  <a:lnTo>
                    <a:pt x="5594699" y="2888088"/>
                  </a:lnTo>
                  <a:lnTo>
                    <a:pt x="5630331" y="2891201"/>
                  </a:lnTo>
                  <a:lnTo>
                    <a:pt x="5665962" y="2894293"/>
                  </a:lnTo>
                  <a:lnTo>
                    <a:pt x="5701593" y="2897365"/>
                  </a:lnTo>
                  <a:lnTo>
                    <a:pt x="5737225" y="2900417"/>
                  </a:lnTo>
                  <a:lnTo>
                    <a:pt x="5772856" y="2903450"/>
                  </a:lnTo>
                  <a:lnTo>
                    <a:pt x="5808487" y="2906462"/>
                  </a:lnTo>
                  <a:lnTo>
                    <a:pt x="5844119" y="2909455"/>
                  </a:lnTo>
                  <a:lnTo>
                    <a:pt x="5879750" y="2912429"/>
                  </a:lnTo>
                  <a:lnTo>
                    <a:pt x="5915381" y="2915383"/>
                  </a:lnTo>
                  <a:lnTo>
                    <a:pt x="5951012" y="2918318"/>
                  </a:lnTo>
                  <a:lnTo>
                    <a:pt x="5986644" y="2921233"/>
                  </a:lnTo>
                  <a:lnTo>
                    <a:pt x="6022275" y="2924130"/>
                  </a:lnTo>
                  <a:lnTo>
                    <a:pt x="6057906" y="2927008"/>
                  </a:lnTo>
                  <a:lnTo>
                    <a:pt x="6093538" y="2929867"/>
                  </a:lnTo>
                  <a:lnTo>
                    <a:pt x="6129169" y="2932707"/>
                  </a:lnTo>
                  <a:lnTo>
                    <a:pt x="6164800" y="2935529"/>
                  </a:lnTo>
                  <a:lnTo>
                    <a:pt x="6200432" y="2938333"/>
                  </a:lnTo>
                  <a:lnTo>
                    <a:pt x="6236063" y="2941118"/>
                  </a:lnTo>
                  <a:lnTo>
                    <a:pt x="6271694" y="2943885"/>
                  </a:lnTo>
                  <a:lnTo>
                    <a:pt x="6307326" y="2946634"/>
                  </a:lnTo>
                  <a:lnTo>
                    <a:pt x="6342957" y="2949366"/>
                  </a:lnTo>
                  <a:lnTo>
                    <a:pt x="6378588" y="2952079"/>
                  </a:lnTo>
                  <a:lnTo>
                    <a:pt x="6414219" y="2954775"/>
                  </a:lnTo>
                  <a:lnTo>
                    <a:pt x="6449851" y="29574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63272"/>
              <a:ext cx="7090630" cy="1379728"/>
            </a:xfrm>
            <a:custGeom>
              <a:avLst/>
              <a:pathLst>
                <a:path w="7090630" h="1379728">
                  <a:moveTo>
                    <a:pt x="7090630" y="1379728"/>
                  </a:moveTo>
                  <a:lnTo>
                    <a:pt x="7054998" y="1377499"/>
                  </a:lnTo>
                  <a:lnTo>
                    <a:pt x="7019367" y="1375229"/>
                  </a:lnTo>
                  <a:lnTo>
                    <a:pt x="6983736" y="1372916"/>
                  </a:lnTo>
                  <a:lnTo>
                    <a:pt x="6948104" y="1370561"/>
                  </a:lnTo>
                  <a:lnTo>
                    <a:pt x="6912473" y="1368161"/>
                  </a:lnTo>
                  <a:lnTo>
                    <a:pt x="6876842" y="1365718"/>
                  </a:lnTo>
                  <a:lnTo>
                    <a:pt x="6841210" y="1363228"/>
                  </a:lnTo>
                  <a:lnTo>
                    <a:pt x="6805579" y="1360693"/>
                  </a:lnTo>
                  <a:lnTo>
                    <a:pt x="6769948" y="1358110"/>
                  </a:lnTo>
                  <a:lnTo>
                    <a:pt x="6734317" y="1355479"/>
                  </a:lnTo>
                  <a:lnTo>
                    <a:pt x="6698685" y="1352799"/>
                  </a:lnTo>
                  <a:lnTo>
                    <a:pt x="6663054" y="1350070"/>
                  </a:lnTo>
                  <a:lnTo>
                    <a:pt x="6627423" y="1347289"/>
                  </a:lnTo>
                  <a:lnTo>
                    <a:pt x="6591791" y="1344457"/>
                  </a:lnTo>
                  <a:lnTo>
                    <a:pt x="6556160" y="1341573"/>
                  </a:lnTo>
                  <a:lnTo>
                    <a:pt x="6520529" y="1338634"/>
                  </a:lnTo>
                  <a:lnTo>
                    <a:pt x="6484897" y="1335641"/>
                  </a:lnTo>
                  <a:lnTo>
                    <a:pt x="6449266" y="1332593"/>
                  </a:lnTo>
                  <a:lnTo>
                    <a:pt x="6413635" y="1329487"/>
                  </a:lnTo>
                  <a:lnTo>
                    <a:pt x="6378003" y="1326324"/>
                  </a:lnTo>
                  <a:lnTo>
                    <a:pt x="6342372" y="1323103"/>
                  </a:lnTo>
                  <a:lnTo>
                    <a:pt x="6306741" y="1319821"/>
                  </a:lnTo>
                  <a:lnTo>
                    <a:pt x="6271110" y="1316478"/>
                  </a:lnTo>
                  <a:lnTo>
                    <a:pt x="6235478" y="1313073"/>
                  </a:lnTo>
                  <a:lnTo>
                    <a:pt x="6199847" y="1309605"/>
                  </a:lnTo>
                  <a:lnTo>
                    <a:pt x="6164216" y="1306072"/>
                  </a:lnTo>
                  <a:lnTo>
                    <a:pt x="6128584" y="1302473"/>
                  </a:lnTo>
                  <a:lnTo>
                    <a:pt x="6092953" y="1298808"/>
                  </a:lnTo>
                  <a:lnTo>
                    <a:pt x="6057322" y="1295075"/>
                  </a:lnTo>
                  <a:lnTo>
                    <a:pt x="6021690" y="1291272"/>
                  </a:lnTo>
                  <a:lnTo>
                    <a:pt x="5986059" y="1287398"/>
                  </a:lnTo>
                  <a:lnTo>
                    <a:pt x="5950428" y="1283452"/>
                  </a:lnTo>
                  <a:lnTo>
                    <a:pt x="5914796" y="1279433"/>
                  </a:lnTo>
                  <a:lnTo>
                    <a:pt x="5879165" y="1275339"/>
                  </a:lnTo>
                  <a:lnTo>
                    <a:pt x="5843534" y="1271169"/>
                  </a:lnTo>
                  <a:lnTo>
                    <a:pt x="5807903" y="1266922"/>
                  </a:lnTo>
                  <a:lnTo>
                    <a:pt x="5772271" y="1262595"/>
                  </a:lnTo>
                  <a:lnTo>
                    <a:pt x="5736640" y="1258188"/>
                  </a:lnTo>
                  <a:lnTo>
                    <a:pt x="5701009" y="1253700"/>
                  </a:lnTo>
                  <a:lnTo>
                    <a:pt x="5665377" y="1249127"/>
                  </a:lnTo>
                  <a:lnTo>
                    <a:pt x="5629746" y="1244470"/>
                  </a:lnTo>
                  <a:lnTo>
                    <a:pt x="5594115" y="1239726"/>
                  </a:lnTo>
                  <a:lnTo>
                    <a:pt x="5558483" y="1234894"/>
                  </a:lnTo>
                  <a:lnTo>
                    <a:pt x="5522852" y="1229972"/>
                  </a:lnTo>
                  <a:lnTo>
                    <a:pt x="5487221" y="1224958"/>
                  </a:lnTo>
                  <a:lnTo>
                    <a:pt x="5451589" y="1219851"/>
                  </a:lnTo>
                  <a:lnTo>
                    <a:pt x="5415958" y="1214649"/>
                  </a:lnTo>
                  <a:lnTo>
                    <a:pt x="5380327" y="1209351"/>
                  </a:lnTo>
                  <a:lnTo>
                    <a:pt x="5344696" y="1203954"/>
                  </a:lnTo>
                  <a:lnTo>
                    <a:pt x="5309064" y="1198457"/>
                  </a:lnTo>
                  <a:lnTo>
                    <a:pt x="5273433" y="1192857"/>
                  </a:lnTo>
                  <a:lnTo>
                    <a:pt x="5237802" y="1187153"/>
                  </a:lnTo>
                  <a:lnTo>
                    <a:pt x="5202170" y="1181343"/>
                  </a:lnTo>
                  <a:lnTo>
                    <a:pt x="5166539" y="1175426"/>
                  </a:lnTo>
                  <a:lnTo>
                    <a:pt x="5130908" y="1169398"/>
                  </a:lnTo>
                  <a:lnTo>
                    <a:pt x="5095276" y="1163258"/>
                  </a:lnTo>
                  <a:lnTo>
                    <a:pt x="5059645" y="1157004"/>
                  </a:lnTo>
                  <a:lnTo>
                    <a:pt x="5024014" y="1150633"/>
                  </a:lnTo>
                  <a:lnTo>
                    <a:pt x="4988382" y="1144144"/>
                  </a:lnTo>
                  <a:lnTo>
                    <a:pt x="4952751" y="1137535"/>
                  </a:lnTo>
                  <a:lnTo>
                    <a:pt x="4917120" y="1130802"/>
                  </a:lnTo>
                  <a:lnTo>
                    <a:pt x="4881489" y="1123945"/>
                  </a:lnTo>
                  <a:lnTo>
                    <a:pt x="4845857" y="1116960"/>
                  </a:lnTo>
                  <a:lnTo>
                    <a:pt x="4810226" y="1109844"/>
                  </a:lnTo>
                  <a:lnTo>
                    <a:pt x="4774595" y="1102597"/>
                  </a:lnTo>
                  <a:lnTo>
                    <a:pt x="4738963" y="1095215"/>
                  </a:lnTo>
                  <a:lnTo>
                    <a:pt x="4703332" y="1087696"/>
                  </a:lnTo>
                  <a:lnTo>
                    <a:pt x="4667701" y="1080036"/>
                  </a:lnTo>
                  <a:lnTo>
                    <a:pt x="4632069" y="1072235"/>
                  </a:lnTo>
                  <a:lnTo>
                    <a:pt x="4596438" y="1064288"/>
                  </a:lnTo>
                  <a:lnTo>
                    <a:pt x="4560807" y="1056193"/>
                  </a:lnTo>
                  <a:lnTo>
                    <a:pt x="4525175" y="1047948"/>
                  </a:lnTo>
                  <a:lnTo>
                    <a:pt x="4489544" y="1039550"/>
                  </a:lnTo>
                  <a:lnTo>
                    <a:pt x="4453913" y="1030996"/>
                  </a:lnTo>
                  <a:lnTo>
                    <a:pt x="4418282" y="1022282"/>
                  </a:lnTo>
                  <a:lnTo>
                    <a:pt x="4382650" y="1013406"/>
                  </a:lnTo>
                  <a:lnTo>
                    <a:pt x="4347019" y="1004366"/>
                  </a:lnTo>
                  <a:lnTo>
                    <a:pt x="4311388" y="995157"/>
                  </a:lnTo>
                  <a:lnTo>
                    <a:pt x="4275756" y="985777"/>
                  </a:lnTo>
                  <a:lnTo>
                    <a:pt x="4240125" y="976223"/>
                  </a:lnTo>
                  <a:lnTo>
                    <a:pt x="4204494" y="966490"/>
                  </a:lnTo>
                  <a:lnTo>
                    <a:pt x="4168862" y="956577"/>
                  </a:lnTo>
                  <a:lnTo>
                    <a:pt x="4133231" y="946480"/>
                  </a:lnTo>
                  <a:lnTo>
                    <a:pt x="4097600" y="936195"/>
                  </a:lnTo>
                  <a:lnTo>
                    <a:pt x="4061968" y="925718"/>
                  </a:lnTo>
                  <a:lnTo>
                    <a:pt x="4026337" y="915047"/>
                  </a:lnTo>
                  <a:lnTo>
                    <a:pt x="3990706" y="904177"/>
                  </a:lnTo>
                  <a:lnTo>
                    <a:pt x="3955075" y="893106"/>
                  </a:lnTo>
                  <a:lnTo>
                    <a:pt x="3919443" y="881828"/>
                  </a:lnTo>
                  <a:lnTo>
                    <a:pt x="3883812" y="870341"/>
                  </a:lnTo>
                  <a:lnTo>
                    <a:pt x="3848181" y="858640"/>
                  </a:lnTo>
                  <a:lnTo>
                    <a:pt x="3812549" y="846721"/>
                  </a:lnTo>
                  <a:lnTo>
                    <a:pt x="3776918" y="834581"/>
                  </a:lnTo>
                  <a:lnTo>
                    <a:pt x="3741287" y="822215"/>
                  </a:lnTo>
                  <a:lnTo>
                    <a:pt x="3705655" y="809619"/>
                  </a:lnTo>
                  <a:lnTo>
                    <a:pt x="3670024" y="796789"/>
                  </a:lnTo>
                  <a:lnTo>
                    <a:pt x="3634393" y="783720"/>
                  </a:lnTo>
                  <a:lnTo>
                    <a:pt x="3598762" y="770408"/>
                  </a:lnTo>
                  <a:lnTo>
                    <a:pt x="3563130" y="756849"/>
                  </a:lnTo>
                  <a:lnTo>
                    <a:pt x="3527499" y="743038"/>
                  </a:lnTo>
                  <a:lnTo>
                    <a:pt x="3491868" y="728970"/>
                  </a:lnTo>
                  <a:lnTo>
                    <a:pt x="3456236" y="714640"/>
                  </a:lnTo>
                  <a:lnTo>
                    <a:pt x="3420605" y="700043"/>
                  </a:lnTo>
                  <a:lnTo>
                    <a:pt x="3384974" y="693591"/>
                  </a:lnTo>
                  <a:lnTo>
                    <a:pt x="3349342" y="688306"/>
                  </a:lnTo>
                  <a:lnTo>
                    <a:pt x="3313711" y="682987"/>
                  </a:lnTo>
                  <a:lnTo>
                    <a:pt x="3278080" y="677632"/>
                  </a:lnTo>
                  <a:lnTo>
                    <a:pt x="3242448" y="672243"/>
                  </a:lnTo>
                  <a:lnTo>
                    <a:pt x="3206817" y="666818"/>
                  </a:lnTo>
                  <a:lnTo>
                    <a:pt x="3171186" y="661358"/>
                  </a:lnTo>
                  <a:lnTo>
                    <a:pt x="3135555" y="655862"/>
                  </a:lnTo>
                  <a:lnTo>
                    <a:pt x="3099923" y="650329"/>
                  </a:lnTo>
                  <a:lnTo>
                    <a:pt x="3064292" y="644761"/>
                  </a:lnTo>
                  <a:lnTo>
                    <a:pt x="3028661" y="639156"/>
                  </a:lnTo>
                  <a:lnTo>
                    <a:pt x="2993029" y="633514"/>
                  </a:lnTo>
                  <a:lnTo>
                    <a:pt x="2957398" y="627836"/>
                  </a:lnTo>
                  <a:lnTo>
                    <a:pt x="2921767" y="622120"/>
                  </a:lnTo>
                  <a:lnTo>
                    <a:pt x="2886135" y="616366"/>
                  </a:lnTo>
                  <a:lnTo>
                    <a:pt x="2850504" y="610575"/>
                  </a:lnTo>
                  <a:lnTo>
                    <a:pt x="2814873" y="604746"/>
                  </a:lnTo>
                  <a:lnTo>
                    <a:pt x="2779241" y="598879"/>
                  </a:lnTo>
                  <a:lnTo>
                    <a:pt x="2743610" y="592973"/>
                  </a:lnTo>
                  <a:lnTo>
                    <a:pt x="2707979" y="587028"/>
                  </a:lnTo>
                  <a:lnTo>
                    <a:pt x="2672348" y="581045"/>
                  </a:lnTo>
                  <a:lnTo>
                    <a:pt x="2636716" y="575022"/>
                  </a:lnTo>
                  <a:lnTo>
                    <a:pt x="2601085" y="568960"/>
                  </a:lnTo>
                  <a:lnTo>
                    <a:pt x="2565454" y="562858"/>
                  </a:lnTo>
                  <a:lnTo>
                    <a:pt x="2529822" y="556716"/>
                  </a:lnTo>
                  <a:lnTo>
                    <a:pt x="2494191" y="550534"/>
                  </a:lnTo>
                  <a:lnTo>
                    <a:pt x="2458560" y="544311"/>
                  </a:lnTo>
                  <a:lnTo>
                    <a:pt x="2422928" y="538047"/>
                  </a:lnTo>
                  <a:lnTo>
                    <a:pt x="2387297" y="531743"/>
                  </a:lnTo>
                  <a:lnTo>
                    <a:pt x="2351666" y="525397"/>
                  </a:lnTo>
                  <a:lnTo>
                    <a:pt x="2316034" y="519009"/>
                  </a:lnTo>
                  <a:lnTo>
                    <a:pt x="2280403" y="512580"/>
                  </a:lnTo>
                  <a:lnTo>
                    <a:pt x="2244772" y="506108"/>
                  </a:lnTo>
                  <a:lnTo>
                    <a:pt x="2209141" y="499594"/>
                  </a:lnTo>
                  <a:lnTo>
                    <a:pt x="2173509" y="493037"/>
                  </a:lnTo>
                  <a:lnTo>
                    <a:pt x="2137878" y="486437"/>
                  </a:lnTo>
                  <a:lnTo>
                    <a:pt x="2102247" y="479794"/>
                  </a:lnTo>
                  <a:lnTo>
                    <a:pt x="2066615" y="473108"/>
                  </a:lnTo>
                  <a:lnTo>
                    <a:pt x="2030984" y="466377"/>
                  </a:lnTo>
                  <a:lnTo>
                    <a:pt x="1995353" y="459603"/>
                  </a:lnTo>
                  <a:lnTo>
                    <a:pt x="1959721" y="452784"/>
                  </a:lnTo>
                  <a:lnTo>
                    <a:pt x="1924090" y="445920"/>
                  </a:lnTo>
                  <a:lnTo>
                    <a:pt x="1888459" y="439011"/>
                  </a:lnTo>
                  <a:lnTo>
                    <a:pt x="1852827" y="432057"/>
                  </a:lnTo>
                  <a:lnTo>
                    <a:pt x="1817196" y="425057"/>
                  </a:lnTo>
                  <a:lnTo>
                    <a:pt x="1781565" y="418012"/>
                  </a:lnTo>
                  <a:lnTo>
                    <a:pt x="1745934" y="410920"/>
                  </a:lnTo>
                  <a:lnTo>
                    <a:pt x="1710302" y="403782"/>
                  </a:lnTo>
                  <a:lnTo>
                    <a:pt x="1674671" y="396597"/>
                  </a:lnTo>
                  <a:lnTo>
                    <a:pt x="1639040" y="389365"/>
                  </a:lnTo>
                  <a:lnTo>
                    <a:pt x="1603408" y="382085"/>
                  </a:lnTo>
                  <a:lnTo>
                    <a:pt x="1567777" y="374758"/>
                  </a:lnTo>
                  <a:lnTo>
                    <a:pt x="1532146" y="367383"/>
                  </a:lnTo>
                  <a:lnTo>
                    <a:pt x="1496514" y="359959"/>
                  </a:lnTo>
                  <a:lnTo>
                    <a:pt x="1460883" y="352487"/>
                  </a:lnTo>
                  <a:lnTo>
                    <a:pt x="1425252" y="344965"/>
                  </a:lnTo>
                  <a:lnTo>
                    <a:pt x="1389620" y="337395"/>
                  </a:lnTo>
                  <a:lnTo>
                    <a:pt x="1353989" y="329774"/>
                  </a:lnTo>
                  <a:lnTo>
                    <a:pt x="1318358" y="322104"/>
                  </a:lnTo>
                  <a:lnTo>
                    <a:pt x="1282727" y="314384"/>
                  </a:lnTo>
                  <a:lnTo>
                    <a:pt x="1247095" y="306612"/>
                  </a:lnTo>
                  <a:lnTo>
                    <a:pt x="1211464" y="298790"/>
                  </a:lnTo>
                  <a:lnTo>
                    <a:pt x="1175833" y="290917"/>
                  </a:lnTo>
                  <a:lnTo>
                    <a:pt x="1140201" y="282992"/>
                  </a:lnTo>
                  <a:lnTo>
                    <a:pt x="1104570" y="275015"/>
                  </a:lnTo>
                  <a:lnTo>
                    <a:pt x="1068939" y="266985"/>
                  </a:lnTo>
                  <a:lnTo>
                    <a:pt x="1033307" y="258903"/>
                  </a:lnTo>
                  <a:lnTo>
                    <a:pt x="997676" y="250768"/>
                  </a:lnTo>
                  <a:lnTo>
                    <a:pt x="962045" y="242580"/>
                  </a:lnTo>
                  <a:lnTo>
                    <a:pt x="926413" y="234338"/>
                  </a:lnTo>
                  <a:lnTo>
                    <a:pt x="890782" y="226042"/>
                  </a:lnTo>
                  <a:lnTo>
                    <a:pt x="855151" y="217692"/>
                  </a:lnTo>
                  <a:lnTo>
                    <a:pt x="819520" y="209287"/>
                  </a:lnTo>
                  <a:lnTo>
                    <a:pt x="783888" y="200826"/>
                  </a:lnTo>
                  <a:lnTo>
                    <a:pt x="748257" y="192311"/>
                  </a:lnTo>
                  <a:lnTo>
                    <a:pt x="712626" y="183739"/>
                  </a:lnTo>
                  <a:lnTo>
                    <a:pt x="676994" y="175111"/>
                  </a:lnTo>
                  <a:lnTo>
                    <a:pt x="641363" y="166427"/>
                  </a:lnTo>
                  <a:lnTo>
                    <a:pt x="605732" y="157685"/>
                  </a:lnTo>
                  <a:lnTo>
                    <a:pt x="570100" y="148887"/>
                  </a:lnTo>
                  <a:lnTo>
                    <a:pt x="534469" y="140030"/>
                  </a:lnTo>
                  <a:lnTo>
                    <a:pt x="498838" y="131116"/>
                  </a:lnTo>
                  <a:lnTo>
                    <a:pt x="463206" y="122143"/>
                  </a:lnTo>
                  <a:lnTo>
                    <a:pt x="427575" y="113112"/>
                  </a:lnTo>
                  <a:lnTo>
                    <a:pt x="391944" y="104021"/>
                  </a:lnTo>
                  <a:lnTo>
                    <a:pt x="356313" y="94870"/>
                  </a:lnTo>
                  <a:lnTo>
                    <a:pt x="320681" y="85660"/>
                  </a:lnTo>
                  <a:lnTo>
                    <a:pt x="285050" y="76389"/>
                  </a:lnTo>
                  <a:lnTo>
                    <a:pt x="249419" y="67057"/>
                  </a:lnTo>
                  <a:lnTo>
                    <a:pt x="213787" y="57664"/>
                  </a:lnTo>
                  <a:lnTo>
                    <a:pt x="178156" y="48210"/>
                  </a:lnTo>
                  <a:lnTo>
                    <a:pt x="142525" y="38693"/>
                  </a:lnTo>
                  <a:lnTo>
                    <a:pt x="106893" y="29115"/>
                  </a:lnTo>
                  <a:lnTo>
                    <a:pt x="71262" y="19473"/>
                  </a:lnTo>
                  <a:lnTo>
                    <a:pt x="35631" y="976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911395"/>
              <a:ext cx="7090630" cy="2430201"/>
            </a:xfrm>
            <a:custGeom>
              <a:avLst/>
              <a:pathLst>
                <a:path w="7090630" h="2430201">
                  <a:moveTo>
                    <a:pt x="0" y="0"/>
                  </a:moveTo>
                  <a:lnTo>
                    <a:pt x="35631" y="32884"/>
                  </a:lnTo>
                  <a:lnTo>
                    <a:pt x="71262" y="65361"/>
                  </a:lnTo>
                  <a:lnTo>
                    <a:pt x="106893" y="97435"/>
                  </a:lnTo>
                  <a:lnTo>
                    <a:pt x="142525" y="129111"/>
                  </a:lnTo>
                  <a:lnTo>
                    <a:pt x="178156" y="160394"/>
                  </a:lnTo>
                  <a:lnTo>
                    <a:pt x="213787" y="191289"/>
                  </a:lnTo>
                  <a:lnTo>
                    <a:pt x="249419" y="221801"/>
                  </a:lnTo>
                  <a:lnTo>
                    <a:pt x="285050" y="251935"/>
                  </a:lnTo>
                  <a:lnTo>
                    <a:pt x="320681" y="281695"/>
                  </a:lnTo>
                  <a:lnTo>
                    <a:pt x="356313" y="311086"/>
                  </a:lnTo>
                  <a:lnTo>
                    <a:pt x="391944" y="340112"/>
                  </a:lnTo>
                  <a:lnTo>
                    <a:pt x="427575" y="368778"/>
                  </a:lnTo>
                  <a:lnTo>
                    <a:pt x="463206" y="397089"/>
                  </a:lnTo>
                  <a:lnTo>
                    <a:pt x="498838" y="425049"/>
                  </a:lnTo>
                  <a:lnTo>
                    <a:pt x="534469" y="452662"/>
                  </a:lnTo>
                  <a:lnTo>
                    <a:pt x="570100" y="479932"/>
                  </a:lnTo>
                  <a:lnTo>
                    <a:pt x="605732" y="506864"/>
                  </a:lnTo>
                  <a:lnTo>
                    <a:pt x="641363" y="533462"/>
                  </a:lnTo>
                  <a:lnTo>
                    <a:pt x="676994" y="559731"/>
                  </a:lnTo>
                  <a:lnTo>
                    <a:pt x="712626" y="585673"/>
                  </a:lnTo>
                  <a:lnTo>
                    <a:pt x="748257" y="611294"/>
                  </a:lnTo>
                  <a:lnTo>
                    <a:pt x="783888" y="636597"/>
                  </a:lnTo>
                  <a:lnTo>
                    <a:pt x="819520" y="661586"/>
                  </a:lnTo>
                  <a:lnTo>
                    <a:pt x="855151" y="686265"/>
                  </a:lnTo>
                  <a:lnTo>
                    <a:pt x="890782" y="710639"/>
                  </a:lnTo>
                  <a:lnTo>
                    <a:pt x="926413" y="734710"/>
                  </a:lnTo>
                  <a:lnTo>
                    <a:pt x="962045" y="758482"/>
                  </a:lnTo>
                  <a:lnTo>
                    <a:pt x="997676" y="781959"/>
                  </a:lnTo>
                  <a:lnTo>
                    <a:pt x="1033307" y="805146"/>
                  </a:lnTo>
                  <a:lnTo>
                    <a:pt x="1068939" y="828045"/>
                  </a:lnTo>
                  <a:lnTo>
                    <a:pt x="1104570" y="850659"/>
                  </a:lnTo>
                  <a:lnTo>
                    <a:pt x="1140201" y="872994"/>
                  </a:lnTo>
                  <a:lnTo>
                    <a:pt x="1175833" y="895051"/>
                  </a:lnTo>
                  <a:lnTo>
                    <a:pt x="1211464" y="916835"/>
                  </a:lnTo>
                  <a:lnTo>
                    <a:pt x="1247095" y="938348"/>
                  </a:lnTo>
                  <a:lnTo>
                    <a:pt x="1282727" y="959595"/>
                  </a:lnTo>
                  <a:lnTo>
                    <a:pt x="1318358" y="980578"/>
                  </a:lnTo>
                  <a:lnTo>
                    <a:pt x="1353989" y="1001301"/>
                  </a:lnTo>
                  <a:lnTo>
                    <a:pt x="1389620" y="1021767"/>
                  </a:lnTo>
                  <a:lnTo>
                    <a:pt x="1425252" y="1041979"/>
                  </a:lnTo>
                  <a:lnTo>
                    <a:pt x="1460883" y="1061941"/>
                  </a:lnTo>
                  <a:lnTo>
                    <a:pt x="1496514" y="1081655"/>
                  </a:lnTo>
                  <a:lnTo>
                    <a:pt x="1532146" y="1101124"/>
                  </a:lnTo>
                  <a:lnTo>
                    <a:pt x="1567777" y="1120352"/>
                  </a:lnTo>
                  <a:lnTo>
                    <a:pt x="1603408" y="1139342"/>
                  </a:lnTo>
                  <a:lnTo>
                    <a:pt x="1639040" y="1158096"/>
                  </a:lnTo>
                  <a:lnTo>
                    <a:pt x="1674671" y="1176617"/>
                  </a:lnTo>
                  <a:lnTo>
                    <a:pt x="1710302" y="1194909"/>
                  </a:lnTo>
                  <a:lnTo>
                    <a:pt x="1745934" y="1212973"/>
                  </a:lnTo>
                  <a:lnTo>
                    <a:pt x="1781565" y="1230814"/>
                  </a:lnTo>
                  <a:lnTo>
                    <a:pt x="1817196" y="1248434"/>
                  </a:lnTo>
                  <a:lnTo>
                    <a:pt x="1852827" y="1265835"/>
                  </a:lnTo>
                  <a:lnTo>
                    <a:pt x="1888459" y="1283020"/>
                  </a:lnTo>
                  <a:lnTo>
                    <a:pt x="1924090" y="1299992"/>
                  </a:lnTo>
                  <a:lnTo>
                    <a:pt x="1959721" y="1316753"/>
                  </a:lnTo>
                  <a:lnTo>
                    <a:pt x="1995353" y="1333307"/>
                  </a:lnTo>
                  <a:lnTo>
                    <a:pt x="2030984" y="1349655"/>
                  </a:lnTo>
                  <a:lnTo>
                    <a:pt x="2066615" y="1365801"/>
                  </a:lnTo>
                  <a:lnTo>
                    <a:pt x="2102247" y="1381746"/>
                  </a:lnTo>
                  <a:lnTo>
                    <a:pt x="2137878" y="1397494"/>
                  </a:lnTo>
                  <a:lnTo>
                    <a:pt x="2173509" y="1413046"/>
                  </a:lnTo>
                  <a:lnTo>
                    <a:pt x="2209141" y="1428405"/>
                  </a:lnTo>
                  <a:lnTo>
                    <a:pt x="2244772" y="1443574"/>
                  </a:lnTo>
                  <a:lnTo>
                    <a:pt x="2280403" y="1458555"/>
                  </a:lnTo>
                  <a:lnTo>
                    <a:pt x="2316034" y="1473350"/>
                  </a:lnTo>
                  <a:lnTo>
                    <a:pt x="2351666" y="1487961"/>
                  </a:lnTo>
                  <a:lnTo>
                    <a:pt x="2387297" y="1502391"/>
                  </a:lnTo>
                  <a:lnTo>
                    <a:pt x="2422928" y="1516643"/>
                  </a:lnTo>
                  <a:lnTo>
                    <a:pt x="2458560" y="1530717"/>
                  </a:lnTo>
                  <a:lnTo>
                    <a:pt x="2494191" y="1544617"/>
                  </a:lnTo>
                  <a:lnTo>
                    <a:pt x="2529822" y="1558345"/>
                  </a:lnTo>
                  <a:lnTo>
                    <a:pt x="2565454" y="1571902"/>
                  </a:lnTo>
                  <a:lnTo>
                    <a:pt x="2601085" y="1585291"/>
                  </a:lnTo>
                  <a:lnTo>
                    <a:pt x="2636716" y="1598514"/>
                  </a:lnTo>
                  <a:lnTo>
                    <a:pt x="2672348" y="1611573"/>
                  </a:lnTo>
                  <a:lnTo>
                    <a:pt x="2707979" y="1624471"/>
                  </a:lnTo>
                  <a:lnTo>
                    <a:pt x="2743610" y="1637208"/>
                  </a:lnTo>
                  <a:lnTo>
                    <a:pt x="2779241" y="1649787"/>
                  </a:lnTo>
                  <a:lnTo>
                    <a:pt x="2814873" y="1662210"/>
                  </a:lnTo>
                  <a:lnTo>
                    <a:pt x="2850504" y="1674479"/>
                  </a:lnTo>
                  <a:lnTo>
                    <a:pt x="2886135" y="1686596"/>
                  </a:lnTo>
                  <a:lnTo>
                    <a:pt x="2921767" y="1698563"/>
                  </a:lnTo>
                  <a:lnTo>
                    <a:pt x="2957398" y="1710381"/>
                  </a:lnTo>
                  <a:lnTo>
                    <a:pt x="2993029" y="1722053"/>
                  </a:lnTo>
                  <a:lnTo>
                    <a:pt x="3028661" y="1733580"/>
                  </a:lnTo>
                  <a:lnTo>
                    <a:pt x="3064292" y="1744964"/>
                  </a:lnTo>
                  <a:lnTo>
                    <a:pt x="3099923" y="1756207"/>
                  </a:lnTo>
                  <a:lnTo>
                    <a:pt x="3135555" y="1767310"/>
                  </a:lnTo>
                  <a:lnTo>
                    <a:pt x="3171186" y="1778276"/>
                  </a:lnTo>
                  <a:lnTo>
                    <a:pt x="3206817" y="1789105"/>
                  </a:lnTo>
                  <a:lnTo>
                    <a:pt x="3242448" y="1799801"/>
                  </a:lnTo>
                  <a:lnTo>
                    <a:pt x="3278080" y="1810363"/>
                  </a:lnTo>
                  <a:lnTo>
                    <a:pt x="3313711" y="1820795"/>
                  </a:lnTo>
                  <a:lnTo>
                    <a:pt x="3349342" y="1831097"/>
                  </a:lnTo>
                  <a:lnTo>
                    <a:pt x="3384974" y="1841272"/>
                  </a:lnTo>
                  <a:lnTo>
                    <a:pt x="3420605" y="1851320"/>
                  </a:lnTo>
                  <a:lnTo>
                    <a:pt x="3456236" y="1861244"/>
                  </a:lnTo>
                  <a:lnTo>
                    <a:pt x="3491868" y="1871045"/>
                  </a:lnTo>
                  <a:lnTo>
                    <a:pt x="3527499" y="1880724"/>
                  </a:lnTo>
                  <a:lnTo>
                    <a:pt x="3563130" y="1890283"/>
                  </a:lnTo>
                  <a:lnTo>
                    <a:pt x="3598762" y="1899723"/>
                  </a:lnTo>
                  <a:lnTo>
                    <a:pt x="3634393" y="1909047"/>
                  </a:lnTo>
                  <a:lnTo>
                    <a:pt x="3670024" y="1918254"/>
                  </a:lnTo>
                  <a:lnTo>
                    <a:pt x="3705655" y="1927348"/>
                  </a:lnTo>
                  <a:lnTo>
                    <a:pt x="3741287" y="1936329"/>
                  </a:lnTo>
                  <a:lnTo>
                    <a:pt x="3776918" y="1945198"/>
                  </a:lnTo>
                  <a:lnTo>
                    <a:pt x="3812549" y="1953957"/>
                  </a:lnTo>
                  <a:lnTo>
                    <a:pt x="3848181" y="1962608"/>
                  </a:lnTo>
                  <a:lnTo>
                    <a:pt x="3883812" y="1971152"/>
                  </a:lnTo>
                  <a:lnTo>
                    <a:pt x="3919443" y="1979589"/>
                  </a:lnTo>
                  <a:lnTo>
                    <a:pt x="3955075" y="1987922"/>
                  </a:lnTo>
                  <a:lnTo>
                    <a:pt x="3990706" y="1996152"/>
                  </a:lnTo>
                  <a:lnTo>
                    <a:pt x="4026337" y="2004279"/>
                  </a:lnTo>
                  <a:lnTo>
                    <a:pt x="4061968" y="2012306"/>
                  </a:lnTo>
                  <a:lnTo>
                    <a:pt x="4097600" y="2020233"/>
                  </a:lnTo>
                  <a:lnTo>
                    <a:pt x="4133231" y="2028062"/>
                  </a:lnTo>
                  <a:lnTo>
                    <a:pt x="4168862" y="2035793"/>
                  </a:lnTo>
                  <a:lnTo>
                    <a:pt x="4204494" y="2043429"/>
                  </a:lnTo>
                  <a:lnTo>
                    <a:pt x="4240125" y="2050970"/>
                  </a:lnTo>
                  <a:lnTo>
                    <a:pt x="4275756" y="2058418"/>
                  </a:lnTo>
                  <a:lnTo>
                    <a:pt x="4311388" y="2065773"/>
                  </a:lnTo>
                  <a:lnTo>
                    <a:pt x="4347019" y="2073037"/>
                  </a:lnTo>
                  <a:lnTo>
                    <a:pt x="4382650" y="2080211"/>
                  </a:lnTo>
                  <a:lnTo>
                    <a:pt x="4418282" y="2087296"/>
                  </a:lnTo>
                  <a:lnTo>
                    <a:pt x="4453913" y="2094293"/>
                  </a:lnTo>
                  <a:lnTo>
                    <a:pt x="4489544" y="2101203"/>
                  </a:lnTo>
                  <a:lnTo>
                    <a:pt x="4525175" y="2108028"/>
                  </a:lnTo>
                  <a:lnTo>
                    <a:pt x="4560807" y="2114768"/>
                  </a:lnTo>
                  <a:lnTo>
                    <a:pt x="4596438" y="2121424"/>
                  </a:lnTo>
                  <a:lnTo>
                    <a:pt x="4632069" y="2127998"/>
                  </a:lnTo>
                  <a:lnTo>
                    <a:pt x="4667701" y="2134490"/>
                  </a:lnTo>
                  <a:lnTo>
                    <a:pt x="4703332" y="2140902"/>
                  </a:lnTo>
                  <a:lnTo>
                    <a:pt x="4738963" y="2147234"/>
                  </a:lnTo>
                  <a:lnTo>
                    <a:pt x="4774595" y="2153488"/>
                  </a:lnTo>
                  <a:lnTo>
                    <a:pt x="4810226" y="2159664"/>
                  </a:lnTo>
                  <a:lnTo>
                    <a:pt x="4845857" y="2165763"/>
                  </a:lnTo>
                  <a:lnTo>
                    <a:pt x="4881489" y="2171787"/>
                  </a:lnTo>
                  <a:lnTo>
                    <a:pt x="4917120" y="2177736"/>
                  </a:lnTo>
                  <a:lnTo>
                    <a:pt x="4952751" y="2183612"/>
                  </a:lnTo>
                  <a:lnTo>
                    <a:pt x="4988382" y="2189414"/>
                  </a:lnTo>
                  <a:lnTo>
                    <a:pt x="5024014" y="2195145"/>
                  </a:lnTo>
                  <a:lnTo>
                    <a:pt x="5059645" y="2200804"/>
                  </a:lnTo>
                  <a:lnTo>
                    <a:pt x="5095276" y="2206393"/>
                  </a:lnTo>
                  <a:lnTo>
                    <a:pt x="5130908" y="2211913"/>
                  </a:lnTo>
                  <a:lnTo>
                    <a:pt x="5166539" y="2217365"/>
                  </a:lnTo>
                  <a:lnTo>
                    <a:pt x="5202170" y="2222749"/>
                  </a:lnTo>
                  <a:lnTo>
                    <a:pt x="5237802" y="2228066"/>
                  </a:lnTo>
                  <a:lnTo>
                    <a:pt x="5273433" y="2233317"/>
                  </a:lnTo>
                  <a:lnTo>
                    <a:pt x="5309064" y="2238503"/>
                  </a:lnTo>
                  <a:lnTo>
                    <a:pt x="5344696" y="2243625"/>
                  </a:lnTo>
                  <a:lnTo>
                    <a:pt x="5380327" y="2248683"/>
                  </a:lnTo>
                  <a:lnTo>
                    <a:pt x="5415958" y="2253678"/>
                  </a:lnTo>
                  <a:lnTo>
                    <a:pt x="5451589" y="2258612"/>
                  </a:lnTo>
                  <a:lnTo>
                    <a:pt x="5487221" y="2263484"/>
                  </a:lnTo>
                  <a:lnTo>
                    <a:pt x="5522852" y="2268296"/>
                  </a:lnTo>
                  <a:lnTo>
                    <a:pt x="5558483" y="2273048"/>
                  </a:lnTo>
                  <a:lnTo>
                    <a:pt x="5594115" y="2277742"/>
                  </a:lnTo>
                  <a:lnTo>
                    <a:pt x="5629746" y="2282377"/>
                  </a:lnTo>
                  <a:lnTo>
                    <a:pt x="5665377" y="2286954"/>
                  </a:lnTo>
                  <a:lnTo>
                    <a:pt x="5701009" y="2291475"/>
                  </a:lnTo>
                  <a:lnTo>
                    <a:pt x="5736640" y="2295940"/>
                  </a:lnTo>
                  <a:lnTo>
                    <a:pt x="5772271" y="2300349"/>
                  </a:lnTo>
                  <a:lnTo>
                    <a:pt x="5807903" y="2304704"/>
                  </a:lnTo>
                  <a:lnTo>
                    <a:pt x="5843534" y="2309005"/>
                  </a:lnTo>
                  <a:lnTo>
                    <a:pt x="5879165" y="2313252"/>
                  </a:lnTo>
                  <a:lnTo>
                    <a:pt x="5914796" y="2317447"/>
                  </a:lnTo>
                  <a:lnTo>
                    <a:pt x="5950428" y="2321589"/>
                  </a:lnTo>
                  <a:lnTo>
                    <a:pt x="5986059" y="2325680"/>
                  </a:lnTo>
                  <a:lnTo>
                    <a:pt x="6021690" y="2329721"/>
                  </a:lnTo>
                  <a:lnTo>
                    <a:pt x="6057322" y="2333711"/>
                  </a:lnTo>
                  <a:lnTo>
                    <a:pt x="6092953" y="2337652"/>
                  </a:lnTo>
                  <a:lnTo>
                    <a:pt x="6128584" y="2341544"/>
                  </a:lnTo>
                  <a:lnTo>
                    <a:pt x="6164216" y="2345388"/>
                  </a:lnTo>
                  <a:lnTo>
                    <a:pt x="6199847" y="2349184"/>
                  </a:lnTo>
                  <a:lnTo>
                    <a:pt x="6235478" y="2352933"/>
                  </a:lnTo>
                  <a:lnTo>
                    <a:pt x="6271110" y="2356636"/>
                  </a:lnTo>
                  <a:lnTo>
                    <a:pt x="6306741" y="2360292"/>
                  </a:lnTo>
                  <a:lnTo>
                    <a:pt x="6342372" y="2363904"/>
                  </a:lnTo>
                  <a:lnTo>
                    <a:pt x="6378003" y="2367470"/>
                  </a:lnTo>
                  <a:lnTo>
                    <a:pt x="6413635" y="2370992"/>
                  </a:lnTo>
                  <a:lnTo>
                    <a:pt x="6449266" y="2374471"/>
                  </a:lnTo>
                  <a:lnTo>
                    <a:pt x="6484897" y="2377906"/>
                  </a:lnTo>
                  <a:lnTo>
                    <a:pt x="6520529" y="2381299"/>
                  </a:lnTo>
                  <a:lnTo>
                    <a:pt x="6556160" y="2384650"/>
                  </a:lnTo>
                  <a:lnTo>
                    <a:pt x="6591791" y="2387959"/>
                  </a:lnTo>
                  <a:lnTo>
                    <a:pt x="6627423" y="2391227"/>
                  </a:lnTo>
                  <a:lnTo>
                    <a:pt x="6663054" y="2394454"/>
                  </a:lnTo>
                  <a:lnTo>
                    <a:pt x="6698685" y="2397642"/>
                  </a:lnTo>
                  <a:lnTo>
                    <a:pt x="6734317" y="2400790"/>
                  </a:lnTo>
                  <a:lnTo>
                    <a:pt x="6769948" y="2403899"/>
                  </a:lnTo>
                  <a:lnTo>
                    <a:pt x="6805579" y="2406969"/>
                  </a:lnTo>
                  <a:lnTo>
                    <a:pt x="6841210" y="2410002"/>
                  </a:lnTo>
                  <a:lnTo>
                    <a:pt x="6876842" y="2412996"/>
                  </a:lnTo>
                  <a:lnTo>
                    <a:pt x="6912473" y="2415954"/>
                  </a:lnTo>
                  <a:lnTo>
                    <a:pt x="6948104" y="2418875"/>
                  </a:lnTo>
                  <a:lnTo>
                    <a:pt x="6983736" y="2421760"/>
                  </a:lnTo>
                  <a:lnTo>
                    <a:pt x="7019367" y="2424609"/>
                  </a:lnTo>
                  <a:lnTo>
                    <a:pt x="7054998" y="2427422"/>
                  </a:lnTo>
                  <a:lnTo>
                    <a:pt x="7090630" y="24302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(1.17-1.56),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2.42 (1.59-3.68)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