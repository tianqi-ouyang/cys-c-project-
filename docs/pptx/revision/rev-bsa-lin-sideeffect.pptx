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96947"/>
              <a:ext cx="7090630" cy="3247024"/>
            </a:xfrm>
            <a:custGeom>
              <a:avLst/>
              <a:pathLst>
                <a:path w="7090630" h="3247024">
                  <a:moveTo>
                    <a:pt x="652667" y="0"/>
                  </a:moveTo>
                  <a:lnTo>
                    <a:pt x="676994" y="42377"/>
                  </a:lnTo>
                  <a:lnTo>
                    <a:pt x="712626" y="103308"/>
                  </a:lnTo>
                  <a:lnTo>
                    <a:pt x="748257" y="163122"/>
                  </a:lnTo>
                  <a:lnTo>
                    <a:pt x="783888" y="221839"/>
                  </a:lnTo>
                  <a:lnTo>
                    <a:pt x="819520" y="279480"/>
                  </a:lnTo>
                  <a:lnTo>
                    <a:pt x="855151" y="336064"/>
                  </a:lnTo>
                  <a:lnTo>
                    <a:pt x="890782" y="391611"/>
                  </a:lnTo>
                  <a:lnTo>
                    <a:pt x="926413" y="446139"/>
                  </a:lnTo>
                  <a:lnTo>
                    <a:pt x="962045" y="499668"/>
                  </a:lnTo>
                  <a:lnTo>
                    <a:pt x="997676" y="552215"/>
                  </a:lnTo>
                  <a:lnTo>
                    <a:pt x="1033307" y="603799"/>
                  </a:lnTo>
                  <a:lnTo>
                    <a:pt x="1068939" y="654437"/>
                  </a:lnTo>
                  <a:lnTo>
                    <a:pt x="1104570" y="704147"/>
                  </a:lnTo>
                  <a:lnTo>
                    <a:pt x="1140201" y="752946"/>
                  </a:lnTo>
                  <a:lnTo>
                    <a:pt x="1175833" y="800850"/>
                  </a:lnTo>
                  <a:lnTo>
                    <a:pt x="1211464" y="847875"/>
                  </a:lnTo>
                  <a:lnTo>
                    <a:pt x="1247095" y="894039"/>
                  </a:lnTo>
                  <a:lnTo>
                    <a:pt x="1282727" y="939356"/>
                  </a:lnTo>
                  <a:lnTo>
                    <a:pt x="1318358" y="983843"/>
                  </a:lnTo>
                  <a:lnTo>
                    <a:pt x="1353989" y="1027514"/>
                  </a:lnTo>
                  <a:lnTo>
                    <a:pt x="1389620" y="1070384"/>
                  </a:lnTo>
                  <a:lnTo>
                    <a:pt x="1425252" y="1112468"/>
                  </a:lnTo>
                  <a:lnTo>
                    <a:pt x="1460883" y="1153781"/>
                  </a:lnTo>
                  <a:lnTo>
                    <a:pt x="1496514" y="1194336"/>
                  </a:lnTo>
                  <a:lnTo>
                    <a:pt x="1532146" y="1234148"/>
                  </a:lnTo>
                  <a:lnTo>
                    <a:pt x="1567777" y="1273230"/>
                  </a:lnTo>
                  <a:lnTo>
                    <a:pt x="1603408" y="1311595"/>
                  </a:lnTo>
                  <a:lnTo>
                    <a:pt x="1639040" y="1349258"/>
                  </a:lnTo>
                  <a:lnTo>
                    <a:pt x="1674671" y="1386229"/>
                  </a:lnTo>
                  <a:lnTo>
                    <a:pt x="1710302" y="1422523"/>
                  </a:lnTo>
                  <a:lnTo>
                    <a:pt x="1745934" y="1458152"/>
                  </a:lnTo>
                  <a:lnTo>
                    <a:pt x="1781565" y="1493127"/>
                  </a:lnTo>
                  <a:lnTo>
                    <a:pt x="1817196" y="1527461"/>
                  </a:lnTo>
                  <a:lnTo>
                    <a:pt x="1852827" y="1561166"/>
                  </a:lnTo>
                  <a:lnTo>
                    <a:pt x="1888459" y="1594252"/>
                  </a:lnTo>
                  <a:lnTo>
                    <a:pt x="1924090" y="1626732"/>
                  </a:lnTo>
                  <a:lnTo>
                    <a:pt x="1959721" y="1658617"/>
                  </a:lnTo>
                  <a:lnTo>
                    <a:pt x="1995353" y="1689917"/>
                  </a:lnTo>
                  <a:lnTo>
                    <a:pt x="2030984" y="1720643"/>
                  </a:lnTo>
                  <a:lnTo>
                    <a:pt x="2066615" y="1750806"/>
                  </a:lnTo>
                  <a:lnTo>
                    <a:pt x="2102247" y="1780416"/>
                  </a:lnTo>
                  <a:lnTo>
                    <a:pt x="2137878" y="1809484"/>
                  </a:lnTo>
                  <a:lnTo>
                    <a:pt x="2173509" y="1838018"/>
                  </a:lnTo>
                  <a:lnTo>
                    <a:pt x="2209141" y="1866029"/>
                  </a:lnTo>
                  <a:lnTo>
                    <a:pt x="2244772" y="1893527"/>
                  </a:lnTo>
                  <a:lnTo>
                    <a:pt x="2280403" y="1920520"/>
                  </a:lnTo>
                  <a:lnTo>
                    <a:pt x="2316034" y="1947019"/>
                  </a:lnTo>
                  <a:lnTo>
                    <a:pt x="2351666" y="1973031"/>
                  </a:lnTo>
                  <a:lnTo>
                    <a:pt x="2387297" y="1998567"/>
                  </a:lnTo>
                  <a:lnTo>
                    <a:pt x="2422928" y="2023635"/>
                  </a:lnTo>
                  <a:lnTo>
                    <a:pt x="2458560" y="2048243"/>
                  </a:lnTo>
                  <a:lnTo>
                    <a:pt x="2494191" y="2072400"/>
                  </a:lnTo>
                  <a:lnTo>
                    <a:pt x="2529822" y="2096115"/>
                  </a:lnTo>
                  <a:lnTo>
                    <a:pt x="2565454" y="2119394"/>
                  </a:lnTo>
                  <a:lnTo>
                    <a:pt x="2601085" y="2142247"/>
                  </a:lnTo>
                  <a:lnTo>
                    <a:pt x="2636716" y="2164680"/>
                  </a:lnTo>
                  <a:lnTo>
                    <a:pt x="2672348" y="2186703"/>
                  </a:lnTo>
                  <a:lnTo>
                    <a:pt x="2707979" y="2208321"/>
                  </a:lnTo>
                  <a:lnTo>
                    <a:pt x="2743610" y="2229544"/>
                  </a:lnTo>
                  <a:lnTo>
                    <a:pt x="2779241" y="2250377"/>
                  </a:lnTo>
                  <a:lnTo>
                    <a:pt x="2814873" y="2270828"/>
                  </a:lnTo>
                  <a:lnTo>
                    <a:pt x="2850504" y="2290904"/>
                  </a:lnTo>
                  <a:lnTo>
                    <a:pt x="2886135" y="2310613"/>
                  </a:lnTo>
                  <a:lnTo>
                    <a:pt x="2921767" y="2329960"/>
                  </a:lnTo>
                  <a:lnTo>
                    <a:pt x="2957398" y="2348952"/>
                  </a:lnTo>
                  <a:lnTo>
                    <a:pt x="2993029" y="2367596"/>
                  </a:lnTo>
                  <a:lnTo>
                    <a:pt x="3028661" y="2385898"/>
                  </a:lnTo>
                  <a:lnTo>
                    <a:pt x="3064292" y="2403865"/>
                  </a:lnTo>
                  <a:lnTo>
                    <a:pt x="3099923" y="2421503"/>
                  </a:lnTo>
                  <a:lnTo>
                    <a:pt x="3135555" y="2438817"/>
                  </a:lnTo>
                  <a:lnTo>
                    <a:pt x="3171186" y="2455813"/>
                  </a:lnTo>
                  <a:lnTo>
                    <a:pt x="3206817" y="2472498"/>
                  </a:lnTo>
                  <a:lnTo>
                    <a:pt x="3242448" y="2488877"/>
                  </a:lnTo>
                  <a:lnTo>
                    <a:pt x="3278080" y="2504956"/>
                  </a:lnTo>
                  <a:lnTo>
                    <a:pt x="3313711" y="2520740"/>
                  </a:lnTo>
                  <a:lnTo>
                    <a:pt x="3349342" y="2536235"/>
                  </a:lnTo>
                  <a:lnTo>
                    <a:pt x="3384974" y="2551446"/>
                  </a:lnTo>
                  <a:lnTo>
                    <a:pt x="3420605" y="2565412"/>
                  </a:lnTo>
                  <a:lnTo>
                    <a:pt x="3456236" y="2572552"/>
                  </a:lnTo>
                  <a:lnTo>
                    <a:pt x="3491868" y="2579627"/>
                  </a:lnTo>
                  <a:lnTo>
                    <a:pt x="3527499" y="2586640"/>
                  </a:lnTo>
                  <a:lnTo>
                    <a:pt x="3563130" y="2593590"/>
                  </a:lnTo>
                  <a:lnTo>
                    <a:pt x="3598762" y="2600478"/>
                  </a:lnTo>
                  <a:lnTo>
                    <a:pt x="3634393" y="2607304"/>
                  </a:lnTo>
                  <a:lnTo>
                    <a:pt x="3670024" y="2614070"/>
                  </a:lnTo>
                  <a:lnTo>
                    <a:pt x="3705655" y="2620775"/>
                  </a:lnTo>
                  <a:lnTo>
                    <a:pt x="3741287" y="2627421"/>
                  </a:lnTo>
                  <a:lnTo>
                    <a:pt x="3776918" y="2634007"/>
                  </a:lnTo>
                  <a:lnTo>
                    <a:pt x="3812549" y="2640535"/>
                  </a:lnTo>
                  <a:lnTo>
                    <a:pt x="3848181" y="2647004"/>
                  </a:lnTo>
                  <a:lnTo>
                    <a:pt x="3883812" y="2653416"/>
                  </a:lnTo>
                  <a:lnTo>
                    <a:pt x="3919443" y="2659770"/>
                  </a:lnTo>
                  <a:lnTo>
                    <a:pt x="3955075" y="2666068"/>
                  </a:lnTo>
                  <a:lnTo>
                    <a:pt x="3990706" y="2672309"/>
                  </a:lnTo>
                  <a:lnTo>
                    <a:pt x="4026337" y="2678495"/>
                  </a:lnTo>
                  <a:lnTo>
                    <a:pt x="4061968" y="2684626"/>
                  </a:lnTo>
                  <a:lnTo>
                    <a:pt x="4097600" y="2690702"/>
                  </a:lnTo>
                  <a:lnTo>
                    <a:pt x="4133231" y="2696724"/>
                  </a:lnTo>
                  <a:lnTo>
                    <a:pt x="4168862" y="2702692"/>
                  </a:lnTo>
                  <a:lnTo>
                    <a:pt x="4204494" y="2708607"/>
                  </a:lnTo>
                  <a:lnTo>
                    <a:pt x="4240125" y="2714470"/>
                  </a:lnTo>
                  <a:lnTo>
                    <a:pt x="4275756" y="2720279"/>
                  </a:lnTo>
                  <a:lnTo>
                    <a:pt x="4311388" y="2726038"/>
                  </a:lnTo>
                  <a:lnTo>
                    <a:pt x="4347019" y="2731744"/>
                  </a:lnTo>
                  <a:lnTo>
                    <a:pt x="4382650" y="2737400"/>
                  </a:lnTo>
                  <a:lnTo>
                    <a:pt x="4418282" y="2743006"/>
                  </a:lnTo>
                  <a:lnTo>
                    <a:pt x="4453913" y="2748561"/>
                  </a:lnTo>
                  <a:lnTo>
                    <a:pt x="4489544" y="2754067"/>
                  </a:lnTo>
                  <a:lnTo>
                    <a:pt x="4525175" y="2759524"/>
                  </a:lnTo>
                  <a:lnTo>
                    <a:pt x="4560807" y="2764932"/>
                  </a:lnTo>
                  <a:lnTo>
                    <a:pt x="4596438" y="2770292"/>
                  </a:lnTo>
                  <a:lnTo>
                    <a:pt x="4632069" y="2775604"/>
                  </a:lnTo>
                  <a:lnTo>
                    <a:pt x="4667701" y="2780868"/>
                  </a:lnTo>
                  <a:lnTo>
                    <a:pt x="4703332" y="2786086"/>
                  </a:lnTo>
                  <a:lnTo>
                    <a:pt x="4738963" y="2791257"/>
                  </a:lnTo>
                  <a:lnTo>
                    <a:pt x="4774595" y="2796383"/>
                  </a:lnTo>
                  <a:lnTo>
                    <a:pt x="4810226" y="2801462"/>
                  </a:lnTo>
                  <a:lnTo>
                    <a:pt x="4845857" y="2806496"/>
                  </a:lnTo>
                  <a:lnTo>
                    <a:pt x="4881489" y="2811485"/>
                  </a:lnTo>
                  <a:lnTo>
                    <a:pt x="4917120" y="2816430"/>
                  </a:lnTo>
                  <a:lnTo>
                    <a:pt x="4952751" y="2821330"/>
                  </a:lnTo>
                  <a:lnTo>
                    <a:pt x="4988382" y="2826187"/>
                  </a:lnTo>
                  <a:lnTo>
                    <a:pt x="5024014" y="2831001"/>
                  </a:lnTo>
                  <a:lnTo>
                    <a:pt x="5059645" y="2835772"/>
                  </a:lnTo>
                  <a:lnTo>
                    <a:pt x="5095276" y="2840500"/>
                  </a:lnTo>
                  <a:lnTo>
                    <a:pt x="5130908" y="2845186"/>
                  </a:lnTo>
                  <a:lnTo>
                    <a:pt x="5166539" y="2849830"/>
                  </a:lnTo>
                  <a:lnTo>
                    <a:pt x="5202170" y="2854432"/>
                  </a:lnTo>
                  <a:lnTo>
                    <a:pt x="5237802" y="2858994"/>
                  </a:lnTo>
                  <a:lnTo>
                    <a:pt x="5273433" y="2863515"/>
                  </a:lnTo>
                  <a:lnTo>
                    <a:pt x="5309064" y="2867996"/>
                  </a:lnTo>
                  <a:lnTo>
                    <a:pt x="5344696" y="2872436"/>
                  </a:lnTo>
                  <a:lnTo>
                    <a:pt x="5380327" y="2876838"/>
                  </a:lnTo>
                  <a:lnTo>
                    <a:pt x="5415958" y="2881199"/>
                  </a:lnTo>
                  <a:lnTo>
                    <a:pt x="5451589" y="2885522"/>
                  </a:lnTo>
                  <a:lnTo>
                    <a:pt x="5487221" y="2889807"/>
                  </a:lnTo>
                  <a:lnTo>
                    <a:pt x="5522852" y="2894053"/>
                  </a:lnTo>
                  <a:lnTo>
                    <a:pt x="5558483" y="2898261"/>
                  </a:lnTo>
                  <a:lnTo>
                    <a:pt x="5594115" y="2902432"/>
                  </a:lnTo>
                  <a:lnTo>
                    <a:pt x="5629746" y="2906566"/>
                  </a:lnTo>
                  <a:lnTo>
                    <a:pt x="5665377" y="2910662"/>
                  </a:lnTo>
                  <a:lnTo>
                    <a:pt x="5701009" y="2914722"/>
                  </a:lnTo>
                  <a:lnTo>
                    <a:pt x="5736640" y="2918746"/>
                  </a:lnTo>
                  <a:lnTo>
                    <a:pt x="5772271" y="2922735"/>
                  </a:lnTo>
                  <a:lnTo>
                    <a:pt x="5807903" y="2926687"/>
                  </a:lnTo>
                  <a:lnTo>
                    <a:pt x="5843534" y="2930604"/>
                  </a:lnTo>
                  <a:lnTo>
                    <a:pt x="5879165" y="2934487"/>
                  </a:lnTo>
                  <a:lnTo>
                    <a:pt x="5914796" y="2938334"/>
                  </a:lnTo>
                  <a:lnTo>
                    <a:pt x="5950428" y="2942148"/>
                  </a:lnTo>
                  <a:lnTo>
                    <a:pt x="5986059" y="2945927"/>
                  </a:lnTo>
                  <a:lnTo>
                    <a:pt x="6021690" y="2949673"/>
                  </a:lnTo>
                  <a:lnTo>
                    <a:pt x="6057322" y="2953385"/>
                  </a:lnTo>
                  <a:lnTo>
                    <a:pt x="6092953" y="2957064"/>
                  </a:lnTo>
                  <a:lnTo>
                    <a:pt x="6128584" y="2960710"/>
                  </a:lnTo>
                  <a:lnTo>
                    <a:pt x="6164216" y="2964324"/>
                  </a:lnTo>
                  <a:lnTo>
                    <a:pt x="6199847" y="2967906"/>
                  </a:lnTo>
                  <a:lnTo>
                    <a:pt x="6235478" y="2971456"/>
                  </a:lnTo>
                  <a:lnTo>
                    <a:pt x="6271110" y="2974974"/>
                  </a:lnTo>
                  <a:lnTo>
                    <a:pt x="6306741" y="2978460"/>
                  </a:lnTo>
                  <a:lnTo>
                    <a:pt x="6342372" y="2981916"/>
                  </a:lnTo>
                  <a:lnTo>
                    <a:pt x="6378003" y="2985340"/>
                  </a:lnTo>
                  <a:lnTo>
                    <a:pt x="6413635" y="2988735"/>
                  </a:lnTo>
                  <a:lnTo>
                    <a:pt x="6449266" y="2992098"/>
                  </a:lnTo>
                  <a:lnTo>
                    <a:pt x="6484897" y="2995432"/>
                  </a:lnTo>
                  <a:lnTo>
                    <a:pt x="6520529" y="2998736"/>
                  </a:lnTo>
                  <a:lnTo>
                    <a:pt x="6556160" y="3002011"/>
                  </a:lnTo>
                  <a:lnTo>
                    <a:pt x="6591791" y="3005257"/>
                  </a:lnTo>
                  <a:lnTo>
                    <a:pt x="6627423" y="3008473"/>
                  </a:lnTo>
                  <a:lnTo>
                    <a:pt x="6663054" y="3011661"/>
                  </a:lnTo>
                  <a:lnTo>
                    <a:pt x="6698685" y="3014820"/>
                  </a:lnTo>
                  <a:lnTo>
                    <a:pt x="6734317" y="3017952"/>
                  </a:lnTo>
                  <a:lnTo>
                    <a:pt x="6769948" y="3021055"/>
                  </a:lnTo>
                  <a:lnTo>
                    <a:pt x="6805579" y="3024131"/>
                  </a:lnTo>
                  <a:lnTo>
                    <a:pt x="6841210" y="3027179"/>
                  </a:lnTo>
                  <a:lnTo>
                    <a:pt x="6876842" y="3030200"/>
                  </a:lnTo>
                  <a:lnTo>
                    <a:pt x="6912473" y="3033194"/>
                  </a:lnTo>
                  <a:lnTo>
                    <a:pt x="6948104" y="3036161"/>
                  </a:lnTo>
                  <a:lnTo>
                    <a:pt x="6983736" y="3039102"/>
                  </a:lnTo>
                  <a:lnTo>
                    <a:pt x="7019367" y="3042017"/>
                  </a:lnTo>
                  <a:lnTo>
                    <a:pt x="7054998" y="3044906"/>
                  </a:lnTo>
                  <a:lnTo>
                    <a:pt x="7090630" y="3047768"/>
                  </a:lnTo>
                  <a:lnTo>
                    <a:pt x="7090630" y="3247024"/>
                  </a:lnTo>
                  <a:lnTo>
                    <a:pt x="7054998" y="3244804"/>
                  </a:lnTo>
                  <a:lnTo>
                    <a:pt x="7019367" y="3242542"/>
                  </a:lnTo>
                  <a:lnTo>
                    <a:pt x="6983736" y="3240238"/>
                  </a:lnTo>
                  <a:lnTo>
                    <a:pt x="6948104" y="3237891"/>
                  </a:lnTo>
                  <a:lnTo>
                    <a:pt x="6912473" y="3235500"/>
                  </a:lnTo>
                  <a:lnTo>
                    <a:pt x="6876842" y="3233064"/>
                  </a:lnTo>
                  <a:lnTo>
                    <a:pt x="6841210" y="3230583"/>
                  </a:lnTo>
                  <a:lnTo>
                    <a:pt x="6805579" y="3228056"/>
                  </a:lnTo>
                  <a:lnTo>
                    <a:pt x="6769948" y="3225482"/>
                  </a:lnTo>
                  <a:lnTo>
                    <a:pt x="6734317" y="3222859"/>
                  </a:lnTo>
                  <a:lnTo>
                    <a:pt x="6698685" y="3220187"/>
                  </a:lnTo>
                  <a:lnTo>
                    <a:pt x="6663054" y="3217466"/>
                  </a:lnTo>
                  <a:lnTo>
                    <a:pt x="6627423" y="3214693"/>
                  </a:lnTo>
                  <a:lnTo>
                    <a:pt x="6591791" y="3211869"/>
                  </a:lnTo>
                  <a:lnTo>
                    <a:pt x="6556160" y="3208992"/>
                  </a:lnTo>
                  <a:lnTo>
                    <a:pt x="6520529" y="3206062"/>
                  </a:lnTo>
                  <a:lnTo>
                    <a:pt x="6484897" y="3203077"/>
                  </a:lnTo>
                  <a:lnTo>
                    <a:pt x="6449266" y="3200035"/>
                  </a:lnTo>
                  <a:lnTo>
                    <a:pt x="6413635" y="3196938"/>
                  </a:lnTo>
                  <a:lnTo>
                    <a:pt x="6378003" y="3193782"/>
                  </a:lnTo>
                  <a:lnTo>
                    <a:pt x="6342372" y="3190567"/>
                  </a:lnTo>
                  <a:lnTo>
                    <a:pt x="6306741" y="3187293"/>
                  </a:lnTo>
                  <a:lnTo>
                    <a:pt x="6271110" y="3183957"/>
                  </a:lnTo>
                  <a:lnTo>
                    <a:pt x="6235478" y="3180559"/>
                  </a:lnTo>
                  <a:lnTo>
                    <a:pt x="6199847" y="3177097"/>
                  </a:lnTo>
                  <a:lnTo>
                    <a:pt x="6164216" y="3173571"/>
                  </a:lnTo>
                  <a:lnTo>
                    <a:pt x="6128584" y="3169979"/>
                  </a:lnTo>
                  <a:lnTo>
                    <a:pt x="6092953" y="3166319"/>
                  </a:lnTo>
                  <a:lnTo>
                    <a:pt x="6057322" y="3162592"/>
                  </a:lnTo>
                  <a:lnTo>
                    <a:pt x="6021690" y="3158795"/>
                  </a:lnTo>
                  <a:lnTo>
                    <a:pt x="5986059" y="3154927"/>
                  </a:lnTo>
                  <a:lnTo>
                    <a:pt x="5950428" y="3150986"/>
                  </a:lnTo>
                  <a:lnTo>
                    <a:pt x="5914796" y="3146973"/>
                  </a:lnTo>
                  <a:lnTo>
                    <a:pt x="5879165" y="3142884"/>
                  </a:lnTo>
                  <a:lnTo>
                    <a:pt x="5843534" y="3138719"/>
                  </a:lnTo>
                  <a:lnTo>
                    <a:pt x="5807903" y="3134476"/>
                  </a:lnTo>
                  <a:lnTo>
                    <a:pt x="5772271" y="3130153"/>
                  </a:lnTo>
                  <a:lnTo>
                    <a:pt x="5736640" y="3125750"/>
                  </a:lnTo>
                  <a:lnTo>
                    <a:pt x="5701009" y="3121265"/>
                  </a:lnTo>
                  <a:lnTo>
                    <a:pt x="5665377" y="3116696"/>
                  </a:lnTo>
                  <a:lnTo>
                    <a:pt x="5629746" y="3112042"/>
                  </a:lnTo>
                  <a:lnTo>
                    <a:pt x="5594115" y="3107301"/>
                  </a:lnTo>
                  <a:lnTo>
                    <a:pt x="5558483" y="3102471"/>
                  </a:lnTo>
                  <a:lnTo>
                    <a:pt x="5522852" y="3097551"/>
                  </a:lnTo>
                  <a:lnTo>
                    <a:pt x="5487221" y="3092539"/>
                  </a:lnTo>
                  <a:lnTo>
                    <a:pt x="5451589" y="3087434"/>
                  </a:lnTo>
                  <a:lnTo>
                    <a:pt x="5415958" y="3082233"/>
                  </a:lnTo>
                  <a:lnTo>
                    <a:pt x="5380327" y="3076935"/>
                  </a:lnTo>
                  <a:lnTo>
                    <a:pt x="5344696" y="3071538"/>
                  </a:lnTo>
                  <a:lnTo>
                    <a:pt x="5309064" y="3066041"/>
                  </a:lnTo>
                  <a:lnTo>
                    <a:pt x="5273433" y="3060441"/>
                  </a:lnTo>
                  <a:lnTo>
                    <a:pt x="5237802" y="3054736"/>
                  </a:lnTo>
                  <a:lnTo>
                    <a:pt x="5202170" y="3048924"/>
                  </a:lnTo>
                  <a:lnTo>
                    <a:pt x="5166539" y="3043004"/>
                  </a:lnTo>
                  <a:lnTo>
                    <a:pt x="5130908" y="3036974"/>
                  </a:lnTo>
                  <a:lnTo>
                    <a:pt x="5095276" y="3030831"/>
                  </a:lnTo>
                  <a:lnTo>
                    <a:pt x="5059645" y="3024573"/>
                  </a:lnTo>
                  <a:lnTo>
                    <a:pt x="5024014" y="3018198"/>
                  </a:lnTo>
                  <a:lnTo>
                    <a:pt x="4988382" y="3011704"/>
                  </a:lnTo>
                  <a:lnTo>
                    <a:pt x="4952751" y="3005089"/>
                  </a:lnTo>
                  <a:lnTo>
                    <a:pt x="4917120" y="2998351"/>
                  </a:lnTo>
                  <a:lnTo>
                    <a:pt x="4881489" y="2991486"/>
                  </a:lnTo>
                  <a:lnTo>
                    <a:pt x="4845857" y="2984494"/>
                  </a:lnTo>
                  <a:lnTo>
                    <a:pt x="4810226" y="2977371"/>
                  </a:lnTo>
                  <a:lnTo>
                    <a:pt x="4774595" y="2970114"/>
                  </a:lnTo>
                  <a:lnTo>
                    <a:pt x="4738963" y="2962723"/>
                  </a:lnTo>
                  <a:lnTo>
                    <a:pt x="4703332" y="2955193"/>
                  </a:lnTo>
                  <a:lnTo>
                    <a:pt x="4667701" y="2947522"/>
                  </a:lnTo>
                  <a:lnTo>
                    <a:pt x="4632069" y="2939709"/>
                  </a:lnTo>
                  <a:lnTo>
                    <a:pt x="4596438" y="2931749"/>
                  </a:lnTo>
                  <a:lnTo>
                    <a:pt x="4560807" y="2923641"/>
                  </a:lnTo>
                  <a:lnTo>
                    <a:pt x="4525175" y="2915381"/>
                  </a:lnTo>
                  <a:lnTo>
                    <a:pt x="4489544" y="2906967"/>
                  </a:lnTo>
                  <a:lnTo>
                    <a:pt x="4453913" y="2898396"/>
                  </a:lnTo>
                  <a:lnTo>
                    <a:pt x="4418282" y="2889665"/>
                  </a:lnTo>
                  <a:lnTo>
                    <a:pt x="4382650" y="2880771"/>
                  </a:lnTo>
                  <a:lnTo>
                    <a:pt x="4347019" y="2871710"/>
                  </a:lnTo>
                  <a:lnTo>
                    <a:pt x="4311388" y="2862481"/>
                  </a:lnTo>
                  <a:lnTo>
                    <a:pt x="4275756" y="2853079"/>
                  </a:lnTo>
                  <a:lnTo>
                    <a:pt x="4240125" y="2843502"/>
                  </a:lnTo>
                  <a:lnTo>
                    <a:pt x="4204494" y="2833745"/>
                  </a:lnTo>
                  <a:lnTo>
                    <a:pt x="4168862" y="2823807"/>
                  </a:lnTo>
                  <a:lnTo>
                    <a:pt x="4133231" y="2813683"/>
                  </a:lnTo>
                  <a:lnTo>
                    <a:pt x="4097600" y="2803369"/>
                  </a:lnTo>
                  <a:lnTo>
                    <a:pt x="4061968" y="2792864"/>
                  </a:lnTo>
                  <a:lnTo>
                    <a:pt x="4026337" y="2782162"/>
                  </a:lnTo>
                  <a:lnTo>
                    <a:pt x="3990706" y="2771260"/>
                  </a:lnTo>
                  <a:lnTo>
                    <a:pt x="3955075" y="2760154"/>
                  </a:lnTo>
                  <a:lnTo>
                    <a:pt x="3919443" y="2748841"/>
                  </a:lnTo>
                  <a:lnTo>
                    <a:pt x="3883812" y="2737317"/>
                  </a:lnTo>
                  <a:lnTo>
                    <a:pt x="3848181" y="2725578"/>
                  </a:lnTo>
                  <a:lnTo>
                    <a:pt x="3812549" y="2713619"/>
                  </a:lnTo>
                  <a:lnTo>
                    <a:pt x="3776918" y="2701437"/>
                  </a:lnTo>
                  <a:lnTo>
                    <a:pt x="3741287" y="2689028"/>
                  </a:lnTo>
                  <a:lnTo>
                    <a:pt x="3705655" y="2676387"/>
                  </a:lnTo>
                  <a:lnTo>
                    <a:pt x="3670024" y="2663509"/>
                  </a:lnTo>
                  <a:lnTo>
                    <a:pt x="3634393" y="2650392"/>
                  </a:lnTo>
                  <a:lnTo>
                    <a:pt x="3598762" y="2637029"/>
                  </a:lnTo>
                  <a:lnTo>
                    <a:pt x="3563130" y="2623417"/>
                  </a:lnTo>
                  <a:lnTo>
                    <a:pt x="3527499" y="2609550"/>
                  </a:lnTo>
                  <a:lnTo>
                    <a:pt x="3491868" y="2595425"/>
                  </a:lnTo>
                  <a:lnTo>
                    <a:pt x="3456236" y="2581035"/>
                  </a:lnTo>
                  <a:lnTo>
                    <a:pt x="3420605" y="2566377"/>
                  </a:lnTo>
                  <a:lnTo>
                    <a:pt x="3384974" y="2558209"/>
                  </a:lnTo>
                  <a:lnTo>
                    <a:pt x="3349342" y="2550940"/>
                  </a:lnTo>
                  <a:lnTo>
                    <a:pt x="3313711" y="2543607"/>
                  </a:lnTo>
                  <a:lnTo>
                    <a:pt x="3278080" y="2536207"/>
                  </a:lnTo>
                  <a:lnTo>
                    <a:pt x="3242448" y="2528740"/>
                  </a:lnTo>
                  <a:lnTo>
                    <a:pt x="3206817" y="2521207"/>
                  </a:lnTo>
                  <a:lnTo>
                    <a:pt x="3171186" y="2513606"/>
                  </a:lnTo>
                  <a:lnTo>
                    <a:pt x="3135555" y="2505936"/>
                  </a:lnTo>
                  <a:lnTo>
                    <a:pt x="3099923" y="2498197"/>
                  </a:lnTo>
                  <a:lnTo>
                    <a:pt x="3064292" y="2490389"/>
                  </a:lnTo>
                  <a:lnTo>
                    <a:pt x="3028661" y="2482510"/>
                  </a:lnTo>
                  <a:lnTo>
                    <a:pt x="2993029" y="2474560"/>
                  </a:lnTo>
                  <a:lnTo>
                    <a:pt x="2957398" y="2466539"/>
                  </a:lnTo>
                  <a:lnTo>
                    <a:pt x="2921767" y="2458446"/>
                  </a:lnTo>
                  <a:lnTo>
                    <a:pt x="2886135" y="2450280"/>
                  </a:lnTo>
                  <a:lnTo>
                    <a:pt x="2850504" y="2442040"/>
                  </a:lnTo>
                  <a:lnTo>
                    <a:pt x="2814873" y="2433726"/>
                  </a:lnTo>
                  <a:lnTo>
                    <a:pt x="2779241" y="2425338"/>
                  </a:lnTo>
                  <a:lnTo>
                    <a:pt x="2743610" y="2416874"/>
                  </a:lnTo>
                  <a:lnTo>
                    <a:pt x="2707979" y="2408334"/>
                  </a:lnTo>
                  <a:lnTo>
                    <a:pt x="2672348" y="2399717"/>
                  </a:lnTo>
                  <a:lnTo>
                    <a:pt x="2636716" y="2391022"/>
                  </a:lnTo>
                  <a:lnTo>
                    <a:pt x="2601085" y="2382249"/>
                  </a:lnTo>
                  <a:lnTo>
                    <a:pt x="2565454" y="2373397"/>
                  </a:lnTo>
                  <a:lnTo>
                    <a:pt x="2529822" y="2364466"/>
                  </a:lnTo>
                  <a:lnTo>
                    <a:pt x="2494191" y="2355454"/>
                  </a:lnTo>
                  <a:lnTo>
                    <a:pt x="2458560" y="2346361"/>
                  </a:lnTo>
                  <a:lnTo>
                    <a:pt x="2422928" y="2337186"/>
                  </a:lnTo>
                  <a:lnTo>
                    <a:pt x="2387297" y="2327929"/>
                  </a:lnTo>
                  <a:lnTo>
                    <a:pt x="2351666" y="2318588"/>
                  </a:lnTo>
                  <a:lnTo>
                    <a:pt x="2316034" y="2309164"/>
                  </a:lnTo>
                  <a:lnTo>
                    <a:pt x="2280403" y="2299654"/>
                  </a:lnTo>
                  <a:lnTo>
                    <a:pt x="2244772" y="2290059"/>
                  </a:lnTo>
                  <a:lnTo>
                    <a:pt x="2209141" y="2280378"/>
                  </a:lnTo>
                  <a:lnTo>
                    <a:pt x="2173509" y="2270609"/>
                  </a:lnTo>
                  <a:lnTo>
                    <a:pt x="2137878" y="2260753"/>
                  </a:lnTo>
                  <a:lnTo>
                    <a:pt x="2102247" y="2250808"/>
                  </a:lnTo>
                  <a:lnTo>
                    <a:pt x="2066615" y="2240773"/>
                  </a:lnTo>
                  <a:lnTo>
                    <a:pt x="2030984" y="2230648"/>
                  </a:lnTo>
                  <a:lnTo>
                    <a:pt x="1995353" y="2220432"/>
                  </a:lnTo>
                  <a:lnTo>
                    <a:pt x="1959721" y="2210124"/>
                  </a:lnTo>
                  <a:lnTo>
                    <a:pt x="1924090" y="2199724"/>
                  </a:lnTo>
                  <a:lnTo>
                    <a:pt x="1888459" y="2189229"/>
                  </a:lnTo>
                  <a:lnTo>
                    <a:pt x="1852827" y="2178641"/>
                  </a:lnTo>
                  <a:lnTo>
                    <a:pt x="1817196" y="2167957"/>
                  </a:lnTo>
                  <a:lnTo>
                    <a:pt x="1781565" y="2157176"/>
                  </a:lnTo>
                  <a:lnTo>
                    <a:pt x="1745934" y="2146299"/>
                  </a:lnTo>
                  <a:lnTo>
                    <a:pt x="1710302" y="2135324"/>
                  </a:lnTo>
                  <a:lnTo>
                    <a:pt x="1674671" y="2124250"/>
                  </a:lnTo>
                  <a:lnTo>
                    <a:pt x="1639040" y="2113077"/>
                  </a:lnTo>
                  <a:lnTo>
                    <a:pt x="1603408" y="2101803"/>
                  </a:lnTo>
                  <a:lnTo>
                    <a:pt x="1567777" y="2090427"/>
                  </a:lnTo>
                  <a:lnTo>
                    <a:pt x="1532146" y="2078949"/>
                  </a:lnTo>
                  <a:lnTo>
                    <a:pt x="1496514" y="2067368"/>
                  </a:lnTo>
                  <a:lnTo>
                    <a:pt x="1460883" y="2055683"/>
                  </a:lnTo>
                  <a:lnTo>
                    <a:pt x="1425252" y="2043892"/>
                  </a:lnTo>
                  <a:lnTo>
                    <a:pt x="1389620" y="2031996"/>
                  </a:lnTo>
                  <a:lnTo>
                    <a:pt x="1353989" y="2019992"/>
                  </a:lnTo>
                  <a:lnTo>
                    <a:pt x="1318358" y="2007881"/>
                  </a:lnTo>
                  <a:lnTo>
                    <a:pt x="1282727" y="1995660"/>
                  </a:lnTo>
                  <a:lnTo>
                    <a:pt x="1247095" y="1983329"/>
                  </a:lnTo>
                  <a:lnTo>
                    <a:pt x="1211464" y="1970888"/>
                  </a:lnTo>
                  <a:lnTo>
                    <a:pt x="1175833" y="1958334"/>
                  </a:lnTo>
                  <a:lnTo>
                    <a:pt x="1140201" y="1945668"/>
                  </a:lnTo>
                  <a:lnTo>
                    <a:pt x="1104570" y="1932887"/>
                  </a:lnTo>
                  <a:lnTo>
                    <a:pt x="1068939" y="1919992"/>
                  </a:lnTo>
                  <a:lnTo>
                    <a:pt x="1033307" y="1906980"/>
                  </a:lnTo>
                  <a:lnTo>
                    <a:pt x="997676" y="1893851"/>
                  </a:lnTo>
                  <a:lnTo>
                    <a:pt x="962045" y="1880605"/>
                  </a:lnTo>
                  <a:lnTo>
                    <a:pt x="926413" y="1867239"/>
                  </a:lnTo>
                  <a:lnTo>
                    <a:pt x="890782" y="1853752"/>
                  </a:lnTo>
                  <a:lnTo>
                    <a:pt x="855151" y="1840145"/>
                  </a:lnTo>
                  <a:lnTo>
                    <a:pt x="819520" y="1826415"/>
                  </a:lnTo>
                  <a:lnTo>
                    <a:pt x="783888" y="1812561"/>
                  </a:lnTo>
                  <a:lnTo>
                    <a:pt x="748257" y="1798583"/>
                  </a:lnTo>
                  <a:lnTo>
                    <a:pt x="712626" y="1784479"/>
                  </a:lnTo>
                  <a:lnTo>
                    <a:pt x="676994" y="1770247"/>
                  </a:lnTo>
                  <a:lnTo>
                    <a:pt x="641363" y="1755888"/>
                  </a:lnTo>
                  <a:lnTo>
                    <a:pt x="605732" y="1741400"/>
                  </a:lnTo>
                  <a:lnTo>
                    <a:pt x="570100" y="1726781"/>
                  </a:lnTo>
                  <a:lnTo>
                    <a:pt x="534469" y="1712031"/>
                  </a:lnTo>
                  <a:lnTo>
                    <a:pt x="498838" y="1697148"/>
                  </a:lnTo>
                  <a:lnTo>
                    <a:pt x="463206" y="1682131"/>
                  </a:lnTo>
                  <a:lnTo>
                    <a:pt x="427575" y="1666979"/>
                  </a:lnTo>
                  <a:lnTo>
                    <a:pt x="391944" y="1651691"/>
                  </a:lnTo>
                  <a:lnTo>
                    <a:pt x="356313" y="1636265"/>
                  </a:lnTo>
                  <a:lnTo>
                    <a:pt x="320681" y="1620700"/>
                  </a:lnTo>
                  <a:lnTo>
                    <a:pt x="285050" y="1604996"/>
                  </a:lnTo>
                  <a:lnTo>
                    <a:pt x="249419" y="1589149"/>
                  </a:lnTo>
                  <a:lnTo>
                    <a:pt x="213787" y="1573161"/>
                  </a:lnTo>
                  <a:lnTo>
                    <a:pt x="178156" y="1557028"/>
                  </a:lnTo>
                  <a:lnTo>
                    <a:pt x="142525" y="1540750"/>
                  </a:lnTo>
                  <a:lnTo>
                    <a:pt x="106893" y="1524326"/>
                  </a:lnTo>
                  <a:lnTo>
                    <a:pt x="71262" y="1507754"/>
                  </a:lnTo>
                  <a:lnTo>
                    <a:pt x="35631" y="1491033"/>
                  </a:lnTo>
                  <a:lnTo>
                    <a:pt x="0" y="147416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24716" y="2196947"/>
              <a:ext cx="6437962" cy="3047768"/>
            </a:xfrm>
            <a:custGeom>
              <a:avLst/>
              <a:pathLst>
                <a:path w="6437962" h="3047768">
                  <a:moveTo>
                    <a:pt x="0" y="0"/>
                  </a:moveTo>
                  <a:lnTo>
                    <a:pt x="24327" y="42377"/>
                  </a:lnTo>
                  <a:lnTo>
                    <a:pt x="59958" y="103308"/>
                  </a:lnTo>
                  <a:lnTo>
                    <a:pt x="95590" y="163122"/>
                  </a:lnTo>
                  <a:lnTo>
                    <a:pt x="131221" y="221839"/>
                  </a:lnTo>
                  <a:lnTo>
                    <a:pt x="166852" y="279480"/>
                  </a:lnTo>
                  <a:lnTo>
                    <a:pt x="202484" y="336064"/>
                  </a:lnTo>
                  <a:lnTo>
                    <a:pt x="238115" y="391611"/>
                  </a:lnTo>
                  <a:lnTo>
                    <a:pt x="273746" y="446139"/>
                  </a:lnTo>
                  <a:lnTo>
                    <a:pt x="309378" y="499668"/>
                  </a:lnTo>
                  <a:lnTo>
                    <a:pt x="345009" y="552215"/>
                  </a:lnTo>
                  <a:lnTo>
                    <a:pt x="380640" y="603799"/>
                  </a:lnTo>
                  <a:lnTo>
                    <a:pt x="416271" y="654437"/>
                  </a:lnTo>
                  <a:lnTo>
                    <a:pt x="451903" y="704147"/>
                  </a:lnTo>
                  <a:lnTo>
                    <a:pt x="487534" y="752946"/>
                  </a:lnTo>
                  <a:lnTo>
                    <a:pt x="523165" y="800850"/>
                  </a:lnTo>
                  <a:lnTo>
                    <a:pt x="558797" y="847875"/>
                  </a:lnTo>
                  <a:lnTo>
                    <a:pt x="594428" y="894039"/>
                  </a:lnTo>
                  <a:lnTo>
                    <a:pt x="630059" y="939356"/>
                  </a:lnTo>
                  <a:lnTo>
                    <a:pt x="665691" y="983843"/>
                  </a:lnTo>
                  <a:lnTo>
                    <a:pt x="701322" y="1027514"/>
                  </a:lnTo>
                  <a:lnTo>
                    <a:pt x="736953" y="1070384"/>
                  </a:lnTo>
                  <a:lnTo>
                    <a:pt x="772585" y="1112468"/>
                  </a:lnTo>
                  <a:lnTo>
                    <a:pt x="808216" y="1153781"/>
                  </a:lnTo>
                  <a:lnTo>
                    <a:pt x="843847" y="1194336"/>
                  </a:lnTo>
                  <a:lnTo>
                    <a:pt x="879478" y="1234148"/>
                  </a:lnTo>
                  <a:lnTo>
                    <a:pt x="915110" y="1273230"/>
                  </a:lnTo>
                  <a:lnTo>
                    <a:pt x="950741" y="1311595"/>
                  </a:lnTo>
                  <a:lnTo>
                    <a:pt x="986372" y="1349258"/>
                  </a:lnTo>
                  <a:lnTo>
                    <a:pt x="1022004" y="1386229"/>
                  </a:lnTo>
                  <a:lnTo>
                    <a:pt x="1057635" y="1422523"/>
                  </a:lnTo>
                  <a:lnTo>
                    <a:pt x="1093266" y="1458152"/>
                  </a:lnTo>
                  <a:lnTo>
                    <a:pt x="1128898" y="1493127"/>
                  </a:lnTo>
                  <a:lnTo>
                    <a:pt x="1164529" y="1527461"/>
                  </a:lnTo>
                  <a:lnTo>
                    <a:pt x="1200160" y="1561166"/>
                  </a:lnTo>
                  <a:lnTo>
                    <a:pt x="1235792" y="1594252"/>
                  </a:lnTo>
                  <a:lnTo>
                    <a:pt x="1271423" y="1626732"/>
                  </a:lnTo>
                  <a:lnTo>
                    <a:pt x="1307054" y="1658617"/>
                  </a:lnTo>
                  <a:lnTo>
                    <a:pt x="1342685" y="1689917"/>
                  </a:lnTo>
                  <a:lnTo>
                    <a:pt x="1378317" y="1720643"/>
                  </a:lnTo>
                  <a:lnTo>
                    <a:pt x="1413948" y="1750806"/>
                  </a:lnTo>
                  <a:lnTo>
                    <a:pt x="1449579" y="1780416"/>
                  </a:lnTo>
                  <a:lnTo>
                    <a:pt x="1485211" y="1809484"/>
                  </a:lnTo>
                  <a:lnTo>
                    <a:pt x="1520842" y="1838018"/>
                  </a:lnTo>
                  <a:lnTo>
                    <a:pt x="1556473" y="1866029"/>
                  </a:lnTo>
                  <a:lnTo>
                    <a:pt x="1592105" y="1893527"/>
                  </a:lnTo>
                  <a:lnTo>
                    <a:pt x="1627736" y="1920520"/>
                  </a:lnTo>
                  <a:lnTo>
                    <a:pt x="1663367" y="1947019"/>
                  </a:lnTo>
                  <a:lnTo>
                    <a:pt x="1698999" y="1973031"/>
                  </a:lnTo>
                  <a:lnTo>
                    <a:pt x="1734630" y="1998567"/>
                  </a:lnTo>
                  <a:lnTo>
                    <a:pt x="1770261" y="2023635"/>
                  </a:lnTo>
                  <a:lnTo>
                    <a:pt x="1805892" y="2048243"/>
                  </a:lnTo>
                  <a:lnTo>
                    <a:pt x="1841524" y="2072400"/>
                  </a:lnTo>
                  <a:lnTo>
                    <a:pt x="1877155" y="2096115"/>
                  </a:lnTo>
                  <a:lnTo>
                    <a:pt x="1912786" y="2119394"/>
                  </a:lnTo>
                  <a:lnTo>
                    <a:pt x="1948418" y="2142247"/>
                  </a:lnTo>
                  <a:lnTo>
                    <a:pt x="1984049" y="2164680"/>
                  </a:lnTo>
                  <a:lnTo>
                    <a:pt x="2019680" y="2186703"/>
                  </a:lnTo>
                  <a:lnTo>
                    <a:pt x="2055312" y="2208321"/>
                  </a:lnTo>
                  <a:lnTo>
                    <a:pt x="2090943" y="2229544"/>
                  </a:lnTo>
                  <a:lnTo>
                    <a:pt x="2126574" y="2250377"/>
                  </a:lnTo>
                  <a:lnTo>
                    <a:pt x="2162205" y="2270828"/>
                  </a:lnTo>
                  <a:lnTo>
                    <a:pt x="2197837" y="2290904"/>
                  </a:lnTo>
                  <a:lnTo>
                    <a:pt x="2233468" y="2310613"/>
                  </a:lnTo>
                  <a:lnTo>
                    <a:pt x="2269099" y="2329960"/>
                  </a:lnTo>
                  <a:lnTo>
                    <a:pt x="2304731" y="2348952"/>
                  </a:lnTo>
                  <a:lnTo>
                    <a:pt x="2340362" y="2367596"/>
                  </a:lnTo>
                  <a:lnTo>
                    <a:pt x="2375993" y="2385898"/>
                  </a:lnTo>
                  <a:lnTo>
                    <a:pt x="2411625" y="2403865"/>
                  </a:lnTo>
                  <a:lnTo>
                    <a:pt x="2447256" y="2421503"/>
                  </a:lnTo>
                  <a:lnTo>
                    <a:pt x="2482887" y="2438817"/>
                  </a:lnTo>
                  <a:lnTo>
                    <a:pt x="2518519" y="2455813"/>
                  </a:lnTo>
                  <a:lnTo>
                    <a:pt x="2554150" y="2472498"/>
                  </a:lnTo>
                  <a:lnTo>
                    <a:pt x="2589781" y="2488877"/>
                  </a:lnTo>
                  <a:lnTo>
                    <a:pt x="2625412" y="2504956"/>
                  </a:lnTo>
                  <a:lnTo>
                    <a:pt x="2661044" y="2520740"/>
                  </a:lnTo>
                  <a:lnTo>
                    <a:pt x="2696675" y="2536235"/>
                  </a:lnTo>
                  <a:lnTo>
                    <a:pt x="2732306" y="2551446"/>
                  </a:lnTo>
                  <a:lnTo>
                    <a:pt x="2767938" y="2565412"/>
                  </a:lnTo>
                  <a:lnTo>
                    <a:pt x="2803569" y="2572552"/>
                  </a:lnTo>
                  <a:lnTo>
                    <a:pt x="2839200" y="2579627"/>
                  </a:lnTo>
                  <a:lnTo>
                    <a:pt x="2874832" y="2586640"/>
                  </a:lnTo>
                  <a:lnTo>
                    <a:pt x="2910463" y="2593590"/>
                  </a:lnTo>
                  <a:lnTo>
                    <a:pt x="2946094" y="2600478"/>
                  </a:lnTo>
                  <a:lnTo>
                    <a:pt x="2981726" y="2607304"/>
                  </a:lnTo>
                  <a:lnTo>
                    <a:pt x="3017357" y="2614070"/>
                  </a:lnTo>
                  <a:lnTo>
                    <a:pt x="3052988" y="2620775"/>
                  </a:lnTo>
                  <a:lnTo>
                    <a:pt x="3088619" y="2627421"/>
                  </a:lnTo>
                  <a:lnTo>
                    <a:pt x="3124251" y="2634007"/>
                  </a:lnTo>
                  <a:lnTo>
                    <a:pt x="3159882" y="2640535"/>
                  </a:lnTo>
                  <a:lnTo>
                    <a:pt x="3195513" y="2647004"/>
                  </a:lnTo>
                  <a:lnTo>
                    <a:pt x="3231145" y="2653416"/>
                  </a:lnTo>
                  <a:lnTo>
                    <a:pt x="3266776" y="2659770"/>
                  </a:lnTo>
                  <a:lnTo>
                    <a:pt x="3302407" y="2666068"/>
                  </a:lnTo>
                  <a:lnTo>
                    <a:pt x="3338039" y="2672309"/>
                  </a:lnTo>
                  <a:lnTo>
                    <a:pt x="3373670" y="2678495"/>
                  </a:lnTo>
                  <a:lnTo>
                    <a:pt x="3409301" y="2684626"/>
                  </a:lnTo>
                  <a:lnTo>
                    <a:pt x="3444933" y="2690702"/>
                  </a:lnTo>
                  <a:lnTo>
                    <a:pt x="3480564" y="2696724"/>
                  </a:lnTo>
                  <a:lnTo>
                    <a:pt x="3516195" y="2702692"/>
                  </a:lnTo>
                  <a:lnTo>
                    <a:pt x="3551826" y="2708607"/>
                  </a:lnTo>
                  <a:lnTo>
                    <a:pt x="3587458" y="2714470"/>
                  </a:lnTo>
                  <a:lnTo>
                    <a:pt x="3623089" y="2720279"/>
                  </a:lnTo>
                  <a:lnTo>
                    <a:pt x="3658720" y="2726038"/>
                  </a:lnTo>
                  <a:lnTo>
                    <a:pt x="3694352" y="2731744"/>
                  </a:lnTo>
                  <a:lnTo>
                    <a:pt x="3729983" y="2737400"/>
                  </a:lnTo>
                  <a:lnTo>
                    <a:pt x="3765614" y="2743006"/>
                  </a:lnTo>
                  <a:lnTo>
                    <a:pt x="3801246" y="2748561"/>
                  </a:lnTo>
                  <a:lnTo>
                    <a:pt x="3836877" y="2754067"/>
                  </a:lnTo>
                  <a:lnTo>
                    <a:pt x="3872508" y="2759524"/>
                  </a:lnTo>
                  <a:lnTo>
                    <a:pt x="3908140" y="2764932"/>
                  </a:lnTo>
                  <a:lnTo>
                    <a:pt x="3943771" y="2770292"/>
                  </a:lnTo>
                  <a:lnTo>
                    <a:pt x="3979402" y="2775604"/>
                  </a:lnTo>
                  <a:lnTo>
                    <a:pt x="4015033" y="2780868"/>
                  </a:lnTo>
                  <a:lnTo>
                    <a:pt x="4050665" y="2786086"/>
                  </a:lnTo>
                  <a:lnTo>
                    <a:pt x="4086296" y="2791257"/>
                  </a:lnTo>
                  <a:lnTo>
                    <a:pt x="4121927" y="2796383"/>
                  </a:lnTo>
                  <a:lnTo>
                    <a:pt x="4157559" y="2801462"/>
                  </a:lnTo>
                  <a:lnTo>
                    <a:pt x="4193190" y="2806496"/>
                  </a:lnTo>
                  <a:lnTo>
                    <a:pt x="4228821" y="2811485"/>
                  </a:lnTo>
                  <a:lnTo>
                    <a:pt x="4264453" y="2816430"/>
                  </a:lnTo>
                  <a:lnTo>
                    <a:pt x="4300084" y="2821330"/>
                  </a:lnTo>
                  <a:lnTo>
                    <a:pt x="4335715" y="2826187"/>
                  </a:lnTo>
                  <a:lnTo>
                    <a:pt x="4371347" y="2831001"/>
                  </a:lnTo>
                  <a:lnTo>
                    <a:pt x="4406978" y="2835772"/>
                  </a:lnTo>
                  <a:lnTo>
                    <a:pt x="4442609" y="2840500"/>
                  </a:lnTo>
                  <a:lnTo>
                    <a:pt x="4478240" y="2845186"/>
                  </a:lnTo>
                  <a:lnTo>
                    <a:pt x="4513872" y="2849830"/>
                  </a:lnTo>
                  <a:lnTo>
                    <a:pt x="4549503" y="2854432"/>
                  </a:lnTo>
                  <a:lnTo>
                    <a:pt x="4585134" y="2858994"/>
                  </a:lnTo>
                  <a:lnTo>
                    <a:pt x="4620766" y="2863515"/>
                  </a:lnTo>
                  <a:lnTo>
                    <a:pt x="4656397" y="2867996"/>
                  </a:lnTo>
                  <a:lnTo>
                    <a:pt x="4692028" y="2872436"/>
                  </a:lnTo>
                  <a:lnTo>
                    <a:pt x="4727660" y="2876838"/>
                  </a:lnTo>
                  <a:lnTo>
                    <a:pt x="4763291" y="2881199"/>
                  </a:lnTo>
                  <a:lnTo>
                    <a:pt x="4798922" y="2885522"/>
                  </a:lnTo>
                  <a:lnTo>
                    <a:pt x="4834554" y="2889807"/>
                  </a:lnTo>
                  <a:lnTo>
                    <a:pt x="4870185" y="2894053"/>
                  </a:lnTo>
                  <a:lnTo>
                    <a:pt x="4905816" y="2898261"/>
                  </a:lnTo>
                  <a:lnTo>
                    <a:pt x="4941447" y="2902432"/>
                  </a:lnTo>
                  <a:lnTo>
                    <a:pt x="4977079" y="2906566"/>
                  </a:lnTo>
                  <a:lnTo>
                    <a:pt x="5012710" y="2910662"/>
                  </a:lnTo>
                  <a:lnTo>
                    <a:pt x="5048341" y="2914722"/>
                  </a:lnTo>
                  <a:lnTo>
                    <a:pt x="5083973" y="2918746"/>
                  </a:lnTo>
                  <a:lnTo>
                    <a:pt x="5119604" y="2922735"/>
                  </a:lnTo>
                  <a:lnTo>
                    <a:pt x="5155235" y="2926687"/>
                  </a:lnTo>
                  <a:lnTo>
                    <a:pt x="5190867" y="2930604"/>
                  </a:lnTo>
                  <a:lnTo>
                    <a:pt x="5226498" y="2934487"/>
                  </a:lnTo>
                  <a:lnTo>
                    <a:pt x="5262129" y="2938334"/>
                  </a:lnTo>
                  <a:lnTo>
                    <a:pt x="5297761" y="2942148"/>
                  </a:lnTo>
                  <a:lnTo>
                    <a:pt x="5333392" y="2945927"/>
                  </a:lnTo>
                  <a:lnTo>
                    <a:pt x="5369023" y="2949673"/>
                  </a:lnTo>
                  <a:lnTo>
                    <a:pt x="5404654" y="2953385"/>
                  </a:lnTo>
                  <a:lnTo>
                    <a:pt x="5440286" y="2957064"/>
                  </a:lnTo>
                  <a:lnTo>
                    <a:pt x="5475917" y="2960710"/>
                  </a:lnTo>
                  <a:lnTo>
                    <a:pt x="5511548" y="2964324"/>
                  </a:lnTo>
                  <a:lnTo>
                    <a:pt x="5547180" y="2967906"/>
                  </a:lnTo>
                  <a:lnTo>
                    <a:pt x="5582811" y="2971456"/>
                  </a:lnTo>
                  <a:lnTo>
                    <a:pt x="5618442" y="2974974"/>
                  </a:lnTo>
                  <a:lnTo>
                    <a:pt x="5654074" y="2978460"/>
                  </a:lnTo>
                  <a:lnTo>
                    <a:pt x="5689705" y="2981916"/>
                  </a:lnTo>
                  <a:lnTo>
                    <a:pt x="5725336" y="2985340"/>
                  </a:lnTo>
                  <a:lnTo>
                    <a:pt x="5760968" y="2988735"/>
                  </a:lnTo>
                  <a:lnTo>
                    <a:pt x="5796599" y="2992098"/>
                  </a:lnTo>
                  <a:lnTo>
                    <a:pt x="5832230" y="2995432"/>
                  </a:lnTo>
                  <a:lnTo>
                    <a:pt x="5867861" y="2998736"/>
                  </a:lnTo>
                  <a:lnTo>
                    <a:pt x="5903493" y="3002011"/>
                  </a:lnTo>
                  <a:lnTo>
                    <a:pt x="5939124" y="3005257"/>
                  </a:lnTo>
                  <a:lnTo>
                    <a:pt x="5974755" y="3008473"/>
                  </a:lnTo>
                  <a:lnTo>
                    <a:pt x="6010387" y="3011661"/>
                  </a:lnTo>
                  <a:lnTo>
                    <a:pt x="6046018" y="3014820"/>
                  </a:lnTo>
                  <a:lnTo>
                    <a:pt x="6081649" y="3017952"/>
                  </a:lnTo>
                  <a:lnTo>
                    <a:pt x="6117281" y="3021055"/>
                  </a:lnTo>
                  <a:lnTo>
                    <a:pt x="6152912" y="3024131"/>
                  </a:lnTo>
                  <a:lnTo>
                    <a:pt x="6188543" y="3027179"/>
                  </a:lnTo>
                  <a:lnTo>
                    <a:pt x="6224174" y="3030200"/>
                  </a:lnTo>
                  <a:lnTo>
                    <a:pt x="6259806" y="3033194"/>
                  </a:lnTo>
                  <a:lnTo>
                    <a:pt x="6295437" y="3036161"/>
                  </a:lnTo>
                  <a:lnTo>
                    <a:pt x="6331068" y="3039102"/>
                  </a:lnTo>
                  <a:lnTo>
                    <a:pt x="6366700" y="3042017"/>
                  </a:lnTo>
                  <a:lnTo>
                    <a:pt x="6402331" y="3044906"/>
                  </a:lnTo>
                  <a:lnTo>
                    <a:pt x="6437962" y="30477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671108"/>
              <a:ext cx="7090630" cy="1772863"/>
            </a:xfrm>
            <a:custGeom>
              <a:avLst/>
              <a:pathLst>
                <a:path w="7090630" h="1772863">
                  <a:moveTo>
                    <a:pt x="7090630" y="1772863"/>
                  </a:moveTo>
                  <a:lnTo>
                    <a:pt x="7054998" y="1770642"/>
                  </a:lnTo>
                  <a:lnTo>
                    <a:pt x="7019367" y="1768381"/>
                  </a:lnTo>
                  <a:lnTo>
                    <a:pt x="6983736" y="1766076"/>
                  </a:lnTo>
                  <a:lnTo>
                    <a:pt x="6948104" y="1763729"/>
                  </a:lnTo>
                  <a:lnTo>
                    <a:pt x="6912473" y="1761339"/>
                  </a:lnTo>
                  <a:lnTo>
                    <a:pt x="6876842" y="1758903"/>
                  </a:lnTo>
                  <a:lnTo>
                    <a:pt x="6841210" y="1756422"/>
                  </a:lnTo>
                  <a:lnTo>
                    <a:pt x="6805579" y="1753895"/>
                  </a:lnTo>
                  <a:lnTo>
                    <a:pt x="6769948" y="1751320"/>
                  </a:lnTo>
                  <a:lnTo>
                    <a:pt x="6734317" y="1748697"/>
                  </a:lnTo>
                  <a:lnTo>
                    <a:pt x="6698685" y="1746026"/>
                  </a:lnTo>
                  <a:lnTo>
                    <a:pt x="6663054" y="1743304"/>
                  </a:lnTo>
                  <a:lnTo>
                    <a:pt x="6627423" y="1740532"/>
                  </a:lnTo>
                  <a:lnTo>
                    <a:pt x="6591791" y="1737708"/>
                  </a:lnTo>
                  <a:lnTo>
                    <a:pt x="6556160" y="1734831"/>
                  </a:lnTo>
                  <a:lnTo>
                    <a:pt x="6520529" y="1731900"/>
                  </a:lnTo>
                  <a:lnTo>
                    <a:pt x="6484897" y="1728915"/>
                  </a:lnTo>
                  <a:lnTo>
                    <a:pt x="6449266" y="1725874"/>
                  </a:lnTo>
                  <a:lnTo>
                    <a:pt x="6413635" y="1722776"/>
                  </a:lnTo>
                  <a:lnTo>
                    <a:pt x="6378003" y="1719620"/>
                  </a:lnTo>
                  <a:lnTo>
                    <a:pt x="6342372" y="1716406"/>
                  </a:lnTo>
                  <a:lnTo>
                    <a:pt x="6306741" y="1713131"/>
                  </a:lnTo>
                  <a:lnTo>
                    <a:pt x="6271110" y="1709795"/>
                  </a:lnTo>
                  <a:lnTo>
                    <a:pt x="6235478" y="1706397"/>
                  </a:lnTo>
                  <a:lnTo>
                    <a:pt x="6199847" y="1702936"/>
                  </a:lnTo>
                  <a:lnTo>
                    <a:pt x="6164216" y="1699409"/>
                  </a:lnTo>
                  <a:lnTo>
                    <a:pt x="6128584" y="1695817"/>
                  </a:lnTo>
                  <a:lnTo>
                    <a:pt x="6092953" y="1692158"/>
                  </a:lnTo>
                  <a:lnTo>
                    <a:pt x="6057322" y="1688430"/>
                  </a:lnTo>
                  <a:lnTo>
                    <a:pt x="6021690" y="1684633"/>
                  </a:lnTo>
                  <a:lnTo>
                    <a:pt x="5986059" y="1680765"/>
                  </a:lnTo>
                  <a:lnTo>
                    <a:pt x="5950428" y="1676825"/>
                  </a:lnTo>
                  <a:lnTo>
                    <a:pt x="5914796" y="1672811"/>
                  </a:lnTo>
                  <a:lnTo>
                    <a:pt x="5879165" y="1668722"/>
                  </a:lnTo>
                  <a:lnTo>
                    <a:pt x="5843534" y="1664557"/>
                  </a:lnTo>
                  <a:lnTo>
                    <a:pt x="5807903" y="1660314"/>
                  </a:lnTo>
                  <a:lnTo>
                    <a:pt x="5772271" y="1655992"/>
                  </a:lnTo>
                  <a:lnTo>
                    <a:pt x="5736640" y="1651589"/>
                  </a:lnTo>
                  <a:lnTo>
                    <a:pt x="5701009" y="1647104"/>
                  </a:lnTo>
                  <a:lnTo>
                    <a:pt x="5665377" y="1642535"/>
                  </a:lnTo>
                  <a:lnTo>
                    <a:pt x="5629746" y="1637881"/>
                  </a:lnTo>
                  <a:lnTo>
                    <a:pt x="5594115" y="1633139"/>
                  </a:lnTo>
                  <a:lnTo>
                    <a:pt x="5558483" y="1628310"/>
                  </a:lnTo>
                  <a:lnTo>
                    <a:pt x="5522852" y="1623390"/>
                  </a:lnTo>
                  <a:lnTo>
                    <a:pt x="5487221" y="1618378"/>
                  </a:lnTo>
                  <a:lnTo>
                    <a:pt x="5451589" y="1613272"/>
                  </a:lnTo>
                  <a:lnTo>
                    <a:pt x="5415958" y="1608072"/>
                  </a:lnTo>
                  <a:lnTo>
                    <a:pt x="5380327" y="1602774"/>
                  </a:lnTo>
                  <a:lnTo>
                    <a:pt x="5344696" y="1597377"/>
                  </a:lnTo>
                  <a:lnTo>
                    <a:pt x="5309064" y="1591879"/>
                  </a:lnTo>
                  <a:lnTo>
                    <a:pt x="5273433" y="1586279"/>
                  </a:lnTo>
                  <a:lnTo>
                    <a:pt x="5237802" y="1580574"/>
                  </a:lnTo>
                  <a:lnTo>
                    <a:pt x="5202170" y="1574763"/>
                  </a:lnTo>
                  <a:lnTo>
                    <a:pt x="5166539" y="1568843"/>
                  </a:lnTo>
                  <a:lnTo>
                    <a:pt x="5130908" y="1562812"/>
                  </a:lnTo>
                  <a:lnTo>
                    <a:pt x="5095276" y="1556669"/>
                  </a:lnTo>
                  <a:lnTo>
                    <a:pt x="5059645" y="1550411"/>
                  </a:lnTo>
                  <a:lnTo>
                    <a:pt x="5024014" y="1544037"/>
                  </a:lnTo>
                  <a:lnTo>
                    <a:pt x="4988382" y="1537543"/>
                  </a:lnTo>
                  <a:lnTo>
                    <a:pt x="4952751" y="1530928"/>
                  </a:lnTo>
                  <a:lnTo>
                    <a:pt x="4917120" y="1524189"/>
                  </a:lnTo>
                  <a:lnTo>
                    <a:pt x="4881489" y="1517325"/>
                  </a:lnTo>
                  <a:lnTo>
                    <a:pt x="4845857" y="1510332"/>
                  </a:lnTo>
                  <a:lnTo>
                    <a:pt x="4810226" y="1503209"/>
                  </a:lnTo>
                  <a:lnTo>
                    <a:pt x="4774595" y="1495953"/>
                  </a:lnTo>
                  <a:lnTo>
                    <a:pt x="4738963" y="1488561"/>
                  </a:lnTo>
                  <a:lnTo>
                    <a:pt x="4703332" y="1481031"/>
                  </a:lnTo>
                  <a:lnTo>
                    <a:pt x="4667701" y="1473361"/>
                  </a:lnTo>
                  <a:lnTo>
                    <a:pt x="4632069" y="1465547"/>
                  </a:lnTo>
                  <a:lnTo>
                    <a:pt x="4596438" y="1457588"/>
                  </a:lnTo>
                  <a:lnTo>
                    <a:pt x="4560807" y="1449479"/>
                  </a:lnTo>
                  <a:lnTo>
                    <a:pt x="4525175" y="1441220"/>
                  </a:lnTo>
                  <a:lnTo>
                    <a:pt x="4489544" y="1432806"/>
                  </a:lnTo>
                  <a:lnTo>
                    <a:pt x="4453913" y="1424235"/>
                  </a:lnTo>
                  <a:lnTo>
                    <a:pt x="4418282" y="1415503"/>
                  </a:lnTo>
                  <a:lnTo>
                    <a:pt x="4382650" y="1406609"/>
                  </a:lnTo>
                  <a:lnTo>
                    <a:pt x="4347019" y="1397549"/>
                  </a:lnTo>
                  <a:lnTo>
                    <a:pt x="4311388" y="1388319"/>
                  </a:lnTo>
                  <a:lnTo>
                    <a:pt x="4275756" y="1378918"/>
                  </a:lnTo>
                  <a:lnTo>
                    <a:pt x="4240125" y="1369340"/>
                  </a:lnTo>
                  <a:lnTo>
                    <a:pt x="4204494" y="1359584"/>
                  </a:lnTo>
                  <a:lnTo>
                    <a:pt x="4168862" y="1349645"/>
                  </a:lnTo>
                  <a:lnTo>
                    <a:pt x="4133231" y="1339521"/>
                  </a:lnTo>
                  <a:lnTo>
                    <a:pt x="4097600" y="1329208"/>
                  </a:lnTo>
                  <a:lnTo>
                    <a:pt x="4061968" y="1318702"/>
                  </a:lnTo>
                  <a:lnTo>
                    <a:pt x="4026337" y="1308000"/>
                  </a:lnTo>
                  <a:lnTo>
                    <a:pt x="3990706" y="1297098"/>
                  </a:lnTo>
                  <a:lnTo>
                    <a:pt x="3955075" y="1285993"/>
                  </a:lnTo>
                  <a:lnTo>
                    <a:pt x="3919443" y="1274680"/>
                  </a:lnTo>
                  <a:lnTo>
                    <a:pt x="3883812" y="1263156"/>
                  </a:lnTo>
                  <a:lnTo>
                    <a:pt x="3848181" y="1251416"/>
                  </a:lnTo>
                  <a:lnTo>
                    <a:pt x="3812549" y="1239458"/>
                  </a:lnTo>
                  <a:lnTo>
                    <a:pt x="3776918" y="1227276"/>
                  </a:lnTo>
                  <a:lnTo>
                    <a:pt x="3741287" y="1214866"/>
                  </a:lnTo>
                  <a:lnTo>
                    <a:pt x="3705655" y="1202225"/>
                  </a:lnTo>
                  <a:lnTo>
                    <a:pt x="3670024" y="1189348"/>
                  </a:lnTo>
                  <a:lnTo>
                    <a:pt x="3634393" y="1176230"/>
                  </a:lnTo>
                  <a:lnTo>
                    <a:pt x="3598762" y="1162867"/>
                  </a:lnTo>
                  <a:lnTo>
                    <a:pt x="3563130" y="1149255"/>
                  </a:lnTo>
                  <a:lnTo>
                    <a:pt x="3527499" y="1135389"/>
                  </a:lnTo>
                  <a:lnTo>
                    <a:pt x="3491868" y="1121263"/>
                  </a:lnTo>
                  <a:lnTo>
                    <a:pt x="3456236" y="1106874"/>
                  </a:lnTo>
                  <a:lnTo>
                    <a:pt x="3420605" y="1092216"/>
                  </a:lnTo>
                  <a:lnTo>
                    <a:pt x="3384974" y="1084047"/>
                  </a:lnTo>
                  <a:lnTo>
                    <a:pt x="3349342" y="1076779"/>
                  </a:lnTo>
                  <a:lnTo>
                    <a:pt x="3313711" y="1069445"/>
                  </a:lnTo>
                  <a:lnTo>
                    <a:pt x="3278080" y="1062045"/>
                  </a:lnTo>
                  <a:lnTo>
                    <a:pt x="3242448" y="1054579"/>
                  </a:lnTo>
                  <a:lnTo>
                    <a:pt x="3206817" y="1047045"/>
                  </a:lnTo>
                  <a:lnTo>
                    <a:pt x="3171186" y="1039444"/>
                  </a:lnTo>
                  <a:lnTo>
                    <a:pt x="3135555" y="1031774"/>
                  </a:lnTo>
                  <a:lnTo>
                    <a:pt x="3099923" y="1024036"/>
                  </a:lnTo>
                  <a:lnTo>
                    <a:pt x="3064292" y="1016227"/>
                  </a:lnTo>
                  <a:lnTo>
                    <a:pt x="3028661" y="1008348"/>
                  </a:lnTo>
                  <a:lnTo>
                    <a:pt x="2993029" y="1000399"/>
                  </a:lnTo>
                  <a:lnTo>
                    <a:pt x="2957398" y="992378"/>
                  </a:lnTo>
                  <a:lnTo>
                    <a:pt x="2921767" y="984284"/>
                  </a:lnTo>
                  <a:lnTo>
                    <a:pt x="2886135" y="976118"/>
                  </a:lnTo>
                  <a:lnTo>
                    <a:pt x="2850504" y="967879"/>
                  </a:lnTo>
                  <a:lnTo>
                    <a:pt x="2814873" y="959565"/>
                  </a:lnTo>
                  <a:lnTo>
                    <a:pt x="2779241" y="951176"/>
                  </a:lnTo>
                  <a:lnTo>
                    <a:pt x="2743610" y="942712"/>
                  </a:lnTo>
                  <a:lnTo>
                    <a:pt x="2707979" y="934172"/>
                  </a:lnTo>
                  <a:lnTo>
                    <a:pt x="2672348" y="925555"/>
                  </a:lnTo>
                  <a:lnTo>
                    <a:pt x="2636716" y="916861"/>
                  </a:lnTo>
                  <a:lnTo>
                    <a:pt x="2601085" y="908088"/>
                  </a:lnTo>
                  <a:lnTo>
                    <a:pt x="2565454" y="899236"/>
                  </a:lnTo>
                  <a:lnTo>
                    <a:pt x="2529822" y="890304"/>
                  </a:lnTo>
                  <a:lnTo>
                    <a:pt x="2494191" y="881293"/>
                  </a:lnTo>
                  <a:lnTo>
                    <a:pt x="2458560" y="872200"/>
                  </a:lnTo>
                  <a:lnTo>
                    <a:pt x="2422928" y="863025"/>
                  </a:lnTo>
                  <a:lnTo>
                    <a:pt x="2387297" y="853768"/>
                  </a:lnTo>
                  <a:lnTo>
                    <a:pt x="2351666" y="844427"/>
                  </a:lnTo>
                  <a:lnTo>
                    <a:pt x="2316034" y="835002"/>
                  </a:lnTo>
                  <a:lnTo>
                    <a:pt x="2280403" y="825493"/>
                  </a:lnTo>
                  <a:lnTo>
                    <a:pt x="2244772" y="815898"/>
                  </a:lnTo>
                  <a:lnTo>
                    <a:pt x="2209141" y="806216"/>
                  </a:lnTo>
                  <a:lnTo>
                    <a:pt x="2173509" y="796448"/>
                  </a:lnTo>
                  <a:lnTo>
                    <a:pt x="2137878" y="786591"/>
                  </a:lnTo>
                  <a:lnTo>
                    <a:pt x="2102247" y="776646"/>
                  </a:lnTo>
                  <a:lnTo>
                    <a:pt x="2066615" y="766612"/>
                  </a:lnTo>
                  <a:lnTo>
                    <a:pt x="2030984" y="756487"/>
                  </a:lnTo>
                  <a:lnTo>
                    <a:pt x="1995353" y="746271"/>
                  </a:lnTo>
                  <a:lnTo>
                    <a:pt x="1959721" y="735963"/>
                  </a:lnTo>
                  <a:lnTo>
                    <a:pt x="1924090" y="725562"/>
                  </a:lnTo>
                  <a:lnTo>
                    <a:pt x="1888459" y="715068"/>
                  </a:lnTo>
                  <a:lnTo>
                    <a:pt x="1852827" y="704479"/>
                  </a:lnTo>
                  <a:lnTo>
                    <a:pt x="1817196" y="693795"/>
                  </a:lnTo>
                  <a:lnTo>
                    <a:pt x="1781565" y="683015"/>
                  </a:lnTo>
                  <a:lnTo>
                    <a:pt x="1745934" y="672138"/>
                  </a:lnTo>
                  <a:lnTo>
                    <a:pt x="1710302" y="661163"/>
                  </a:lnTo>
                  <a:lnTo>
                    <a:pt x="1674671" y="650089"/>
                  </a:lnTo>
                  <a:lnTo>
                    <a:pt x="1639040" y="638915"/>
                  </a:lnTo>
                  <a:lnTo>
                    <a:pt x="1603408" y="627641"/>
                  </a:lnTo>
                  <a:lnTo>
                    <a:pt x="1567777" y="616266"/>
                  </a:lnTo>
                  <a:lnTo>
                    <a:pt x="1532146" y="604788"/>
                  </a:lnTo>
                  <a:lnTo>
                    <a:pt x="1496514" y="593207"/>
                  </a:lnTo>
                  <a:lnTo>
                    <a:pt x="1460883" y="581522"/>
                  </a:lnTo>
                  <a:lnTo>
                    <a:pt x="1425252" y="569731"/>
                  </a:lnTo>
                  <a:lnTo>
                    <a:pt x="1389620" y="557834"/>
                  </a:lnTo>
                  <a:lnTo>
                    <a:pt x="1353989" y="545831"/>
                  </a:lnTo>
                  <a:lnTo>
                    <a:pt x="1318358" y="533719"/>
                  </a:lnTo>
                  <a:lnTo>
                    <a:pt x="1282727" y="521498"/>
                  </a:lnTo>
                  <a:lnTo>
                    <a:pt x="1247095" y="509168"/>
                  </a:lnTo>
                  <a:lnTo>
                    <a:pt x="1211464" y="496726"/>
                  </a:lnTo>
                  <a:lnTo>
                    <a:pt x="1175833" y="484173"/>
                  </a:lnTo>
                  <a:lnTo>
                    <a:pt x="1140201" y="471506"/>
                  </a:lnTo>
                  <a:lnTo>
                    <a:pt x="1104570" y="458726"/>
                  </a:lnTo>
                  <a:lnTo>
                    <a:pt x="1068939" y="445830"/>
                  </a:lnTo>
                  <a:lnTo>
                    <a:pt x="1033307" y="432819"/>
                  </a:lnTo>
                  <a:lnTo>
                    <a:pt x="997676" y="419690"/>
                  </a:lnTo>
                  <a:lnTo>
                    <a:pt x="962045" y="406443"/>
                  </a:lnTo>
                  <a:lnTo>
                    <a:pt x="926413" y="393077"/>
                  </a:lnTo>
                  <a:lnTo>
                    <a:pt x="890782" y="379591"/>
                  </a:lnTo>
                  <a:lnTo>
                    <a:pt x="855151" y="365983"/>
                  </a:lnTo>
                  <a:lnTo>
                    <a:pt x="819520" y="352253"/>
                  </a:lnTo>
                  <a:lnTo>
                    <a:pt x="783888" y="338399"/>
                  </a:lnTo>
                  <a:lnTo>
                    <a:pt x="748257" y="324421"/>
                  </a:lnTo>
                  <a:lnTo>
                    <a:pt x="712626" y="310317"/>
                  </a:lnTo>
                  <a:lnTo>
                    <a:pt x="676994" y="296086"/>
                  </a:lnTo>
                  <a:lnTo>
                    <a:pt x="641363" y="281727"/>
                  </a:lnTo>
                  <a:lnTo>
                    <a:pt x="605732" y="267239"/>
                  </a:lnTo>
                  <a:lnTo>
                    <a:pt x="570100" y="252620"/>
                  </a:lnTo>
                  <a:lnTo>
                    <a:pt x="534469" y="237870"/>
                  </a:lnTo>
                  <a:lnTo>
                    <a:pt x="498838" y="222987"/>
                  </a:lnTo>
                  <a:lnTo>
                    <a:pt x="463206" y="207970"/>
                  </a:lnTo>
                  <a:lnTo>
                    <a:pt x="427575" y="192818"/>
                  </a:lnTo>
                  <a:lnTo>
                    <a:pt x="391944" y="177530"/>
                  </a:lnTo>
                  <a:lnTo>
                    <a:pt x="356313" y="162104"/>
                  </a:lnTo>
                  <a:lnTo>
                    <a:pt x="320681" y="146539"/>
                  </a:lnTo>
                  <a:lnTo>
                    <a:pt x="285050" y="130834"/>
                  </a:lnTo>
                  <a:lnTo>
                    <a:pt x="249419" y="114988"/>
                  </a:lnTo>
                  <a:lnTo>
                    <a:pt x="213787" y="98999"/>
                  </a:lnTo>
                  <a:lnTo>
                    <a:pt x="178156" y="82867"/>
                  </a:lnTo>
                  <a:lnTo>
                    <a:pt x="142525" y="66589"/>
                  </a:lnTo>
                  <a:lnTo>
                    <a:pt x="106893" y="50164"/>
                  </a:lnTo>
                  <a:lnTo>
                    <a:pt x="71262" y="33592"/>
                  </a:lnTo>
                  <a:lnTo>
                    <a:pt x="35631" y="1687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573535"/>
              <a:ext cx="7090630" cy="2794841"/>
            </a:xfrm>
            <a:custGeom>
              <a:avLst/>
              <a:pathLst>
                <a:path w="7090630" h="2794841">
                  <a:moveTo>
                    <a:pt x="0" y="0"/>
                  </a:moveTo>
                  <a:lnTo>
                    <a:pt x="35631" y="40765"/>
                  </a:lnTo>
                  <a:lnTo>
                    <a:pt x="71262" y="80975"/>
                  </a:lnTo>
                  <a:lnTo>
                    <a:pt x="106893" y="120636"/>
                  </a:lnTo>
                  <a:lnTo>
                    <a:pt x="142525" y="159757"/>
                  </a:lnTo>
                  <a:lnTo>
                    <a:pt x="178156" y="198344"/>
                  </a:lnTo>
                  <a:lnTo>
                    <a:pt x="213787" y="236405"/>
                  </a:lnTo>
                  <a:lnTo>
                    <a:pt x="249419" y="273946"/>
                  </a:lnTo>
                  <a:lnTo>
                    <a:pt x="285050" y="310976"/>
                  </a:lnTo>
                  <a:lnTo>
                    <a:pt x="320681" y="347501"/>
                  </a:lnTo>
                  <a:lnTo>
                    <a:pt x="356313" y="383528"/>
                  </a:lnTo>
                  <a:lnTo>
                    <a:pt x="391944" y="419063"/>
                  </a:lnTo>
                  <a:lnTo>
                    <a:pt x="427575" y="454114"/>
                  </a:lnTo>
                  <a:lnTo>
                    <a:pt x="463206" y="488687"/>
                  </a:lnTo>
                  <a:lnTo>
                    <a:pt x="498838" y="522788"/>
                  </a:lnTo>
                  <a:lnTo>
                    <a:pt x="534469" y="556425"/>
                  </a:lnTo>
                  <a:lnTo>
                    <a:pt x="570100" y="589602"/>
                  </a:lnTo>
                  <a:lnTo>
                    <a:pt x="605732" y="622328"/>
                  </a:lnTo>
                  <a:lnTo>
                    <a:pt x="641363" y="654607"/>
                  </a:lnTo>
                  <a:lnTo>
                    <a:pt x="676994" y="686445"/>
                  </a:lnTo>
                  <a:lnTo>
                    <a:pt x="712626" y="717850"/>
                  </a:lnTo>
                  <a:lnTo>
                    <a:pt x="748257" y="748826"/>
                  </a:lnTo>
                  <a:lnTo>
                    <a:pt x="783888" y="779380"/>
                  </a:lnTo>
                  <a:lnTo>
                    <a:pt x="819520" y="809517"/>
                  </a:lnTo>
                  <a:lnTo>
                    <a:pt x="855151" y="839243"/>
                  </a:lnTo>
                  <a:lnTo>
                    <a:pt x="890782" y="868564"/>
                  </a:lnTo>
                  <a:lnTo>
                    <a:pt x="926413" y="897485"/>
                  </a:lnTo>
                  <a:lnTo>
                    <a:pt x="962045" y="926012"/>
                  </a:lnTo>
                  <a:lnTo>
                    <a:pt x="997676" y="954149"/>
                  </a:lnTo>
                  <a:lnTo>
                    <a:pt x="1033307" y="981903"/>
                  </a:lnTo>
                  <a:lnTo>
                    <a:pt x="1068939" y="1009278"/>
                  </a:lnTo>
                  <a:lnTo>
                    <a:pt x="1104570" y="1036281"/>
                  </a:lnTo>
                  <a:lnTo>
                    <a:pt x="1140201" y="1062914"/>
                  </a:lnTo>
                  <a:lnTo>
                    <a:pt x="1175833" y="1089185"/>
                  </a:lnTo>
                  <a:lnTo>
                    <a:pt x="1211464" y="1115097"/>
                  </a:lnTo>
                  <a:lnTo>
                    <a:pt x="1247095" y="1140656"/>
                  </a:lnTo>
                  <a:lnTo>
                    <a:pt x="1282727" y="1165867"/>
                  </a:lnTo>
                  <a:lnTo>
                    <a:pt x="1318358" y="1190733"/>
                  </a:lnTo>
                  <a:lnTo>
                    <a:pt x="1353989" y="1215261"/>
                  </a:lnTo>
                  <a:lnTo>
                    <a:pt x="1389620" y="1239454"/>
                  </a:lnTo>
                  <a:lnTo>
                    <a:pt x="1425252" y="1263317"/>
                  </a:lnTo>
                  <a:lnTo>
                    <a:pt x="1460883" y="1286855"/>
                  </a:lnTo>
                  <a:lnTo>
                    <a:pt x="1496514" y="1310071"/>
                  </a:lnTo>
                  <a:lnTo>
                    <a:pt x="1532146" y="1332972"/>
                  </a:lnTo>
                  <a:lnTo>
                    <a:pt x="1567777" y="1355559"/>
                  </a:lnTo>
                  <a:lnTo>
                    <a:pt x="1603408" y="1377839"/>
                  </a:lnTo>
                  <a:lnTo>
                    <a:pt x="1639040" y="1399815"/>
                  </a:lnTo>
                  <a:lnTo>
                    <a:pt x="1674671" y="1421491"/>
                  </a:lnTo>
                  <a:lnTo>
                    <a:pt x="1710302" y="1442872"/>
                  </a:lnTo>
                  <a:lnTo>
                    <a:pt x="1745934" y="1463961"/>
                  </a:lnTo>
                  <a:lnTo>
                    <a:pt x="1781565" y="1484763"/>
                  </a:lnTo>
                  <a:lnTo>
                    <a:pt x="1817196" y="1505280"/>
                  </a:lnTo>
                  <a:lnTo>
                    <a:pt x="1852827" y="1525518"/>
                  </a:lnTo>
                  <a:lnTo>
                    <a:pt x="1888459" y="1545481"/>
                  </a:lnTo>
                  <a:lnTo>
                    <a:pt x="1924090" y="1565170"/>
                  </a:lnTo>
                  <a:lnTo>
                    <a:pt x="1959721" y="1584592"/>
                  </a:lnTo>
                  <a:lnTo>
                    <a:pt x="1995353" y="1603748"/>
                  </a:lnTo>
                  <a:lnTo>
                    <a:pt x="2030984" y="1622643"/>
                  </a:lnTo>
                  <a:lnTo>
                    <a:pt x="2066615" y="1641281"/>
                  </a:lnTo>
                  <a:lnTo>
                    <a:pt x="2102247" y="1659664"/>
                  </a:lnTo>
                  <a:lnTo>
                    <a:pt x="2137878" y="1677797"/>
                  </a:lnTo>
                  <a:lnTo>
                    <a:pt x="2173509" y="1695682"/>
                  </a:lnTo>
                  <a:lnTo>
                    <a:pt x="2209141" y="1713324"/>
                  </a:lnTo>
                  <a:lnTo>
                    <a:pt x="2244772" y="1730725"/>
                  </a:lnTo>
                  <a:lnTo>
                    <a:pt x="2280403" y="1747888"/>
                  </a:lnTo>
                  <a:lnTo>
                    <a:pt x="2316034" y="1764818"/>
                  </a:lnTo>
                  <a:lnTo>
                    <a:pt x="2351666" y="1781517"/>
                  </a:lnTo>
                  <a:lnTo>
                    <a:pt x="2387297" y="1797988"/>
                  </a:lnTo>
                  <a:lnTo>
                    <a:pt x="2422928" y="1814234"/>
                  </a:lnTo>
                  <a:lnTo>
                    <a:pt x="2458560" y="1830259"/>
                  </a:lnTo>
                  <a:lnTo>
                    <a:pt x="2494191" y="1846065"/>
                  </a:lnTo>
                  <a:lnTo>
                    <a:pt x="2529822" y="1861656"/>
                  </a:lnTo>
                  <a:lnTo>
                    <a:pt x="2565454" y="1877034"/>
                  </a:lnTo>
                  <a:lnTo>
                    <a:pt x="2601085" y="1892202"/>
                  </a:lnTo>
                  <a:lnTo>
                    <a:pt x="2636716" y="1907164"/>
                  </a:lnTo>
                  <a:lnTo>
                    <a:pt x="2672348" y="1921921"/>
                  </a:lnTo>
                  <a:lnTo>
                    <a:pt x="2707979" y="1936478"/>
                  </a:lnTo>
                  <a:lnTo>
                    <a:pt x="2743610" y="1950835"/>
                  </a:lnTo>
                  <a:lnTo>
                    <a:pt x="2779241" y="1964997"/>
                  </a:lnTo>
                  <a:lnTo>
                    <a:pt x="2814873" y="1978966"/>
                  </a:lnTo>
                  <a:lnTo>
                    <a:pt x="2850504" y="1992744"/>
                  </a:lnTo>
                  <a:lnTo>
                    <a:pt x="2886135" y="2006335"/>
                  </a:lnTo>
                  <a:lnTo>
                    <a:pt x="2921767" y="2019740"/>
                  </a:lnTo>
                  <a:lnTo>
                    <a:pt x="2957398" y="2032962"/>
                  </a:lnTo>
                  <a:lnTo>
                    <a:pt x="2993029" y="2046004"/>
                  </a:lnTo>
                  <a:lnTo>
                    <a:pt x="3028661" y="2058868"/>
                  </a:lnTo>
                  <a:lnTo>
                    <a:pt x="3064292" y="2071557"/>
                  </a:lnTo>
                  <a:lnTo>
                    <a:pt x="3099923" y="2084073"/>
                  </a:lnTo>
                  <a:lnTo>
                    <a:pt x="3135555" y="2096418"/>
                  </a:lnTo>
                  <a:lnTo>
                    <a:pt x="3171186" y="2108594"/>
                  </a:lnTo>
                  <a:lnTo>
                    <a:pt x="3206817" y="2120605"/>
                  </a:lnTo>
                  <a:lnTo>
                    <a:pt x="3242448" y="2132452"/>
                  </a:lnTo>
                  <a:lnTo>
                    <a:pt x="3278080" y="2144137"/>
                  </a:lnTo>
                  <a:lnTo>
                    <a:pt x="3313711" y="2155663"/>
                  </a:lnTo>
                  <a:lnTo>
                    <a:pt x="3349342" y="2167032"/>
                  </a:lnTo>
                  <a:lnTo>
                    <a:pt x="3384974" y="2178245"/>
                  </a:lnTo>
                  <a:lnTo>
                    <a:pt x="3420605" y="2189306"/>
                  </a:lnTo>
                  <a:lnTo>
                    <a:pt x="3456236" y="2200216"/>
                  </a:lnTo>
                  <a:lnTo>
                    <a:pt x="3491868" y="2210977"/>
                  </a:lnTo>
                  <a:lnTo>
                    <a:pt x="3527499" y="2221592"/>
                  </a:lnTo>
                  <a:lnTo>
                    <a:pt x="3563130" y="2232061"/>
                  </a:lnTo>
                  <a:lnTo>
                    <a:pt x="3598762" y="2242388"/>
                  </a:lnTo>
                  <a:lnTo>
                    <a:pt x="3634393" y="2252574"/>
                  </a:lnTo>
                  <a:lnTo>
                    <a:pt x="3670024" y="2262621"/>
                  </a:lnTo>
                  <a:lnTo>
                    <a:pt x="3705655" y="2272531"/>
                  </a:lnTo>
                  <a:lnTo>
                    <a:pt x="3741287" y="2282306"/>
                  </a:lnTo>
                  <a:lnTo>
                    <a:pt x="3776918" y="2291948"/>
                  </a:lnTo>
                  <a:lnTo>
                    <a:pt x="3812549" y="2301458"/>
                  </a:lnTo>
                  <a:lnTo>
                    <a:pt x="3848181" y="2310839"/>
                  </a:lnTo>
                  <a:lnTo>
                    <a:pt x="3883812" y="2320091"/>
                  </a:lnTo>
                  <a:lnTo>
                    <a:pt x="3919443" y="2329218"/>
                  </a:lnTo>
                  <a:lnTo>
                    <a:pt x="3955075" y="2338219"/>
                  </a:lnTo>
                  <a:lnTo>
                    <a:pt x="3990706" y="2347099"/>
                  </a:lnTo>
                  <a:lnTo>
                    <a:pt x="4026337" y="2355857"/>
                  </a:lnTo>
                  <a:lnTo>
                    <a:pt x="4061968" y="2364495"/>
                  </a:lnTo>
                  <a:lnTo>
                    <a:pt x="4097600" y="2373016"/>
                  </a:lnTo>
                  <a:lnTo>
                    <a:pt x="4133231" y="2381421"/>
                  </a:lnTo>
                  <a:lnTo>
                    <a:pt x="4168862" y="2389711"/>
                  </a:lnTo>
                  <a:lnTo>
                    <a:pt x="4204494" y="2397888"/>
                  </a:lnTo>
                  <a:lnTo>
                    <a:pt x="4240125" y="2405953"/>
                  </a:lnTo>
                  <a:lnTo>
                    <a:pt x="4275756" y="2413909"/>
                  </a:lnTo>
                  <a:lnTo>
                    <a:pt x="4311388" y="2421756"/>
                  </a:lnTo>
                  <a:lnTo>
                    <a:pt x="4347019" y="2429496"/>
                  </a:lnTo>
                  <a:lnTo>
                    <a:pt x="4382650" y="2437130"/>
                  </a:lnTo>
                  <a:lnTo>
                    <a:pt x="4418282" y="2444661"/>
                  </a:lnTo>
                  <a:lnTo>
                    <a:pt x="4453913" y="2452088"/>
                  </a:lnTo>
                  <a:lnTo>
                    <a:pt x="4489544" y="2459415"/>
                  </a:lnTo>
                  <a:lnTo>
                    <a:pt x="4525175" y="2466641"/>
                  </a:lnTo>
                  <a:lnTo>
                    <a:pt x="4560807" y="2473769"/>
                  </a:lnTo>
                  <a:lnTo>
                    <a:pt x="4596438" y="2480799"/>
                  </a:lnTo>
                  <a:lnTo>
                    <a:pt x="4632069" y="2487734"/>
                  </a:lnTo>
                  <a:lnTo>
                    <a:pt x="4667701" y="2494575"/>
                  </a:lnTo>
                  <a:lnTo>
                    <a:pt x="4703332" y="2501321"/>
                  </a:lnTo>
                  <a:lnTo>
                    <a:pt x="4738963" y="2507976"/>
                  </a:lnTo>
                  <a:lnTo>
                    <a:pt x="4774595" y="2514541"/>
                  </a:lnTo>
                  <a:lnTo>
                    <a:pt x="4810226" y="2521015"/>
                  </a:lnTo>
                  <a:lnTo>
                    <a:pt x="4845857" y="2527402"/>
                  </a:lnTo>
                  <a:lnTo>
                    <a:pt x="4881489" y="2533701"/>
                  </a:lnTo>
                  <a:lnTo>
                    <a:pt x="4917120" y="2539914"/>
                  </a:lnTo>
                  <a:lnTo>
                    <a:pt x="4952751" y="2546043"/>
                  </a:lnTo>
                  <a:lnTo>
                    <a:pt x="4988382" y="2552088"/>
                  </a:lnTo>
                  <a:lnTo>
                    <a:pt x="5024014" y="2558051"/>
                  </a:lnTo>
                  <a:lnTo>
                    <a:pt x="5059645" y="2563932"/>
                  </a:lnTo>
                  <a:lnTo>
                    <a:pt x="5095276" y="2569733"/>
                  </a:lnTo>
                  <a:lnTo>
                    <a:pt x="5130908" y="2575455"/>
                  </a:lnTo>
                  <a:lnTo>
                    <a:pt x="5166539" y="2581099"/>
                  </a:lnTo>
                  <a:lnTo>
                    <a:pt x="5202170" y="2586666"/>
                  </a:lnTo>
                  <a:lnTo>
                    <a:pt x="5237802" y="2592157"/>
                  </a:lnTo>
                  <a:lnTo>
                    <a:pt x="5273433" y="2597573"/>
                  </a:lnTo>
                  <a:lnTo>
                    <a:pt x="5309064" y="2602916"/>
                  </a:lnTo>
                  <a:lnTo>
                    <a:pt x="5344696" y="2608185"/>
                  </a:lnTo>
                  <a:lnTo>
                    <a:pt x="5380327" y="2613383"/>
                  </a:lnTo>
                  <a:lnTo>
                    <a:pt x="5415958" y="2618510"/>
                  </a:lnTo>
                  <a:lnTo>
                    <a:pt x="5451589" y="2623566"/>
                  </a:lnTo>
                  <a:lnTo>
                    <a:pt x="5487221" y="2628554"/>
                  </a:lnTo>
                  <a:lnTo>
                    <a:pt x="5522852" y="2633474"/>
                  </a:lnTo>
                  <a:lnTo>
                    <a:pt x="5558483" y="2638327"/>
                  </a:lnTo>
                  <a:lnTo>
                    <a:pt x="5594115" y="2643113"/>
                  </a:lnTo>
                  <a:lnTo>
                    <a:pt x="5629746" y="2647835"/>
                  </a:lnTo>
                  <a:lnTo>
                    <a:pt x="5665377" y="2652492"/>
                  </a:lnTo>
                  <a:lnTo>
                    <a:pt x="5701009" y="2657085"/>
                  </a:lnTo>
                  <a:lnTo>
                    <a:pt x="5736640" y="2661616"/>
                  </a:lnTo>
                  <a:lnTo>
                    <a:pt x="5772271" y="2666085"/>
                  </a:lnTo>
                  <a:lnTo>
                    <a:pt x="5807903" y="2670493"/>
                  </a:lnTo>
                  <a:lnTo>
                    <a:pt x="5843534" y="2674841"/>
                  </a:lnTo>
                  <a:lnTo>
                    <a:pt x="5879165" y="2679129"/>
                  </a:lnTo>
                  <a:lnTo>
                    <a:pt x="5914796" y="2683360"/>
                  </a:lnTo>
                  <a:lnTo>
                    <a:pt x="5950428" y="2687532"/>
                  </a:lnTo>
                  <a:lnTo>
                    <a:pt x="5986059" y="2691648"/>
                  </a:lnTo>
                  <a:lnTo>
                    <a:pt x="6021690" y="2695707"/>
                  </a:lnTo>
                  <a:lnTo>
                    <a:pt x="6057322" y="2699711"/>
                  </a:lnTo>
                  <a:lnTo>
                    <a:pt x="6092953" y="2703661"/>
                  </a:lnTo>
                  <a:lnTo>
                    <a:pt x="6128584" y="2707556"/>
                  </a:lnTo>
                  <a:lnTo>
                    <a:pt x="6164216" y="2711399"/>
                  </a:lnTo>
                  <a:lnTo>
                    <a:pt x="6199847" y="2715189"/>
                  </a:lnTo>
                  <a:lnTo>
                    <a:pt x="6235478" y="2718927"/>
                  </a:lnTo>
                  <a:lnTo>
                    <a:pt x="6271110" y="2722615"/>
                  </a:lnTo>
                  <a:lnTo>
                    <a:pt x="6306741" y="2726252"/>
                  </a:lnTo>
                  <a:lnTo>
                    <a:pt x="6342372" y="2729839"/>
                  </a:lnTo>
                  <a:lnTo>
                    <a:pt x="6378003" y="2733378"/>
                  </a:lnTo>
                  <a:lnTo>
                    <a:pt x="6413635" y="2736868"/>
                  </a:lnTo>
                  <a:lnTo>
                    <a:pt x="6449266" y="2740311"/>
                  </a:lnTo>
                  <a:lnTo>
                    <a:pt x="6484897" y="2743707"/>
                  </a:lnTo>
                  <a:lnTo>
                    <a:pt x="6520529" y="2747056"/>
                  </a:lnTo>
                  <a:lnTo>
                    <a:pt x="6556160" y="2750360"/>
                  </a:lnTo>
                  <a:lnTo>
                    <a:pt x="6591791" y="2753619"/>
                  </a:lnTo>
                  <a:lnTo>
                    <a:pt x="6627423" y="2756833"/>
                  </a:lnTo>
                  <a:lnTo>
                    <a:pt x="6663054" y="2760004"/>
                  </a:lnTo>
                  <a:lnTo>
                    <a:pt x="6698685" y="2763131"/>
                  </a:lnTo>
                  <a:lnTo>
                    <a:pt x="6734317" y="2766216"/>
                  </a:lnTo>
                  <a:lnTo>
                    <a:pt x="6769948" y="2769258"/>
                  </a:lnTo>
                  <a:lnTo>
                    <a:pt x="6805579" y="2772259"/>
                  </a:lnTo>
                  <a:lnTo>
                    <a:pt x="6841210" y="2775220"/>
                  </a:lnTo>
                  <a:lnTo>
                    <a:pt x="6876842" y="2778139"/>
                  </a:lnTo>
                  <a:lnTo>
                    <a:pt x="6912473" y="2781019"/>
                  </a:lnTo>
                  <a:lnTo>
                    <a:pt x="6948104" y="2783860"/>
                  </a:lnTo>
                  <a:lnTo>
                    <a:pt x="6983736" y="2786662"/>
                  </a:lnTo>
                  <a:lnTo>
                    <a:pt x="7019367" y="2789426"/>
                  </a:lnTo>
                  <a:lnTo>
                    <a:pt x="7054998" y="2792152"/>
                  </a:lnTo>
                  <a:lnTo>
                    <a:pt x="7090630" y="279484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33471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853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7232" y="5925448"/>
              <a:ext cx="302026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(%), BSA-indexed (per 1.73 m²)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338245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1.39 (1.24-1.56), p_Bonf = &lt;0.001 (n = 6)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29.3): 2.64 (1.88-3.70)  |  IQR: [-14.6, 14.7]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669789"/>
              <a:ext cx="242105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2026-10-08T16:28:06Z</dcterms:modified>
  <cp:category/>
</cp:coreProperties>
</file>