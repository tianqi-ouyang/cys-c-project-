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249971"/>
            </a:xfrm>
            <a:custGeom>
              <a:avLst/>
              <a:pathLst>
                <a:path w="7090630" h="3249971">
                  <a:moveTo>
                    <a:pt x="688549" y="0"/>
                  </a:moveTo>
                  <a:lnTo>
                    <a:pt x="712626" y="42496"/>
                  </a:lnTo>
                  <a:lnTo>
                    <a:pt x="748257" y="104219"/>
                  </a:lnTo>
                  <a:lnTo>
                    <a:pt x="783888" y="164795"/>
                  </a:lnTo>
                  <a:lnTo>
                    <a:pt x="819520" y="224246"/>
                  </a:lnTo>
                  <a:lnTo>
                    <a:pt x="855151" y="282593"/>
                  </a:lnTo>
                  <a:lnTo>
                    <a:pt x="890782" y="339857"/>
                  </a:lnTo>
                  <a:lnTo>
                    <a:pt x="926413" y="396057"/>
                  </a:lnTo>
                  <a:lnTo>
                    <a:pt x="962045" y="451214"/>
                  </a:lnTo>
                  <a:lnTo>
                    <a:pt x="997676" y="505345"/>
                  </a:lnTo>
                  <a:lnTo>
                    <a:pt x="1033307" y="558472"/>
                  </a:lnTo>
                  <a:lnTo>
                    <a:pt x="1068939" y="610612"/>
                  </a:lnTo>
                  <a:lnTo>
                    <a:pt x="1104570" y="661784"/>
                  </a:lnTo>
                  <a:lnTo>
                    <a:pt x="1140201" y="712005"/>
                  </a:lnTo>
                  <a:lnTo>
                    <a:pt x="1175833" y="761293"/>
                  </a:lnTo>
                  <a:lnTo>
                    <a:pt x="1211464" y="809667"/>
                  </a:lnTo>
                  <a:lnTo>
                    <a:pt x="1247095" y="857141"/>
                  </a:lnTo>
                  <a:lnTo>
                    <a:pt x="1282727" y="903734"/>
                  </a:lnTo>
                  <a:lnTo>
                    <a:pt x="1318358" y="949462"/>
                  </a:lnTo>
                  <a:lnTo>
                    <a:pt x="1353989" y="994341"/>
                  </a:lnTo>
                  <a:lnTo>
                    <a:pt x="1389620" y="1038386"/>
                  </a:lnTo>
                  <a:lnTo>
                    <a:pt x="1425252" y="1081613"/>
                  </a:lnTo>
                  <a:lnTo>
                    <a:pt x="1460883" y="1124037"/>
                  </a:lnTo>
                  <a:lnTo>
                    <a:pt x="1496514" y="1165673"/>
                  </a:lnTo>
                  <a:lnTo>
                    <a:pt x="1532146" y="1206536"/>
                  </a:lnTo>
                  <a:lnTo>
                    <a:pt x="1567777" y="1246640"/>
                  </a:lnTo>
                  <a:lnTo>
                    <a:pt x="1603408" y="1285999"/>
                  </a:lnTo>
                  <a:lnTo>
                    <a:pt x="1639040" y="1324628"/>
                  </a:lnTo>
                  <a:lnTo>
                    <a:pt x="1674671" y="1362539"/>
                  </a:lnTo>
                  <a:lnTo>
                    <a:pt x="1710302" y="1399745"/>
                  </a:lnTo>
                  <a:lnTo>
                    <a:pt x="1745934" y="1436261"/>
                  </a:lnTo>
                  <a:lnTo>
                    <a:pt x="1781565" y="1472099"/>
                  </a:lnTo>
                  <a:lnTo>
                    <a:pt x="1817196" y="1507271"/>
                  </a:lnTo>
                  <a:lnTo>
                    <a:pt x="1852827" y="1541790"/>
                  </a:lnTo>
                  <a:lnTo>
                    <a:pt x="1888459" y="1575667"/>
                  </a:lnTo>
                  <a:lnTo>
                    <a:pt x="1924090" y="1608916"/>
                  </a:lnTo>
                  <a:lnTo>
                    <a:pt x="1959721" y="1641547"/>
                  </a:lnTo>
                  <a:lnTo>
                    <a:pt x="1995353" y="1673572"/>
                  </a:lnTo>
                  <a:lnTo>
                    <a:pt x="2030984" y="1705002"/>
                  </a:lnTo>
                  <a:lnTo>
                    <a:pt x="2066615" y="1735849"/>
                  </a:lnTo>
                  <a:lnTo>
                    <a:pt x="2102247" y="1766122"/>
                  </a:lnTo>
                  <a:lnTo>
                    <a:pt x="2137878" y="1795834"/>
                  </a:lnTo>
                  <a:lnTo>
                    <a:pt x="2173509" y="1824993"/>
                  </a:lnTo>
                  <a:lnTo>
                    <a:pt x="2209141" y="1853612"/>
                  </a:lnTo>
                  <a:lnTo>
                    <a:pt x="2244772" y="1881698"/>
                  </a:lnTo>
                  <a:lnTo>
                    <a:pt x="2280403" y="1909263"/>
                  </a:lnTo>
                  <a:lnTo>
                    <a:pt x="2316034" y="1936316"/>
                  </a:lnTo>
                  <a:lnTo>
                    <a:pt x="2351666" y="1962867"/>
                  </a:lnTo>
                  <a:lnTo>
                    <a:pt x="2387297" y="1988924"/>
                  </a:lnTo>
                  <a:lnTo>
                    <a:pt x="2422928" y="2014498"/>
                  </a:lnTo>
                  <a:lnTo>
                    <a:pt x="2458560" y="2039596"/>
                  </a:lnTo>
                  <a:lnTo>
                    <a:pt x="2494191" y="2064229"/>
                  </a:lnTo>
                  <a:lnTo>
                    <a:pt x="2529822" y="2088404"/>
                  </a:lnTo>
                  <a:lnTo>
                    <a:pt x="2565454" y="2112130"/>
                  </a:lnTo>
                  <a:lnTo>
                    <a:pt x="2601085" y="2135415"/>
                  </a:lnTo>
                  <a:lnTo>
                    <a:pt x="2636716" y="2158268"/>
                  </a:lnTo>
                  <a:lnTo>
                    <a:pt x="2672348" y="2180696"/>
                  </a:lnTo>
                  <a:lnTo>
                    <a:pt x="2707979" y="2202708"/>
                  </a:lnTo>
                  <a:lnTo>
                    <a:pt x="2743610" y="2224311"/>
                  </a:lnTo>
                  <a:lnTo>
                    <a:pt x="2779241" y="2245513"/>
                  </a:lnTo>
                  <a:lnTo>
                    <a:pt x="2814873" y="2266321"/>
                  </a:lnTo>
                  <a:lnTo>
                    <a:pt x="2850504" y="2286743"/>
                  </a:lnTo>
                  <a:lnTo>
                    <a:pt x="2886135" y="2306785"/>
                  </a:lnTo>
                  <a:lnTo>
                    <a:pt x="2921767" y="2326456"/>
                  </a:lnTo>
                  <a:lnTo>
                    <a:pt x="2957398" y="2345760"/>
                  </a:lnTo>
                  <a:lnTo>
                    <a:pt x="2993029" y="2364707"/>
                  </a:lnTo>
                  <a:lnTo>
                    <a:pt x="3028661" y="2383301"/>
                  </a:lnTo>
                  <a:lnTo>
                    <a:pt x="3064292" y="2401550"/>
                  </a:lnTo>
                  <a:lnTo>
                    <a:pt x="3099923" y="2419461"/>
                  </a:lnTo>
                  <a:lnTo>
                    <a:pt x="3135555" y="2437038"/>
                  </a:lnTo>
                  <a:lnTo>
                    <a:pt x="3171186" y="2454289"/>
                  </a:lnTo>
                  <a:lnTo>
                    <a:pt x="3206817" y="2471220"/>
                  </a:lnTo>
                  <a:lnTo>
                    <a:pt x="3242448" y="2487836"/>
                  </a:lnTo>
                  <a:lnTo>
                    <a:pt x="3278080" y="2504144"/>
                  </a:lnTo>
                  <a:lnTo>
                    <a:pt x="3313711" y="2520149"/>
                  </a:lnTo>
                  <a:lnTo>
                    <a:pt x="3349342" y="2535856"/>
                  </a:lnTo>
                  <a:lnTo>
                    <a:pt x="3384974" y="2551272"/>
                  </a:lnTo>
                  <a:lnTo>
                    <a:pt x="3420605" y="2565198"/>
                  </a:lnTo>
                  <a:lnTo>
                    <a:pt x="3456236" y="2570659"/>
                  </a:lnTo>
                  <a:lnTo>
                    <a:pt x="3491868" y="2576082"/>
                  </a:lnTo>
                  <a:lnTo>
                    <a:pt x="3527499" y="2581468"/>
                  </a:lnTo>
                  <a:lnTo>
                    <a:pt x="3563130" y="2586817"/>
                  </a:lnTo>
                  <a:lnTo>
                    <a:pt x="3598762" y="2592130"/>
                  </a:lnTo>
                  <a:lnTo>
                    <a:pt x="3634393" y="2597407"/>
                  </a:lnTo>
                  <a:lnTo>
                    <a:pt x="3670024" y="2602647"/>
                  </a:lnTo>
                  <a:lnTo>
                    <a:pt x="3705655" y="2607852"/>
                  </a:lnTo>
                  <a:lnTo>
                    <a:pt x="3741287" y="2613022"/>
                  </a:lnTo>
                  <a:lnTo>
                    <a:pt x="3776918" y="2618156"/>
                  </a:lnTo>
                  <a:lnTo>
                    <a:pt x="3812549" y="2623255"/>
                  </a:lnTo>
                  <a:lnTo>
                    <a:pt x="3848181" y="2628320"/>
                  </a:lnTo>
                  <a:lnTo>
                    <a:pt x="3883812" y="2633350"/>
                  </a:lnTo>
                  <a:lnTo>
                    <a:pt x="3919443" y="2638345"/>
                  </a:lnTo>
                  <a:lnTo>
                    <a:pt x="3955075" y="2643307"/>
                  </a:lnTo>
                  <a:lnTo>
                    <a:pt x="3990706" y="2648235"/>
                  </a:lnTo>
                  <a:lnTo>
                    <a:pt x="4026337" y="2653129"/>
                  </a:lnTo>
                  <a:lnTo>
                    <a:pt x="4061968" y="2657989"/>
                  </a:lnTo>
                  <a:lnTo>
                    <a:pt x="4097600" y="2662817"/>
                  </a:lnTo>
                  <a:lnTo>
                    <a:pt x="4133231" y="2667612"/>
                  </a:lnTo>
                  <a:lnTo>
                    <a:pt x="4168862" y="2672374"/>
                  </a:lnTo>
                  <a:lnTo>
                    <a:pt x="4204494" y="2677103"/>
                  </a:lnTo>
                  <a:lnTo>
                    <a:pt x="4240125" y="2681800"/>
                  </a:lnTo>
                  <a:lnTo>
                    <a:pt x="4275756" y="2686465"/>
                  </a:lnTo>
                  <a:lnTo>
                    <a:pt x="4311388" y="2691099"/>
                  </a:lnTo>
                  <a:lnTo>
                    <a:pt x="4347019" y="2695701"/>
                  </a:lnTo>
                  <a:lnTo>
                    <a:pt x="4382650" y="2700271"/>
                  </a:lnTo>
                  <a:lnTo>
                    <a:pt x="4418282" y="2704810"/>
                  </a:lnTo>
                  <a:lnTo>
                    <a:pt x="4453913" y="2709319"/>
                  </a:lnTo>
                  <a:lnTo>
                    <a:pt x="4489544" y="2713796"/>
                  </a:lnTo>
                  <a:lnTo>
                    <a:pt x="4525175" y="2718243"/>
                  </a:lnTo>
                  <a:lnTo>
                    <a:pt x="4560807" y="2722660"/>
                  </a:lnTo>
                  <a:lnTo>
                    <a:pt x="4596438" y="2727046"/>
                  </a:lnTo>
                  <a:lnTo>
                    <a:pt x="4632069" y="2731403"/>
                  </a:lnTo>
                  <a:lnTo>
                    <a:pt x="4667701" y="2735730"/>
                  </a:lnTo>
                  <a:lnTo>
                    <a:pt x="4703332" y="2740027"/>
                  </a:lnTo>
                  <a:lnTo>
                    <a:pt x="4738963" y="2744296"/>
                  </a:lnTo>
                  <a:lnTo>
                    <a:pt x="4774595" y="2748535"/>
                  </a:lnTo>
                  <a:lnTo>
                    <a:pt x="4810226" y="2752745"/>
                  </a:lnTo>
                  <a:lnTo>
                    <a:pt x="4845857" y="2756926"/>
                  </a:lnTo>
                  <a:lnTo>
                    <a:pt x="4881489" y="2761079"/>
                  </a:lnTo>
                  <a:lnTo>
                    <a:pt x="4917120" y="2765204"/>
                  </a:lnTo>
                  <a:lnTo>
                    <a:pt x="4952751" y="2769300"/>
                  </a:lnTo>
                  <a:lnTo>
                    <a:pt x="4988382" y="2773369"/>
                  </a:lnTo>
                  <a:lnTo>
                    <a:pt x="5024014" y="2777409"/>
                  </a:lnTo>
                  <a:lnTo>
                    <a:pt x="5059645" y="2781422"/>
                  </a:lnTo>
                  <a:lnTo>
                    <a:pt x="5095276" y="2785408"/>
                  </a:lnTo>
                  <a:lnTo>
                    <a:pt x="5130908" y="2789367"/>
                  </a:lnTo>
                  <a:lnTo>
                    <a:pt x="5166539" y="2793299"/>
                  </a:lnTo>
                  <a:lnTo>
                    <a:pt x="5202170" y="2797204"/>
                  </a:lnTo>
                  <a:lnTo>
                    <a:pt x="5237802" y="2801082"/>
                  </a:lnTo>
                  <a:lnTo>
                    <a:pt x="5273433" y="2804934"/>
                  </a:lnTo>
                  <a:lnTo>
                    <a:pt x="5309064" y="2808759"/>
                  </a:lnTo>
                  <a:lnTo>
                    <a:pt x="5344696" y="2812558"/>
                  </a:lnTo>
                  <a:lnTo>
                    <a:pt x="5380327" y="2816332"/>
                  </a:lnTo>
                  <a:lnTo>
                    <a:pt x="5415958" y="2820080"/>
                  </a:lnTo>
                  <a:lnTo>
                    <a:pt x="5451589" y="2823802"/>
                  </a:lnTo>
                  <a:lnTo>
                    <a:pt x="5487221" y="2827499"/>
                  </a:lnTo>
                  <a:lnTo>
                    <a:pt x="5522852" y="2831170"/>
                  </a:lnTo>
                  <a:lnTo>
                    <a:pt x="5558483" y="2834817"/>
                  </a:lnTo>
                  <a:lnTo>
                    <a:pt x="5594115" y="2838439"/>
                  </a:lnTo>
                  <a:lnTo>
                    <a:pt x="5629746" y="2842036"/>
                  </a:lnTo>
                  <a:lnTo>
                    <a:pt x="5665377" y="2845608"/>
                  </a:lnTo>
                  <a:lnTo>
                    <a:pt x="5701009" y="2849156"/>
                  </a:lnTo>
                  <a:lnTo>
                    <a:pt x="5736640" y="2852680"/>
                  </a:lnTo>
                  <a:lnTo>
                    <a:pt x="5772271" y="2856180"/>
                  </a:lnTo>
                  <a:lnTo>
                    <a:pt x="5807903" y="2859656"/>
                  </a:lnTo>
                  <a:lnTo>
                    <a:pt x="5843534" y="2863109"/>
                  </a:lnTo>
                  <a:lnTo>
                    <a:pt x="5879165" y="2866537"/>
                  </a:lnTo>
                  <a:lnTo>
                    <a:pt x="5914796" y="2869943"/>
                  </a:lnTo>
                  <a:lnTo>
                    <a:pt x="5950428" y="2873325"/>
                  </a:lnTo>
                  <a:lnTo>
                    <a:pt x="5986059" y="2876684"/>
                  </a:lnTo>
                  <a:lnTo>
                    <a:pt x="6021690" y="2880020"/>
                  </a:lnTo>
                  <a:lnTo>
                    <a:pt x="6057322" y="2883334"/>
                  </a:lnTo>
                  <a:lnTo>
                    <a:pt x="6092953" y="2886625"/>
                  </a:lnTo>
                  <a:lnTo>
                    <a:pt x="6128584" y="2889893"/>
                  </a:lnTo>
                  <a:lnTo>
                    <a:pt x="6164216" y="2893139"/>
                  </a:lnTo>
                  <a:lnTo>
                    <a:pt x="6199847" y="2896363"/>
                  </a:lnTo>
                  <a:lnTo>
                    <a:pt x="6235478" y="2899565"/>
                  </a:lnTo>
                  <a:lnTo>
                    <a:pt x="6271110" y="2902746"/>
                  </a:lnTo>
                  <a:lnTo>
                    <a:pt x="6306741" y="2905904"/>
                  </a:lnTo>
                  <a:lnTo>
                    <a:pt x="6342372" y="2909041"/>
                  </a:lnTo>
                  <a:lnTo>
                    <a:pt x="6378003" y="2912157"/>
                  </a:lnTo>
                  <a:lnTo>
                    <a:pt x="6413635" y="2915251"/>
                  </a:lnTo>
                  <a:lnTo>
                    <a:pt x="6449266" y="2918324"/>
                  </a:lnTo>
                  <a:lnTo>
                    <a:pt x="6484897" y="2921376"/>
                  </a:lnTo>
                  <a:lnTo>
                    <a:pt x="6520529" y="2924408"/>
                  </a:lnTo>
                  <a:lnTo>
                    <a:pt x="6556160" y="2927419"/>
                  </a:lnTo>
                  <a:lnTo>
                    <a:pt x="6591791" y="2930409"/>
                  </a:lnTo>
                  <a:lnTo>
                    <a:pt x="6627423" y="2933379"/>
                  </a:lnTo>
                  <a:lnTo>
                    <a:pt x="6663054" y="2936328"/>
                  </a:lnTo>
                  <a:lnTo>
                    <a:pt x="6698685" y="2939258"/>
                  </a:lnTo>
                  <a:lnTo>
                    <a:pt x="6734317" y="2942167"/>
                  </a:lnTo>
                  <a:lnTo>
                    <a:pt x="6769948" y="2945057"/>
                  </a:lnTo>
                  <a:lnTo>
                    <a:pt x="6805579" y="2947927"/>
                  </a:lnTo>
                  <a:lnTo>
                    <a:pt x="6841210" y="2950777"/>
                  </a:lnTo>
                  <a:lnTo>
                    <a:pt x="6876842" y="2953608"/>
                  </a:lnTo>
                  <a:lnTo>
                    <a:pt x="6912473" y="2956420"/>
                  </a:lnTo>
                  <a:lnTo>
                    <a:pt x="6948104" y="2959212"/>
                  </a:lnTo>
                  <a:lnTo>
                    <a:pt x="6983736" y="2961986"/>
                  </a:lnTo>
                  <a:lnTo>
                    <a:pt x="7019367" y="2964740"/>
                  </a:lnTo>
                  <a:lnTo>
                    <a:pt x="7054998" y="2967476"/>
                  </a:lnTo>
                  <a:lnTo>
                    <a:pt x="7090630" y="2970193"/>
                  </a:lnTo>
                  <a:lnTo>
                    <a:pt x="7090630" y="3249971"/>
                  </a:lnTo>
                  <a:lnTo>
                    <a:pt x="7054998" y="3247777"/>
                  </a:lnTo>
                  <a:lnTo>
                    <a:pt x="7019367" y="3245542"/>
                  </a:lnTo>
                  <a:lnTo>
                    <a:pt x="6983736" y="3243264"/>
                  </a:lnTo>
                  <a:lnTo>
                    <a:pt x="6948104" y="3240943"/>
                  </a:lnTo>
                  <a:lnTo>
                    <a:pt x="6912473" y="3238578"/>
                  </a:lnTo>
                  <a:lnTo>
                    <a:pt x="6876842" y="3236168"/>
                  </a:lnTo>
                  <a:lnTo>
                    <a:pt x="6841210" y="3233713"/>
                  </a:lnTo>
                  <a:lnTo>
                    <a:pt x="6805579" y="3231211"/>
                  </a:lnTo>
                  <a:lnTo>
                    <a:pt x="6769948" y="3228662"/>
                  </a:lnTo>
                  <a:lnTo>
                    <a:pt x="6734317" y="3226065"/>
                  </a:lnTo>
                  <a:lnTo>
                    <a:pt x="6698685" y="3223419"/>
                  </a:lnTo>
                  <a:lnTo>
                    <a:pt x="6663054" y="3220722"/>
                  </a:lnTo>
                  <a:lnTo>
                    <a:pt x="6627423" y="3217975"/>
                  </a:lnTo>
                  <a:lnTo>
                    <a:pt x="6591791" y="3215175"/>
                  </a:lnTo>
                  <a:lnTo>
                    <a:pt x="6556160" y="3212323"/>
                  </a:lnTo>
                  <a:lnTo>
                    <a:pt x="6520529" y="3209416"/>
                  </a:lnTo>
                  <a:lnTo>
                    <a:pt x="6484897" y="3206455"/>
                  </a:lnTo>
                  <a:lnTo>
                    <a:pt x="6449266" y="3203437"/>
                  </a:lnTo>
                  <a:lnTo>
                    <a:pt x="6413635" y="3200362"/>
                  </a:lnTo>
                  <a:lnTo>
                    <a:pt x="6378003" y="3197230"/>
                  </a:lnTo>
                  <a:lnTo>
                    <a:pt x="6342372" y="3194038"/>
                  </a:lnTo>
                  <a:lnTo>
                    <a:pt x="6306741" y="3190785"/>
                  </a:lnTo>
                  <a:lnTo>
                    <a:pt x="6271110" y="3187471"/>
                  </a:lnTo>
                  <a:lnTo>
                    <a:pt x="6235478" y="3184094"/>
                  </a:lnTo>
                  <a:lnTo>
                    <a:pt x="6199847" y="3180654"/>
                  </a:lnTo>
                  <a:lnTo>
                    <a:pt x="6164216" y="3177148"/>
                  </a:lnTo>
                  <a:lnTo>
                    <a:pt x="6128584" y="3173576"/>
                  </a:lnTo>
                  <a:lnTo>
                    <a:pt x="6092953" y="3169936"/>
                  </a:lnTo>
                  <a:lnTo>
                    <a:pt x="6057322" y="3166227"/>
                  </a:lnTo>
                  <a:lnTo>
                    <a:pt x="6021690" y="3162449"/>
                  </a:lnTo>
                  <a:lnTo>
                    <a:pt x="5986059" y="3158598"/>
                  </a:lnTo>
                  <a:lnTo>
                    <a:pt x="5950428" y="3154675"/>
                  </a:lnTo>
                  <a:lnTo>
                    <a:pt x="5914796" y="3150678"/>
                  </a:lnTo>
                  <a:lnTo>
                    <a:pt x="5879165" y="3146605"/>
                  </a:lnTo>
                  <a:lnTo>
                    <a:pt x="5843534" y="3142455"/>
                  </a:lnTo>
                  <a:lnTo>
                    <a:pt x="5807903" y="3138226"/>
                  </a:lnTo>
                  <a:lnTo>
                    <a:pt x="5772271" y="3133918"/>
                  </a:lnTo>
                  <a:lnTo>
                    <a:pt x="5736640" y="3129527"/>
                  </a:lnTo>
                  <a:lnTo>
                    <a:pt x="5701009" y="3125054"/>
                  </a:lnTo>
                  <a:lnTo>
                    <a:pt x="5665377" y="3120496"/>
                  </a:lnTo>
                  <a:lnTo>
                    <a:pt x="5629746" y="3115852"/>
                  </a:lnTo>
                  <a:lnTo>
                    <a:pt x="5594115" y="3111120"/>
                  </a:lnTo>
                  <a:lnTo>
                    <a:pt x="5558483" y="3106298"/>
                  </a:lnTo>
                  <a:lnTo>
                    <a:pt x="5522852" y="3101386"/>
                  </a:lnTo>
                  <a:lnTo>
                    <a:pt x="5487221" y="3096380"/>
                  </a:lnTo>
                  <a:lnTo>
                    <a:pt x="5451589" y="3091279"/>
                  </a:lnTo>
                  <a:lnTo>
                    <a:pt x="5415958" y="3086082"/>
                  </a:lnTo>
                  <a:lnTo>
                    <a:pt x="5380327" y="3080787"/>
                  </a:lnTo>
                  <a:lnTo>
                    <a:pt x="5344696" y="3075391"/>
                  </a:lnTo>
                  <a:lnTo>
                    <a:pt x="5309064" y="3069894"/>
                  </a:lnTo>
                  <a:lnTo>
                    <a:pt x="5273433" y="3064292"/>
                  </a:lnTo>
                  <a:lnTo>
                    <a:pt x="5237802" y="3058584"/>
                  </a:lnTo>
                  <a:lnTo>
                    <a:pt x="5202170" y="3052768"/>
                  </a:lnTo>
                  <a:lnTo>
                    <a:pt x="5166539" y="3046843"/>
                  </a:lnTo>
                  <a:lnTo>
                    <a:pt x="5130908" y="3040805"/>
                  </a:lnTo>
                  <a:lnTo>
                    <a:pt x="5095276" y="3034652"/>
                  </a:lnTo>
                  <a:lnTo>
                    <a:pt x="5059645" y="3028384"/>
                  </a:lnTo>
                  <a:lnTo>
                    <a:pt x="5024014" y="3021997"/>
                  </a:lnTo>
                  <a:lnTo>
                    <a:pt x="4988382" y="3015488"/>
                  </a:lnTo>
                  <a:lnTo>
                    <a:pt x="4952751" y="3008857"/>
                  </a:lnTo>
                  <a:lnTo>
                    <a:pt x="4917120" y="3002100"/>
                  </a:lnTo>
                  <a:lnTo>
                    <a:pt x="4881489" y="2995216"/>
                  </a:lnTo>
                  <a:lnTo>
                    <a:pt x="4845857" y="2988201"/>
                  </a:lnTo>
                  <a:lnTo>
                    <a:pt x="4810226" y="2981053"/>
                  </a:lnTo>
                  <a:lnTo>
                    <a:pt x="4774595" y="2973770"/>
                  </a:lnTo>
                  <a:lnTo>
                    <a:pt x="4738963" y="2966350"/>
                  </a:lnTo>
                  <a:lnTo>
                    <a:pt x="4703332" y="2958788"/>
                  </a:lnTo>
                  <a:lnTo>
                    <a:pt x="4667701" y="2951084"/>
                  </a:lnTo>
                  <a:lnTo>
                    <a:pt x="4632069" y="2943234"/>
                  </a:lnTo>
                  <a:lnTo>
                    <a:pt x="4596438" y="2935236"/>
                  </a:lnTo>
                  <a:lnTo>
                    <a:pt x="4560807" y="2927086"/>
                  </a:lnTo>
                  <a:lnTo>
                    <a:pt x="4525175" y="2918781"/>
                  </a:lnTo>
                  <a:lnTo>
                    <a:pt x="4489544" y="2910320"/>
                  </a:lnTo>
                  <a:lnTo>
                    <a:pt x="4453913" y="2901699"/>
                  </a:lnTo>
                  <a:lnTo>
                    <a:pt x="4418282" y="2892914"/>
                  </a:lnTo>
                  <a:lnTo>
                    <a:pt x="4382650" y="2883963"/>
                  </a:lnTo>
                  <a:lnTo>
                    <a:pt x="4347019" y="2874843"/>
                  </a:lnTo>
                  <a:lnTo>
                    <a:pt x="4311388" y="2865550"/>
                  </a:lnTo>
                  <a:lnTo>
                    <a:pt x="4275756" y="2856082"/>
                  </a:lnTo>
                  <a:lnTo>
                    <a:pt x="4240125" y="2846434"/>
                  </a:lnTo>
                  <a:lnTo>
                    <a:pt x="4204494" y="2836604"/>
                  </a:lnTo>
                  <a:lnTo>
                    <a:pt x="4168862" y="2826587"/>
                  </a:lnTo>
                  <a:lnTo>
                    <a:pt x="4133231" y="2816381"/>
                  </a:lnTo>
                  <a:lnTo>
                    <a:pt x="4097600" y="2805982"/>
                  </a:lnTo>
                  <a:lnTo>
                    <a:pt x="4061968" y="2795386"/>
                  </a:lnTo>
                  <a:lnTo>
                    <a:pt x="4026337" y="2784590"/>
                  </a:lnTo>
                  <a:lnTo>
                    <a:pt x="3990706" y="2773589"/>
                  </a:lnTo>
                  <a:lnTo>
                    <a:pt x="3955075" y="2762380"/>
                  </a:lnTo>
                  <a:lnTo>
                    <a:pt x="3919443" y="2750960"/>
                  </a:lnTo>
                  <a:lnTo>
                    <a:pt x="3883812" y="2739322"/>
                  </a:lnTo>
                  <a:lnTo>
                    <a:pt x="3848181" y="2727465"/>
                  </a:lnTo>
                  <a:lnTo>
                    <a:pt x="3812549" y="2715383"/>
                  </a:lnTo>
                  <a:lnTo>
                    <a:pt x="3776918" y="2703073"/>
                  </a:lnTo>
                  <a:lnTo>
                    <a:pt x="3741287" y="2690530"/>
                  </a:lnTo>
                  <a:lnTo>
                    <a:pt x="3705655" y="2677749"/>
                  </a:lnTo>
                  <a:lnTo>
                    <a:pt x="3670024" y="2664727"/>
                  </a:lnTo>
                  <a:lnTo>
                    <a:pt x="3634393" y="2651458"/>
                  </a:lnTo>
                  <a:lnTo>
                    <a:pt x="3598762" y="2637938"/>
                  </a:lnTo>
                  <a:lnTo>
                    <a:pt x="3563130" y="2624162"/>
                  </a:lnTo>
                  <a:lnTo>
                    <a:pt x="3527499" y="2610125"/>
                  </a:lnTo>
                  <a:lnTo>
                    <a:pt x="3491868" y="2595823"/>
                  </a:lnTo>
                  <a:lnTo>
                    <a:pt x="3456236" y="2581250"/>
                  </a:lnTo>
                  <a:lnTo>
                    <a:pt x="3420605" y="2566402"/>
                  </a:lnTo>
                  <a:lnTo>
                    <a:pt x="3384974" y="2559700"/>
                  </a:lnTo>
                  <a:lnTo>
                    <a:pt x="3349342" y="2554165"/>
                  </a:lnTo>
                  <a:lnTo>
                    <a:pt x="3313711" y="2548591"/>
                  </a:lnTo>
                  <a:lnTo>
                    <a:pt x="3278080" y="2542979"/>
                  </a:lnTo>
                  <a:lnTo>
                    <a:pt x="3242448" y="2537329"/>
                  </a:lnTo>
                  <a:lnTo>
                    <a:pt x="3206817" y="2531640"/>
                  </a:lnTo>
                  <a:lnTo>
                    <a:pt x="3171186" y="2525911"/>
                  </a:lnTo>
                  <a:lnTo>
                    <a:pt x="3135555" y="2520144"/>
                  </a:lnTo>
                  <a:lnTo>
                    <a:pt x="3099923" y="2514337"/>
                  </a:lnTo>
                  <a:lnTo>
                    <a:pt x="3064292" y="2508490"/>
                  </a:lnTo>
                  <a:lnTo>
                    <a:pt x="3028661" y="2502602"/>
                  </a:lnTo>
                  <a:lnTo>
                    <a:pt x="2993029" y="2496675"/>
                  </a:lnTo>
                  <a:lnTo>
                    <a:pt x="2957398" y="2490706"/>
                  </a:lnTo>
                  <a:lnTo>
                    <a:pt x="2921767" y="2484697"/>
                  </a:lnTo>
                  <a:lnTo>
                    <a:pt x="2886135" y="2478646"/>
                  </a:lnTo>
                  <a:lnTo>
                    <a:pt x="2850504" y="2472554"/>
                  </a:lnTo>
                  <a:lnTo>
                    <a:pt x="2814873" y="2466420"/>
                  </a:lnTo>
                  <a:lnTo>
                    <a:pt x="2779241" y="2460244"/>
                  </a:lnTo>
                  <a:lnTo>
                    <a:pt x="2743610" y="2454026"/>
                  </a:lnTo>
                  <a:lnTo>
                    <a:pt x="2707979" y="2447765"/>
                  </a:lnTo>
                  <a:lnTo>
                    <a:pt x="2672348" y="2441461"/>
                  </a:lnTo>
                  <a:lnTo>
                    <a:pt x="2636716" y="2435113"/>
                  </a:lnTo>
                  <a:lnTo>
                    <a:pt x="2601085" y="2428722"/>
                  </a:lnTo>
                  <a:lnTo>
                    <a:pt x="2565454" y="2422287"/>
                  </a:lnTo>
                  <a:lnTo>
                    <a:pt x="2529822" y="2415808"/>
                  </a:lnTo>
                  <a:lnTo>
                    <a:pt x="2494191" y="2409285"/>
                  </a:lnTo>
                  <a:lnTo>
                    <a:pt x="2458560" y="2402716"/>
                  </a:lnTo>
                  <a:lnTo>
                    <a:pt x="2422928" y="2396103"/>
                  </a:lnTo>
                  <a:lnTo>
                    <a:pt x="2387297" y="2389444"/>
                  </a:lnTo>
                  <a:lnTo>
                    <a:pt x="2351666" y="2382739"/>
                  </a:lnTo>
                  <a:lnTo>
                    <a:pt x="2316034" y="2375989"/>
                  </a:lnTo>
                  <a:lnTo>
                    <a:pt x="2280403" y="2369192"/>
                  </a:lnTo>
                  <a:lnTo>
                    <a:pt x="2244772" y="2362348"/>
                  </a:lnTo>
                  <a:lnTo>
                    <a:pt x="2209141" y="2355457"/>
                  </a:lnTo>
                  <a:lnTo>
                    <a:pt x="2173509" y="2348519"/>
                  </a:lnTo>
                  <a:lnTo>
                    <a:pt x="2137878" y="2341534"/>
                  </a:lnTo>
                  <a:lnTo>
                    <a:pt x="2102247" y="2334500"/>
                  </a:lnTo>
                  <a:lnTo>
                    <a:pt x="2066615" y="2327418"/>
                  </a:lnTo>
                  <a:lnTo>
                    <a:pt x="2030984" y="2320288"/>
                  </a:lnTo>
                  <a:lnTo>
                    <a:pt x="1995353" y="2313108"/>
                  </a:lnTo>
                  <a:lnTo>
                    <a:pt x="1959721" y="2305880"/>
                  </a:lnTo>
                  <a:lnTo>
                    <a:pt x="1924090" y="2298601"/>
                  </a:lnTo>
                  <a:lnTo>
                    <a:pt x="1888459" y="2291273"/>
                  </a:lnTo>
                  <a:lnTo>
                    <a:pt x="1852827" y="2283894"/>
                  </a:lnTo>
                  <a:lnTo>
                    <a:pt x="1817196" y="2276465"/>
                  </a:lnTo>
                  <a:lnTo>
                    <a:pt x="1781565" y="2268985"/>
                  </a:lnTo>
                  <a:lnTo>
                    <a:pt x="1745934" y="2261453"/>
                  </a:lnTo>
                  <a:lnTo>
                    <a:pt x="1710302" y="2253870"/>
                  </a:lnTo>
                  <a:lnTo>
                    <a:pt x="1674671" y="2246234"/>
                  </a:lnTo>
                  <a:lnTo>
                    <a:pt x="1639040" y="2238546"/>
                  </a:lnTo>
                  <a:lnTo>
                    <a:pt x="1603408" y="2230805"/>
                  </a:lnTo>
                  <a:lnTo>
                    <a:pt x="1567777" y="2223012"/>
                  </a:lnTo>
                  <a:lnTo>
                    <a:pt x="1532146" y="2215164"/>
                  </a:lnTo>
                  <a:lnTo>
                    <a:pt x="1496514" y="2207263"/>
                  </a:lnTo>
                  <a:lnTo>
                    <a:pt x="1460883" y="2199308"/>
                  </a:lnTo>
                  <a:lnTo>
                    <a:pt x="1425252" y="2191297"/>
                  </a:lnTo>
                  <a:lnTo>
                    <a:pt x="1389620" y="2183232"/>
                  </a:lnTo>
                  <a:lnTo>
                    <a:pt x="1353989" y="2175112"/>
                  </a:lnTo>
                  <a:lnTo>
                    <a:pt x="1318358" y="2166936"/>
                  </a:lnTo>
                  <a:lnTo>
                    <a:pt x="1282727" y="2158703"/>
                  </a:lnTo>
                  <a:lnTo>
                    <a:pt x="1247095" y="2150414"/>
                  </a:lnTo>
                  <a:lnTo>
                    <a:pt x="1211464" y="2142069"/>
                  </a:lnTo>
                  <a:lnTo>
                    <a:pt x="1175833" y="2133665"/>
                  </a:lnTo>
                  <a:lnTo>
                    <a:pt x="1140201" y="2125205"/>
                  </a:lnTo>
                  <a:lnTo>
                    <a:pt x="1104570" y="2116686"/>
                  </a:lnTo>
                  <a:lnTo>
                    <a:pt x="1068939" y="2108108"/>
                  </a:lnTo>
                  <a:lnTo>
                    <a:pt x="1033307" y="2099472"/>
                  </a:lnTo>
                  <a:lnTo>
                    <a:pt x="997676" y="2090776"/>
                  </a:lnTo>
                  <a:lnTo>
                    <a:pt x="962045" y="2082021"/>
                  </a:lnTo>
                  <a:lnTo>
                    <a:pt x="926413" y="2073206"/>
                  </a:lnTo>
                  <a:lnTo>
                    <a:pt x="890782" y="2064330"/>
                  </a:lnTo>
                  <a:lnTo>
                    <a:pt x="855151" y="2055393"/>
                  </a:lnTo>
                  <a:lnTo>
                    <a:pt x="819520" y="2046395"/>
                  </a:lnTo>
                  <a:lnTo>
                    <a:pt x="783888" y="2037335"/>
                  </a:lnTo>
                  <a:lnTo>
                    <a:pt x="748257" y="2028212"/>
                  </a:lnTo>
                  <a:lnTo>
                    <a:pt x="712626" y="2019027"/>
                  </a:lnTo>
                  <a:lnTo>
                    <a:pt x="676994" y="2009780"/>
                  </a:lnTo>
                  <a:lnTo>
                    <a:pt x="641363" y="2000468"/>
                  </a:lnTo>
                  <a:lnTo>
                    <a:pt x="605732" y="1991093"/>
                  </a:lnTo>
                  <a:lnTo>
                    <a:pt x="570100" y="1981653"/>
                  </a:lnTo>
                  <a:lnTo>
                    <a:pt x="534469" y="1972148"/>
                  </a:lnTo>
                  <a:lnTo>
                    <a:pt x="498838" y="1962579"/>
                  </a:lnTo>
                  <a:lnTo>
                    <a:pt x="463206" y="1952943"/>
                  </a:lnTo>
                  <a:lnTo>
                    <a:pt x="427575" y="1943241"/>
                  </a:lnTo>
                  <a:lnTo>
                    <a:pt x="391944" y="1933473"/>
                  </a:lnTo>
                  <a:lnTo>
                    <a:pt x="356313" y="1923638"/>
                  </a:lnTo>
                  <a:lnTo>
                    <a:pt x="320681" y="1913735"/>
                  </a:lnTo>
                  <a:lnTo>
                    <a:pt x="285050" y="1903764"/>
                  </a:lnTo>
                  <a:lnTo>
                    <a:pt x="249419" y="1893725"/>
                  </a:lnTo>
                  <a:lnTo>
                    <a:pt x="213787" y="1883616"/>
                  </a:lnTo>
                  <a:lnTo>
                    <a:pt x="178156" y="1873439"/>
                  </a:lnTo>
                  <a:lnTo>
                    <a:pt x="142525" y="1863191"/>
                  </a:lnTo>
                  <a:lnTo>
                    <a:pt x="106893" y="1852873"/>
                  </a:lnTo>
                  <a:lnTo>
                    <a:pt x="71262" y="1842484"/>
                  </a:lnTo>
                  <a:lnTo>
                    <a:pt x="35631" y="1832024"/>
                  </a:lnTo>
                  <a:lnTo>
                    <a:pt x="0" y="182149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60598" y="2196947"/>
              <a:ext cx="6402080" cy="2970193"/>
            </a:xfrm>
            <a:custGeom>
              <a:avLst/>
              <a:pathLst>
                <a:path w="6402080" h="2970193">
                  <a:moveTo>
                    <a:pt x="0" y="0"/>
                  </a:moveTo>
                  <a:lnTo>
                    <a:pt x="24076" y="42496"/>
                  </a:lnTo>
                  <a:lnTo>
                    <a:pt x="59707" y="104219"/>
                  </a:lnTo>
                  <a:lnTo>
                    <a:pt x="95339" y="164795"/>
                  </a:lnTo>
                  <a:lnTo>
                    <a:pt x="130970" y="224246"/>
                  </a:lnTo>
                  <a:lnTo>
                    <a:pt x="166601" y="282593"/>
                  </a:lnTo>
                  <a:lnTo>
                    <a:pt x="202233" y="339857"/>
                  </a:lnTo>
                  <a:lnTo>
                    <a:pt x="237864" y="396057"/>
                  </a:lnTo>
                  <a:lnTo>
                    <a:pt x="273495" y="451214"/>
                  </a:lnTo>
                  <a:lnTo>
                    <a:pt x="309127" y="505345"/>
                  </a:lnTo>
                  <a:lnTo>
                    <a:pt x="344758" y="558472"/>
                  </a:lnTo>
                  <a:lnTo>
                    <a:pt x="380389" y="610612"/>
                  </a:lnTo>
                  <a:lnTo>
                    <a:pt x="416021" y="661784"/>
                  </a:lnTo>
                  <a:lnTo>
                    <a:pt x="451652" y="712005"/>
                  </a:lnTo>
                  <a:lnTo>
                    <a:pt x="487283" y="761293"/>
                  </a:lnTo>
                  <a:lnTo>
                    <a:pt x="522914" y="809667"/>
                  </a:lnTo>
                  <a:lnTo>
                    <a:pt x="558546" y="857141"/>
                  </a:lnTo>
                  <a:lnTo>
                    <a:pt x="594177" y="903734"/>
                  </a:lnTo>
                  <a:lnTo>
                    <a:pt x="629808" y="949462"/>
                  </a:lnTo>
                  <a:lnTo>
                    <a:pt x="665440" y="994341"/>
                  </a:lnTo>
                  <a:lnTo>
                    <a:pt x="701071" y="1038386"/>
                  </a:lnTo>
                  <a:lnTo>
                    <a:pt x="736702" y="1081613"/>
                  </a:lnTo>
                  <a:lnTo>
                    <a:pt x="772334" y="1124037"/>
                  </a:lnTo>
                  <a:lnTo>
                    <a:pt x="807965" y="1165673"/>
                  </a:lnTo>
                  <a:lnTo>
                    <a:pt x="843596" y="1206536"/>
                  </a:lnTo>
                  <a:lnTo>
                    <a:pt x="879228" y="1246640"/>
                  </a:lnTo>
                  <a:lnTo>
                    <a:pt x="914859" y="1285999"/>
                  </a:lnTo>
                  <a:lnTo>
                    <a:pt x="950490" y="1324628"/>
                  </a:lnTo>
                  <a:lnTo>
                    <a:pt x="986121" y="1362539"/>
                  </a:lnTo>
                  <a:lnTo>
                    <a:pt x="1021753" y="1399745"/>
                  </a:lnTo>
                  <a:lnTo>
                    <a:pt x="1057384" y="1436261"/>
                  </a:lnTo>
                  <a:lnTo>
                    <a:pt x="1093015" y="1472099"/>
                  </a:lnTo>
                  <a:lnTo>
                    <a:pt x="1128647" y="1507271"/>
                  </a:lnTo>
                  <a:lnTo>
                    <a:pt x="1164278" y="1541790"/>
                  </a:lnTo>
                  <a:lnTo>
                    <a:pt x="1199909" y="1575667"/>
                  </a:lnTo>
                  <a:lnTo>
                    <a:pt x="1235541" y="1608916"/>
                  </a:lnTo>
                  <a:lnTo>
                    <a:pt x="1271172" y="1641547"/>
                  </a:lnTo>
                  <a:lnTo>
                    <a:pt x="1306803" y="1673572"/>
                  </a:lnTo>
                  <a:lnTo>
                    <a:pt x="1342435" y="1705002"/>
                  </a:lnTo>
                  <a:lnTo>
                    <a:pt x="1378066" y="1735849"/>
                  </a:lnTo>
                  <a:lnTo>
                    <a:pt x="1413697" y="1766122"/>
                  </a:lnTo>
                  <a:lnTo>
                    <a:pt x="1449328" y="1795834"/>
                  </a:lnTo>
                  <a:lnTo>
                    <a:pt x="1484960" y="1824993"/>
                  </a:lnTo>
                  <a:lnTo>
                    <a:pt x="1520591" y="1853612"/>
                  </a:lnTo>
                  <a:lnTo>
                    <a:pt x="1556222" y="1881698"/>
                  </a:lnTo>
                  <a:lnTo>
                    <a:pt x="1591854" y="1909263"/>
                  </a:lnTo>
                  <a:lnTo>
                    <a:pt x="1627485" y="1936316"/>
                  </a:lnTo>
                  <a:lnTo>
                    <a:pt x="1663116" y="1962867"/>
                  </a:lnTo>
                  <a:lnTo>
                    <a:pt x="1698748" y="1988924"/>
                  </a:lnTo>
                  <a:lnTo>
                    <a:pt x="1734379" y="2014498"/>
                  </a:lnTo>
                  <a:lnTo>
                    <a:pt x="1770010" y="2039596"/>
                  </a:lnTo>
                  <a:lnTo>
                    <a:pt x="1805642" y="2064229"/>
                  </a:lnTo>
                  <a:lnTo>
                    <a:pt x="1841273" y="2088404"/>
                  </a:lnTo>
                  <a:lnTo>
                    <a:pt x="1876904" y="2112130"/>
                  </a:lnTo>
                  <a:lnTo>
                    <a:pt x="1912535" y="2135415"/>
                  </a:lnTo>
                  <a:lnTo>
                    <a:pt x="1948167" y="2158268"/>
                  </a:lnTo>
                  <a:lnTo>
                    <a:pt x="1983798" y="2180696"/>
                  </a:lnTo>
                  <a:lnTo>
                    <a:pt x="2019429" y="2202708"/>
                  </a:lnTo>
                  <a:lnTo>
                    <a:pt x="2055061" y="2224311"/>
                  </a:lnTo>
                  <a:lnTo>
                    <a:pt x="2090692" y="2245513"/>
                  </a:lnTo>
                  <a:lnTo>
                    <a:pt x="2126323" y="2266321"/>
                  </a:lnTo>
                  <a:lnTo>
                    <a:pt x="2161955" y="2286743"/>
                  </a:lnTo>
                  <a:lnTo>
                    <a:pt x="2197586" y="2306785"/>
                  </a:lnTo>
                  <a:lnTo>
                    <a:pt x="2233217" y="2326456"/>
                  </a:lnTo>
                  <a:lnTo>
                    <a:pt x="2268849" y="2345760"/>
                  </a:lnTo>
                  <a:lnTo>
                    <a:pt x="2304480" y="2364707"/>
                  </a:lnTo>
                  <a:lnTo>
                    <a:pt x="2340111" y="2383301"/>
                  </a:lnTo>
                  <a:lnTo>
                    <a:pt x="2375742" y="2401550"/>
                  </a:lnTo>
                  <a:lnTo>
                    <a:pt x="2411374" y="2419461"/>
                  </a:lnTo>
                  <a:lnTo>
                    <a:pt x="2447005" y="2437038"/>
                  </a:lnTo>
                  <a:lnTo>
                    <a:pt x="2482636" y="2454289"/>
                  </a:lnTo>
                  <a:lnTo>
                    <a:pt x="2518268" y="2471220"/>
                  </a:lnTo>
                  <a:lnTo>
                    <a:pt x="2553899" y="2487836"/>
                  </a:lnTo>
                  <a:lnTo>
                    <a:pt x="2589530" y="2504144"/>
                  </a:lnTo>
                  <a:lnTo>
                    <a:pt x="2625162" y="2520149"/>
                  </a:lnTo>
                  <a:lnTo>
                    <a:pt x="2660793" y="2535856"/>
                  </a:lnTo>
                  <a:lnTo>
                    <a:pt x="2696424" y="2551272"/>
                  </a:lnTo>
                  <a:lnTo>
                    <a:pt x="2732056" y="2565198"/>
                  </a:lnTo>
                  <a:lnTo>
                    <a:pt x="2767687" y="2570659"/>
                  </a:lnTo>
                  <a:lnTo>
                    <a:pt x="2803318" y="2576082"/>
                  </a:lnTo>
                  <a:lnTo>
                    <a:pt x="2838949" y="2581468"/>
                  </a:lnTo>
                  <a:lnTo>
                    <a:pt x="2874581" y="2586817"/>
                  </a:lnTo>
                  <a:lnTo>
                    <a:pt x="2910212" y="2592130"/>
                  </a:lnTo>
                  <a:lnTo>
                    <a:pt x="2945843" y="2597407"/>
                  </a:lnTo>
                  <a:lnTo>
                    <a:pt x="2981475" y="2602647"/>
                  </a:lnTo>
                  <a:lnTo>
                    <a:pt x="3017106" y="2607852"/>
                  </a:lnTo>
                  <a:lnTo>
                    <a:pt x="3052737" y="2613022"/>
                  </a:lnTo>
                  <a:lnTo>
                    <a:pt x="3088369" y="2618156"/>
                  </a:lnTo>
                  <a:lnTo>
                    <a:pt x="3124000" y="2623255"/>
                  </a:lnTo>
                  <a:lnTo>
                    <a:pt x="3159631" y="2628320"/>
                  </a:lnTo>
                  <a:lnTo>
                    <a:pt x="3195262" y="2633350"/>
                  </a:lnTo>
                  <a:lnTo>
                    <a:pt x="3230894" y="2638345"/>
                  </a:lnTo>
                  <a:lnTo>
                    <a:pt x="3266525" y="2643307"/>
                  </a:lnTo>
                  <a:lnTo>
                    <a:pt x="3302156" y="2648235"/>
                  </a:lnTo>
                  <a:lnTo>
                    <a:pt x="3337788" y="2653129"/>
                  </a:lnTo>
                  <a:lnTo>
                    <a:pt x="3373419" y="2657989"/>
                  </a:lnTo>
                  <a:lnTo>
                    <a:pt x="3409050" y="2662817"/>
                  </a:lnTo>
                  <a:lnTo>
                    <a:pt x="3444682" y="2667612"/>
                  </a:lnTo>
                  <a:lnTo>
                    <a:pt x="3480313" y="2672374"/>
                  </a:lnTo>
                  <a:lnTo>
                    <a:pt x="3515944" y="2677103"/>
                  </a:lnTo>
                  <a:lnTo>
                    <a:pt x="3551576" y="2681800"/>
                  </a:lnTo>
                  <a:lnTo>
                    <a:pt x="3587207" y="2686465"/>
                  </a:lnTo>
                  <a:lnTo>
                    <a:pt x="3622838" y="2691099"/>
                  </a:lnTo>
                  <a:lnTo>
                    <a:pt x="3658469" y="2695701"/>
                  </a:lnTo>
                  <a:lnTo>
                    <a:pt x="3694101" y="2700271"/>
                  </a:lnTo>
                  <a:lnTo>
                    <a:pt x="3729732" y="2704810"/>
                  </a:lnTo>
                  <a:lnTo>
                    <a:pt x="3765363" y="2709319"/>
                  </a:lnTo>
                  <a:lnTo>
                    <a:pt x="3800995" y="2713796"/>
                  </a:lnTo>
                  <a:lnTo>
                    <a:pt x="3836626" y="2718243"/>
                  </a:lnTo>
                  <a:lnTo>
                    <a:pt x="3872257" y="2722660"/>
                  </a:lnTo>
                  <a:lnTo>
                    <a:pt x="3907889" y="2727046"/>
                  </a:lnTo>
                  <a:lnTo>
                    <a:pt x="3943520" y="2731403"/>
                  </a:lnTo>
                  <a:lnTo>
                    <a:pt x="3979151" y="2735730"/>
                  </a:lnTo>
                  <a:lnTo>
                    <a:pt x="4014783" y="2740027"/>
                  </a:lnTo>
                  <a:lnTo>
                    <a:pt x="4050414" y="2744296"/>
                  </a:lnTo>
                  <a:lnTo>
                    <a:pt x="4086045" y="2748535"/>
                  </a:lnTo>
                  <a:lnTo>
                    <a:pt x="4121676" y="2752745"/>
                  </a:lnTo>
                  <a:lnTo>
                    <a:pt x="4157308" y="2756926"/>
                  </a:lnTo>
                  <a:lnTo>
                    <a:pt x="4192939" y="2761079"/>
                  </a:lnTo>
                  <a:lnTo>
                    <a:pt x="4228570" y="2765204"/>
                  </a:lnTo>
                  <a:lnTo>
                    <a:pt x="4264202" y="2769300"/>
                  </a:lnTo>
                  <a:lnTo>
                    <a:pt x="4299833" y="2773369"/>
                  </a:lnTo>
                  <a:lnTo>
                    <a:pt x="4335464" y="2777409"/>
                  </a:lnTo>
                  <a:lnTo>
                    <a:pt x="4371096" y="2781422"/>
                  </a:lnTo>
                  <a:lnTo>
                    <a:pt x="4406727" y="2785408"/>
                  </a:lnTo>
                  <a:lnTo>
                    <a:pt x="4442358" y="2789367"/>
                  </a:lnTo>
                  <a:lnTo>
                    <a:pt x="4477990" y="2793299"/>
                  </a:lnTo>
                  <a:lnTo>
                    <a:pt x="4513621" y="2797204"/>
                  </a:lnTo>
                  <a:lnTo>
                    <a:pt x="4549252" y="2801082"/>
                  </a:lnTo>
                  <a:lnTo>
                    <a:pt x="4584883" y="2804934"/>
                  </a:lnTo>
                  <a:lnTo>
                    <a:pt x="4620515" y="2808759"/>
                  </a:lnTo>
                  <a:lnTo>
                    <a:pt x="4656146" y="2812558"/>
                  </a:lnTo>
                  <a:lnTo>
                    <a:pt x="4691777" y="2816332"/>
                  </a:lnTo>
                  <a:lnTo>
                    <a:pt x="4727409" y="2820080"/>
                  </a:lnTo>
                  <a:lnTo>
                    <a:pt x="4763040" y="2823802"/>
                  </a:lnTo>
                  <a:lnTo>
                    <a:pt x="4798671" y="2827499"/>
                  </a:lnTo>
                  <a:lnTo>
                    <a:pt x="4834303" y="2831170"/>
                  </a:lnTo>
                  <a:lnTo>
                    <a:pt x="4869934" y="2834817"/>
                  </a:lnTo>
                  <a:lnTo>
                    <a:pt x="4905565" y="2838439"/>
                  </a:lnTo>
                  <a:lnTo>
                    <a:pt x="4941197" y="2842036"/>
                  </a:lnTo>
                  <a:lnTo>
                    <a:pt x="4976828" y="2845608"/>
                  </a:lnTo>
                  <a:lnTo>
                    <a:pt x="5012459" y="2849156"/>
                  </a:lnTo>
                  <a:lnTo>
                    <a:pt x="5048090" y="2852680"/>
                  </a:lnTo>
                  <a:lnTo>
                    <a:pt x="5083722" y="2856180"/>
                  </a:lnTo>
                  <a:lnTo>
                    <a:pt x="5119353" y="2859656"/>
                  </a:lnTo>
                  <a:lnTo>
                    <a:pt x="5154984" y="2863109"/>
                  </a:lnTo>
                  <a:lnTo>
                    <a:pt x="5190616" y="2866537"/>
                  </a:lnTo>
                  <a:lnTo>
                    <a:pt x="5226247" y="2869943"/>
                  </a:lnTo>
                  <a:lnTo>
                    <a:pt x="5261878" y="2873325"/>
                  </a:lnTo>
                  <a:lnTo>
                    <a:pt x="5297510" y="2876684"/>
                  </a:lnTo>
                  <a:lnTo>
                    <a:pt x="5333141" y="2880020"/>
                  </a:lnTo>
                  <a:lnTo>
                    <a:pt x="5368772" y="2883334"/>
                  </a:lnTo>
                  <a:lnTo>
                    <a:pt x="5404404" y="2886625"/>
                  </a:lnTo>
                  <a:lnTo>
                    <a:pt x="5440035" y="2889893"/>
                  </a:lnTo>
                  <a:lnTo>
                    <a:pt x="5475666" y="2893139"/>
                  </a:lnTo>
                  <a:lnTo>
                    <a:pt x="5511297" y="2896363"/>
                  </a:lnTo>
                  <a:lnTo>
                    <a:pt x="5546929" y="2899565"/>
                  </a:lnTo>
                  <a:lnTo>
                    <a:pt x="5582560" y="2902746"/>
                  </a:lnTo>
                  <a:lnTo>
                    <a:pt x="5618191" y="2905904"/>
                  </a:lnTo>
                  <a:lnTo>
                    <a:pt x="5653823" y="2909041"/>
                  </a:lnTo>
                  <a:lnTo>
                    <a:pt x="5689454" y="2912157"/>
                  </a:lnTo>
                  <a:lnTo>
                    <a:pt x="5725085" y="2915251"/>
                  </a:lnTo>
                  <a:lnTo>
                    <a:pt x="5760717" y="2918324"/>
                  </a:lnTo>
                  <a:lnTo>
                    <a:pt x="5796348" y="2921376"/>
                  </a:lnTo>
                  <a:lnTo>
                    <a:pt x="5831979" y="2924408"/>
                  </a:lnTo>
                  <a:lnTo>
                    <a:pt x="5867611" y="2927419"/>
                  </a:lnTo>
                  <a:lnTo>
                    <a:pt x="5903242" y="2930409"/>
                  </a:lnTo>
                  <a:lnTo>
                    <a:pt x="5938873" y="2933379"/>
                  </a:lnTo>
                  <a:lnTo>
                    <a:pt x="5974504" y="2936328"/>
                  </a:lnTo>
                  <a:lnTo>
                    <a:pt x="6010136" y="2939258"/>
                  </a:lnTo>
                  <a:lnTo>
                    <a:pt x="6045767" y="2942167"/>
                  </a:lnTo>
                  <a:lnTo>
                    <a:pt x="6081398" y="2945057"/>
                  </a:lnTo>
                  <a:lnTo>
                    <a:pt x="6117030" y="2947927"/>
                  </a:lnTo>
                  <a:lnTo>
                    <a:pt x="6152661" y="2950777"/>
                  </a:lnTo>
                  <a:lnTo>
                    <a:pt x="6188292" y="2953608"/>
                  </a:lnTo>
                  <a:lnTo>
                    <a:pt x="6223924" y="2956420"/>
                  </a:lnTo>
                  <a:lnTo>
                    <a:pt x="6259555" y="2959212"/>
                  </a:lnTo>
                  <a:lnTo>
                    <a:pt x="6295186" y="2961986"/>
                  </a:lnTo>
                  <a:lnTo>
                    <a:pt x="6330818" y="2964740"/>
                  </a:lnTo>
                  <a:lnTo>
                    <a:pt x="6366449" y="2967476"/>
                  </a:lnTo>
                  <a:lnTo>
                    <a:pt x="6402080" y="29701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018439"/>
              <a:ext cx="7090630" cy="1428478"/>
            </a:xfrm>
            <a:custGeom>
              <a:avLst/>
              <a:pathLst>
                <a:path w="7090630" h="1428478">
                  <a:moveTo>
                    <a:pt x="7090630" y="1428478"/>
                  </a:moveTo>
                  <a:lnTo>
                    <a:pt x="7054998" y="1426284"/>
                  </a:lnTo>
                  <a:lnTo>
                    <a:pt x="7019367" y="1424049"/>
                  </a:lnTo>
                  <a:lnTo>
                    <a:pt x="6983736" y="1421771"/>
                  </a:lnTo>
                  <a:lnTo>
                    <a:pt x="6948104" y="1419450"/>
                  </a:lnTo>
                  <a:lnTo>
                    <a:pt x="6912473" y="1417085"/>
                  </a:lnTo>
                  <a:lnTo>
                    <a:pt x="6876842" y="1414675"/>
                  </a:lnTo>
                  <a:lnTo>
                    <a:pt x="6841210" y="1412220"/>
                  </a:lnTo>
                  <a:lnTo>
                    <a:pt x="6805579" y="1409719"/>
                  </a:lnTo>
                  <a:lnTo>
                    <a:pt x="6769948" y="1407170"/>
                  </a:lnTo>
                  <a:lnTo>
                    <a:pt x="6734317" y="1404572"/>
                  </a:lnTo>
                  <a:lnTo>
                    <a:pt x="6698685" y="1401926"/>
                  </a:lnTo>
                  <a:lnTo>
                    <a:pt x="6663054" y="1399229"/>
                  </a:lnTo>
                  <a:lnTo>
                    <a:pt x="6627423" y="1396482"/>
                  </a:lnTo>
                  <a:lnTo>
                    <a:pt x="6591791" y="1393682"/>
                  </a:lnTo>
                  <a:lnTo>
                    <a:pt x="6556160" y="1390830"/>
                  </a:lnTo>
                  <a:lnTo>
                    <a:pt x="6520529" y="1387923"/>
                  </a:lnTo>
                  <a:lnTo>
                    <a:pt x="6484897" y="1384962"/>
                  </a:lnTo>
                  <a:lnTo>
                    <a:pt x="6449266" y="1381944"/>
                  </a:lnTo>
                  <a:lnTo>
                    <a:pt x="6413635" y="1378870"/>
                  </a:lnTo>
                  <a:lnTo>
                    <a:pt x="6378003" y="1375737"/>
                  </a:lnTo>
                  <a:lnTo>
                    <a:pt x="6342372" y="1372545"/>
                  </a:lnTo>
                  <a:lnTo>
                    <a:pt x="6306741" y="1369292"/>
                  </a:lnTo>
                  <a:lnTo>
                    <a:pt x="6271110" y="1365978"/>
                  </a:lnTo>
                  <a:lnTo>
                    <a:pt x="6235478" y="1362601"/>
                  </a:lnTo>
                  <a:lnTo>
                    <a:pt x="6199847" y="1359161"/>
                  </a:lnTo>
                  <a:lnTo>
                    <a:pt x="6164216" y="1355655"/>
                  </a:lnTo>
                  <a:lnTo>
                    <a:pt x="6128584" y="1352083"/>
                  </a:lnTo>
                  <a:lnTo>
                    <a:pt x="6092953" y="1348443"/>
                  </a:lnTo>
                  <a:lnTo>
                    <a:pt x="6057322" y="1344735"/>
                  </a:lnTo>
                  <a:lnTo>
                    <a:pt x="6021690" y="1340956"/>
                  </a:lnTo>
                  <a:lnTo>
                    <a:pt x="5986059" y="1337106"/>
                  </a:lnTo>
                  <a:lnTo>
                    <a:pt x="5950428" y="1333182"/>
                  </a:lnTo>
                  <a:lnTo>
                    <a:pt x="5914796" y="1329185"/>
                  </a:lnTo>
                  <a:lnTo>
                    <a:pt x="5879165" y="1325112"/>
                  </a:lnTo>
                  <a:lnTo>
                    <a:pt x="5843534" y="1320962"/>
                  </a:lnTo>
                  <a:lnTo>
                    <a:pt x="5807903" y="1316733"/>
                  </a:lnTo>
                  <a:lnTo>
                    <a:pt x="5772271" y="1312425"/>
                  </a:lnTo>
                  <a:lnTo>
                    <a:pt x="5736640" y="1308035"/>
                  </a:lnTo>
                  <a:lnTo>
                    <a:pt x="5701009" y="1303561"/>
                  </a:lnTo>
                  <a:lnTo>
                    <a:pt x="5665377" y="1299003"/>
                  </a:lnTo>
                  <a:lnTo>
                    <a:pt x="5629746" y="1294359"/>
                  </a:lnTo>
                  <a:lnTo>
                    <a:pt x="5594115" y="1289627"/>
                  </a:lnTo>
                  <a:lnTo>
                    <a:pt x="5558483" y="1284806"/>
                  </a:lnTo>
                  <a:lnTo>
                    <a:pt x="5522852" y="1279893"/>
                  </a:lnTo>
                  <a:lnTo>
                    <a:pt x="5487221" y="1274887"/>
                  </a:lnTo>
                  <a:lnTo>
                    <a:pt x="5451589" y="1269787"/>
                  </a:lnTo>
                  <a:lnTo>
                    <a:pt x="5415958" y="1264589"/>
                  </a:lnTo>
                  <a:lnTo>
                    <a:pt x="5380327" y="1259294"/>
                  </a:lnTo>
                  <a:lnTo>
                    <a:pt x="5344696" y="1253898"/>
                  </a:lnTo>
                  <a:lnTo>
                    <a:pt x="5309064" y="1248401"/>
                  </a:lnTo>
                  <a:lnTo>
                    <a:pt x="5273433" y="1242799"/>
                  </a:lnTo>
                  <a:lnTo>
                    <a:pt x="5237802" y="1237091"/>
                  </a:lnTo>
                  <a:lnTo>
                    <a:pt x="5202170" y="1231276"/>
                  </a:lnTo>
                  <a:lnTo>
                    <a:pt x="5166539" y="1225350"/>
                  </a:lnTo>
                  <a:lnTo>
                    <a:pt x="5130908" y="1219312"/>
                  </a:lnTo>
                  <a:lnTo>
                    <a:pt x="5095276" y="1213160"/>
                  </a:lnTo>
                  <a:lnTo>
                    <a:pt x="5059645" y="1206891"/>
                  </a:lnTo>
                  <a:lnTo>
                    <a:pt x="5024014" y="1200504"/>
                  </a:lnTo>
                  <a:lnTo>
                    <a:pt x="4988382" y="1193996"/>
                  </a:lnTo>
                  <a:lnTo>
                    <a:pt x="4952751" y="1187364"/>
                  </a:lnTo>
                  <a:lnTo>
                    <a:pt x="4917120" y="1180608"/>
                  </a:lnTo>
                  <a:lnTo>
                    <a:pt x="4881489" y="1173723"/>
                  </a:lnTo>
                  <a:lnTo>
                    <a:pt x="4845857" y="1166708"/>
                  </a:lnTo>
                  <a:lnTo>
                    <a:pt x="4810226" y="1159560"/>
                  </a:lnTo>
                  <a:lnTo>
                    <a:pt x="4774595" y="1152278"/>
                  </a:lnTo>
                  <a:lnTo>
                    <a:pt x="4738963" y="1144857"/>
                  </a:lnTo>
                  <a:lnTo>
                    <a:pt x="4703332" y="1137296"/>
                  </a:lnTo>
                  <a:lnTo>
                    <a:pt x="4667701" y="1129591"/>
                  </a:lnTo>
                  <a:lnTo>
                    <a:pt x="4632069" y="1121741"/>
                  </a:lnTo>
                  <a:lnTo>
                    <a:pt x="4596438" y="1113743"/>
                  </a:lnTo>
                  <a:lnTo>
                    <a:pt x="4560807" y="1105593"/>
                  </a:lnTo>
                  <a:lnTo>
                    <a:pt x="4525175" y="1097289"/>
                  </a:lnTo>
                  <a:lnTo>
                    <a:pt x="4489544" y="1088827"/>
                  </a:lnTo>
                  <a:lnTo>
                    <a:pt x="4453913" y="1080206"/>
                  </a:lnTo>
                  <a:lnTo>
                    <a:pt x="4418282" y="1071421"/>
                  </a:lnTo>
                  <a:lnTo>
                    <a:pt x="4382650" y="1062471"/>
                  </a:lnTo>
                  <a:lnTo>
                    <a:pt x="4347019" y="1053350"/>
                  </a:lnTo>
                  <a:lnTo>
                    <a:pt x="4311388" y="1044058"/>
                  </a:lnTo>
                  <a:lnTo>
                    <a:pt x="4275756" y="1034589"/>
                  </a:lnTo>
                  <a:lnTo>
                    <a:pt x="4240125" y="1024941"/>
                  </a:lnTo>
                  <a:lnTo>
                    <a:pt x="4204494" y="1015111"/>
                  </a:lnTo>
                  <a:lnTo>
                    <a:pt x="4168862" y="1005094"/>
                  </a:lnTo>
                  <a:lnTo>
                    <a:pt x="4133231" y="994889"/>
                  </a:lnTo>
                  <a:lnTo>
                    <a:pt x="4097600" y="984489"/>
                  </a:lnTo>
                  <a:lnTo>
                    <a:pt x="4061968" y="973894"/>
                  </a:lnTo>
                  <a:lnTo>
                    <a:pt x="4026337" y="963097"/>
                  </a:lnTo>
                  <a:lnTo>
                    <a:pt x="3990706" y="952097"/>
                  </a:lnTo>
                  <a:lnTo>
                    <a:pt x="3955075" y="940888"/>
                  </a:lnTo>
                  <a:lnTo>
                    <a:pt x="3919443" y="929467"/>
                  </a:lnTo>
                  <a:lnTo>
                    <a:pt x="3883812" y="917830"/>
                  </a:lnTo>
                  <a:lnTo>
                    <a:pt x="3848181" y="905972"/>
                  </a:lnTo>
                  <a:lnTo>
                    <a:pt x="3812549" y="893891"/>
                  </a:lnTo>
                  <a:lnTo>
                    <a:pt x="3776918" y="881580"/>
                  </a:lnTo>
                  <a:lnTo>
                    <a:pt x="3741287" y="869037"/>
                  </a:lnTo>
                  <a:lnTo>
                    <a:pt x="3705655" y="856256"/>
                  </a:lnTo>
                  <a:lnTo>
                    <a:pt x="3670024" y="843234"/>
                  </a:lnTo>
                  <a:lnTo>
                    <a:pt x="3634393" y="829965"/>
                  </a:lnTo>
                  <a:lnTo>
                    <a:pt x="3598762" y="816445"/>
                  </a:lnTo>
                  <a:lnTo>
                    <a:pt x="3563130" y="802669"/>
                  </a:lnTo>
                  <a:lnTo>
                    <a:pt x="3527499" y="788633"/>
                  </a:lnTo>
                  <a:lnTo>
                    <a:pt x="3491868" y="774331"/>
                  </a:lnTo>
                  <a:lnTo>
                    <a:pt x="3456236" y="759758"/>
                  </a:lnTo>
                  <a:lnTo>
                    <a:pt x="3420605" y="744909"/>
                  </a:lnTo>
                  <a:lnTo>
                    <a:pt x="3384974" y="738208"/>
                  </a:lnTo>
                  <a:lnTo>
                    <a:pt x="3349342" y="732672"/>
                  </a:lnTo>
                  <a:lnTo>
                    <a:pt x="3313711" y="727098"/>
                  </a:lnTo>
                  <a:lnTo>
                    <a:pt x="3278080" y="721486"/>
                  </a:lnTo>
                  <a:lnTo>
                    <a:pt x="3242448" y="715836"/>
                  </a:lnTo>
                  <a:lnTo>
                    <a:pt x="3206817" y="710147"/>
                  </a:lnTo>
                  <a:lnTo>
                    <a:pt x="3171186" y="704419"/>
                  </a:lnTo>
                  <a:lnTo>
                    <a:pt x="3135555" y="698651"/>
                  </a:lnTo>
                  <a:lnTo>
                    <a:pt x="3099923" y="692844"/>
                  </a:lnTo>
                  <a:lnTo>
                    <a:pt x="3064292" y="686997"/>
                  </a:lnTo>
                  <a:lnTo>
                    <a:pt x="3028661" y="681110"/>
                  </a:lnTo>
                  <a:lnTo>
                    <a:pt x="2993029" y="675182"/>
                  </a:lnTo>
                  <a:lnTo>
                    <a:pt x="2957398" y="669214"/>
                  </a:lnTo>
                  <a:lnTo>
                    <a:pt x="2921767" y="663204"/>
                  </a:lnTo>
                  <a:lnTo>
                    <a:pt x="2886135" y="657154"/>
                  </a:lnTo>
                  <a:lnTo>
                    <a:pt x="2850504" y="651062"/>
                  </a:lnTo>
                  <a:lnTo>
                    <a:pt x="2814873" y="644928"/>
                  </a:lnTo>
                  <a:lnTo>
                    <a:pt x="2779241" y="638752"/>
                  </a:lnTo>
                  <a:lnTo>
                    <a:pt x="2743610" y="632533"/>
                  </a:lnTo>
                  <a:lnTo>
                    <a:pt x="2707979" y="626272"/>
                  </a:lnTo>
                  <a:lnTo>
                    <a:pt x="2672348" y="619968"/>
                  </a:lnTo>
                  <a:lnTo>
                    <a:pt x="2636716" y="613620"/>
                  </a:lnTo>
                  <a:lnTo>
                    <a:pt x="2601085" y="607229"/>
                  </a:lnTo>
                  <a:lnTo>
                    <a:pt x="2565454" y="600794"/>
                  </a:lnTo>
                  <a:lnTo>
                    <a:pt x="2529822" y="594315"/>
                  </a:lnTo>
                  <a:lnTo>
                    <a:pt x="2494191" y="587792"/>
                  </a:lnTo>
                  <a:lnTo>
                    <a:pt x="2458560" y="581223"/>
                  </a:lnTo>
                  <a:lnTo>
                    <a:pt x="2422928" y="574610"/>
                  </a:lnTo>
                  <a:lnTo>
                    <a:pt x="2387297" y="567951"/>
                  </a:lnTo>
                  <a:lnTo>
                    <a:pt x="2351666" y="561246"/>
                  </a:lnTo>
                  <a:lnTo>
                    <a:pt x="2316034" y="554496"/>
                  </a:lnTo>
                  <a:lnTo>
                    <a:pt x="2280403" y="547699"/>
                  </a:lnTo>
                  <a:lnTo>
                    <a:pt x="2244772" y="540855"/>
                  </a:lnTo>
                  <a:lnTo>
                    <a:pt x="2209141" y="533964"/>
                  </a:lnTo>
                  <a:lnTo>
                    <a:pt x="2173509" y="527027"/>
                  </a:lnTo>
                  <a:lnTo>
                    <a:pt x="2137878" y="520041"/>
                  </a:lnTo>
                  <a:lnTo>
                    <a:pt x="2102247" y="513007"/>
                  </a:lnTo>
                  <a:lnTo>
                    <a:pt x="2066615" y="505926"/>
                  </a:lnTo>
                  <a:lnTo>
                    <a:pt x="2030984" y="498795"/>
                  </a:lnTo>
                  <a:lnTo>
                    <a:pt x="1995353" y="491616"/>
                  </a:lnTo>
                  <a:lnTo>
                    <a:pt x="1959721" y="484387"/>
                  </a:lnTo>
                  <a:lnTo>
                    <a:pt x="1924090" y="477109"/>
                  </a:lnTo>
                  <a:lnTo>
                    <a:pt x="1888459" y="469780"/>
                  </a:lnTo>
                  <a:lnTo>
                    <a:pt x="1852827" y="462402"/>
                  </a:lnTo>
                  <a:lnTo>
                    <a:pt x="1817196" y="454972"/>
                  </a:lnTo>
                  <a:lnTo>
                    <a:pt x="1781565" y="447492"/>
                  </a:lnTo>
                  <a:lnTo>
                    <a:pt x="1745934" y="439960"/>
                  </a:lnTo>
                  <a:lnTo>
                    <a:pt x="1710302" y="432377"/>
                  </a:lnTo>
                  <a:lnTo>
                    <a:pt x="1674671" y="424741"/>
                  </a:lnTo>
                  <a:lnTo>
                    <a:pt x="1639040" y="417053"/>
                  </a:lnTo>
                  <a:lnTo>
                    <a:pt x="1603408" y="409313"/>
                  </a:lnTo>
                  <a:lnTo>
                    <a:pt x="1567777" y="401519"/>
                  </a:lnTo>
                  <a:lnTo>
                    <a:pt x="1532146" y="393672"/>
                  </a:lnTo>
                  <a:lnTo>
                    <a:pt x="1496514" y="385770"/>
                  </a:lnTo>
                  <a:lnTo>
                    <a:pt x="1460883" y="377815"/>
                  </a:lnTo>
                  <a:lnTo>
                    <a:pt x="1425252" y="369805"/>
                  </a:lnTo>
                  <a:lnTo>
                    <a:pt x="1389620" y="361740"/>
                  </a:lnTo>
                  <a:lnTo>
                    <a:pt x="1353989" y="353619"/>
                  </a:lnTo>
                  <a:lnTo>
                    <a:pt x="1318358" y="345443"/>
                  </a:lnTo>
                  <a:lnTo>
                    <a:pt x="1282727" y="337210"/>
                  </a:lnTo>
                  <a:lnTo>
                    <a:pt x="1247095" y="328922"/>
                  </a:lnTo>
                  <a:lnTo>
                    <a:pt x="1211464" y="320576"/>
                  </a:lnTo>
                  <a:lnTo>
                    <a:pt x="1175833" y="312173"/>
                  </a:lnTo>
                  <a:lnTo>
                    <a:pt x="1140201" y="303712"/>
                  </a:lnTo>
                  <a:lnTo>
                    <a:pt x="1104570" y="295193"/>
                  </a:lnTo>
                  <a:lnTo>
                    <a:pt x="1068939" y="286616"/>
                  </a:lnTo>
                  <a:lnTo>
                    <a:pt x="1033307" y="277979"/>
                  </a:lnTo>
                  <a:lnTo>
                    <a:pt x="997676" y="269284"/>
                  </a:lnTo>
                  <a:lnTo>
                    <a:pt x="962045" y="260528"/>
                  </a:lnTo>
                  <a:lnTo>
                    <a:pt x="926413" y="251713"/>
                  </a:lnTo>
                  <a:lnTo>
                    <a:pt x="890782" y="242837"/>
                  </a:lnTo>
                  <a:lnTo>
                    <a:pt x="855151" y="233900"/>
                  </a:lnTo>
                  <a:lnTo>
                    <a:pt x="819520" y="224902"/>
                  </a:lnTo>
                  <a:lnTo>
                    <a:pt x="783888" y="215842"/>
                  </a:lnTo>
                  <a:lnTo>
                    <a:pt x="748257" y="206720"/>
                  </a:lnTo>
                  <a:lnTo>
                    <a:pt x="712626" y="197535"/>
                  </a:lnTo>
                  <a:lnTo>
                    <a:pt x="676994" y="188287"/>
                  </a:lnTo>
                  <a:lnTo>
                    <a:pt x="641363" y="178975"/>
                  </a:lnTo>
                  <a:lnTo>
                    <a:pt x="605732" y="169600"/>
                  </a:lnTo>
                  <a:lnTo>
                    <a:pt x="570100" y="160160"/>
                  </a:lnTo>
                  <a:lnTo>
                    <a:pt x="534469" y="150656"/>
                  </a:lnTo>
                  <a:lnTo>
                    <a:pt x="498838" y="141086"/>
                  </a:lnTo>
                  <a:lnTo>
                    <a:pt x="463206" y="131450"/>
                  </a:lnTo>
                  <a:lnTo>
                    <a:pt x="427575" y="121749"/>
                  </a:lnTo>
                  <a:lnTo>
                    <a:pt x="391944" y="111980"/>
                  </a:lnTo>
                  <a:lnTo>
                    <a:pt x="356313" y="102145"/>
                  </a:lnTo>
                  <a:lnTo>
                    <a:pt x="320681" y="92242"/>
                  </a:lnTo>
                  <a:lnTo>
                    <a:pt x="285050" y="82271"/>
                  </a:lnTo>
                  <a:lnTo>
                    <a:pt x="249419" y="72232"/>
                  </a:lnTo>
                  <a:lnTo>
                    <a:pt x="213787" y="62124"/>
                  </a:lnTo>
                  <a:lnTo>
                    <a:pt x="178156" y="51946"/>
                  </a:lnTo>
                  <a:lnTo>
                    <a:pt x="142525" y="41698"/>
                  </a:lnTo>
                  <a:lnTo>
                    <a:pt x="106893" y="31380"/>
                  </a:lnTo>
                  <a:lnTo>
                    <a:pt x="71262" y="20992"/>
                  </a:lnTo>
                  <a:lnTo>
                    <a:pt x="35631" y="1053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830166"/>
              <a:ext cx="7090630" cy="2518497"/>
            </a:xfrm>
            <a:custGeom>
              <a:avLst/>
              <a:pathLst>
                <a:path w="7090630" h="2518497">
                  <a:moveTo>
                    <a:pt x="0" y="0"/>
                  </a:moveTo>
                  <a:lnTo>
                    <a:pt x="35631" y="34741"/>
                  </a:lnTo>
                  <a:lnTo>
                    <a:pt x="71262" y="69040"/>
                  </a:lnTo>
                  <a:lnTo>
                    <a:pt x="106893" y="102904"/>
                  </a:lnTo>
                  <a:lnTo>
                    <a:pt x="142525" y="136337"/>
                  </a:lnTo>
                  <a:lnTo>
                    <a:pt x="178156" y="169345"/>
                  </a:lnTo>
                  <a:lnTo>
                    <a:pt x="213787" y="201933"/>
                  </a:lnTo>
                  <a:lnTo>
                    <a:pt x="249419" y="234107"/>
                  </a:lnTo>
                  <a:lnTo>
                    <a:pt x="285050" y="265872"/>
                  </a:lnTo>
                  <a:lnTo>
                    <a:pt x="320681" y="297233"/>
                  </a:lnTo>
                  <a:lnTo>
                    <a:pt x="356313" y="328196"/>
                  </a:lnTo>
                  <a:lnTo>
                    <a:pt x="391944" y="358765"/>
                  </a:lnTo>
                  <a:lnTo>
                    <a:pt x="427575" y="388945"/>
                  </a:lnTo>
                  <a:lnTo>
                    <a:pt x="463206" y="418741"/>
                  </a:lnTo>
                  <a:lnTo>
                    <a:pt x="498838" y="448159"/>
                  </a:lnTo>
                  <a:lnTo>
                    <a:pt x="534469" y="477203"/>
                  </a:lnTo>
                  <a:lnTo>
                    <a:pt x="570100" y="505877"/>
                  </a:lnTo>
                  <a:lnTo>
                    <a:pt x="605732" y="534187"/>
                  </a:lnTo>
                  <a:lnTo>
                    <a:pt x="641363" y="562137"/>
                  </a:lnTo>
                  <a:lnTo>
                    <a:pt x="676994" y="589732"/>
                  </a:lnTo>
                  <a:lnTo>
                    <a:pt x="712626" y="616976"/>
                  </a:lnTo>
                  <a:lnTo>
                    <a:pt x="748257" y="643873"/>
                  </a:lnTo>
                  <a:lnTo>
                    <a:pt x="783888" y="670429"/>
                  </a:lnTo>
                  <a:lnTo>
                    <a:pt x="819520" y="696647"/>
                  </a:lnTo>
                  <a:lnTo>
                    <a:pt x="855151" y="722532"/>
                  </a:lnTo>
                  <a:lnTo>
                    <a:pt x="890782" y="748087"/>
                  </a:lnTo>
                  <a:lnTo>
                    <a:pt x="926413" y="773318"/>
                  </a:lnTo>
                  <a:lnTo>
                    <a:pt x="962045" y="798228"/>
                  </a:lnTo>
                  <a:lnTo>
                    <a:pt x="997676" y="822821"/>
                  </a:lnTo>
                  <a:lnTo>
                    <a:pt x="1033307" y="847102"/>
                  </a:lnTo>
                  <a:lnTo>
                    <a:pt x="1068939" y="871074"/>
                  </a:lnTo>
                  <a:lnTo>
                    <a:pt x="1104570" y="894741"/>
                  </a:lnTo>
                  <a:lnTo>
                    <a:pt x="1140201" y="918107"/>
                  </a:lnTo>
                  <a:lnTo>
                    <a:pt x="1175833" y="941176"/>
                  </a:lnTo>
                  <a:lnTo>
                    <a:pt x="1211464" y="963952"/>
                  </a:lnTo>
                  <a:lnTo>
                    <a:pt x="1247095" y="986438"/>
                  </a:lnTo>
                  <a:lnTo>
                    <a:pt x="1282727" y="1008639"/>
                  </a:lnTo>
                  <a:lnTo>
                    <a:pt x="1318358" y="1030557"/>
                  </a:lnTo>
                  <a:lnTo>
                    <a:pt x="1353989" y="1052197"/>
                  </a:lnTo>
                  <a:lnTo>
                    <a:pt x="1389620" y="1073561"/>
                  </a:lnTo>
                  <a:lnTo>
                    <a:pt x="1425252" y="1094654"/>
                  </a:lnTo>
                  <a:lnTo>
                    <a:pt x="1460883" y="1115479"/>
                  </a:lnTo>
                  <a:lnTo>
                    <a:pt x="1496514" y="1136039"/>
                  </a:lnTo>
                  <a:lnTo>
                    <a:pt x="1532146" y="1156337"/>
                  </a:lnTo>
                  <a:lnTo>
                    <a:pt x="1567777" y="1176378"/>
                  </a:lnTo>
                  <a:lnTo>
                    <a:pt x="1603408" y="1196164"/>
                  </a:lnTo>
                  <a:lnTo>
                    <a:pt x="1639040" y="1215698"/>
                  </a:lnTo>
                  <a:lnTo>
                    <a:pt x="1674671" y="1234984"/>
                  </a:lnTo>
                  <a:lnTo>
                    <a:pt x="1710302" y="1254024"/>
                  </a:lnTo>
                  <a:lnTo>
                    <a:pt x="1745934" y="1272823"/>
                  </a:lnTo>
                  <a:lnTo>
                    <a:pt x="1781565" y="1291383"/>
                  </a:lnTo>
                  <a:lnTo>
                    <a:pt x="1817196" y="1309706"/>
                  </a:lnTo>
                  <a:lnTo>
                    <a:pt x="1852827" y="1327797"/>
                  </a:lnTo>
                  <a:lnTo>
                    <a:pt x="1888459" y="1345658"/>
                  </a:lnTo>
                  <a:lnTo>
                    <a:pt x="1924090" y="1363291"/>
                  </a:lnTo>
                  <a:lnTo>
                    <a:pt x="1959721" y="1380701"/>
                  </a:lnTo>
                  <a:lnTo>
                    <a:pt x="1995353" y="1397889"/>
                  </a:lnTo>
                  <a:lnTo>
                    <a:pt x="2030984" y="1414859"/>
                  </a:lnTo>
                  <a:lnTo>
                    <a:pt x="2066615" y="1431612"/>
                  </a:lnTo>
                  <a:lnTo>
                    <a:pt x="2102247" y="1448153"/>
                  </a:lnTo>
                  <a:lnTo>
                    <a:pt x="2137878" y="1464484"/>
                  </a:lnTo>
                  <a:lnTo>
                    <a:pt x="2173509" y="1480607"/>
                  </a:lnTo>
                  <a:lnTo>
                    <a:pt x="2209141" y="1496525"/>
                  </a:lnTo>
                  <a:lnTo>
                    <a:pt x="2244772" y="1512241"/>
                  </a:lnTo>
                  <a:lnTo>
                    <a:pt x="2280403" y="1527756"/>
                  </a:lnTo>
                  <a:lnTo>
                    <a:pt x="2316034" y="1543075"/>
                  </a:lnTo>
                  <a:lnTo>
                    <a:pt x="2351666" y="1558199"/>
                  </a:lnTo>
                  <a:lnTo>
                    <a:pt x="2387297" y="1573131"/>
                  </a:lnTo>
                  <a:lnTo>
                    <a:pt x="2422928" y="1587872"/>
                  </a:lnTo>
                  <a:lnTo>
                    <a:pt x="2458560" y="1602427"/>
                  </a:lnTo>
                  <a:lnTo>
                    <a:pt x="2494191" y="1616796"/>
                  </a:lnTo>
                  <a:lnTo>
                    <a:pt x="2529822" y="1630983"/>
                  </a:lnTo>
                  <a:lnTo>
                    <a:pt x="2565454" y="1644989"/>
                  </a:lnTo>
                  <a:lnTo>
                    <a:pt x="2601085" y="1658817"/>
                  </a:lnTo>
                  <a:lnTo>
                    <a:pt x="2636716" y="1672469"/>
                  </a:lnTo>
                  <a:lnTo>
                    <a:pt x="2672348" y="1685948"/>
                  </a:lnTo>
                  <a:lnTo>
                    <a:pt x="2707979" y="1699256"/>
                  </a:lnTo>
                  <a:lnTo>
                    <a:pt x="2743610" y="1712394"/>
                  </a:lnTo>
                  <a:lnTo>
                    <a:pt x="2779241" y="1725365"/>
                  </a:lnTo>
                  <a:lnTo>
                    <a:pt x="2814873" y="1738172"/>
                  </a:lnTo>
                  <a:lnTo>
                    <a:pt x="2850504" y="1750815"/>
                  </a:lnTo>
                  <a:lnTo>
                    <a:pt x="2886135" y="1763298"/>
                  </a:lnTo>
                  <a:lnTo>
                    <a:pt x="2921767" y="1775622"/>
                  </a:lnTo>
                  <a:lnTo>
                    <a:pt x="2957398" y="1787790"/>
                  </a:lnTo>
                  <a:lnTo>
                    <a:pt x="2993029" y="1799802"/>
                  </a:lnTo>
                  <a:lnTo>
                    <a:pt x="3028661" y="1811662"/>
                  </a:lnTo>
                  <a:lnTo>
                    <a:pt x="3064292" y="1823372"/>
                  </a:lnTo>
                  <a:lnTo>
                    <a:pt x="3099923" y="1834932"/>
                  </a:lnTo>
                  <a:lnTo>
                    <a:pt x="3135555" y="1846345"/>
                  </a:lnTo>
                  <a:lnTo>
                    <a:pt x="3171186" y="1857614"/>
                  </a:lnTo>
                  <a:lnTo>
                    <a:pt x="3206817" y="1868739"/>
                  </a:lnTo>
                  <a:lnTo>
                    <a:pt x="3242448" y="1879722"/>
                  </a:lnTo>
                  <a:lnTo>
                    <a:pt x="3278080" y="1890566"/>
                  </a:lnTo>
                  <a:lnTo>
                    <a:pt x="3313711" y="1901273"/>
                  </a:lnTo>
                  <a:lnTo>
                    <a:pt x="3349342" y="1911843"/>
                  </a:lnTo>
                  <a:lnTo>
                    <a:pt x="3384974" y="1922278"/>
                  </a:lnTo>
                  <a:lnTo>
                    <a:pt x="3420605" y="1932581"/>
                  </a:lnTo>
                  <a:lnTo>
                    <a:pt x="3456236" y="1942753"/>
                  </a:lnTo>
                  <a:lnTo>
                    <a:pt x="3491868" y="1952796"/>
                  </a:lnTo>
                  <a:lnTo>
                    <a:pt x="3527499" y="1962711"/>
                  </a:lnTo>
                  <a:lnTo>
                    <a:pt x="3563130" y="1972500"/>
                  </a:lnTo>
                  <a:lnTo>
                    <a:pt x="3598762" y="1982164"/>
                  </a:lnTo>
                  <a:lnTo>
                    <a:pt x="3634393" y="1991706"/>
                  </a:lnTo>
                  <a:lnTo>
                    <a:pt x="3670024" y="2001126"/>
                  </a:lnTo>
                  <a:lnTo>
                    <a:pt x="3705655" y="2010427"/>
                  </a:lnTo>
                  <a:lnTo>
                    <a:pt x="3741287" y="2019609"/>
                  </a:lnTo>
                  <a:lnTo>
                    <a:pt x="3776918" y="2028675"/>
                  </a:lnTo>
                  <a:lnTo>
                    <a:pt x="3812549" y="2037625"/>
                  </a:lnTo>
                  <a:lnTo>
                    <a:pt x="3848181" y="2046462"/>
                  </a:lnTo>
                  <a:lnTo>
                    <a:pt x="3883812" y="2055186"/>
                  </a:lnTo>
                  <a:lnTo>
                    <a:pt x="3919443" y="2063799"/>
                  </a:lnTo>
                  <a:lnTo>
                    <a:pt x="3955075" y="2072303"/>
                  </a:lnTo>
                  <a:lnTo>
                    <a:pt x="3990706" y="2080699"/>
                  </a:lnTo>
                  <a:lnTo>
                    <a:pt x="4026337" y="2088988"/>
                  </a:lnTo>
                  <a:lnTo>
                    <a:pt x="4061968" y="2097171"/>
                  </a:lnTo>
                  <a:lnTo>
                    <a:pt x="4097600" y="2105251"/>
                  </a:lnTo>
                  <a:lnTo>
                    <a:pt x="4133231" y="2113227"/>
                  </a:lnTo>
                  <a:lnTo>
                    <a:pt x="4168862" y="2121103"/>
                  </a:lnTo>
                  <a:lnTo>
                    <a:pt x="4204494" y="2128878"/>
                  </a:lnTo>
                  <a:lnTo>
                    <a:pt x="4240125" y="2136555"/>
                  </a:lnTo>
                  <a:lnTo>
                    <a:pt x="4275756" y="2144133"/>
                  </a:lnTo>
                  <a:lnTo>
                    <a:pt x="4311388" y="2151616"/>
                  </a:lnTo>
                  <a:lnTo>
                    <a:pt x="4347019" y="2159003"/>
                  </a:lnTo>
                  <a:lnTo>
                    <a:pt x="4382650" y="2166297"/>
                  </a:lnTo>
                  <a:lnTo>
                    <a:pt x="4418282" y="2173497"/>
                  </a:lnTo>
                  <a:lnTo>
                    <a:pt x="4453913" y="2180607"/>
                  </a:lnTo>
                  <a:lnTo>
                    <a:pt x="4489544" y="2187625"/>
                  </a:lnTo>
                  <a:lnTo>
                    <a:pt x="4525175" y="2194555"/>
                  </a:lnTo>
                  <a:lnTo>
                    <a:pt x="4560807" y="2201396"/>
                  </a:lnTo>
                  <a:lnTo>
                    <a:pt x="4596438" y="2208151"/>
                  </a:lnTo>
                  <a:lnTo>
                    <a:pt x="4632069" y="2214820"/>
                  </a:lnTo>
                  <a:lnTo>
                    <a:pt x="4667701" y="2221403"/>
                  </a:lnTo>
                  <a:lnTo>
                    <a:pt x="4703332" y="2227903"/>
                  </a:lnTo>
                  <a:lnTo>
                    <a:pt x="4738963" y="2234321"/>
                  </a:lnTo>
                  <a:lnTo>
                    <a:pt x="4774595" y="2240657"/>
                  </a:lnTo>
                  <a:lnTo>
                    <a:pt x="4810226" y="2246912"/>
                  </a:lnTo>
                  <a:lnTo>
                    <a:pt x="4845857" y="2253088"/>
                  </a:lnTo>
                  <a:lnTo>
                    <a:pt x="4881489" y="2259185"/>
                  </a:lnTo>
                  <a:lnTo>
                    <a:pt x="4917120" y="2265205"/>
                  </a:lnTo>
                  <a:lnTo>
                    <a:pt x="4952751" y="2271149"/>
                  </a:lnTo>
                  <a:lnTo>
                    <a:pt x="4988382" y="2277016"/>
                  </a:lnTo>
                  <a:lnTo>
                    <a:pt x="5024014" y="2282809"/>
                  </a:lnTo>
                  <a:lnTo>
                    <a:pt x="5059645" y="2288529"/>
                  </a:lnTo>
                  <a:lnTo>
                    <a:pt x="5095276" y="2294176"/>
                  </a:lnTo>
                  <a:lnTo>
                    <a:pt x="5130908" y="2299751"/>
                  </a:lnTo>
                  <a:lnTo>
                    <a:pt x="5166539" y="2305255"/>
                  </a:lnTo>
                  <a:lnTo>
                    <a:pt x="5202170" y="2310689"/>
                  </a:lnTo>
                  <a:lnTo>
                    <a:pt x="5237802" y="2316054"/>
                  </a:lnTo>
                  <a:lnTo>
                    <a:pt x="5273433" y="2321351"/>
                  </a:lnTo>
                  <a:lnTo>
                    <a:pt x="5309064" y="2326580"/>
                  </a:lnTo>
                  <a:lnTo>
                    <a:pt x="5344696" y="2331743"/>
                  </a:lnTo>
                  <a:lnTo>
                    <a:pt x="5380327" y="2336841"/>
                  </a:lnTo>
                  <a:lnTo>
                    <a:pt x="5415958" y="2341873"/>
                  </a:lnTo>
                  <a:lnTo>
                    <a:pt x="5451589" y="2346842"/>
                  </a:lnTo>
                  <a:lnTo>
                    <a:pt x="5487221" y="2351747"/>
                  </a:lnTo>
                  <a:lnTo>
                    <a:pt x="5522852" y="2356590"/>
                  </a:lnTo>
                  <a:lnTo>
                    <a:pt x="5558483" y="2361372"/>
                  </a:lnTo>
                  <a:lnTo>
                    <a:pt x="5594115" y="2366092"/>
                  </a:lnTo>
                  <a:lnTo>
                    <a:pt x="5629746" y="2370753"/>
                  </a:lnTo>
                  <a:lnTo>
                    <a:pt x="5665377" y="2375354"/>
                  </a:lnTo>
                  <a:lnTo>
                    <a:pt x="5701009" y="2379897"/>
                  </a:lnTo>
                  <a:lnTo>
                    <a:pt x="5736640" y="2384383"/>
                  </a:lnTo>
                  <a:lnTo>
                    <a:pt x="5772271" y="2388811"/>
                  </a:lnTo>
                  <a:lnTo>
                    <a:pt x="5807903" y="2393183"/>
                  </a:lnTo>
                  <a:lnTo>
                    <a:pt x="5843534" y="2397499"/>
                  </a:lnTo>
                  <a:lnTo>
                    <a:pt x="5879165" y="2401760"/>
                  </a:lnTo>
                  <a:lnTo>
                    <a:pt x="5914796" y="2405967"/>
                  </a:lnTo>
                  <a:lnTo>
                    <a:pt x="5950428" y="2410121"/>
                  </a:lnTo>
                  <a:lnTo>
                    <a:pt x="5986059" y="2414222"/>
                  </a:lnTo>
                  <a:lnTo>
                    <a:pt x="6021690" y="2418271"/>
                  </a:lnTo>
                  <a:lnTo>
                    <a:pt x="6057322" y="2422268"/>
                  </a:lnTo>
                  <a:lnTo>
                    <a:pt x="6092953" y="2426215"/>
                  </a:lnTo>
                  <a:lnTo>
                    <a:pt x="6128584" y="2430111"/>
                  </a:lnTo>
                  <a:lnTo>
                    <a:pt x="6164216" y="2433958"/>
                  </a:lnTo>
                  <a:lnTo>
                    <a:pt x="6199847" y="2437756"/>
                  </a:lnTo>
                  <a:lnTo>
                    <a:pt x="6235478" y="2441505"/>
                  </a:lnTo>
                  <a:lnTo>
                    <a:pt x="6271110" y="2445207"/>
                  </a:lnTo>
                  <a:lnTo>
                    <a:pt x="6306741" y="2448862"/>
                  </a:lnTo>
                  <a:lnTo>
                    <a:pt x="6342372" y="2452471"/>
                  </a:lnTo>
                  <a:lnTo>
                    <a:pt x="6378003" y="2456033"/>
                  </a:lnTo>
                  <a:lnTo>
                    <a:pt x="6413635" y="2459550"/>
                  </a:lnTo>
                  <a:lnTo>
                    <a:pt x="6449266" y="2463023"/>
                  </a:lnTo>
                  <a:lnTo>
                    <a:pt x="6484897" y="2466451"/>
                  </a:lnTo>
                  <a:lnTo>
                    <a:pt x="6520529" y="2469836"/>
                  </a:lnTo>
                  <a:lnTo>
                    <a:pt x="6556160" y="2473178"/>
                  </a:lnTo>
                  <a:lnTo>
                    <a:pt x="6591791" y="2476477"/>
                  </a:lnTo>
                  <a:lnTo>
                    <a:pt x="6627423" y="2479735"/>
                  </a:lnTo>
                  <a:lnTo>
                    <a:pt x="6663054" y="2482950"/>
                  </a:lnTo>
                  <a:lnTo>
                    <a:pt x="6698685" y="2486125"/>
                  </a:lnTo>
                  <a:lnTo>
                    <a:pt x="6734317" y="2489260"/>
                  </a:lnTo>
                  <a:lnTo>
                    <a:pt x="6769948" y="2492355"/>
                  </a:lnTo>
                  <a:lnTo>
                    <a:pt x="6805579" y="2495410"/>
                  </a:lnTo>
                  <a:lnTo>
                    <a:pt x="6841210" y="2498427"/>
                  </a:lnTo>
                  <a:lnTo>
                    <a:pt x="6876842" y="2501405"/>
                  </a:lnTo>
                  <a:lnTo>
                    <a:pt x="6912473" y="2504346"/>
                  </a:lnTo>
                  <a:lnTo>
                    <a:pt x="6948104" y="2507249"/>
                  </a:lnTo>
                  <a:lnTo>
                    <a:pt x="6983736" y="2510115"/>
                  </a:lnTo>
                  <a:lnTo>
                    <a:pt x="7019367" y="2512945"/>
                  </a:lnTo>
                  <a:lnTo>
                    <a:pt x="7054998" y="2515738"/>
                  </a:lnTo>
                  <a:lnTo>
                    <a:pt x="7090630" y="251849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33471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853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7232" y="5925448"/>
              <a:ext cx="302026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(%), BSA-indexed (per 1.73 m²)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338245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1.36 (1.18-1.57), p_Bonf = &lt;0.001 (n = 6)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29.3): 2.47 (1.62-3.76)  |  IQR: [-14.6, 14.7]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2026-10-08T16:28:05Z</dcterms:modified>
  <cp:category/>
</cp:coreProperties>
</file>