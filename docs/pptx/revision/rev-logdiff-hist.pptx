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15645" y="5130009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15645" y="4493927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15645" y="3857844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15645" y="3221761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915645" y="2585678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1418916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1932458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2445999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2959541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3473083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3986625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4500167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5013709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5527251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6040793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554335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067877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7581419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8094961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915645" y="5448051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915645" y="4811968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915645" y="4175885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915645" y="3539803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915645" y="2903720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915645" y="2267637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1162145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1675687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2189229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2702770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3216312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3729854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4243396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4756938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l37"/>
            <p:cNvSpPr/>
            <p:nvPr/>
          </p:nvSpPr>
          <p:spPr>
            <a:xfrm>
              <a:off x="5270480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5784022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6297564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l40"/>
            <p:cNvSpPr/>
            <p:nvPr/>
          </p:nvSpPr>
          <p:spPr>
            <a:xfrm>
              <a:off x="6811106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l41"/>
            <p:cNvSpPr/>
            <p:nvPr/>
          </p:nvSpPr>
          <p:spPr>
            <a:xfrm>
              <a:off x="7324648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l42"/>
            <p:cNvSpPr/>
            <p:nvPr/>
          </p:nvSpPr>
          <p:spPr>
            <a:xfrm>
              <a:off x="7838190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l43"/>
            <p:cNvSpPr/>
            <p:nvPr/>
          </p:nvSpPr>
          <p:spPr>
            <a:xfrm>
              <a:off x="8351732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rc44"/>
            <p:cNvSpPr/>
            <p:nvPr/>
          </p:nvSpPr>
          <p:spPr>
            <a:xfrm>
              <a:off x="1264853" y="5313144"/>
              <a:ext cx="102708" cy="134906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5" name="rc45"/>
            <p:cNvSpPr/>
            <p:nvPr/>
          </p:nvSpPr>
          <p:spPr>
            <a:xfrm>
              <a:off x="1367561" y="5448051"/>
              <a:ext cx="102708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6" name="rc46"/>
            <p:cNvSpPr/>
            <p:nvPr/>
          </p:nvSpPr>
          <p:spPr>
            <a:xfrm>
              <a:off x="1470270" y="5448051"/>
              <a:ext cx="102708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7" name="rc47"/>
            <p:cNvSpPr/>
            <p:nvPr/>
          </p:nvSpPr>
          <p:spPr>
            <a:xfrm>
              <a:off x="1572978" y="5380597"/>
              <a:ext cx="102708" cy="67453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8" name="rc48"/>
            <p:cNvSpPr/>
            <p:nvPr/>
          </p:nvSpPr>
          <p:spPr>
            <a:xfrm>
              <a:off x="1675687" y="5448051"/>
              <a:ext cx="102708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9" name="rc49"/>
            <p:cNvSpPr/>
            <p:nvPr/>
          </p:nvSpPr>
          <p:spPr>
            <a:xfrm>
              <a:off x="1778395" y="5380597"/>
              <a:ext cx="102708" cy="67453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0" name="rc50"/>
            <p:cNvSpPr/>
            <p:nvPr/>
          </p:nvSpPr>
          <p:spPr>
            <a:xfrm>
              <a:off x="1881103" y="5245691"/>
              <a:ext cx="102708" cy="202359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1" name="rc51"/>
            <p:cNvSpPr/>
            <p:nvPr/>
          </p:nvSpPr>
          <p:spPr>
            <a:xfrm>
              <a:off x="1983812" y="5380597"/>
              <a:ext cx="102708" cy="67453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2" name="rc52"/>
            <p:cNvSpPr/>
            <p:nvPr/>
          </p:nvSpPr>
          <p:spPr>
            <a:xfrm>
              <a:off x="2086520" y="5313144"/>
              <a:ext cx="102708" cy="134906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3" name="rc53"/>
            <p:cNvSpPr/>
            <p:nvPr/>
          </p:nvSpPr>
          <p:spPr>
            <a:xfrm>
              <a:off x="2189229" y="5043332"/>
              <a:ext cx="102708" cy="404718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2291937" y="5313144"/>
              <a:ext cx="102708" cy="134906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5" name="rc55"/>
            <p:cNvSpPr/>
            <p:nvPr/>
          </p:nvSpPr>
          <p:spPr>
            <a:xfrm>
              <a:off x="2394645" y="5245691"/>
              <a:ext cx="102708" cy="202359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6" name="rc56"/>
            <p:cNvSpPr/>
            <p:nvPr/>
          </p:nvSpPr>
          <p:spPr>
            <a:xfrm>
              <a:off x="2497354" y="5313144"/>
              <a:ext cx="102708" cy="134906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7" name="rc57"/>
            <p:cNvSpPr/>
            <p:nvPr/>
          </p:nvSpPr>
          <p:spPr>
            <a:xfrm>
              <a:off x="2600062" y="5313144"/>
              <a:ext cx="102708" cy="134906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8" name="rc58"/>
            <p:cNvSpPr/>
            <p:nvPr/>
          </p:nvSpPr>
          <p:spPr>
            <a:xfrm>
              <a:off x="2702770" y="5380597"/>
              <a:ext cx="102708" cy="67453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9" name="rc59"/>
            <p:cNvSpPr/>
            <p:nvPr/>
          </p:nvSpPr>
          <p:spPr>
            <a:xfrm>
              <a:off x="2805479" y="5245691"/>
              <a:ext cx="102708" cy="202359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0" name="rc60"/>
            <p:cNvSpPr/>
            <p:nvPr/>
          </p:nvSpPr>
          <p:spPr>
            <a:xfrm>
              <a:off x="2908187" y="5043332"/>
              <a:ext cx="102708" cy="404718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1" name="rc61"/>
            <p:cNvSpPr/>
            <p:nvPr/>
          </p:nvSpPr>
          <p:spPr>
            <a:xfrm>
              <a:off x="3010896" y="5380597"/>
              <a:ext cx="102708" cy="67453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2" name="rc62"/>
            <p:cNvSpPr/>
            <p:nvPr/>
          </p:nvSpPr>
          <p:spPr>
            <a:xfrm>
              <a:off x="3113604" y="4975879"/>
              <a:ext cx="102708" cy="472171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3" name="rc63"/>
            <p:cNvSpPr/>
            <p:nvPr/>
          </p:nvSpPr>
          <p:spPr>
            <a:xfrm>
              <a:off x="3216312" y="5043332"/>
              <a:ext cx="102708" cy="404718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4" name="rc64"/>
            <p:cNvSpPr/>
            <p:nvPr/>
          </p:nvSpPr>
          <p:spPr>
            <a:xfrm>
              <a:off x="3319021" y="4773520"/>
              <a:ext cx="102708" cy="67453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5" name="rc65"/>
            <p:cNvSpPr/>
            <p:nvPr/>
          </p:nvSpPr>
          <p:spPr>
            <a:xfrm>
              <a:off x="3421729" y="4975879"/>
              <a:ext cx="102708" cy="472171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6" name="rc66"/>
            <p:cNvSpPr/>
            <p:nvPr/>
          </p:nvSpPr>
          <p:spPr>
            <a:xfrm>
              <a:off x="3524437" y="4503707"/>
              <a:ext cx="102708" cy="944343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7" name="rc67"/>
            <p:cNvSpPr/>
            <p:nvPr/>
          </p:nvSpPr>
          <p:spPr>
            <a:xfrm>
              <a:off x="3627146" y="4773520"/>
              <a:ext cx="102708" cy="67453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8" name="rc68"/>
            <p:cNvSpPr/>
            <p:nvPr/>
          </p:nvSpPr>
          <p:spPr>
            <a:xfrm>
              <a:off x="3729854" y="4840973"/>
              <a:ext cx="102708" cy="607077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9" name="rc69"/>
            <p:cNvSpPr/>
            <p:nvPr/>
          </p:nvSpPr>
          <p:spPr>
            <a:xfrm>
              <a:off x="3832563" y="4706067"/>
              <a:ext cx="102708" cy="741984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0" name="rc70"/>
            <p:cNvSpPr/>
            <p:nvPr/>
          </p:nvSpPr>
          <p:spPr>
            <a:xfrm>
              <a:off x="3935271" y="4503707"/>
              <a:ext cx="102708" cy="944343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1" name="rc71"/>
            <p:cNvSpPr/>
            <p:nvPr/>
          </p:nvSpPr>
          <p:spPr>
            <a:xfrm>
              <a:off x="4037979" y="4098989"/>
              <a:ext cx="102708" cy="1349061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2" name="rc72"/>
            <p:cNvSpPr/>
            <p:nvPr/>
          </p:nvSpPr>
          <p:spPr>
            <a:xfrm>
              <a:off x="4140688" y="3761723"/>
              <a:ext cx="102708" cy="1686327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3" name="rc73"/>
            <p:cNvSpPr/>
            <p:nvPr/>
          </p:nvSpPr>
          <p:spPr>
            <a:xfrm>
              <a:off x="4243396" y="3154645"/>
              <a:ext cx="102708" cy="2293405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4" name="rc74"/>
            <p:cNvSpPr/>
            <p:nvPr/>
          </p:nvSpPr>
          <p:spPr>
            <a:xfrm>
              <a:off x="4346105" y="3424458"/>
              <a:ext cx="102708" cy="2023592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5" name="rc75"/>
            <p:cNvSpPr/>
            <p:nvPr/>
          </p:nvSpPr>
          <p:spPr>
            <a:xfrm>
              <a:off x="4448813" y="3964082"/>
              <a:ext cx="102708" cy="1483968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6" name="rc76"/>
            <p:cNvSpPr/>
            <p:nvPr/>
          </p:nvSpPr>
          <p:spPr>
            <a:xfrm>
              <a:off x="4551521" y="3694270"/>
              <a:ext cx="102708" cy="175378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7" name="rc77"/>
            <p:cNvSpPr/>
            <p:nvPr/>
          </p:nvSpPr>
          <p:spPr>
            <a:xfrm>
              <a:off x="4654230" y="3559364"/>
              <a:ext cx="102708" cy="1888686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8" name="rc78"/>
            <p:cNvSpPr/>
            <p:nvPr/>
          </p:nvSpPr>
          <p:spPr>
            <a:xfrm>
              <a:off x="4756938" y="3559364"/>
              <a:ext cx="102708" cy="1888686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9" name="rc79"/>
            <p:cNvSpPr/>
            <p:nvPr/>
          </p:nvSpPr>
          <p:spPr>
            <a:xfrm>
              <a:off x="4859646" y="3289552"/>
              <a:ext cx="102708" cy="2158499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0" name="rc80"/>
            <p:cNvSpPr/>
            <p:nvPr/>
          </p:nvSpPr>
          <p:spPr>
            <a:xfrm>
              <a:off x="4962355" y="3019739"/>
              <a:ext cx="102708" cy="2428311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1" name="rc81"/>
            <p:cNvSpPr/>
            <p:nvPr/>
          </p:nvSpPr>
          <p:spPr>
            <a:xfrm>
              <a:off x="5065063" y="3424458"/>
              <a:ext cx="102708" cy="2023592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2" name="rc82"/>
            <p:cNvSpPr/>
            <p:nvPr/>
          </p:nvSpPr>
          <p:spPr>
            <a:xfrm>
              <a:off x="5167772" y="2884833"/>
              <a:ext cx="102708" cy="2563217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3" name="rc83"/>
            <p:cNvSpPr/>
            <p:nvPr/>
          </p:nvSpPr>
          <p:spPr>
            <a:xfrm>
              <a:off x="5270480" y="2142849"/>
              <a:ext cx="102708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4" name="rc84"/>
            <p:cNvSpPr/>
            <p:nvPr/>
          </p:nvSpPr>
          <p:spPr>
            <a:xfrm>
              <a:off x="5373188" y="3154645"/>
              <a:ext cx="102708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5" name="rc85"/>
            <p:cNvSpPr/>
            <p:nvPr/>
          </p:nvSpPr>
          <p:spPr>
            <a:xfrm>
              <a:off x="5475897" y="2952286"/>
              <a:ext cx="102708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6" name="rc86"/>
            <p:cNvSpPr/>
            <p:nvPr/>
          </p:nvSpPr>
          <p:spPr>
            <a:xfrm>
              <a:off x="5578605" y="4031536"/>
              <a:ext cx="102708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7" name="rc87"/>
            <p:cNvSpPr/>
            <p:nvPr/>
          </p:nvSpPr>
          <p:spPr>
            <a:xfrm>
              <a:off x="5681314" y="3222098"/>
              <a:ext cx="102708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8" name="rc88"/>
            <p:cNvSpPr/>
            <p:nvPr/>
          </p:nvSpPr>
          <p:spPr>
            <a:xfrm>
              <a:off x="5784022" y="3491911"/>
              <a:ext cx="102708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9" name="rc89"/>
            <p:cNvSpPr/>
            <p:nvPr/>
          </p:nvSpPr>
          <p:spPr>
            <a:xfrm>
              <a:off x="5886730" y="2817380"/>
              <a:ext cx="102708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0" name="rc90"/>
            <p:cNvSpPr/>
            <p:nvPr/>
          </p:nvSpPr>
          <p:spPr>
            <a:xfrm>
              <a:off x="5989439" y="3087192"/>
              <a:ext cx="102708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1" name="rc91"/>
            <p:cNvSpPr/>
            <p:nvPr/>
          </p:nvSpPr>
          <p:spPr>
            <a:xfrm>
              <a:off x="6092147" y="3019739"/>
              <a:ext cx="102708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2" name="rc92"/>
            <p:cNvSpPr/>
            <p:nvPr/>
          </p:nvSpPr>
          <p:spPr>
            <a:xfrm>
              <a:off x="6194855" y="4166442"/>
              <a:ext cx="102708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3" name="rc93"/>
            <p:cNvSpPr/>
            <p:nvPr/>
          </p:nvSpPr>
          <p:spPr>
            <a:xfrm>
              <a:off x="6297564" y="3964082"/>
              <a:ext cx="102708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4" name="rc94"/>
            <p:cNvSpPr/>
            <p:nvPr/>
          </p:nvSpPr>
          <p:spPr>
            <a:xfrm>
              <a:off x="6400272" y="4233895"/>
              <a:ext cx="102708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5" name="rc95"/>
            <p:cNvSpPr/>
            <p:nvPr/>
          </p:nvSpPr>
          <p:spPr>
            <a:xfrm>
              <a:off x="6502981" y="4098989"/>
              <a:ext cx="102708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6" name="rc96"/>
            <p:cNvSpPr/>
            <p:nvPr/>
          </p:nvSpPr>
          <p:spPr>
            <a:xfrm>
              <a:off x="6605689" y="4436254"/>
              <a:ext cx="102708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7" name="rc97"/>
            <p:cNvSpPr/>
            <p:nvPr/>
          </p:nvSpPr>
          <p:spPr>
            <a:xfrm>
              <a:off x="6708397" y="4908426"/>
              <a:ext cx="102708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8" name="rc98"/>
            <p:cNvSpPr/>
            <p:nvPr/>
          </p:nvSpPr>
          <p:spPr>
            <a:xfrm>
              <a:off x="6811106" y="4706067"/>
              <a:ext cx="102708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9" name="rc99"/>
            <p:cNvSpPr/>
            <p:nvPr/>
          </p:nvSpPr>
          <p:spPr>
            <a:xfrm>
              <a:off x="6913814" y="4571160"/>
              <a:ext cx="102708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0" name="rc100"/>
            <p:cNvSpPr/>
            <p:nvPr/>
          </p:nvSpPr>
          <p:spPr>
            <a:xfrm>
              <a:off x="7016523" y="4908426"/>
              <a:ext cx="102708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1" name="rc101"/>
            <p:cNvSpPr/>
            <p:nvPr/>
          </p:nvSpPr>
          <p:spPr>
            <a:xfrm>
              <a:off x="7119231" y="4773520"/>
              <a:ext cx="102708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2" name="rc102"/>
            <p:cNvSpPr/>
            <p:nvPr/>
          </p:nvSpPr>
          <p:spPr>
            <a:xfrm>
              <a:off x="7221939" y="5245691"/>
              <a:ext cx="102708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3" name="rc103"/>
            <p:cNvSpPr/>
            <p:nvPr/>
          </p:nvSpPr>
          <p:spPr>
            <a:xfrm>
              <a:off x="7324648" y="5313144"/>
              <a:ext cx="102708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4" name="rc104"/>
            <p:cNvSpPr/>
            <p:nvPr/>
          </p:nvSpPr>
          <p:spPr>
            <a:xfrm>
              <a:off x="7427356" y="5313144"/>
              <a:ext cx="102708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5" name="rc105"/>
            <p:cNvSpPr/>
            <p:nvPr/>
          </p:nvSpPr>
          <p:spPr>
            <a:xfrm>
              <a:off x="7530064" y="5448051"/>
              <a:ext cx="102708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6" name="rc106"/>
            <p:cNvSpPr/>
            <p:nvPr/>
          </p:nvSpPr>
          <p:spPr>
            <a:xfrm>
              <a:off x="7632773" y="5313144"/>
              <a:ext cx="102708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7" name="rc107"/>
            <p:cNvSpPr/>
            <p:nvPr/>
          </p:nvSpPr>
          <p:spPr>
            <a:xfrm>
              <a:off x="7735481" y="5313144"/>
              <a:ext cx="102708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8" name="rc108"/>
            <p:cNvSpPr/>
            <p:nvPr/>
          </p:nvSpPr>
          <p:spPr>
            <a:xfrm>
              <a:off x="7838190" y="5380597"/>
              <a:ext cx="102708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9" name="rc109"/>
            <p:cNvSpPr/>
            <p:nvPr/>
          </p:nvSpPr>
          <p:spPr>
            <a:xfrm>
              <a:off x="7940898" y="5448051"/>
              <a:ext cx="102708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10" name="rc110"/>
            <p:cNvSpPr/>
            <p:nvPr/>
          </p:nvSpPr>
          <p:spPr>
            <a:xfrm>
              <a:off x="8043606" y="5448051"/>
              <a:ext cx="102708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11" name="rc111"/>
            <p:cNvSpPr/>
            <p:nvPr/>
          </p:nvSpPr>
          <p:spPr>
            <a:xfrm>
              <a:off x="8146315" y="5380597"/>
              <a:ext cx="102708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12" name="rc112"/>
            <p:cNvSpPr/>
            <p:nvPr/>
          </p:nvSpPr>
          <p:spPr>
            <a:xfrm>
              <a:off x="1264853" y="5448051"/>
              <a:ext cx="102708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13" name="rc113"/>
            <p:cNvSpPr/>
            <p:nvPr/>
          </p:nvSpPr>
          <p:spPr>
            <a:xfrm>
              <a:off x="1367561" y="5448051"/>
              <a:ext cx="102708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14" name="rc114"/>
            <p:cNvSpPr/>
            <p:nvPr/>
          </p:nvSpPr>
          <p:spPr>
            <a:xfrm>
              <a:off x="1470270" y="5448051"/>
              <a:ext cx="102708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15" name="rc115"/>
            <p:cNvSpPr/>
            <p:nvPr/>
          </p:nvSpPr>
          <p:spPr>
            <a:xfrm>
              <a:off x="1572978" y="5448051"/>
              <a:ext cx="102708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16" name="rc116"/>
            <p:cNvSpPr/>
            <p:nvPr/>
          </p:nvSpPr>
          <p:spPr>
            <a:xfrm>
              <a:off x="1675687" y="5448051"/>
              <a:ext cx="102708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17" name="rc117"/>
            <p:cNvSpPr/>
            <p:nvPr/>
          </p:nvSpPr>
          <p:spPr>
            <a:xfrm>
              <a:off x="1778395" y="5448051"/>
              <a:ext cx="102708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18" name="rc118"/>
            <p:cNvSpPr/>
            <p:nvPr/>
          </p:nvSpPr>
          <p:spPr>
            <a:xfrm>
              <a:off x="1881103" y="5448051"/>
              <a:ext cx="102708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19" name="rc119"/>
            <p:cNvSpPr/>
            <p:nvPr/>
          </p:nvSpPr>
          <p:spPr>
            <a:xfrm>
              <a:off x="1983812" y="5448051"/>
              <a:ext cx="102708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20" name="rc120"/>
            <p:cNvSpPr/>
            <p:nvPr/>
          </p:nvSpPr>
          <p:spPr>
            <a:xfrm>
              <a:off x="2086520" y="5448051"/>
              <a:ext cx="102708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21" name="rc121"/>
            <p:cNvSpPr/>
            <p:nvPr/>
          </p:nvSpPr>
          <p:spPr>
            <a:xfrm>
              <a:off x="2189229" y="5448051"/>
              <a:ext cx="102708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22" name="rc122"/>
            <p:cNvSpPr/>
            <p:nvPr/>
          </p:nvSpPr>
          <p:spPr>
            <a:xfrm>
              <a:off x="2291937" y="5448051"/>
              <a:ext cx="102708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23" name="rc123"/>
            <p:cNvSpPr/>
            <p:nvPr/>
          </p:nvSpPr>
          <p:spPr>
            <a:xfrm>
              <a:off x="2394645" y="5448051"/>
              <a:ext cx="102708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24" name="rc124"/>
            <p:cNvSpPr/>
            <p:nvPr/>
          </p:nvSpPr>
          <p:spPr>
            <a:xfrm>
              <a:off x="2497354" y="5448051"/>
              <a:ext cx="102708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25" name="rc125"/>
            <p:cNvSpPr/>
            <p:nvPr/>
          </p:nvSpPr>
          <p:spPr>
            <a:xfrm>
              <a:off x="2600062" y="5448051"/>
              <a:ext cx="102708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26" name="rc126"/>
            <p:cNvSpPr/>
            <p:nvPr/>
          </p:nvSpPr>
          <p:spPr>
            <a:xfrm>
              <a:off x="2702770" y="5448051"/>
              <a:ext cx="102708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27" name="rc127"/>
            <p:cNvSpPr/>
            <p:nvPr/>
          </p:nvSpPr>
          <p:spPr>
            <a:xfrm>
              <a:off x="2805479" y="5448051"/>
              <a:ext cx="102708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28" name="rc128"/>
            <p:cNvSpPr/>
            <p:nvPr/>
          </p:nvSpPr>
          <p:spPr>
            <a:xfrm>
              <a:off x="2908187" y="5448051"/>
              <a:ext cx="102708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29" name="rc129"/>
            <p:cNvSpPr/>
            <p:nvPr/>
          </p:nvSpPr>
          <p:spPr>
            <a:xfrm>
              <a:off x="3010896" y="5448051"/>
              <a:ext cx="102708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30" name="rc130"/>
            <p:cNvSpPr/>
            <p:nvPr/>
          </p:nvSpPr>
          <p:spPr>
            <a:xfrm>
              <a:off x="3113604" y="5448051"/>
              <a:ext cx="102708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31" name="rc131"/>
            <p:cNvSpPr/>
            <p:nvPr/>
          </p:nvSpPr>
          <p:spPr>
            <a:xfrm>
              <a:off x="3216312" y="5448051"/>
              <a:ext cx="102708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32" name="rc132"/>
            <p:cNvSpPr/>
            <p:nvPr/>
          </p:nvSpPr>
          <p:spPr>
            <a:xfrm>
              <a:off x="3319021" y="5448051"/>
              <a:ext cx="102708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33" name="rc133"/>
            <p:cNvSpPr/>
            <p:nvPr/>
          </p:nvSpPr>
          <p:spPr>
            <a:xfrm>
              <a:off x="3421729" y="5448051"/>
              <a:ext cx="102708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34" name="rc134"/>
            <p:cNvSpPr/>
            <p:nvPr/>
          </p:nvSpPr>
          <p:spPr>
            <a:xfrm>
              <a:off x="3524437" y="5448051"/>
              <a:ext cx="102708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35" name="rc135"/>
            <p:cNvSpPr/>
            <p:nvPr/>
          </p:nvSpPr>
          <p:spPr>
            <a:xfrm>
              <a:off x="3627146" y="5448051"/>
              <a:ext cx="102708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36" name="rc136"/>
            <p:cNvSpPr/>
            <p:nvPr/>
          </p:nvSpPr>
          <p:spPr>
            <a:xfrm>
              <a:off x="3729854" y="5448051"/>
              <a:ext cx="102708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37" name="rc137"/>
            <p:cNvSpPr/>
            <p:nvPr/>
          </p:nvSpPr>
          <p:spPr>
            <a:xfrm>
              <a:off x="3832563" y="5448051"/>
              <a:ext cx="102708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38" name="rc138"/>
            <p:cNvSpPr/>
            <p:nvPr/>
          </p:nvSpPr>
          <p:spPr>
            <a:xfrm>
              <a:off x="3935271" y="5448051"/>
              <a:ext cx="102708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39" name="rc139"/>
            <p:cNvSpPr/>
            <p:nvPr/>
          </p:nvSpPr>
          <p:spPr>
            <a:xfrm>
              <a:off x="4037979" y="5448051"/>
              <a:ext cx="102708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40" name="rc140"/>
            <p:cNvSpPr/>
            <p:nvPr/>
          </p:nvSpPr>
          <p:spPr>
            <a:xfrm>
              <a:off x="4140688" y="5448051"/>
              <a:ext cx="102708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41" name="rc141"/>
            <p:cNvSpPr/>
            <p:nvPr/>
          </p:nvSpPr>
          <p:spPr>
            <a:xfrm>
              <a:off x="4243396" y="5448051"/>
              <a:ext cx="102708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42" name="rc142"/>
            <p:cNvSpPr/>
            <p:nvPr/>
          </p:nvSpPr>
          <p:spPr>
            <a:xfrm>
              <a:off x="4346105" y="5448051"/>
              <a:ext cx="102708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43" name="rc143"/>
            <p:cNvSpPr/>
            <p:nvPr/>
          </p:nvSpPr>
          <p:spPr>
            <a:xfrm>
              <a:off x="4448813" y="5448051"/>
              <a:ext cx="102708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44" name="rc144"/>
            <p:cNvSpPr/>
            <p:nvPr/>
          </p:nvSpPr>
          <p:spPr>
            <a:xfrm>
              <a:off x="4551521" y="5448051"/>
              <a:ext cx="102708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45" name="rc145"/>
            <p:cNvSpPr/>
            <p:nvPr/>
          </p:nvSpPr>
          <p:spPr>
            <a:xfrm>
              <a:off x="4654230" y="5448051"/>
              <a:ext cx="102708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46" name="rc146"/>
            <p:cNvSpPr/>
            <p:nvPr/>
          </p:nvSpPr>
          <p:spPr>
            <a:xfrm>
              <a:off x="4756938" y="5448051"/>
              <a:ext cx="102708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47" name="rc147"/>
            <p:cNvSpPr/>
            <p:nvPr/>
          </p:nvSpPr>
          <p:spPr>
            <a:xfrm>
              <a:off x="4859646" y="5448051"/>
              <a:ext cx="102708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48" name="rc148"/>
            <p:cNvSpPr/>
            <p:nvPr/>
          </p:nvSpPr>
          <p:spPr>
            <a:xfrm>
              <a:off x="4962355" y="5448051"/>
              <a:ext cx="102708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49" name="rc149"/>
            <p:cNvSpPr/>
            <p:nvPr/>
          </p:nvSpPr>
          <p:spPr>
            <a:xfrm>
              <a:off x="5065063" y="5448051"/>
              <a:ext cx="102708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50" name="rc150"/>
            <p:cNvSpPr/>
            <p:nvPr/>
          </p:nvSpPr>
          <p:spPr>
            <a:xfrm>
              <a:off x="5167772" y="5448051"/>
              <a:ext cx="102708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51" name="rc151"/>
            <p:cNvSpPr/>
            <p:nvPr/>
          </p:nvSpPr>
          <p:spPr>
            <a:xfrm>
              <a:off x="5270480" y="2142849"/>
              <a:ext cx="102708" cy="3305201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52" name="rc152"/>
            <p:cNvSpPr/>
            <p:nvPr/>
          </p:nvSpPr>
          <p:spPr>
            <a:xfrm>
              <a:off x="5373188" y="3154645"/>
              <a:ext cx="102708" cy="2293405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53" name="rc153"/>
            <p:cNvSpPr/>
            <p:nvPr/>
          </p:nvSpPr>
          <p:spPr>
            <a:xfrm>
              <a:off x="5475897" y="2952286"/>
              <a:ext cx="102708" cy="2495764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54" name="rc154"/>
            <p:cNvSpPr/>
            <p:nvPr/>
          </p:nvSpPr>
          <p:spPr>
            <a:xfrm>
              <a:off x="5578605" y="4031536"/>
              <a:ext cx="102708" cy="1416514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55" name="rc155"/>
            <p:cNvSpPr/>
            <p:nvPr/>
          </p:nvSpPr>
          <p:spPr>
            <a:xfrm>
              <a:off x="5681314" y="3222098"/>
              <a:ext cx="102708" cy="2225952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56" name="rc156"/>
            <p:cNvSpPr/>
            <p:nvPr/>
          </p:nvSpPr>
          <p:spPr>
            <a:xfrm>
              <a:off x="5784022" y="3491911"/>
              <a:ext cx="102708" cy="1956139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57" name="rc157"/>
            <p:cNvSpPr/>
            <p:nvPr/>
          </p:nvSpPr>
          <p:spPr>
            <a:xfrm>
              <a:off x="5886730" y="2817380"/>
              <a:ext cx="102708" cy="263067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58" name="rc158"/>
            <p:cNvSpPr/>
            <p:nvPr/>
          </p:nvSpPr>
          <p:spPr>
            <a:xfrm>
              <a:off x="5989439" y="3087192"/>
              <a:ext cx="102708" cy="2360858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59" name="rc159"/>
            <p:cNvSpPr/>
            <p:nvPr/>
          </p:nvSpPr>
          <p:spPr>
            <a:xfrm>
              <a:off x="6092147" y="3019739"/>
              <a:ext cx="102708" cy="2428311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60" name="rc160"/>
            <p:cNvSpPr/>
            <p:nvPr/>
          </p:nvSpPr>
          <p:spPr>
            <a:xfrm>
              <a:off x="6194855" y="4166442"/>
              <a:ext cx="102708" cy="1281608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61" name="rc161"/>
            <p:cNvSpPr/>
            <p:nvPr/>
          </p:nvSpPr>
          <p:spPr>
            <a:xfrm>
              <a:off x="6297564" y="3964082"/>
              <a:ext cx="102708" cy="1483968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62" name="rc162"/>
            <p:cNvSpPr/>
            <p:nvPr/>
          </p:nvSpPr>
          <p:spPr>
            <a:xfrm>
              <a:off x="6400272" y="4233895"/>
              <a:ext cx="102708" cy="1214155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63" name="rc163"/>
            <p:cNvSpPr/>
            <p:nvPr/>
          </p:nvSpPr>
          <p:spPr>
            <a:xfrm>
              <a:off x="6502981" y="4098989"/>
              <a:ext cx="102708" cy="1349061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64" name="rc164"/>
            <p:cNvSpPr/>
            <p:nvPr/>
          </p:nvSpPr>
          <p:spPr>
            <a:xfrm>
              <a:off x="6605689" y="4436254"/>
              <a:ext cx="102708" cy="1011796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65" name="rc165"/>
            <p:cNvSpPr/>
            <p:nvPr/>
          </p:nvSpPr>
          <p:spPr>
            <a:xfrm>
              <a:off x="6708397" y="4908426"/>
              <a:ext cx="102708" cy="539624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66" name="rc166"/>
            <p:cNvSpPr/>
            <p:nvPr/>
          </p:nvSpPr>
          <p:spPr>
            <a:xfrm>
              <a:off x="6811106" y="4706067"/>
              <a:ext cx="102708" cy="741984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67" name="rc167"/>
            <p:cNvSpPr/>
            <p:nvPr/>
          </p:nvSpPr>
          <p:spPr>
            <a:xfrm>
              <a:off x="6913814" y="4571160"/>
              <a:ext cx="102708" cy="87689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68" name="rc168"/>
            <p:cNvSpPr/>
            <p:nvPr/>
          </p:nvSpPr>
          <p:spPr>
            <a:xfrm>
              <a:off x="7016523" y="4908426"/>
              <a:ext cx="102708" cy="539624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69" name="rc169"/>
            <p:cNvSpPr/>
            <p:nvPr/>
          </p:nvSpPr>
          <p:spPr>
            <a:xfrm>
              <a:off x="7119231" y="4773520"/>
              <a:ext cx="102708" cy="67453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70" name="rc170"/>
            <p:cNvSpPr/>
            <p:nvPr/>
          </p:nvSpPr>
          <p:spPr>
            <a:xfrm>
              <a:off x="7221939" y="5245691"/>
              <a:ext cx="102708" cy="202359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71" name="rc171"/>
            <p:cNvSpPr/>
            <p:nvPr/>
          </p:nvSpPr>
          <p:spPr>
            <a:xfrm>
              <a:off x="7324648" y="5313144"/>
              <a:ext cx="102708" cy="134906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72" name="rc172"/>
            <p:cNvSpPr/>
            <p:nvPr/>
          </p:nvSpPr>
          <p:spPr>
            <a:xfrm>
              <a:off x="7427356" y="5313144"/>
              <a:ext cx="102708" cy="134906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73" name="rc173"/>
            <p:cNvSpPr/>
            <p:nvPr/>
          </p:nvSpPr>
          <p:spPr>
            <a:xfrm>
              <a:off x="7530064" y="5448051"/>
              <a:ext cx="102708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74" name="rc174"/>
            <p:cNvSpPr/>
            <p:nvPr/>
          </p:nvSpPr>
          <p:spPr>
            <a:xfrm>
              <a:off x="7632773" y="5313144"/>
              <a:ext cx="102708" cy="134906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75" name="rc175"/>
            <p:cNvSpPr/>
            <p:nvPr/>
          </p:nvSpPr>
          <p:spPr>
            <a:xfrm>
              <a:off x="7735481" y="5313144"/>
              <a:ext cx="102708" cy="134906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76" name="rc176"/>
            <p:cNvSpPr/>
            <p:nvPr/>
          </p:nvSpPr>
          <p:spPr>
            <a:xfrm>
              <a:off x="7838190" y="5380597"/>
              <a:ext cx="102708" cy="67453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77" name="rc177"/>
            <p:cNvSpPr/>
            <p:nvPr/>
          </p:nvSpPr>
          <p:spPr>
            <a:xfrm>
              <a:off x="7940898" y="5448051"/>
              <a:ext cx="102708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78" name="rc178"/>
            <p:cNvSpPr/>
            <p:nvPr/>
          </p:nvSpPr>
          <p:spPr>
            <a:xfrm>
              <a:off x="8043606" y="5448051"/>
              <a:ext cx="102708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79" name="rc179"/>
            <p:cNvSpPr/>
            <p:nvPr/>
          </p:nvSpPr>
          <p:spPr>
            <a:xfrm>
              <a:off x="8146315" y="5380597"/>
              <a:ext cx="102708" cy="67453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80" name="pl180"/>
            <p:cNvSpPr/>
            <p:nvPr/>
          </p:nvSpPr>
          <p:spPr>
            <a:xfrm>
              <a:off x="5270480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D4D4D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181" name="tx181"/>
            <p:cNvSpPr/>
            <p:nvPr/>
          </p:nvSpPr>
          <p:spPr>
            <a:xfrm>
              <a:off x="756929" y="5397073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182" name="tx182"/>
            <p:cNvSpPr/>
            <p:nvPr/>
          </p:nvSpPr>
          <p:spPr>
            <a:xfrm>
              <a:off x="756929" y="4760990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183" name="tx183"/>
            <p:cNvSpPr/>
            <p:nvPr/>
          </p:nvSpPr>
          <p:spPr>
            <a:xfrm>
              <a:off x="756929" y="4124907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184" name="tx184"/>
            <p:cNvSpPr/>
            <p:nvPr/>
          </p:nvSpPr>
          <p:spPr>
            <a:xfrm>
              <a:off x="756929" y="3488825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185" name="tx185"/>
            <p:cNvSpPr/>
            <p:nvPr/>
          </p:nvSpPr>
          <p:spPr>
            <a:xfrm>
              <a:off x="756929" y="2852742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186" name="tx186"/>
            <p:cNvSpPr/>
            <p:nvPr/>
          </p:nvSpPr>
          <p:spPr>
            <a:xfrm>
              <a:off x="756929" y="2216659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</a:t>
              </a:r>
            </a:p>
          </p:txBody>
        </p:sp>
        <p:sp>
          <p:nvSpPr>
            <p:cNvPr id="187" name="tx187"/>
            <p:cNvSpPr/>
            <p:nvPr/>
          </p:nvSpPr>
          <p:spPr>
            <a:xfrm>
              <a:off x="1059503" y="5693022"/>
              <a:ext cx="20528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-80</a:t>
              </a:r>
            </a:p>
          </p:txBody>
        </p:sp>
        <p:sp>
          <p:nvSpPr>
            <p:cNvPr id="188" name="tx188"/>
            <p:cNvSpPr/>
            <p:nvPr/>
          </p:nvSpPr>
          <p:spPr>
            <a:xfrm>
              <a:off x="1573045" y="5693022"/>
              <a:ext cx="20528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-70</a:t>
              </a:r>
            </a:p>
          </p:txBody>
        </p:sp>
        <p:sp>
          <p:nvSpPr>
            <p:cNvPr id="189" name="tx189"/>
            <p:cNvSpPr/>
            <p:nvPr/>
          </p:nvSpPr>
          <p:spPr>
            <a:xfrm>
              <a:off x="2086587" y="5693022"/>
              <a:ext cx="20528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-60</a:t>
              </a:r>
            </a:p>
          </p:txBody>
        </p:sp>
        <p:sp>
          <p:nvSpPr>
            <p:cNvPr id="190" name="tx190"/>
            <p:cNvSpPr/>
            <p:nvPr/>
          </p:nvSpPr>
          <p:spPr>
            <a:xfrm>
              <a:off x="2600129" y="5693022"/>
              <a:ext cx="20528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-50</a:t>
              </a:r>
            </a:p>
          </p:txBody>
        </p:sp>
        <p:sp>
          <p:nvSpPr>
            <p:cNvPr id="191" name="tx191"/>
            <p:cNvSpPr/>
            <p:nvPr/>
          </p:nvSpPr>
          <p:spPr>
            <a:xfrm>
              <a:off x="3113671" y="5693022"/>
              <a:ext cx="20528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192" name="tx192"/>
            <p:cNvSpPr/>
            <p:nvPr/>
          </p:nvSpPr>
          <p:spPr>
            <a:xfrm>
              <a:off x="3627213" y="5693022"/>
              <a:ext cx="20528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-30</a:t>
              </a:r>
            </a:p>
          </p:txBody>
        </p:sp>
        <p:sp>
          <p:nvSpPr>
            <p:cNvPr id="193" name="tx193"/>
            <p:cNvSpPr/>
            <p:nvPr/>
          </p:nvSpPr>
          <p:spPr>
            <a:xfrm>
              <a:off x="4140755" y="5693022"/>
              <a:ext cx="20528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194" name="tx194"/>
            <p:cNvSpPr/>
            <p:nvPr/>
          </p:nvSpPr>
          <p:spPr>
            <a:xfrm>
              <a:off x="4654297" y="5693022"/>
              <a:ext cx="20528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</a:t>
              </a:r>
            </a:p>
          </p:txBody>
        </p:sp>
        <p:sp>
          <p:nvSpPr>
            <p:cNvPr id="195" name="tx195"/>
            <p:cNvSpPr/>
            <p:nvPr/>
          </p:nvSpPr>
          <p:spPr>
            <a:xfrm>
              <a:off x="5230978" y="5693022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196" name="tx196"/>
            <p:cNvSpPr/>
            <p:nvPr/>
          </p:nvSpPr>
          <p:spPr>
            <a:xfrm>
              <a:off x="5705018" y="5693022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197" name="tx197"/>
            <p:cNvSpPr/>
            <p:nvPr/>
          </p:nvSpPr>
          <p:spPr>
            <a:xfrm>
              <a:off x="6218560" y="5693022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198" name="tx198"/>
            <p:cNvSpPr/>
            <p:nvPr/>
          </p:nvSpPr>
          <p:spPr>
            <a:xfrm>
              <a:off x="6732102" y="5693022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199" name="tx199"/>
            <p:cNvSpPr/>
            <p:nvPr/>
          </p:nvSpPr>
          <p:spPr>
            <a:xfrm>
              <a:off x="7245644" y="5693022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200" name="tx200"/>
            <p:cNvSpPr/>
            <p:nvPr/>
          </p:nvSpPr>
          <p:spPr>
            <a:xfrm>
              <a:off x="7759185" y="5693022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201" name="tx201"/>
            <p:cNvSpPr/>
            <p:nvPr/>
          </p:nvSpPr>
          <p:spPr>
            <a:xfrm>
              <a:off x="8272727" y="5693022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60</a:t>
              </a:r>
            </a:p>
          </p:txBody>
        </p:sp>
        <p:sp>
          <p:nvSpPr>
            <p:cNvPr id="202" name="tx202"/>
            <p:cNvSpPr/>
            <p:nvPr/>
          </p:nvSpPr>
          <p:spPr>
            <a:xfrm>
              <a:off x="2230405" y="5870717"/>
              <a:ext cx="5053065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Difference, log scale (%): 100 × ln(CKD-EPI Cr-Cys / CG)</a:t>
              </a:r>
            </a:p>
          </p:txBody>
        </p:sp>
        <p:sp>
          <p:nvSpPr>
            <p:cNvPr id="203" name="tx203"/>
            <p:cNvSpPr/>
            <p:nvPr/>
          </p:nvSpPr>
          <p:spPr>
            <a:xfrm rot="-5400000">
              <a:off x="-304395" y="3731670"/>
              <a:ext cx="1827885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Percent of Patients (%)</a:t>
              </a:r>
            </a:p>
          </p:txBody>
        </p:sp>
        <p:sp>
          <p:nvSpPr>
            <p:cNvPr id="204" name="tx204"/>
            <p:cNvSpPr/>
            <p:nvPr/>
          </p:nvSpPr>
          <p:spPr>
            <a:xfrm>
              <a:off x="915645" y="1688767"/>
              <a:ext cx="4006260" cy="15307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6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6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Distribution of eGFR Difference (log scale)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2026-10-05T07:55:18Z</dcterms:modified>
  <cp:category/>
</cp:coreProperties>
</file>