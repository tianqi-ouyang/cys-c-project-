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13000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49392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85784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3221761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645" y="258567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41891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93245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44599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95954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47308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98662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50016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01370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52725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4079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55433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06787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58141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09496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15645" y="5448051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915645" y="481196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15645" y="417588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15645" y="353980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15645" y="290372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15645" y="226763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16214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67568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18922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0277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21631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72985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4339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5693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27048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78402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29756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81110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32464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783819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35173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264853" y="5313144"/>
              <a:ext cx="102708" cy="13490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1367561" y="5448051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470270" y="5448051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572978" y="5380597"/>
              <a:ext cx="102708" cy="674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675687" y="5448051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778395" y="5380597"/>
              <a:ext cx="102708" cy="674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881103" y="5245691"/>
              <a:ext cx="102708" cy="20235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983812" y="5380597"/>
              <a:ext cx="102708" cy="674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2086520" y="5313144"/>
              <a:ext cx="102708" cy="13490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2189229" y="5043332"/>
              <a:ext cx="102708" cy="40471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291937" y="5313144"/>
              <a:ext cx="102708" cy="13490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2394645" y="5245691"/>
              <a:ext cx="102708" cy="20235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2497354" y="5313144"/>
              <a:ext cx="102708" cy="13490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2600062" y="5313144"/>
              <a:ext cx="102708" cy="13490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2702770" y="5380597"/>
              <a:ext cx="102708" cy="674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2805479" y="5245691"/>
              <a:ext cx="102708" cy="20235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2908187" y="5043332"/>
              <a:ext cx="102708" cy="40471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3010896" y="5380597"/>
              <a:ext cx="102708" cy="674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3113604" y="4975879"/>
              <a:ext cx="102708" cy="47217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3216312" y="5043332"/>
              <a:ext cx="102708" cy="40471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3319021" y="4773520"/>
              <a:ext cx="102708" cy="67453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3421729" y="4975879"/>
              <a:ext cx="102708" cy="47217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3524437" y="4503707"/>
              <a:ext cx="102708" cy="94434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3627146" y="4773520"/>
              <a:ext cx="102708" cy="67453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3729854" y="4840973"/>
              <a:ext cx="102708" cy="60707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3832563" y="4706067"/>
              <a:ext cx="102708" cy="74198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3935271" y="4503707"/>
              <a:ext cx="102708" cy="94434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4037979" y="4098989"/>
              <a:ext cx="102708" cy="134906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4140688" y="3761723"/>
              <a:ext cx="102708" cy="168632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4243396" y="3154645"/>
              <a:ext cx="102708" cy="229340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4346105" y="3424458"/>
              <a:ext cx="102708" cy="202359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4448813" y="3964082"/>
              <a:ext cx="102708" cy="148396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4551521" y="3694270"/>
              <a:ext cx="102708" cy="175378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4654230" y="3559364"/>
              <a:ext cx="102708" cy="188868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4756938" y="3559364"/>
              <a:ext cx="102708" cy="188868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4859646" y="3289552"/>
              <a:ext cx="102708" cy="215849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4962355" y="3019739"/>
              <a:ext cx="102708" cy="242831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5065063" y="3424458"/>
              <a:ext cx="102708" cy="202359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5167772" y="2884833"/>
              <a:ext cx="102708" cy="256321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5270480" y="2142849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5373188" y="3154645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5475897" y="2952286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5578605" y="4031536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5681314" y="3222098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5784022" y="3491911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5886730" y="2817380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5989439" y="3087192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6092147" y="3019739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6194855" y="4166442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6297564" y="3964082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6400272" y="4233895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6502981" y="4098989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6605689" y="4436254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6708397" y="4908426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6811106" y="4706067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6913814" y="4571160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7016523" y="4908426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7119231" y="4773520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7221939" y="5245691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7324648" y="5313144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7427356" y="5313144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7530064" y="5448051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7632773" y="5313144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7735481" y="5313144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7838190" y="5380597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7940898" y="5448051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8043606" y="5448051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8146315" y="5380597"/>
              <a:ext cx="102708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1264853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1367561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1470270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1572978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1675687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1778395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1881103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1983812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2086520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2189229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2291937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2394645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2497354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2600062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2702770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2805479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2908187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3010896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3113604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3216312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3319021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3421729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3524437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3627146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3729854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3832563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3935271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4037979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4140688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4243396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4346105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4448813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4551521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4654230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4756938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4859646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4962355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5065063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5167772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5270480" y="2142849"/>
              <a:ext cx="102708" cy="330520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5373188" y="3154645"/>
              <a:ext cx="102708" cy="229340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5475897" y="2952286"/>
              <a:ext cx="102708" cy="249576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5578605" y="4031536"/>
              <a:ext cx="102708" cy="141651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5681314" y="3222098"/>
              <a:ext cx="102708" cy="222595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5784022" y="3491911"/>
              <a:ext cx="102708" cy="195613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5886730" y="2817380"/>
              <a:ext cx="102708" cy="263067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5989439" y="3087192"/>
              <a:ext cx="102708" cy="236085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6092147" y="3019739"/>
              <a:ext cx="102708" cy="242831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6194855" y="4166442"/>
              <a:ext cx="102708" cy="128160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6297564" y="3964082"/>
              <a:ext cx="102708" cy="148396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6400272" y="4233895"/>
              <a:ext cx="102708" cy="121415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6502981" y="4098989"/>
              <a:ext cx="102708" cy="134906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6605689" y="4436254"/>
              <a:ext cx="102708" cy="101179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6708397" y="4908426"/>
              <a:ext cx="102708" cy="53962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6811106" y="4706067"/>
              <a:ext cx="102708" cy="74198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6913814" y="4571160"/>
              <a:ext cx="102708" cy="87689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7016523" y="4908426"/>
              <a:ext cx="102708" cy="53962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7119231" y="4773520"/>
              <a:ext cx="102708" cy="67453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7221939" y="5245691"/>
              <a:ext cx="102708" cy="20235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7324648" y="5313144"/>
              <a:ext cx="102708" cy="13490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7427356" y="5313144"/>
              <a:ext cx="102708" cy="13490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7530064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7632773" y="5313144"/>
              <a:ext cx="102708" cy="13490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7735481" y="5313144"/>
              <a:ext cx="102708" cy="13490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7838190" y="5380597"/>
              <a:ext cx="102708" cy="674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7940898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8043606" y="5448051"/>
              <a:ext cx="102708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8146315" y="5380597"/>
              <a:ext cx="102708" cy="674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527048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1" name="tx181"/>
            <p:cNvSpPr/>
            <p:nvPr/>
          </p:nvSpPr>
          <p:spPr>
            <a:xfrm>
              <a:off x="756929" y="539707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756929" y="476099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756929" y="4124907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756929" y="3488825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756929" y="285274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756929" y="221665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1059503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-80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1573045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-70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2086587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2600129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3113671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3627213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4140755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4654297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5230978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570501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6218560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6732102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7245644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775918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827272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2230405" y="5870717"/>
              <a:ext cx="505306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203" name="tx203"/>
            <p:cNvSpPr/>
            <p:nvPr/>
          </p:nvSpPr>
          <p:spPr>
            <a:xfrm rot="-5400000">
              <a:off x="-304395" y="3731670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915645" y="1688767"/>
              <a:ext cx="4006260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Difference (log scale)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2026-10-08T16:28:00Z</dcterms:modified>
  <cp:category/>
</cp:coreProperties>
</file>