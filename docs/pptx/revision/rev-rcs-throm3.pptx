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998427"/>
            </a:xfrm>
            <a:custGeom>
              <a:avLst/>
              <a:pathLst>
                <a:path w="7090630" h="2998427">
                  <a:moveTo>
                    <a:pt x="2838779" y="0"/>
                  </a:moveTo>
                  <a:lnTo>
                    <a:pt x="2850504" y="21008"/>
                  </a:lnTo>
                  <a:lnTo>
                    <a:pt x="2886135" y="85850"/>
                  </a:lnTo>
                  <a:lnTo>
                    <a:pt x="2921767" y="151631"/>
                  </a:lnTo>
                  <a:lnTo>
                    <a:pt x="2957398" y="218287"/>
                  </a:lnTo>
                  <a:lnTo>
                    <a:pt x="2993029" y="285746"/>
                  </a:lnTo>
                  <a:lnTo>
                    <a:pt x="3028661" y="353935"/>
                  </a:lnTo>
                  <a:lnTo>
                    <a:pt x="3064292" y="422772"/>
                  </a:lnTo>
                  <a:lnTo>
                    <a:pt x="3099923" y="492173"/>
                  </a:lnTo>
                  <a:lnTo>
                    <a:pt x="3135555" y="562049"/>
                  </a:lnTo>
                  <a:lnTo>
                    <a:pt x="3171186" y="632307"/>
                  </a:lnTo>
                  <a:lnTo>
                    <a:pt x="3206817" y="702851"/>
                  </a:lnTo>
                  <a:lnTo>
                    <a:pt x="3242448" y="773582"/>
                  </a:lnTo>
                  <a:lnTo>
                    <a:pt x="3278080" y="844399"/>
                  </a:lnTo>
                  <a:lnTo>
                    <a:pt x="3313711" y="915199"/>
                  </a:lnTo>
                  <a:lnTo>
                    <a:pt x="3349342" y="985878"/>
                  </a:lnTo>
                  <a:lnTo>
                    <a:pt x="3384974" y="1056329"/>
                  </a:lnTo>
                  <a:lnTo>
                    <a:pt x="3420605" y="1126448"/>
                  </a:lnTo>
                  <a:lnTo>
                    <a:pt x="3456236" y="1196129"/>
                  </a:lnTo>
                  <a:lnTo>
                    <a:pt x="3491868" y="1265266"/>
                  </a:lnTo>
                  <a:lnTo>
                    <a:pt x="3527499" y="1333721"/>
                  </a:lnTo>
                  <a:lnTo>
                    <a:pt x="3563130" y="1401283"/>
                  </a:lnTo>
                  <a:lnTo>
                    <a:pt x="3598762" y="1467753"/>
                  </a:lnTo>
                  <a:lnTo>
                    <a:pt x="3634393" y="1532953"/>
                  </a:lnTo>
                  <a:lnTo>
                    <a:pt x="3670024" y="1596728"/>
                  </a:lnTo>
                  <a:lnTo>
                    <a:pt x="3705655" y="1658945"/>
                  </a:lnTo>
                  <a:lnTo>
                    <a:pt x="3741287" y="1719490"/>
                  </a:lnTo>
                  <a:lnTo>
                    <a:pt x="3776918" y="1778269"/>
                  </a:lnTo>
                  <a:lnTo>
                    <a:pt x="3812549" y="1835206"/>
                  </a:lnTo>
                  <a:lnTo>
                    <a:pt x="3848181" y="1890242"/>
                  </a:lnTo>
                  <a:lnTo>
                    <a:pt x="3883812" y="1943336"/>
                  </a:lnTo>
                  <a:lnTo>
                    <a:pt x="3919443" y="1994458"/>
                  </a:lnTo>
                  <a:lnTo>
                    <a:pt x="3955075" y="2043595"/>
                  </a:lnTo>
                  <a:lnTo>
                    <a:pt x="3990706" y="2090744"/>
                  </a:lnTo>
                  <a:lnTo>
                    <a:pt x="4026337" y="2135914"/>
                  </a:lnTo>
                  <a:lnTo>
                    <a:pt x="4061968" y="2179122"/>
                  </a:lnTo>
                  <a:lnTo>
                    <a:pt x="4097600" y="2220396"/>
                  </a:lnTo>
                  <a:lnTo>
                    <a:pt x="4133231" y="2259769"/>
                  </a:lnTo>
                  <a:lnTo>
                    <a:pt x="4168862" y="2292891"/>
                  </a:lnTo>
                  <a:lnTo>
                    <a:pt x="4204494" y="2297806"/>
                  </a:lnTo>
                  <a:lnTo>
                    <a:pt x="4240125" y="2303001"/>
                  </a:lnTo>
                  <a:lnTo>
                    <a:pt x="4275756" y="2308487"/>
                  </a:lnTo>
                  <a:lnTo>
                    <a:pt x="4311388" y="2314273"/>
                  </a:lnTo>
                  <a:lnTo>
                    <a:pt x="4347019" y="2320366"/>
                  </a:lnTo>
                  <a:lnTo>
                    <a:pt x="4382650" y="2326772"/>
                  </a:lnTo>
                  <a:lnTo>
                    <a:pt x="4418282" y="2333495"/>
                  </a:lnTo>
                  <a:lnTo>
                    <a:pt x="4453913" y="2340536"/>
                  </a:lnTo>
                  <a:lnTo>
                    <a:pt x="4489544" y="2347896"/>
                  </a:lnTo>
                  <a:lnTo>
                    <a:pt x="4525175" y="2355572"/>
                  </a:lnTo>
                  <a:lnTo>
                    <a:pt x="4560807" y="2363560"/>
                  </a:lnTo>
                  <a:lnTo>
                    <a:pt x="4596438" y="2371853"/>
                  </a:lnTo>
                  <a:lnTo>
                    <a:pt x="4632069" y="2380441"/>
                  </a:lnTo>
                  <a:lnTo>
                    <a:pt x="4667701" y="2389314"/>
                  </a:lnTo>
                  <a:lnTo>
                    <a:pt x="4703332" y="2398457"/>
                  </a:lnTo>
                  <a:lnTo>
                    <a:pt x="4738963" y="2407854"/>
                  </a:lnTo>
                  <a:lnTo>
                    <a:pt x="4774595" y="2417485"/>
                  </a:lnTo>
                  <a:lnTo>
                    <a:pt x="4810226" y="2427327"/>
                  </a:lnTo>
                  <a:lnTo>
                    <a:pt x="4845857" y="2437346"/>
                  </a:lnTo>
                  <a:lnTo>
                    <a:pt x="4881489" y="2447495"/>
                  </a:lnTo>
                  <a:lnTo>
                    <a:pt x="4917120" y="2457732"/>
                  </a:lnTo>
                  <a:lnTo>
                    <a:pt x="4952751" y="2468012"/>
                  </a:lnTo>
                  <a:lnTo>
                    <a:pt x="4988382" y="2478297"/>
                  </a:lnTo>
                  <a:lnTo>
                    <a:pt x="5024014" y="2488549"/>
                  </a:lnTo>
                  <a:lnTo>
                    <a:pt x="5059645" y="2498731"/>
                  </a:lnTo>
                  <a:lnTo>
                    <a:pt x="5095276" y="2508810"/>
                  </a:lnTo>
                  <a:lnTo>
                    <a:pt x="5130908" y="2518756"/>
                  </a:lnTo>
                  <a:lnTo>
                    <a:pt x="5166539" y="2528539"/>
                  </a:lnTo>
                  <a:lnTo>
                    <a:pt x="5202170" y="2538136"/>
                  </a:lnTo>
                  <a:lnTo>
                    <a:pt x="5237802" y="2547522"/>
                  </a:lnTo>
                  <a:lnTo>
                    <a:pt x="5273433" y="2556678"/>
                  </a:lnTo>
                  <a:lnTo>
                    <a:pt x="5309064" y="2565586"/>
                  </a:lnTo>
                  <a:lnTo>
                    <a:pt x="5344696" y="2574230"/>
                  </a:lnTo>
                  <a:lnTo>
                    <a:pt x="5380327" y="2582599"/>
                  </a:lnTo>
                  <a:lnTo>
                    <a:pt x="5415958" y="2590682"/>
                  </a:lnTo>
                  <a:lnTo>
                    <a:pt x="5451589" y="2598471"/>
                  </a:lnTo>
                  <a:lnTo>
                    <a:pt x="5487221" y="2605960"/>
                  </a:lnTo>
                  <a:lnTo>
                    <a:pt x="5522852" y="2613146"/>
                  </a:lnTo>
                  <a:lnTo>
                    <a:pt x="5558483" y="2620027"/>
                  </a:lnTo>
                  <a:lnTo>
                    <a:pt x="5594115" y="2626603"/>
                  </a:lnTo>
                  <a:lnTo>
                    <a:pt x="5629746" y="2632875"/>
                  </a:lnTo>
                  <a:lnTo>
                    <a:pt x="5665377" y="2638846"/>
                  </a:lnTo>
                  <a:lnTo>
                    <a:pt x="5701009" y="2644522"/>
                  </a:lnTo>
                  <a:lnTo>
                    <a:pt x="5736640" y="2649906"/>
                  </a:lnTo>
                  <a:lnTo>
                    <a:pt x="5772271" y="2655006"/>
                  </a:lnTo>
                  <a:lnTo>
                    <a:pt x="5807903" y="2659827"/>
                  </a:lnTo>
                  <a:lnTo>
                    <a:pt x="5843534" y="2664379"/>
                  </a:lnTo>
                  <a:lnTo>
                    <a:pt x="5879165" y="2668670"/>
                  </a:lnTo>
                  <a:lnTo>
                    <a:pt x="5914796" y="2672707"/>
                  </a:lnTo>
                  <a:lnTo>
                    <a:pt x="5950428" y="2676501"/>
                  </a:lnTo>
                  <a:lnTo>
                    <a:pt x="5986059" y="2680060"/>
                  </a:lnTo>
                  <a:lnTo>
                    <a:pt x="6021690" y="2683394"/>
                  </a:lnTo>
                  <a:lnTo>
                    <a:pt x="6057322" y="2686513"/>
                  </a:lnTo>
                  <a:lnTo>
                    <a:pt x="6092953" y="2689426"/>
                  </a:lnTo>
                  <a:lnTo>
                    <a:pt x="6128584" y="2692143"/>
                  </a:lnTo>
                  <a:lnTo>
                    <a:pt x="6164216" y="2694672"/>
                  </a:lnTo>
                  <a:lnTo>
                    <a:pt x="6199847" y="2697025"/>
                  </a:lnTo>
                  <a:lnTo>
                    <a:pt x="6235478" y="2699209"/>
                  </a:lnTo>
                  <a:lnTo>
                    <a:pt x="6271110" y="2701235"/>
                  </a:lnTo>
                  <a:lnTo>
                    <a:pt x="6306741" y="2703110"/>
                  </a:lnTo>
                  <a:lnTo>
                    <a:pt x="6342372" y="2704845"/>
                  </a:lnTo>
                  <a:lnTo>
                    <a:pt x="6378003" y="2706447"/>
                  </a:lnTo>
                  <a:lnTo>
                    <a:pt x="6413635" y="2707925"/>
                  </a:lnTo>
                  <a:lnTo>
                    <a:pt x="6449266" y="2709288"/>
                  </a:lnTo>
                  <a:lnTo>
                    <a:pt x="6484897" y="2710543"/>
                  </a:lnTo>
                  <a:lnTo>
                    <a:pt x="6520529" y="2711699"/>
                  </a:lnTo>
                  <a:lnTo>
                    <a:pt x="6556160" y="2712764"/>
                  </a:lnTo>
                  <a:lnTo>
                    <a:pt x="6591791" y="2713744"/>
                  </a:lnTo>
                  <a:lnTo>
                    <a:pt x="6627423" y="2714649"/>
                  </a:lnTo>
                  <a:lnTo>
                    <a:pt x="6663054" y="2715485"/>
                  </a:lnTo>
                  <a:lnTo>
                    <a:pt x="6698685" y="2716260"/>
                  </a:lnTo>
                  <a:lnTo>
                    <a:pt x="6734317" y="2716981"/>
                  </a:lnTo>
                  <a:lnTo>
                    <a:pt x="6769948" y="2717653"/>
                  </a:lnTo>
                  <a:lnTo>
                    <a:pt x="6805579" y="2718279"/>
                  </a:lnTo>
                  <a:lnTo>
                    <a:pt x="6841210" y="2718864"/>
                  </a:lnTo>
                  <a:lnTo>
                    <a:pt x="6876842" y="2719409"/>
                  </a:lnTo>
                  <a:lnTo>
                    <a:pt x="6912473" y="2719917"/>
                  </a:lnTo>
                  <a:lnTo>
                    <a:pt x="6948104" y="2720390"/>
                  </a:lnTo>
                  <a:lnTo>
                    <a:pt x="6983736" y="2720830"/>
                  </a:lnTo>
                  <a:lnTo>
                    <a:pt x="7019367" y="2721240"/>
                  </a:lnTo>
                  <a:lnTo>
                    <a:pt x="7054998" y="2721621"/>
                  </a:lnTo>
                  <a:lnTo>
                    <a:pt x="7090630" y="2721974"/>
                  </a:lnTo>
                  <a:lnTo>
                    <a:pt x="7090630" y="2998427"/>
                  </a:lnTo>
                  <a:lnTo>
                    <a:pt x="7054998" y="2997773"/>
                  </a:lnTo>
                  <a:lnTo>
                    <a:pt x="7019367" y="2997079"/>
                  </a:lnTo>
                  <a:lnTo>
                    <a:pt x="6983736" y="2996340"/>
                  </a:lnTo>
                  <a:lnTo>
                    <a:pt x="6948104" y="2995556"/>
                  </a:lnTo>
                  <a:lnTo>
                    <a:pt x="6912473" y="2994723"/>
                  </a:lnTo>
                  <a:lnTo>
                    <a:pt x="6876842" y="2993839"/>
                  </a:lnTo>
                  <a:lnTo>
                    <a:pt x="6841210" y="2992900"/>
                  </a:lnTo>
                  <a:lnTo>
                    <a:pt x="6805579" y="2991903"/>
                  </a:lnTo>
                  <a:lnTo>
                    <a:pt x="6769948" y="2990845"/>
                  </a:lnTo>
                  <a:lnTo>
                    <a:pt x="6734317" y="2989723"/>
                  </a:lnTo>
                  <a:lnTo>
                    <a:pt x="6698685" y="2988534"/>
                  </a:lnTo>
                  <a:lnTo>
                    <a:pt x="6663054" y="2987272"/>
                  </a:lnTo>
                  <a:lnTo>
                    <a:pt x="6627423" y="2985936"/>
                  </a:lnTo>
                  <a:lnTo>
                    <a:pt x="6591791" y="2984522"/>
                  </a:lnTo>
                  <a:lnTo>
                    <a:pt x="6556160" y="2983026"/>
                  </a:lnTo>
                  <a:lnTo>
                    <a:pt x="6520529" y="2981443"/>
                  </a:lnTo>
                  <a:lnTo>
                    <a:pt x="6484897" y="2979772"/>
                  </a:lnTo>
                  <a:lnTo>
                    <a:pt x="6449266" y="2978007"/>
                  </a:lnTo>
                  <a:lnTo>
                    <a:pt x="6413635" y="2976145"/>
                  </a:lnTo>
                  <a:lnTo>
                    <a:pt x="6378003" y="2974182"/>
                  </a:lnTo>
                  <a:lnTo>
                    <a:pt x="6342372" y="2972115"/>
                  </a:lnTo>
                  <a:lnTo>
                    <a:pt x="6306741" y="2969939"/>
                  </a:lnTo>
                  <a:lnTo>
                    <a:pt x="6271110" y="2967651"/>
                  </a:lnTo>
                  <a:lnTo>
                    <a:pt x="6235478" y="2965247"/>
                  </a:lnTo>
                  <a:lnTo>
                    <a:pt x="6199847" y="2962724"/>
                  </a:lnTo>
                  <a:lnTo>
                    <a:pt x="6164216" y="2960077"/>
                  </a:lnTo>
                  <a:lnTo>
                    <a:pt x="6128584" y="2957305"/>
                  </a:lnTo>
                  <a:lnTo>
                    <a:pt x="6092953" y="2954402"/>
                  </a:lnTo>
                  <a:lnTo>
                    <a:pt x="6057322" y="2951366"/>
                  </a:lnTo>
                  <a:lnTo>
                    <a:pt x="6021690" y="2948194"/>
                  </a:lnTo>
                  <a:lnTo>
                    <a:pt x="5986059" y="2944883"/>
                  </a:lnTo>
                  <a:lnTo>
                    <a:pt x="5950428" y="2941430"/>
                  </a:lnTo>
                  <a:lnTo>
                    <a:pt x="5914796" y="2937831"/>
                  </a:lnTo>
                  <a:lnTo>
                    <a:pt x="5879165" y="2934084"/>
                  </a:lnTo>
                  <a:lnTo>
                    <a:pt x="5843534" y="2930187"/>
                  </a:lnTo>
                  <a:lnTo>
                    <a:pt x="5807903" y="2926136"/>
                  </a:lnTo>
                  <a:lnTo>
                    <a:pt x="5772271" y="2921928"/>
                  </a:lnTo>
                  <a:lnTo>
                    <a:pt x="5736640" y="2917560"/>
                  </a:lnTo>
                  <a:lnTo>
                    <a:pt x="5701009" y="2913028"/>
                  </a:lnTo>
                  <a:lnTo>
                    <a:pt x="5665377" y="2908330"/>
                  </a:lnTo>
                  <a:lnTo>
                    <a:pt x="5629746" y="2903461"/>
                  </a:lnTo>
                  <a:lnTo>
                    <a:pt x="5594115" y="2898416"/>
                  </a:lnTo>
                  <a:lnTo>
                    <a:pt x="5558483" y="2893190"/>
                  </a:lnTo>
                  <a:lnTo>
                    <a:pt x="5522852" y="2887776"/>
                  </a:lnTo>
                  <a:lnTo>
                    <a:pt x="5487221" y="2882169"/>
                  </a:lnTo>
                  <a:lnTo>
                    <a:pt x="5451589" y="2876360"/>
                  </a:lnTo>
                  <a:lnTo>
                    <a:pt x="5415958" y="2870339"/>
                  </a:lnTo>
                  <a:lnTo>
                    <a:pt x="5380327" y="2864096"/>
                  </a:lnTo>
                  <a:lnTo>
                    <a:pt x="5344696" y="2857620"/>
                  </a:lnTo>
                  <a:lnTo>
                    <a:pt x="5309064" y="2850897"/>
                  </a:lnTo>
                  <a:lnTo>
                    <a:pt x="5273433" y="2843911"/>
                  </a:lnTo>
                  <a:lnTo>
                    <a:pt x="5237802" y="2836645"/>
                  </a:lnTo>
                  <a:lnTo>
                    <a:pt x="5202170" y="2829080"/>
                  </a:lnTo>
                  <a:lnTo>
                    <a:pt x="5166539" y="2821194"/>
                  </a:lnTo>
                  <a:lnTo>
                    <a:pt x="5130908" y="2812963"/>
                  </a:lnTo>
                  <a:lnTo>
                    <a:pt x="5095276" y="2804359"/>
                  </a:lnTo>
                  <a:lnTo>
                    <a:pt x="5059645" y="2795355"/>
                  </a:lnTo>
                  <a:lnTo>
                    <a:pt x="5024014" y="2785915"/>
                  </a:lnTo>
                  <a:lnTo>
                    <a:pt x="4988382" y="2776006"/>
                  </a:lnTo>
                  <a:lnTo>
                    <a:pt x="4952751" y="2765586"/>
                  </a:lnTo>
                  <a:lnTo>
                    <a:pt x="4917120" y="2754613"/>
                  </a:lnTo>
                  <a:lnTo>
                    <a:pt x="4881489" y="2743038"/>
                  </a:lnTo>
                  <a:lnTo>
                    <a:pt x="4845857" y="2730809"/>
                  </a:lnTo>
                  <a:lnTo>
                    <a:pt x="4810226" y="2717867"/>
                  </a:lnTo>
                  <a:lnTo>
                    <a:pt x="4774595" y="2704151"/>
                  </a:lnTo>
                  <a:lnTo>
                    <a:pt x="4738963" y="2689601"/>
                  </a:lnTo>
                  <a:lnTo>
                    <a:pt x="4703332" y="2674165"/>
                  </a:lnTo>
                  <a:lnTo>
                    <a:pt x="4667701" y="2657790"/>
                  </a:lnTo>
                  <a:lnTo>
                    <a:pt x="4632069" y="2640421"/>
                  </a:lnTo>
                  <a:lnTo>
                    <a:pt x="4596438" y="2622002"/>
                  </a:lnTo>
                  <a:lnTo>
                    <a:pt x="4560807" y="2602475"/>
                  </a:lnTo>
                  <a:lnTo>
                    <a:pt x="4525175" y="2581781"/>
                  </a:lnTo>
                  <a:lnTo>
                    <a:pt x="4489544" y="2559860"/>
                  </a:lnTo>
                  <a:lnTo>
                    <a:pt x="4453913" y="2536652"/>
                  </a:lnTo>
                  <a:lnTo>
                    <a:pt x="4418282" y="2512095"/>
                  </a:lnTo>
                  <a:lnTo>
                    <a:pt x="4382650" y="2486126"/>
                  </a:lnTo>
                  <a:lnTo>
                    <a:pt x="4347019" y="2458685"/>
                  </a:lnTo>
                  <a:lnTo>
                    <a:pt x="4311388" y="2429709"/>
                  </a:lnTo>
                  <a:lnTo>
                    <a:pt x="4275756" y="2399139"/>
                  </a:lnTo>
                  <a:lnTo>
                    <a:pt x="4240125" y="2366914"/>
                  </a:lnTo>
                  <a:lnTo>
                    <a:pt x="4204494" y="2332980"/>
                  </a:lnTo>
                  <a:lnTo>
                    <a:pt x="4168862" y="2297282"/>
                  </a:lnTo>
                  <a:lnTo>
                    <a:pt x="4133231" y="2288245"/>
                  </a:lnTo>
                  <a:lnTo>
                    <a:pt x="4097600" y="2283854"/>
                  </a:lnTo>
                  <a:lnTo>
                    <a:pt x="4061968" y="2279703"/>
                  </a:lnTo>
                  <a:lnTo>
                    <a:pt x="4026337" y="2275778"/>
                  </a:lnTo>
                  <a:lnTo>
                    <a:pt x="3990706" y="2272061"/>
                  </a:lnTo>
                  <a:lnTo>
                    <a:pt x="3955075" y="2268534"/>
                  </a:lnTo>
                  <a:lnTo>
                    <a:pt x="3919443" y="2265180"/>
                  </a:lnTo>
                  <a:lnTo>
                    <a:pt x="3883812" y="2261980"/>
                  </a:lnTo>
                  <a:lnTo>
                    <a:pt x="3848181" y="2258912"/>
                  </a:lnTo>
                  <a:lnTo>
                    <a:pt x="3812549" y="2255958"/>
                  </a:lnTo>
                  <a:lnTo>
                    <a:pt x="3776918" y="2253096"/>
                  </a:lnTo>
                  <a:lnTo>
                    <a:pt x="3741287" y="2250305"/>
                  </a:lnTo>
                  <a:lnTo>
                    <a:pt x="3705655" y="2247563"/>
                  </a:lnTo>
                  <a:lnTo>
                    <a:pt x="3670024" y="2244847"/>
                  </a:lnTo>
                  <a:lnTo>
                    <a:pt x="3634393" y="2242136"/>
                  </a:lnTo>
                  <a:lnTo>
                    <a:pt x="3598762" y="2239406"/>
                  </a:lnTo>
                  <a:lnTo>
                    <a:pt x="3563130" y="2236634"/>
                  </a:lnTo>
                  <a:lnTo>
                    <a:pt x="3527499" y="2233798"/>
                  </a:lnTo>
                  <a:lnTo>
                    <a:pt x="3491868" y="2230873"/>
                  </a:lnTo>
                  <a:lnTo>
                    <a:pt x="3456236" y="2227840"/>
                  </a:lnTo>
                  <a:lnTo>
                    <a:pt x="3420605" y="2224693"/>
                  </a:lnTo>
                  <a:lnTo>
                    <a:pt x="3384974" y="2221435"/>
                  </a:lnTo>
                  <a:lnTo>
                    <a:pt x="3349342" y="2218070"/>
                  </a:lnTo>
                  <a:lnTo>
                    <a:pt x="3313711" y="2214601"/>
                  </a:lnTo>
                  <a:lnTo>
                    <a:pt x="3278080" y="2211032"/>
                  </a:lnTo>
                  <a:lnTo>
                    <a:pt x="3242448" y="2207366"/>
                  </a:lnTo>
                  <a:lnTo>
                    <a:pt x="3206817" y="2203607"/>
                  </a:lnTo>
                  <a:lnTo>
                    <a:pt x="3171186" y="2199760"/>
                  </a:lnTo>
                  <a:lnTo>
                    <a:pt x="3135555" y="2195829"/>
                  </a:lnTo>
                  <a:lnTo>
                    <a:pt x="3099923" y="2191818"/>
                  </a:lnTo>
                  <a:lnTo>
                    <a:pt x="3064292" y="2187732"/>
                  </a:lnTo>
                  <a:lnTo>
                    <a:pt x="3028661" y="2183576"/>
                  </a:lnTo>
                  <a:lnTo>
                    <a:pt x="2993029" y="2179355"/>
                  </a:lnTo>
                  <a:lnTo>
                    <a:pt x="2957398" y="2175073"/>
                  </a:lnTo>
                  <a:lnTo>
                    <a:pt x="2921767" y="2170737"/>
                  </a:lnTo>
                  <a:lnTo>
                    <a:pt x="2886135" y="2166353"/>
                  </a:lnTo>
                  <a:lnTo>
                    <a:pt x="2850504" y="2161926"/>
                  </a:lnTo>
                  <a:lnTo>
                    <a:pt x="2814873" y="2157462"/>
                  </a:lnTo>
                  <a:lnTo>
                    <a:pt x="2779241" y="2152968"/>
                  </a:lnTo>
                  <a:lnTo>
                    <a:pt x="2743610" y="2148450"/>
                  </a:lnTo>
                  <a:lnTo>
                    <a:pt x="2707979" y="2143916"/>
                  </a:lnTo>
                  <a:lnTo>
                    <a:pt x="2672348" y="2139372"/>
                  </a:lnTo>
                  <a:lnTo>
                    <a:pt x="2636716" y="2134827"/>
                  </a:lnTo>
                  <a:lnTo>
                    <a:pt x="2601085" y="2130286"/>
                  </a:lnTo>
                  <a:lnTo>
                    <a:pt x="2565454" y="2125760"/>
                  </a:lnTo>
                  <a:lnTo>
                    <a:pt x="2529822" y="2121255"/>
                  </a:lnTo>
                  <a:lnTo>
                    <a:pt x="2494191" y="2116779"/>
                  </a:lnTo>
                  <a:lnTo>
                    <a:pt x="2458560" y="2112342"/>
                  </a:lnTo>
                  <a:lnTo>
                    <a:pt x="2422928" y="2107953"/>
                  </a:lnTo>
                  <a:lnTo>
                    <a:pt x="2387297" y="2103619"/>
                  </a:lnTo>
                  <a:lnTo>
                    <a:pt x="2351666" y="2099351"/>
                  </a:lnTo>
                  <a:lnTo>
                    <a:pt x="2316034" y="2095156"/>
                  </a:lnTo>
                  <a:lnTo>
                    <a:pt x="2280403" y="2091046"/>
                  </a:lnTo>
                  <a:lnTo>
                    <a:pt x="2244772" y="2087029"/>
                  </a:lnTo>
                  <a:lnTo>
                    <a:pt x="2209141" y="2083115"/>
                  </a:lnTo>
                  <a:lnTo>
                    <a:pt x="2173509" y="2079313"/>
                  </a:lnTo>
                  <a:lnTo>
                    <a:pt x="2137878" y="2075634"/>
                  </a:lnTo>
                  <a:lnTo>
                    <a:pt x="2102247" y="2072086"/>
                  </a:lnTo>
                  <a:lnTo>
                    <a:pt x="2066615" y="2068679"/>
                  </a:lnTo>
                  <a:lnTo>
                    <a:pt x="2030984" y="2065422"/>
                  </a:lnTo>
                  <a:lnTo>
                    <a:pt x="1995353" y="2062326"/>
                  </a:lnTo>
                  <a:lnTo>
                    <a:pt x="1959721" y="2059398"/>
                  </a:lnTo>
                  <a:lnTo>
                    <a:pt x="1924090" y="2056647"/>
                  </a:lnTo>
                  <a:lnTo>
                    <a:pt x="1888459" y="2054083"/>
                  </a:lnTo>
                  <a:lnTo>
                    <a:pt x="1852827" y="2051713"/>
                  </a:lnTo>
                  <a:lnTo>
                    <a:pt x="1817196" y="2049545"/>
                  </a:lnTo>
                  <a:lnTo>
                    <a:pt x="1781565" y="2047587"/>
                  </a:lnTo>
                  <a:lnTo>
                    <a:pt x="1745934" y="2045844"/>
                  </a:lnTo>
                  <a:lnTo>
                    <a:pt x="1710302" y="2044323"/>
                  </a:lnTo>
                  <a:lnTo>
                    <a:pt x="1674671" y="2043031"/>
                  </a:lnTo>
                  <a:lnTo>
                    <a:pt x="1639040" y="2041971"/>
                  </a:lnTo>
                  <a:lnTo>
                    <a:pt x="1603408" y="2041148"/>
                  </a:lnTo>
                  <a:lnTo>
                    <a:pt x="1567777" y="2040566"/>
                  </a:lnTo>
                  <a:lnTo>
                    <a:pt x="1532146" y="2040227"/>
                  </a:lnTo>
                  <a:lnTo>
                    <a:pt x="1496514" y="2040133"/>
                  </a:lnTo>
                  <a:lnTo>
                    <a:pt x="1460883" y="2040286"/>
                  </a:lnTo>
                  <a:lnTo>
                    <a:pt x="1425252" y="2040685"/>
                  </a:lnTo>
                  <a:lnTo>
                    <a:pt x="1389620" y="2041330"/>
                  </a:lnTo>
                  <a:lnTo>
                    <a:pt x="1353989" y="2042220"/>
                  </a:lnTo>
                  <a:lnTo>
                    <a:pt x="1318358" y="2043351"/>
                  </a:lnTo>
                  <a:lnTo>
                    <a:pt x="1282727" y="2044722"/>
                  </a:lnTo>
                  <a:lnTo>
                    <a:pt x="1247095" y="2046327"/>
                  </a:lnTo>
                  <a:lnTo>
                    <a:pt x="1211464" y="2048161"/>
                  </a:lnTo>
                  <a:lnTo>
                    <a:pt x="1175833" y="2050219"/>
                  </a:lnTo>
                  <a:lnTo>
                    <a:pt x="1140201" y="2052494"/>
                  </a:lnTo>
                  <a:lnTo>
                    <a:pt x="1104570" y="2054979"/>
                  </a:lnTo>
                  <a:lnTo>
                    <a:pt x="1068939" y="2057665"/>
                  </a:lnTo>
                  <a:lnTo>
                    <a:pt x="1033307" y="2060543"/>
                  </a:lnTo>
                  <a:lnTo>
                    <a:pt x="997676" y="2063604"/>
                  </a:lnTo>
                  <a:lnTo>
                    <a:pt x="962045" y="2066838"/>
                  </a:lnTo>
                  <a:lnTo>
                    <a:pt x="926413" y="2070239"/>
                  </a:lnTo>
                  <a:lnTo>
                    <a:pt x="890782" y="2073800"/>
                  </a:lnTo>
                  <a:lnTo>
                    <a:pt x="855151" y="2077514"/>
                  </a:lnTo>
                  <a:lnTo>
                    <a:pt x="819520" y="2081378"/>
                  </a:lnTo>
                  <a:lnTo>
                    <a:pt x="783888" y="2085383"/>
                  </a:lnTo>
                  <a:lnTo>
                    <a:pt x="748257" y="2089525"/>
                  </a:lnTo>
                  <a:lnTo>
                    <a:pt x="712626" y="2093798"/>
                  </a:lnTo>
                  <a:lnTo>
                    <a:pt x="676994" y="2098195"/>
                  </a:lnTo>
                  <a:lnTo>
                    <a:pt x="641363" y="2102712"/>
                  </a:lnTo>
                  <a:lnTo>
                    <a:pt x="605732" y="2107342"/>
                  </a:lnTo>
                  <a:lnTo>
                    <a:pt x="570100" y="2112081"/>
                  </a:lnTo>
                  <a:lnTo>
                    <a:pt x="534469" y="2116922"/>
                  </a:lnTo>
                  <a:lnTo>
                    <a:pt x="498838" y="2121861"/>
                  </a:lnTo>
                  <a:lnTo>
                    <a:pt x="463206" y="2126891"/>
                  </a:lnTo>
                  <a:lnTo>
                    <a:pt x="427575" y="2132009"/>
                  </a:lnTo>
                  <a:lnTo>
                    <a:pt x="391944" y="2137209"/>
                  </a:lnTo>
                  <a:lnTo>
                    <a:pt x="356313" y="2142486"/>
                  </a:lnTo>
                  <a:lnTo>
                    <a:pt x="320681" y="2147836"/>
                  </a:lnTo>
                  <a:lnTo>
                    <a:pt x="285050" y="2153253"/>
                  </a:lnTo>
                  <a:lnTo>
                    <a:pt x="249419" y="2158735"/>
                  </a:lnTo>
                  <a:lnTo>
                    <a:pt x="213787" y="2164275"/>
                  </a:lnTo>
                  <a:lnTo>
                    <a:pt x="178156" y="2169870"/>
                  </a:lnTo>
                  <a:lnTo>
                    <a:pt x="142525" y="2175517"/>
                  </a:lnTo>
                  <a:lnTo>
                    <a:pt x="106893" y="2181210"/>
                  </a:lnTo>
                  <a:lnTo>
                    <a:pt x="71262" y="2186946"/>
                  </a:lnTo>
                  <a:lnTo>
                    <a:pt x="35631" y="2192722"/>
                  </a:lnTo>
                  <a:lnTo>
                    <a:pt x="0" y="2198533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10828" y="2571315"/>
              <a:ext cx="4251850" cy="2721974"/>
            </a:xfrm>
            <a:custGeom>
              <a:avLst/>
              <a:pathLst>
                <a:path w="4251850" h="2721974">
                  <a:moveTo>
                    <a:pt x="0" y="0"/>
                  </a:moveTo>
                  <a:lnTo>
                    <a:pt x="11725" y="21008"/>
                  </a:lnTo>
                  <a:lnTo>
                    <a:pt x="47356" y="85850"/>
                  </a:lnTo>
                  <a:lnTo>
                    <a:pt x="82987" y="151631"/>
                  </a:lnTo>
                  <a:lnTo>
                    <a:pt x="118618" y="218287"/>
                  </a:lnTo>
                  <a:lnTo>
                    <a:pt x="154250" y="285746"/>
                  </a:lnTo>
                  <a:lnTo>
                    <a:pt x="189881" y="353935"/>
                  </a:lnTo>
                  <a:lnTo>
                    <a:pt x="225512" y="422772"/>
                  </a:lnTo>
                  <a:lnTo>
                    <a:pt x="261144" y="492173"/>
                  </a:lnTo>
                  <a:lnTo>
                    <a:pt x="296775" y="562049"/>
                  </a:lnTo>
                  <a:lnTo>
                    <a:pt x="332406" y="632307"/>
                  </a:lnTo>
                  <a:lnTo>
                    <a:pt x="368038" y="702851"/>
                  </a:lnTo>
                  <a:lnTo>
                    <a:pt x="403669" y="773582"/>
                  </a:lnTo>
                  <a:lnTo>
                    <a:pt x="439300" y="844399"/>
                  </a:lnTo>
                  <a:lnTo>
                    <a:pt x="474932" y="915199"/>
                  </a:lnTo>
                  <a:lnTo>
                    <a:pt x="510563" y="985878"/>
                  </a:lnTo>
                  <a:lnTo>
                    <a:pt x="546194" y="1056329"/>
                  </a:lnTo>
                  <a:lnTo>
                    <a:pt x="581825" y="1126448"/>
                  </a:lnTo>
                  <a:lnTo>
                    <a:pt x="617457" y="1196129"/>
                  </a:lnTo>
                  <a:lnTo>
                    <a:pt x="653088" y="1265266"/>
                  </a:lnTo>
                  <a:lnTo>
                    <a:pt x="688719" y="1333721"/>
                  </a:lnTo>
                  <a:lnTo>
                    <a:pt x="724351" y="1401283"/>
                  </a:lnTo>
                  <a:lnTo>
                    <a:pt x="759982" y="1467753"/>
                  </a:lnTo>
                  <a:lnTo>
                    <a:pt x="795613" y="1532953"/>
                  </a:lnTo>
                  <a:lnTo>
                    <a:pt x="831245" y="1596728"/>
                  </a:lnTo>
                  <a:lnTo>
                    <a:pt x="866876" y="1658945"/>
                  </a:lnTo>
                  <a:lnTo>
                    <a:pt x="902507" y="1719490"/>
                  </a:lnTo>
                  <a:lnTo>
                    <a:pt x="938139" y="1778269"/>
                  </a:lnTo>
                  <a:lnTo>
                    <a:pt x="973770" y="1835206"/>
                  </a:lnTo>
                  <a:lnTo>
                    <a:pt x="1009401" y="1890242"/>
                  </a:lnTo>
                  <a:lnTo>
                    <a:pt x="1045032" y="1943336"/>
                  </a:lnTo>
                  <a:lnTo>
                    <a:pt x="1080664" y="1994458"/>
                  </a:lnTo>
                  <a:lnTo>
                    <a:pt x="1116295" y="2043595"/>
                  </a:lnTo>
                  <a:lnTo>
                    <a:pt x="1151926" y="2090744"/>
                  </a:lnTo>
                  <a:lnTo>
                    <a:pt x="1187558" y="2135914"/>
                  </a:lnTo>
                  <a:lnTo>
                    <a:pt x="1223189" y="2179122"/>
                  </a:lnTo>
                  <a:lnTo>
                    <a:pt x="1258820" y="2220396"/>
                  </a:lnTo>
                  <a:lnTo>
                    <a:pt x="1294452" y="2259769"/>
                  </a:lnTo>
                  <a:lnTo>
                    <a:pt x="1330083" y="2292891"/>
                  </a:lnTo>
                  <a:lnTo>
                    <a:pt x="1365714" y="2297806"/>
                  </a:lnTo>
                  <a:lnTo>
                    <a:pt x="1401346" y="2303001"/>
                  </a:lnTo>
                  <a:lnTo>
                    <a:pt x="1436977" y="2308487"/>
                  </a:lnTo>
                  <a:lnTo>
                    <a:pt x="1472608" y="2314273"/>
                  </a:lnTo>
                  <a:lnTo>
                    <a:pt x="1508239" y="2320366"/>
                  </a:lnTo>
                  <a:lnTo>
                    <a:pt x="1543871" y="2326772"/>
                  </a:lnTo>
                  <a:lnTo>
                    <a:pt x="1579502" y="2333495"/>
                  </a:lnTo>
                  <a:lnTo>
                    <a:pt x="1615133" y="2340536"/>
                  </a:lnTo>
                  <a:lnTo>
                    <a:pt x="1650765" y="2347896"/>
                  </a:lnTo>
                  <a:lnTo>
                    <a:pt x="1686396" y="2355572"/>
                  </a:lnTo>
                  <a:lnTo>
                    <a:pt x="1722027" y="2363560"/>
                  </a:lnTo>
                  <a:lnTo>
                    <a:pt x="1757659" y="2371853"/>
                  </a:lnTo>
                  <a:lnTo>
                    <a:pt x="1793290" y="2380441"/>
                  </a:lnTo>
                  <a:lnTo>
                    <a:pt x="1828921" y="2389314"/>
                  </a:lnTo>
                  <a:lnTo>
                    <a:pt x="1864553" y="2398457"/>
                  </a:lnTo>
                  <a:lnTo>
                    <a:pt x="1900184" y="2407854"/>
                  </a:lnTo>
                  <a:lnTo>
                    <a:pt x="1935815" y="2417485"/>
                  </a:lnTo>
                  <a:lnTo>
                    <a:pt x="1971446" y="2427327"/>
                  </a:lnTo>
                  <a:lnTo>
                    <a:pt x="2007078" y="2437346"/>
                  </a:lnTo>
                  <a:lnTo>
                    <a:pt x="2042709" y="2447495"/>
                  </a:lnTo>
                  <a:lnTo>
                    <a:pt x="2078340" y="2457732"/>
                  </a:lnTo>
                  <a:lnTo>
                    <a:pt x="2113972" y="2468012"/>
                  </a:lnTo>
                  <a:lnTo>
                    <a:pt x="2149603" y="2478297"/>
                  </a:lnTo>
                  <a:lnTo>
                    <a:pt x="2185234" y="2488549"/>
                  </a:lnTo>
                  <a:lnTo>
                    <a:pt x="2220866" y="2498731"/>
                  </a:lnTo>
                  <a:lnTo>
                    <a:pt x="2256497" y="2508810"/>
                  </a:lnTo>
                  <a:lnTo>
                    <a:pt x="2292128" y="2518756"/>
                  </a:lnTo>
                  <a:lnTo>
                    <a:pt x="2327760" y="2528539"/>
                  </a:lnTo>
                  <a:lnTo>
                    <a:pt x="2363391" y="2538136"/>
                  </a:lnTo>
                  <a:lnTo>
                    <a:pt x="2399022" y="2547522"/>
                  </a:lnTo>
                  <a:lnTo>
                    <a:pt x="2434653" y="2556678"/>
                  </a:lnTo>
                  <a:lnTo>
                    <a:pt x="2470285" y="2565586"/>
                  </a:lnTo>
                  <a:lnTo>
                    <a:pt x="2505916" y="2574230"/>
                  </a:lnTo>
                  <a:lnTo>
                    <a:pt x="2541547" y="2582599"/>
                  </a:lnTo>
                  <a:lnTo>
                    <a:pt x="2577179" y="2590682"/>
                  </a:lnTo>
                  <a:lnTo>
                    <a:pt x="2612810" y="2598471"/>
                  </a:lnTo>
                  <a:lnTo>
                    <a:pt x="2648441" y="2605960"/>
                  </a:lnTo>
                  <a:lnTo>
                    <a:pt x="2684073" y="2613146"/>
                  </a:lnTo>
                  <a:lnTo>
                    <a:pt x="2719704" y="2620027"/>
                  </a:lnTo>
                  <a:lnTo>
                    <a:pt x="2755335" y="2626603"/>
                  </a:lnTo>
                  <a:lnTo>
                    <a:pt x="2790967" y="2632875"/>
                  </a:lnTo>
                  <a:lnTo>
                    <a:pt x="2826598" y="2638846"/>
                  </a:lnTo>
                  <a:lnTo>
                    <a:pt x="2862229" y="2644522"/>
                  </a:lnTo>
                  <a:lnTo>
                    <a:pt x="2897860" y="2649906"/>
                  </a:lnTo>
                  <a:lnTo>
                    <a:pt x="2933492" y="2655006"/>
                  </a:lnTo>
                  <a:lnTo>
                    <a:pt x="2969123" y="2659827"/>
                  </a:lnTo>
                  <a:lnTo>
                    <a:pt x="3004754" y="2664379"/>
                  </a:lnTo>
                  <a:lnTo>
                    <a:pt x="3040386" y="2668670"/>
                  </a:lnTo>
                  <a:lnTo>
                    <a:pt x="3076017" y="2672707"/>
                  </a:lnTo>
                  <a:lnTo>
                    <a:pt x="3111648" y="2676501"/>
                  </a:lnTo>
                  <a:lnTo>
                    <a:pt x="3147280" y="2680060"/>
                  </a:lnTo>
                  <a:lnTo>
                    <a:pt x="3182911" y="2683394"/>
                  </a:lnTo>
                  <a:lnTo>
                    <a:pt x="3218542" y="2686513"/>
                  </a:lnTo>
                  <a:lnTo>
                    <a:pt x="3254174" y="2689426"/>
                  </a:lnTo>
                  <a:lnTo>
                    <a:pt x="3289805" y="2692143"/>
                  </a:lnTo>
                  <a:lnTo>
                    <a:pt x="3325436" y="2694672"/>
                  </a:lnTo>
                  <a:lnTo>
                    <a:pt x="3361067" y="2697025"/>
                  </a:lnTo>
                  <a:lnTo>
                    <a:pt x="3396699" y="2699209"/>
                  </a:lnTo>
                  <a:lnTo>
                    <a:pt x="3432330" y="2701235"/>
                  </a:lnTo>
                  <a:lnTo>
                    <a:pt x="3467961" y="2703110"/>
                  </a:lnTo>
                  <a:lnTo>
                    <a:pt x="3503593" y="2704845"/>
                  </a:lnTo>
                  <a:lnTo>
                    <a:pt x="3539224" y="2706447"/>
                  </a:lnTo>
                  <a:lnTo>
                    <a:pt x="3574855" y="2707925"/>
                  </a:lnTo>
                  <a:lnTo>
                    <a:pt x="3610487" y="2709288"/>
                  </a:lnTo>
                  <a:lnTo>
                    <a:pt x="3646118" y="2710543"/>
                  </a:lnTo>
                  <a:lnTo>
                    <a:pt x="3681749" y="2711699"/>
                  </a:lnTo>
                  <a:lnTo>
                    <a:pt x="3717380" y="2712764"/>
                  </a:lnTo>
                  <a:lnTo>
                    <a:pt x="3753012" y="2713744"/>
                  </a:lnTo>
                  <a:lnTo>
                    <a:pt x="3788643" y="2714649"/>
                  </a:lnTo>
                  <a:lnTo>
                    <a:pt x="3824274" y="2715485"/>
                  </a:lnTo>
                  <a:lnTo>
                    <a:pt x="3859906" y="2716260"/>
                  </a:lnTo>
                  <a:lnTo>
                    <a:pt x="3895537" y="2716981"/>
                  </a:lnTo>
                  <a:lnTo>
                    <a:pt x="3931168" y="2717653"/>
                  </a:lnTo>
                  <a:lnTo>
                    <a:pt x="3966800" y="2718279"/>
                  </a:lnTo>
                  <a:lnTo>
                    <a:pt x="4002431" y="2718864"/>
                  </a:lnTo>
                  <a:lnTo>
                    <a:pt x="4038062" y="2719409"/>
                  </a:lnTo>
                  <a:lnTo>
                    <a:pt x="4073694" y="2719917"/>
                  </a:lnTo>
                  <a:lnTo>
                    <a:pt x="4109325" y="2720390"/>
                  </a:lnTo>
                  <a:lnTo>
                    <a:pt x="4144956" y="2720830"/>
                  </a:lnTo>
                  <a:lnTo>
                    <a:pt x="4180587" y="2721240"/>
                  </a:lnTo>
                  <a:lnTo>
                    <a:pt x="4216219" y="2721621"/>
                  </a:lnTo>
                  <a:lnTo>
                    <a:pt x="4251850" y="27219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11448"/>
              <a:ext cx="7090630" cy="958293"/>
            </a:xfrm>
            <a:custGeom>
              <a:avLst/>
              <a:pathLst>
                <a:path w="7090630" h="958293">
                  <a:moveTo>
                    <a:pt x="7090630" y="958293"/>
                  </a:moveTo>
                  <a:lnTo>
                    <a:pt x="7054998" y="957640"/>
                  </a:lnTo>
                  <a:lnTo>
                    <a:pt x="7019367" y="956945"/>
                  </a:lnTo>
                  <a:lnTo>
                    <a:pt x="6983736" y="956207"/>
                  </a:lnTo>
                  <a:lnTo>
                    <a:pt x="6948104" y="955423"/>
                  </a:lnTo>
                  <a:lnTo>
                    <a:pt x="6912473" y="954590"/>
                  </a:lnTo>
                  <a:lnTo>
                    <a:pt x="6876842" y="953706"/>
                  </a:lnTo>
                  <a:lnTo>
                    <a:pt x="6841210" y="952766"/>
                  </a:lnTo>
                  <a:lnTo>
                    <a:pt x="6805579" y="951770"/>
                  </a:lnTo>
                  <a:lnTo>
                    <a:pt x="6769948" y="950712"/>
                  </a:lnTo>
                  <a:lnTo>
                    <a:pt x="6734317" y="949590"/>
                  </a:lnTo>
                  <a:lnTo>
                    <a:pt x="6698685" y="948400"/>
                  </a:lnTo>
                  <a:lnTo>
                    <a:pt x="6663054" y="947139"/>
                  </a:lnTo>
                  <a:lnTo>
                    <a:pt x="6627423" y="945803"/>
                  </a:lnTo>
                  <a:lnTo>
                    <a:pt x="6591791" y="944389"/>
                  </a:lnTo>
                  <a:lnTo>
                    <a:pt x="6556160" y="942892"/>
                  </a:lnTo>
                  <a:lnTo>
                    <a:pt x="6520529" y="941310"/>
                  </a:lnTo>
                  <a:lnTo>
                    <a:pt x="6484897" y="939638"/>
                  </a:lnTo>
                  <a:lnTo>
                    <a:pt x="6449266" y="937873"/>
                  </a:lnTo>
                  <a:lnTo>
                    <a:pt x="6413635" y="936012"/>
                  </a:lnTo>
                  <a:lnTo>
                    <a:pt x="6378003" y="934049"/>
                  </a:lnTo>
                  <a:lnTo>
                    <a:pt x="6342372" y="931981"/>
                  </a:lnTo>
                  <a:lnTo>
                    <a:pt x="6306741" y="929805"/>
                  </a:lnTo>
                  <a:lnTo>
                    <a:pt x="6271110" y="927517"/>
                  </a:lnTo>
                  <a:lnTo>
                    <a:pt x="6235478" y="925114"/>
                  </a:lnTo>
                  <a:lnTo>
                    <a:pt x="6199847" y="922590"/>
                  </a:lnTo>
                  <a:lnTo>
                    <a:pt x="6164216" y="919944"/>
                  </a:lnTo>
                  <a:lnTo>
                    <a:pt x="6128584" y="917171"/>
                  </a:lnTo>
                  <a:lnTo>
                    <a:pt x="6092953" y="914268"/>
                  </a:lnTo>
                  <a:lnTo>
                    <a:pt x="6057322" y="911233"/>
                  </a:lnTo>
                  <a:lnTo>
                    <a:pt x="6021690" y="908061"/>
                  </a:lnTo>
                  <a:lnTo>
                    <a:pt x="5986059" y="904750"/>
                  </a:lnTo>
                  <a:lnTo>
                    <a:pt x="5950428" y="901296"/>
                  </a:lnTo>
                  <a:lnTo>
                    <a:pt x="5914796" y="897698"/>
                  </a:lnTo>
                  <a:lnTo>
                    <a:pt x="5879165" y="893951"/>
                  </a:lnTo>
                  <a:lnTo>
                    <a:pt x="5843534" y="890053"/>
                  </a:lnTo>
                  <a:lnTo>
                    <a:pt x="5807903" y="886002"/>
                  </a:lnTo>
                  <a:lnTo>
                    <a:pt x="5772271" y="881794"/>
                  </a:lnTo>
                  <a:lnTo>
                    <a:pt x="5736640" y="877426"/>
                  </a:lnTo>
                  <a:lnTo>
                    <a:pt x="5701009" y="872895"/>
                  </a:lnTo>
                  <a:lnTo>
                    <a:pt x="5665377" y="868197"/>
                  </a:lnTo>
                  <a:lnTo>
                    <a:pt x="5629746" y="863328"/>
                  </a:lnTo>
                  <a:lnTo>
                    <a:pt x="5594115" y="858282"/>
                  </a:lnTo>
                  <a:lnTo>
                    <a:pt x="5558483" y="853056"/>
                  </a:lnTo>
                  <a:lnTo>
                    <a:pt x="5522852" y="847643"/>
                  </a:lnTo>
                  <a:lnTo>
                    <a:pt x="5487221" y="842036"/>
                  </a:lnTo>
                  <a:lnTo>
                    <a:pt x="5451589" y="836226"/>
                  </a:lnTo>
                  <a:lnTo>
                    <a:pt x="5415958" y="830205"/>
                  </a:lnTo>
                  <a:lnTo>
                    <a:pt x="5380327" y="823963"/>
                  </a:lnTo>
                  <a:lnTo>
                    <a:pt x="5344696" y="817487"/>
                  </a:lnTo>
                  <a:lnTo>
                    <a:pt x="5309064" y="810764"/>
                  </a:lnTo>
                  <a:lnTo>
                    <a:pt x="5273433" y="803778"/>
                  </a:lnTo>
                  <a:lnTo>
                    <a:pt x="5237802" y="796512"/>
                  </a:lnTo>
                  <a:lnTo>
                    <a:pt x="5202170" y="788947"/>
                  </a:lnTo>
                  <a:lnTo>
                    <a:pt x="5166539" y="781060"/>
                  </a:lnTo>
                  <a:lnTo>
                    <a:pt x="5130908" y="772829"/>
                  </a:lnTo>
                  <a:lnTo>
                    <a:pt x="5095276" y="764226"/>
                  </a:lnTo>
                  <a:lnTo>
                    <a:pt x="5059645" y="755221"/>
                  </a:lnTo>
                  <a:lnTo>
                    <a:pt x="5024014" y="745782"/>
                  </a:lnTo>
                  <a:lnTo>
                    <a:pt x="4988382" y="735872"/>
                  </a:lnTo>
                  <a:lnTo>
                    <a:pt x="4952751" y="725453"/>
                  </a:lnTo>
                  <a:lnTo>
                    <a:pt x="4917120" y="714479"/>
                  </a:lnTo>
                  <a:lnTo>
                    <a:pt x="4881489" y="702904"/>
                  </a:lnTo>
                  <a:lnTo>
                    <a:pt x="4845857" y="690675"/>
                  </a:lnTo>
                  <a:lnTo>
                    <a:pt x="4810226" y="677734"/>
                  </a:lnTo>
                  <a:lnTo>
                    <a:pt x="4774595" y="664018"/>
                  </a:lnTo>
                  <a:lnTo>
                    <a:pt x="4738963" y="649468"/>
                  </a:lnTo>
                  <a:lnTo>
                    <a:pt x="4703332" y="634032"/>
                  </a:lnTo>
                  <a:lnTo>
                    <a:pt x="4667701" y="617657"/>
                  </a:lnTo>
                  <a:lnTo>
                    <a:pt x="4632069" y="600287"/>
                  </a:lnTo>
                  <a:lnTo>
                    <a:pt x="4596438" y="581868"/>
                  </a:lnTo>
                  <a:lnTo>
                    <a:pt x="4560807" y="562341"/>
                  </a:lnTo>
                  <a:lnTo>
                    <a:pt x="4525175" y="541647"/>
                  </a:lnTo>
                  <a:lnTo>
                    <a:pt x="4489544" y="519727"/>
                  </a:lnTo>
                  <a:lnTo>
                    <a:pt x="4453913" y="496519"/>
                  </a:lnTo>
                  <a:lnTo>
                    <a:pt x="4418282" y="471961"/>
                  </a:lnTo>
                  <a:lnTo>
                    <a:pt x="4382650" y="445993"/>
                  </a:lnTo>
                  <a:lnTo>
                    <a:pt x="4347019" y="418551"/>
                  </a:lnTo>
                  <a:lnTo>
                    <a:pt x="4311388" y="389576"/>
                  </a:lnTo>
                  <a:lnTo>
                    <a:pt x="4275756" y="359005"/>
                  </a:lnTo>
                  <a:lnTo>
                    <a:pt x="4240125" y="326781"/>
                  </a:lnTo>
                  <a:lnTo>
                    <a:pt x="4204494" y="292847"/>
                  </a:lnTo>
                  <a:lnTo>
                    <a:pt x="4168862" y="257148"/>
                  </a:lnTo>
                  <a:lnTo>
                    <a:pt x="4133231" y="248112"/>
                  </a:lnTo>
                  <a:lnTo>
                    <a:pt x="4097600" y="243720"/>
                  </a:lnTo>
                  <a:lnTo>
                    <a:pt x="4061968" y="239570"/>
                  </a:lnTo>
                  <a:lnTo>
                    <a:pt x="4026337" y="235644"/>
                  </a:lnTo>
                  <a:lnTo>
                    <a:pt x="3990706" y="231927"/>
                  </a:lnTo>
                  <a:lnTo>
                    <a:pt x="3955075" y="228401"/>
                  </a:lnTo>
                  <a:lnTo>
                    <a:pt x="3919443" y="225047"/>
                  </a:lnTo>
                  <a:lnTo>
                    <a:pt x="3883812" y="221846"/>
                  </a:lnTo>
                  <a:lnTo>
                    <a:pt x="3848181" y="218779"/>
                  </a:lnTo>
                  <a:lnTo>
                    <a:pt x="3812549" y="215825"/>
                  </a:lnTo>
                  <a:lnTo>
                    <a:pt x="3776918" y="212963"/>
                  </a:lnTo>
                  <a:lnTo>
                    <a:pt x="3741287" y="210172"/>
                  </a:lnTo>
                  <a:lnTo>
                    <a:pt x="3705655" y="207429"/>
                  </a:lnTo>
                  <a:lnTo>
                    <a:pt x="3670024" y="204714"/>
                  </a:lnTo>
                  <a:lnTo>
                    <a:pt x="3634393" y="202002"/>
                  </a:lnTo>
                  <a:lnTo>
                    <a:pt x="3598762" y="199272"/>
                  </a:lnTo>
                  <a:lnTo>
                    <a:pt x="3563130" y="196501"/>
                  </a:lnTo>
                  <a:lnTo>
                    <a:pt x="3527499" y="193664"/>
                  </a:lnTo>
                  <a:lnTo>
                    <a:pt x="3491868" y="190740"/>
                  </a:lnTo>
                  <a:lnTo>
                    <a:pt x="3456236" y="187706"/>
                  </a:lnTo>
                  <a:lnTo>
                    <a:pt x="3420605" y="184559"/>
                  </a:lnTo>
                  <a:lnTo>
                    <a:pt x="3384974" y="181301"/>
                  </a:lnTo>
                  <a:lnTo>
                    <a:pt x="3349342" y="177936"/>
                  </a:lnTo>
                  <a:lnTo>
                    <a:pt x="3313711" y="174467"/>
                  </a:lnTo>
                  <a:lnTo>
                    <a:pt x="3278080" y="170898"/>
                  </a:lnTo>
                  <a:lnTo>
                    <a:pt x="3242448" y="167232"/>
                  </a:lnTo>
                  <a:lnTo>
                    <a:pt x="3206817" y="163474"/>
                  </a:lnTo>
                  <a:lnTo>
                    <a:pt x="3171186" y="159627"/>
                  </a:lnTo>
                  <a:lnTo>
                    <a:pt x="3135555" y="155696"/>
                  </a:lnTo>
                  <a:lnTo>
                    <a:pt x="3099923" y="151685"/>
                  </a:lnTo>
                  <a:lnTo>
                    <a:pt x="3064292" y="147599"/>
                  </a:lnTo>
                  <a:lnTo>
                    <a:pt x="3028661" y="143443"/>
                  </a:lnTo>
                  <a:lnTo>
                    <a:pt x="2993029" y="139221"/>
                  </a:lnTo>
                  <a:lnTo>
                    <a:pt x="2957398" y="134940"/>
                  </a:lnTo>
                  <a:lnTo>
                    <a:pt x="2921767" y="130604"/>
                  </a:lnTo>
                  <a:lnTo>
                    <a:pt x="2886135" y="126219"/>
                  </a:lnTo>
                  <a:lnTo>
                    <a:pt x="2850504" y="121792"/>
                  </a:lnTo>
                  <a:lnTo>
                    <a:pt x="2814873" y="117328"/>
                  </a:lnTo>
                  <a:lnTo>
                    <a:pt x="2779241" y="112834"/>
                  </a:lnTo>
                  <a:lnTo>
                    <a:pt x="2743610" y="108317"/>
                  </a:lnTo>
                  <a:lnTo>
                    <a:pt x="2707979" y="103782"/>
                  </a:lnTo>
                  <a:lnTo>
                    <a:pt x="2672348" y="99239"/>
                  </a:lnTo>
                  <a:lnTo>
                    <a:pt x="2636716" y="94693"/>
                  </a:lnTo>
                  <a:lnTo>
                    <a:pt x="2601085" y="90153"/>
                  </a:lnTo>
                  <a:lnTo>
                    <a:pt x="2565454" y="85626"/>
                  </a:lnTo>
                  <a:lnTo>
                    <a:pt x="2529822" y="81121"/>
                  </a:lnTo>
                  <a:lnTo>
                    <a:pt x="2494191" y="76646"/>
                  </a:lnTo>
                  <a:lnTo>
                    <a:pt x="2458560" y="72209"/>
                  </a:lnTo>
                  <a:lnTo>
                    <a:pt x="2422928" y="67819"/>
                  </a:lnTo>
                  <a:lnTo>
                    <a:pt x="2387297" y="63486"/>
                  </a:lnTo>
                  <a:lnTo>
                    <a:pt x="2351666" y="59217"/>
                  </a:lnTo>
                  <a:lnTo>
                    <a:pt x="2316034" y="55023"/>
                  </a:lnTo>
                  <a:lnTo>
                    <a:pt x="2280403" y="50913"/>
                  </a:lnTo>
                  <a:lnTo>
                    <a:pt x="2244772" y="46896"/>
                  </a:lnTo>
                  <a:lnTo>
                    <a:pt x="2209141" y="42982"/>
                  </a:lnTo>
                  <a:lnTo>
                    <a:pt x="2173509" y="39180"/>
                  </a:lnTo>
                  <a:lnTo>
                    <a:pt x="2137878" y="35500"/>
                  </a:lnTo>
                  <a:lnTo>
                    <a:pt x="2102247" y="31952"/>
                  </a:lnTo>
                  <a:lnTo>
                    <a:pt x="2066615" y="28545"/>
                  </a:lnTo>
                  <a:lnTo>
                    <a:pt x="2030984" y="25289"/>
                  </a:lnTo>
                  <a:lnTo>
                    <a:pt x="1995353" y="22192"/>
                  </a:lnTo>
                  <a:lnTo>
                    <a:pt x="1959721" y="19264"/>
                  </a:lnTo>
                  <a:lnTo>
                    <a:pt x="1924090" y="16514"/>
                  </a:lnTo>
                  <a:lnTo>
                    <a:pt x="1888459" y="13950"/>
                  </a:lnTo>
                  <a:lnTo>
                    <a:pt x="1852827" y="11580"/>
                  </a:lnTo>
                  <a:lnTo>
                    <a:pt x="1817196" y="9412"/>
                  </a:lnTo>
                  <a:lnTo>
                    <a:pt x="1781565" y="7453"/>
                  </a:lnTo>
                  <a:lnTo>
                    <a:pt x="1745934" y="5710"/>
                  </a:lnTo>
                  <a:lnTo>
                    <a:pt x="1710302" y="4190"/>
                  </a:lnTo>
                  <a:lnTo>
                    <a:pt x="1674671" y="2897"/>
                  </a:lnTo>
                  <a:lnTo>
                    <a:pt x="1639040" y="1837"/>
                  </a:lnTo>
                  <a:lnTo>
                    <a:pt x="1603408" y="1014"/>
                  </a:lnTo>
                  <a:lnTo>
                    <a:pt x="1567777" y="432"/>
                  </a:lnTo>
                  <a:lnTo>
                    <a:pt x="1532146" y="93"/>
                  </a:lnTo>
                  <a:lnTo>
                    <a:pt x="1496514" y="0"/>
                  </a:lnTo>
                  <a:lnTo>
                    <a:pt x="1460883" y="152"/>
                  </a:lnTo>
                  <a:lnTo>
                    <a:pt x="1425252" y="551"/>
                  </a:lnTo>
                  <a:lnTo>
                    <a:pt x="1389620" y="1197"/>
                  </a:lnTo>
                  <a:lnTo>
                    <a:pt x="1353989" y="2086"/>
                  </a:lnTo>
                  <a:lnTo>
                    <a:pt x="1318358" y="3218"/>
                  </a:lnTo>
                  <a:lnTo>
                    <a:pt x="1282727" y="4588"/>
                  </a:lnTo>
                  <a:lnTo>
                    <a:pt x="1247095" y="6193"/>
                  </a:lnTo>
                  <a:lnTo>
                    <a:pt x="1211464" y="8028"/>
                  </a:lnTo>
                  <a:lnTo>
                    <a:pt x="1175833" y="10086"/>
                  </a:lnTo>
                  <a:lnTo>
                    <a:pt x="1140201" y="12361"/>
                  </a:lnTo>
                  <a:lnTo>
                    <a:pt x="1104570" y="14845"/>
                  </a:lnTo>
                  <a:lnTo>
                    <a:pt x="1068939" y="17531"/>
                  </a:lnTo>
                  <a:lnTo>
                    <a:pt x="1033307" y="20410"/>
                  </a:lnTo>
                  <a:lnTo>
                    <a:pt x="997676" y="23471"/>
                  </a:lnTo>
                  <a:lnTo>
                    <a:pt x="962045" y="26705"/>
                  </a:lnTo>
                  <a:lnTo>
                    <a:pt x="926413" y="30105"/>
                  </a:lnTo>
                  <a:lnTo>
                    <a:pt x="890782" y="33666"/>
                  </a:lnTo>
                  <a:lnTo>
                    <a:pt x="855151" y="37381"/>
                  </a:lnTo>
                  <a:lnTo>
                    <a:pt x="819520" y="41244"/>
                  </a:lnTo>
                  <a:lnTo>
                    <a:pt x="783888" y="45250"/>
                  </a:lnTo>
                  <a:lnTo>
                    <a:pt x="748257" y="49392"/>
                  </a:lnTo>
                  <a:lnTo>
                    <a:pt x="712626" y="53664"/>
                  </a:lnTo>
                  <a:lnTo>
                    <a:pt x="676994" y="58062"/>
                  </a:lnTo>
                  <a:lnTo>
                    <a:pt x="641363" y="62579"/>
                  </a:lnTo>
                  <a:lnTo>
                    <a:pt x="605732" y="67209"/>
                  </a:lnTo>
                  <a:lnTo>
                    <a:pt x="570100" y="71947"/>
                  </a:lnTo>
                  <a:lnTo>
                    <a:pt x="534469" y="76789"/>
                  </a:lnTo>
                  <a:lnTo>
                    <a:pt x="498838" y="81727"/>
                  </a:lnTo>
                  <a:lnTo>
                    <a:pt x="463206" y="86758"/>
                  </a:lnTo>
                  <a:lnTo>
                    <a:pt x="427575" y="91875"/>
                  </a:lnTo>
                  <a:lnTo>
                    <a:pt x="391944" y="97075"/>
                  </a:lnTo>
                  <a:lnTo>
                    <a:pt x="356313" y="102353"/>
                  </a:lnTo>
                  <a:lnTo>
                    <a:pt x="320681" y="107702"/>
                  </a:lnTo>
                  <a:lnTo>
                    <a:pt x="285050" y="113120"/>
                  </a:lnTo>
                  <a:lnTo>
                    <a:pt x="249419" y="118601"/>
                  </a:lnTo>
                  <a:lnTo>
                    <a:pt x="213787" y="124142"/>
                  </a:lnTo>
                  <a:lnTo>
                    <a:pt x="178156" y="129737"/>
                  </a:lnTo>
                  <a:lnTo>
                    <a:pt x="142525" y="135383"/>
                  </a:lnTo>
                  <a:lnTo>
                    <a:pt x="106893" y="141076"/>
                  </a:lnTo>
                  <a:lnTo>
                    <a:pt x="71262" y="146813"/>
                  </a:lnTo>
                  <a:lnTo>
                    <a:pt x="35631" y="152588"/>
                  </a:lnTo>
                  <a:lnTo>
                    <a:pt x="0" y="1584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10589" y="2571315"/>
              <a:ext cx="6352089" cy="2798369"/>
            </a:xfrm>
            <a:custGeom>
              <a:avLst/>
              <a:pathLst>
                <a:path w="6352089" h="2798369">
                  <a:moveTo>
                    <a:pt x="0" y="0"/>
                  </a:moveTo>
                  <a:lnTo>
                    <a:pt x="9716" y="12288"/>
                  </a:lnTo>
                  <a:lnTo>
                    <a:pt x="45348" y="56683"/>
                  </a:lnTo>
                  <a:lnTo>
                    <a:pt x="80979" y="100420"/>
                  </a:lnTo>
                  <a:lnTo>
                    <a:pt x="116610" y="143509"/>
                  </a:lnTo>
                  <a:lnTo>
                    <a:pt x="152242" y="185959"/>
                  </a:lnTo>
                  <a:lnTo>
                    <a:pt x="187873" y="227781"/>
                  </a:lnTo>
                  <a:lnTo>
                    <a:pt x="223504" y="268983"/>
                  </a:lnTo>
                  <a:lnTo>
                    <a:pt x="259136" y="309574"/>
                  </a:lnTo>
                  <a:lnTo>
                    <a:pt x="294767" y="349564"/>
                  </a:lnTo>
                  <a:lnTo>
                    <a:pt x="330398" y="388962"/>
                  </a:lnTo>
                  <a:lnTo>
                    <a:pt x="366029" y="427775"/>
                  </a:lnTo>
                  <a:lnTo>
                    <a:pt x="401661" y="466014"/>
                  </a:lnTo>
                  <a:lnTo>
                    <a:pt x="437292" y="503686"/>
                  </a:lnTo>
                  <a:lnTo>
                    <a:pt x="472923" y="540800"/>
                  </a:lnTo>
                  <a:lnTo>
                    <a:pt x="508555" y="577364"/>
                  </a:lnTo>
                  <a:lnTo>
                    <a:pt x="544186" y="613386"/>
                  </a:lnTo>
                  <a:lnTo>
                    <a:pt x="579817" y="648875"/>
                  </a:lnTo>
                  <a:lnTo>
                    <a:pt x="615449" y="683837"/>
                  </a:lnTo>
                  <a:lnTo>
                    <a:pt x="651080" y="718282"/>
                  </a:lnTo>
                  <a:lnTo>
                    <a:pt x="686711" y="752216"/>
                  </a:lnTo>
                  <a:lnTo>
                    <a:pt x="722343" y="785648"/>
                  </a:lnTo>
                  <a:lnTo>
                    <a:pt x="757974" y="818584"/>
                  </a:lnTo>
                  <a:lnTo>
                    <a:pt x="793605" y="851032"/>
                  </a:lnTo>
                  <a:lnTo>
                    <a:pt x="829236" y="883000"/>
                  </a:lnTo>
                  <a:lnTo>
                    <a:pt x="864868" y="914493"/>
                  </a:lnTo>
                  <a:lnTo>
                    <a:pt x="900499" y="945520"/>
                  </a:lnTo>
                  <a:lnTo>
                    <a:pt x="936130" y="976088"/>
                  </a:lnTo>
                  <a:lnTo>
                    <a:pt x="971762" y="1006202"/>
                  </a:lnTo>
                  <a:lnTo>
                    <a:pt x="1007393" y="1035870"/>
                  </a:lnTo>
                  <a:lnTo>
                    <a:pt x="1043024" y="1065099"/>
                  </a:lnTo>
                  <a:lnTo>
                    <a:pt x="1078656" y="1093895"/>
                  </a:lnTo>
                  <a:lnTo>
                    <a:pt x="1114287" y="1122264"/>
                  </a:lnTo>
                  <a:lnTo>
                    <a:pt x="1149918" y="1150212"/>
                  </a:lnTo>
                  <a:lnTo>
                    <a:pt x="1185550" y="1177747"/>
                  </a:lnTo>
                  <a:lnTo>
                    <a:pt x="1221181" y="1204873"/>
                  </a:lnTo>
                  <a:lnTo>
                    <a:pt x="1256812" y="1231598"/>
                  </a:lnTo>
                  <a:lnTo>
                    <a:pt x="1292443" y="1257927"/>
                  </a:lnTo>
                  <a:lnTo>
                    <a:pt x="1328075" y="1283865"/>
                  </a:lnTo>
                  <a:lnTo>
                    <a:pt x="1363706" y="1309420"/>
                  </a:lnTo>
                  <a:lnTo>
                    <a:pt x="1399337" y="1334595"/>
                  </a:lnTo>
                  <a:lnTo>
                    <a:pt x="1434969" y="1359398"/>
                  </a:lnTo>
                  <a:lnTo>
                    <a:pt x="1470600" y="1383833"/>
                  </a:lnTo>
                  <a:lnTo>
                    <a:pt x="1506231" y="1407906"/>
                  </a:lnTo>
                  <a:lnTo>
                    <a:pt x="1541863" y="1431622"/>
                  </a:lnTo>
                  <a:lnTo>
                    <a:pt x="1577494" y="1454987"/>
                  </a:lnTo>
                  <a:lnTo>
                    <a:pt x="1613125" y="1478006"/>
                  </a:lnTo>
                  <a:lnTo>
                    <a:pt x="1648757" y="1500684"/>
                  </a:lnTo>
                  <a:lnTo>
                    <a:pt x="1684388" y="1523026"/>
                  </a:lnTo>
                  <a:lnTo>
                    <a:pt x="1720019" y="1545036"/>
                  </a:lnTo>
                  <a:lnTo>
                    <a:pt x="1755650" y="1566721"/>
                  </a:lnTo>
                  <a:lnTo>
                    <a:pt x="1791282" y="1588084"/>
                  </a:lnTo>
                  <a:lnTo>
                    <a:pt x="1826913" y="1609131"/>
                  </a:lnTo>
                  <a:lnTo>
                    <a:pt x="1862544" y="1629866"/>
                  </a:lnTo>
                  <a:lnTo>
                    <a:pt x="1898176" y="1650293"/>
                  </a:lnTo>
                  <a:lnTo>
                    <a:pt x="1933807" y="1670418"/>
                  </a:lnTo>
                  <a:lnTo>
                    <a:pt x="1969438" y="1690245"/>
                  </a:lnTo>
                  <a:lnTo>
                    <a:pt x="2005070" y="1709778"/>
                  </a:lnTo>
                  <a:lnTo>
                    <a:pt x="2040701" y="1729022"/>
                  </a:lnTo>
                  <a:lnTo>
                    <a:pt x="2076332" y="1747980"/>
                  </a:lnTo>
                  <a:lnTo>
                    <a:pt x="2111963" y="1766658"/>
                  </a:lnTo>
                  <a:lnTo>
                    <a:pt x="2147595" y="1785059"/>
                  </a:lnTo>
                  <a:lnTo>
                    <a:pt x="2183226" y="1803187"/>
                  </a:lnTo>
                  <a:lnTo>
                    <a:pt x="2218857" y="1821047"/>
                  </a:lnTo>
                  <a:lnTo>
                    <a:pt x="2254489" y="1838642"/>
                  </a:lnTo>
                  <a:lnTo>
                    <a:pt x="2290120" y="1855976"/>
                  </a:lnTo>
                  <a:lnTo>
                    <a:pt x="2325751" y="1873053"/>
                  </a:lnTo>
                  <a:lnTo>
                    <a:pt x="2361383" y="1889878"/>
                  </a:lnTo>
                  <a:lnTo>
                    <a:pt x="2397014" y="1906453"/>
                  </a:lnTo>
                  <a:lnTo>
                    <a:pt x="2432645" y="1922783"/>
                  </a:lnTo>
                  <a:lnTo>
                    <a:pt x="2468277" y="1938870"/>
                  </a:lnTo>
                  <a:lnTo>
                    <a:pt x="2503908" y="1954719"/>
                  </a:lnTo>
                  <a:lnTo>
                    <a:pt x="2539539" y="1970334"/>
                  </a:lnTo>
                  <a:lnTo>
                    <a:pt x="2575170" y="1985717"/>
                  </a:lnTo>
                  <a:lnTo>
                    <a:pt x="2610802" y="2000872"/>
                  </a:lnTo>
                  <a:lnTo>
                    <a:pt x="2646433" y="2015803"/>
                  </a:lnTo>
                  <a:lnTo>
                    <a:pt x="2682064" y="2030512"/>
                  </a:lnTo>
                  <a:lnTo>
                    <a:pt x="2717696" y="2045004"/>
                  </a:lnTo>
                  <a:lnTo>
                    <a:pt x="2753327" y="2059280"/>
                  </a:lnTo>
                  <a:lnTo>
                    <a:pt x="2788958" y="2073345"/>
                  </a:lnTo>
                  <a:lnTo>
                    <a:pt x="2824590" y="2087202"/>
                  </a:lnTo>
                  <a:lnTo>
                    <a:pt x="2860221" y="2100854"/>
                  </a:lnTo>
                  <a:lnTo>
                    <a:pt x="2895852" y="2114303"/>
                  </a:lnTo>
                  <a:lnTo>
                    <a:pt x="2931484" y="2127553"/>
                  </a:lnTo>
                  <a:lnTo>
                    <a:pt x="2967115" y="2140606"/>
                  </a:lnTo>
                  <a:lnTo>
                    <a:pt x="3002746" y="2153467"/>
                  </a:lnTo>
                  <a:lnTo>
                    <a:pt x="3038377" y="2166136"/>
                  </a:lnTo>
                  <a:lnTo>
                    <a:pt x="3074009" y="2178618"/>
                  </a:lnTo>
                  <a:lnTo>
                    <a:pt x="3109640" y="2190915"/>
                  </a:lnTo>
                  <a:lnTo>
                    <a:pt x="3145271" y="2203030"/>
                  </a:lnTo>
                  <a:lnTo>
                    <a:pt x="3180903" y="2214965"/>
                  </a:lnTo>
                  <a:lnTo>
                    <a:pt x="3216534" y="2226724"/>
                  </a:lnTo>
                  <a:lnTo>
                    <a:pt x="3252165" y="2238308"/>
                  </a:lnTo>
                  <a:lnTo>
                    <a:pt x="3287797" y="2249721"/>
                  </a:lnTo>
                  <a:lnTo>
                    <a:pt x="3323428" y="2260964"/>
                  </a:lnTo>
                  <a:lnTo>
                    <a:pt x="3359059" y="2272041"/>
                  </a:lnTo>
                  <a:lnTo>
                    <a:pt x="3394691" y="2282954"/>
                  </a:lnTo>
                  <a:lnTo>
                    <a:pt x="3430322" y="2293705"/>
                  </a:lnTo>
                  <a:lnTo>
                    <a:pt x="3465953" y="2304297"/>
                  </a:lnTo>
                  <a:lnTo>
                    <a:pt x="3501584" y="2314731"/>
                  </a:lnTo>
                  <a:lnTo>
                    <a:pt x="3537216" y="2325012"/>
                  </a:lnTo>
                  <a:lnTo>
                    <a:pt x="3572847" y="2335140"/>
                  </a:lnTo>
                  <a:lnTo>
                    <a:pt x="3608478" y="2345118"/>
                  </a:lnTo>
                  <a:lnTo>
                    <a:pt x="3644110" y="2354948"/>
                  </a:lnTo>
                  <a:lnTo>
                    <a:pt x="3679741" y="2364632"/>
                  </a:lnTo>
                  <a:lnTo>
                    <a:pt x="3715372" y="2374173"/>
                  </a:lnTo>
                  <a:lnTo>
                    <a:pt x="3751004" y="2383572"/>
                  </a:lnTo>
                  <a:lnTo>
                    <a:pt x="3786635" y="2392833"/>
                  </a:lnTo>
                  <a:lnTo>
                    <a:pt x="3822266" y="2401956"/>
                  </a:lnTo>
                  <a:lnTo>
                    <a:pt x="3857898" y="2410944"/>
                  </a:lnTo>
                  <a:lnTo>
                    <a:pt x="3893529" y="2419798"/>
                  </a:lnTo>
                  <a:lnTo>
                    <a:pt x="3929160" y="2428522"/>
                  </a:lnTo>
                  <a:lnTo>
                    <a:pt x="3964791" y="2437116"/>
                  </a:lnTo>
                  <a:lnTo>
                    <a:pt x="4000423" y="2445583"/>
                  </a:lnTo>
                  <a:lnTo>
                    <a:pt x="4036054" y="2453924"/>
                  </a:lnTo>
                  <a:lnTo>
                    <a:pt x="4071685" y="2462142"/>
                  </a:lnTo>
                  <a:lnTo>
                    <a:pt x="4107317" y="2470238"/>
                  </a:lnTo>
                  <a:lnTo>
                    <a:pt x="4142948" y="2478215"/>
                  </a:lnTo>
                  <a:lnTo>
                    <a:pt x="4178579" y="2486073"/>
                  </a:lnTo>
                  <a:lnTo>
                    <a:pt x="4214211" y="2493814"/>
                  </a:lnTo>
                  <a:lnTo>
                    <a:pt x="4249842" y="2501441"/>
                  </a:lnTo>
                  <a:lnTo>
                    <a:pt x="4285473" y="2508955"/>
                  </a:lnTo>
                  <a:lnTo>
                    <a:pt x="4321105" y="2516357"/>
                  </a:lnTo>
                  <a:lnTo>
                    <a:pt x="4356736" y="2523650"/>
                  </a:lnTo>
                  <a:lnTo>
                    <a:pt x="4392367" y="2530835"/>
                  </a:lnTo>
                  <a:lnTo>
                    <a:pt x="4427998" y="2537913"/>
                  </a:lnTo>
                  <a:lnTo>
                    <a:pt x="4463630" y="2544887"/>
                  </a:lnTo>
                  <a:lnTo>
                    <a:pt x="4499261" y="2551757"/>
                  </a:lnTo>
                  <a:lnTo>
                    <a:pt x="4534892" y="2558525"/>
                  </a:lnTo>
                  <a:lnTo>
                    <a:pt x="4570524" y="2565193"/>
                  </a:lnTo>
                  <a:lnTo>
                    <a:pt x="4606155" y="2571762"/>
                  </a:lnTo>
                  <a:lnTo>
                    <a:pt x="4641786" y="2578234"/>
                  </a:lnTo>
                  <a:lnTo>
                    <a:pt x="4677418" y="2584610"/>
                  </a:lnTo>
                  <a:lnTo>
                    <a:pt x="4713049" y="2590892"/>
                  </a:lnTo>
                  <a:lnTo>
                    <a:pt x="4748680" y="2597080"/>
                  </a:lnTo>
                  <a:lnTo>
                    <a:pt x="4784312" y="2603177"/>
                  </a:lnTo>
                  <a:lnTo>
                    <a:pt x="4819943" y="2609184"/>
                  </a:lnTo>
                  <a:lnTo>
                    <a:pt x="4855574" y="2615101"/>
                  </a:lnTo>
                  <a:lnTo>
                    <a:pt x="4891205" y="2620931"/>
                  </a:lnTo>
                  <a:lnTo>
                    <a:pt x="4926837" y="2626674"/>
                  </a:lnTo>
                  <a:lnTo>
                    <a:pt x="4962468" y="2632332"/>
                  </a:lnTo>
                  <a:lnTo>
                    <a:pt x="4998099" y="2637907"/>
                  </a:lnTo>
                  <a:lnTo>
                    <a:pt x="5033731" y="2643399"/>
                  </a:lnTo>
                  <a:lnTo>
                    <a:pt x="5069362" y="2648809"/>
                  </a:lnTo>
                  <a:lnTo>
                    <a:pt x="5104993" y="2654140"/>
                  </a:lnTo>
                  <a:lnTo>
                    <a:pt x="5140625" y="2659391"/>
                  </a:lnTo>
                  <a:lnTo>
                    <a:pt x="5176256" y="2664565"/>
                  </a:lnTo>
                  <a:lnTo>
                    <a:pt x="5211887" y="2669661"/>
                  </a:lnTo>
                  <a:lnTo>
                    <a:pt x="5247519" y="2674683"/>
                  </a:lnTo>
                  <a:lnTo>
                    <a:pt x="5283150" y="2679630"/>
                  </a:lnTo>
                  <a:lnTo>
                    <a:pt x="5318781" y="2684503"/>
                  </a:lnTo>
                  <a:lnTo>
                    <a:pt x="5354412" y="2689305"/>
                  </a:lnTo>
                  <a:lnTo>
                    <a:pt x="5390044" y="2694035"/>
                  </a:lnTo>
                  <a:lnTo>
                    <a:pt x="5425675" y="2698696"/>
                  </a:lnTo>
                  <a:lnTo>
                    <a:pt x="5461306" y="2703287"/>
                  </a:lnTo>
                  <a:lnTo>
                    <a:pt x="5496938" y="2707810"/>
                  </a:lnTo>
                  <a:lnTo>
                    <a:pt x="5532569" y="2712266"/>
                  </a:lnTo>
                  <a:lnTo>
                    <a:pt x="5568200" y="2716656"/>
                  </a:lnTo>
                  <a:lnTo>
                    <a:pt x="5603832" y="2720981"/>
                  </a:lnTo>
                  <a:lnTo>
                    <a:pt x="5639463" y="2725242"/>
                  </a:lnTo>
                  <a:lnTo>
                    <a:pt x="5675094" y="2729440"/>
                  </a:lnTo>
                  <a:lnTo>
                    <a:pt x="5710726" y="2733576"/>
                  </a:lnTo>
                  <a:lnTo>
                    <a:pt x="5746357" y="2737650"/>
                  </a:lnTo>
                  <a:lnTo>
                    <a:pt x="5781988" y="2741664"/>
                  </a:lnTo>
                  <a:lnTo>
                    <a:pt x="5817619" y="2745619"/>
                  </a:lnTo>
                  <a:lnTo>
                    <a:pt x="5853251" y="2749515"/>
                  </a:lnTo>
                  <a:lnTo>
                    <a:pt x="5888882" y="2753353"/>
                  </a:lnTo>
                  <a:lnTo>
                    <a:pt x="5924513" y="2757134"/>
                  </a:lnTo>
                  <a:lnTo>
                    <a:pt x="5960145" y="2760859"/>
                  </a:lnTo>
                  <a:lnTo>
                    <a:pt x="5995776" y="2764530"/>
                  </a:lnTo>
                  <a:lnTo>
                    <a:pt x="6031407" y="2768145"/>
                  </a:lnTo>
                  <a:lnTo>
                    <a:pt x="6067039" y="2771707"/>
                  </a:lnTo>
                  <a:lnTo>
                    <a:pt x="6102670" y="2775217"/>
                  </a:lnTo>
                  <a:lnTo>
                    <a:pt x="6138301" y="2778674"/>
                  </a:lnTo>
                  <a:lnTo>
                    <a:pt x="6173932" y="2782080"/>
                  </a:lnTo>
                  <a:lnTo>
                    <a:pt x="6209564" y="2785436"/>
                  </a:lnTo>
                  <a:lnTo>
                    <a:pt x="6245195" y="2788742"/>
                  </a:lnTo>
                  <a:lnTo>
                    <a:pt x="6280826" y="2791999"/>
                  </a:lnTo>
                  <a:lnTo>
                    <a:pt x="6316458" y="2795208"/>
                  </a:lnTo>
                  <a:lnTo>
                    <a:pt x="6352089" y="279836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127239"/>
              <a:ext cx="7090630" cy="2398742"/>
            </a:xfrm>
            <a:custGeom>
              <a:avLst/>
              <a:pathLst>
                <a:path w="7090630" h="2398742">
                  <a:moveTo>
                    <a:pt x="0" y="0"/>
                  </a:moveTo>
                  <a:lnTo>
                    <a:pt x="35631" y="7837"/>
                  </a:lnTo>
                  <a:lnTo>
                    <a:pt x="71262" y="15650"/>
                  </a:lnTo>
                  <a:lnTo>
                    <a:pt x="106893" y="23438"/>
                  </a:lnTo>
                  <a:lnTo>
                    <a:pt x="142525" y="31201"/>
                  </a:lnTo>
                  <a:lnTo>
                    <a:pt x="178156" y="38940"/>
                  </a:lnTo>
                  <a:lnTo>
                    <a:pt x="213787" y="46653"/>
                  </a:lnTo>
                  <a:lnTo>
                    <a:pt x="249419" y="54342"/>
                  </a:lnTo>
                  <a:lnTo>
                    <a:pt x="285050" y="62006"/>
                  </a:lnTo>
                  <a:lnTo>
                    <a:pt x="320681" y="69646"/>
                  </a:lnTo>
                  <a:lnTo>
                    <a:pt x="356313" y="77261"/>
                  </a:lnTo>
                  <a:lnTo>
                    <a:pt x="391944" y="84852"/>
                  </a:lnTo>
                  <a:lnTo>
                    <a:pt x="427575" y="92419"/>
                  </a:lnTo>
                  <a:lnTo>
                    <a:pt x="463206" y="99962"/>
                  </a:lnTo>
                  <a:lnTo>
                    <a:pt x="498838" y="107480"/>
                  </a:lnTo>
                  <a:lnTo>
                    <a:pt x="534469" y="114975"/>
                  </a:lnTo>
                  <a:lnTo>
                    <a:pt x="570100" y="122445"/>
                  </a:lnTo>
                  <a:lnTo>
                    <a:pt x="605732" y="129892"/>
                  </a:lnTo>
                  <a:lnTo>
                    <a:pt x="641363" y="137315"/>
                  </a:lnTo>
                  <a:lnTo>
                    <a:pt x="676994" y="144714"/>
                  </a:lnTo>
                  <a:lnTo>
                    <a:pt x="712626" y="152089"/>
                  </a:lnTo>
                  <a:lnTo>
                    <a:pt x="748257" y="159441"/>
                  </a:lnTo>
                  <a:lnTo>
                    <a:pt x="783888" y="166770"/>
                  </a:lnTo>
                  <a:lnTo>
                    <a:pt x="819520" y="174075"/>
                  </a:lnTo>
                  <a:lnTo>
                    <a:pt x="855151" y="181356"/>
                  </a:lnTo>
                  <a:lnTo>
                    <a:pt x="890782" y="188615"/>
                  </a:lnTo>
                  <a:lnTo>
                    <a:pt x="926413" y="195850"/>
                  </a:lnTo>
                  <a:lnTo>
                    <a:pt x="962045" y="203062"/>
                  </a:lnTo>
                  <a:lnTo>
                    <a:pt x="997676" y="210251"/>
                  </a:lnTo>
                  <a:lnTo>
                    <a:pt x="1033307" y="217421"/>
                  </a:lnTo>
                  <a:lnTo>
                    <a:pt x="1068939" y="224586"/>
                  </a:lnTo>
                  <a:lnTo>
                    <a:pt x="1104570" y="231764"/>
                  </a:lnTo>
                  <a:lnTo>
                    <a:pt x="1140201" y="238971"/>
                  </a:lnTo>
                  <a:lnTo>
                    <a:pt x="1175833" y="246222"/>
                  </a:lnTo>
                  <a:lnTo>
                    <a:pt x="1211464" y="253534"/>
                  </a:lnTo>
                  <a:lnTo>
                    <a:pt x="1247095" y="260923"/>
                  </a:lnTo>
                  <a:lnTo>
                    <a:pt x="1282727" y="268403"/>
                  </a:lnTo>
                  <a:lnTo>
                    <a:pt x="1318358" y="275991"/>
                  </a:lnTo>
                  <a:lnTo>
                    <a:pt x="1353989" y="283700"/>
                  </a:lnTo>
                  <a:lnTo>
                    <a:pt x="1389620" y="291547"/>
                  </a:lnTo>
                  <a:lnTo>
                    <a:pt x="1425252" y="299544"/>
                  </a:lnTo>
                  <a:lnTo>
                    <a:pt x="1460883" y="307708"/>
                  </a:lnTo>
                  <a:lnTo>
                    <a:pt x="1496514" y="316050"/>
                  </a:lnTo>
                  <a:lnTo>
                    <a:pt x="1532146" y="324586"/>
                  </a:lnTo>
                  <a:lnTo>
                    <a:pt x="1567777" y="333328"/>
                  </a:lnTo>
                  <a:lnTo>
                    <a:pt x="1603408" y="342290"/>
                  </a:lnTo>
                  <a:lnTo>
                    <a:pt x="1639040" y="351483"/>
                  </a:lnTo>
                  <a:lnTo>
                    <a:pt x="1674671" y="360921"/>
                  </a:lnTo>
                  <a:lnTo>
                    <a:pt x="1710302" y="370616"/>
                  </a:lnTo>
                  <a:lnTo>
                    <a:pt x="1745934" y="380578"/>
                  </a:lnTo>
                  <a:lnTo>
                    <a:pt x="1781565" y="390820"/>
                  </a:lnTo>
                  <a:lnTo>
                    <a:pt x="1817196" y="401352"/>
                  </a:lnTo>
                  <a:lnTo>
                    <a:pt x="1852827" y="412184"/>
                  </a:lnTo>
                  <a:lnTo>
                    <a:pt x="1888459" y="423326"/>
                  </a:lnTo>
                  <a:lnTo>
                    <a:pt x="1924090" y="434788"/>
                  </a:lnTo>
                  <a:lnTo>
                    <a:pt x="1959721" y="446579"/>
                  </a:lnTo>
                  <a:lnTo>
                    <a:pt x="1995353" y="458706"/>
                  </a:lnTo>
                  <a:lnTo>
                    <a:pt x="2030984" y="471179"/>
                  </a:lnTo>
                  <a:lnTo>
                    <a:pt x="2066615" y="484004"/>
                  </a:lnTo>
                  <a:lnTo>
                    <a:pt x="2102247" y="497188"/>
                  </a:lnTo>
                  <a:lnTo>
                    <a:pt x="2137878" y="510738"/>
                  </a:lnTo>
                  <a:lnTo>
                    <a:pt x="2173509" y="524658"/>
                  </a:lnTo>
                  <a:lnTo>
                    <a:pt x="2209141" y="538955"/>
                  </a:lnTo>
                  <a:lnTo>
                    <a:pt x="2244772" y="553632"/>
                  </a:lnTo>
                  <a:lnTo>
                    <a:pt x="2280403" y="568693"/>
                  </a:lnTo>
                  <a:lnTo>
                    <a:pt x="2316034" y="584141"/>
                  </a:lnTo>
                  <a:lnTo>
                    <a:pt x="2351666" y="599979"/>
                  </a:lnTo>
                  <a:lnTo>
                    <a:pt x="2387297" y="616208"/>
                  </a:lnTo>
                  <a:lnTo>
                    <a:pt x="2422928" y="632830"/>
                  </a:lnTo>
                  <a:lnTo>
                    <a:pt x="2458560" y="649844"/>
                  </a:lnTo>
                  <a:lnTo>
                    <a:pt x="2494191" y="667251"/>
                  </a:lnTo>
                  <a:lnTo>
                    <a:pt x="2529822" y="685048"/>
                  </a:lnTo>
                  <a:lnTo>
                    <a:pt x="2565454" y="703234"/>
                  </a:lnTo>
                  <a:lnTo>
                    <a:pt x="2601085" y="721806"/>
                  </a:lnTo>
                  <a:lnTo>
                    <a:pt x="2636716" y="740762"/>
                  </a:lnTo>
                  <a:lnTo>
                    <a:pt x="2672348" y="760095"/>
                  </a:lnTo>
                  <a:lnTo>
                    <a:pt x="2707979" y="779802"/>
                  </a:lnTo>
                  <a:lnTo>
                    <a:pt x="2743610" y="799877"/>
                  </a:lnTo>
                  <a:lnTo>
                    <a:pt x="2779241" y="820313"/>
                  </a:lnTo>
                  <a:lnTo>
                    <a:pt x="2814873" y="841103"/>
                  </a:lnTo>
                  <a:lnTo>
                    <a:pt x="2850504" y="862238"/>
                  </a:lnTo>
                  <a:lnTo>
                    <a:pt x="2886135" y="883710"/>
                  </a:lnTo>
                  <a:lnTo>
                    <a:pt x="2921767" y="905509"/>
                  </a:lnTo>
                  <a:lnTo>
                    <a:pt x="2957398" y="927625"/>
                  </a:lnTo>
                  <a:lnTo>
                    <a:pt x="2993029" y="950047"/>
                  </a:lnTo>
                  <a:lnTo>
                    <a:pt x="3028661" y="972763"/>
                  </a:lnTo>
                  <a:lnTo>
                    <a:pt x="3064292" y="995760"/>
                  </a:lnTo>
                  <a:lnTo>
                    <a:pt x="3099923" y="1019025"/>
                  </a:lnTo>
                  <a:lnTo>
                    <a:pt x="3135555" y="1042545"/>
                  </a:lnTo>
                  <a:lnTo>
                    <a:pt x="3171186" y="1066305"/>
                  </a:lnTo>
                  <a:lnTo>
                    <a:pt x="3206817" y="1090289"/>
                  </a:lnTo>
                  <a:lnTo>
                    <a:pt x="3242448" y="1114483"/>
                  </a:lnTo>
                  <a:lnTo>
                    <a:pt x="3278080" y="1138870"/>
                  </a:lnTo>
                  <a:lnTo>
                    <a:pt x="3313711" y="1163433"/>
                  </a:lnTo>
                  <a:lnTo>
                    <a:pt x="3349342" y="1188155"/>
                  </a:lnTo>
                  <a:lnTo>
                    <a:pt x="3384974" y="1213019"/>
                  </a:lnTo>
                  <a:lnTo>
                    <a:pt x="3420605" y="1238006"/>
                  </a:lnTo>
                  <a:lnTo>
                    <a:pt x="3456236" y="1263097"/>
                  </a:lnTo>
                  <a:lnTo>
                    <a:pt x="3491868" y="1288275"/>
                  </a:lnTo>
                  <a:lnTo>
                    <a:pt x="3527499" y="1313512"/>
                  </a:lnTo>
                  <a:lnTo>
                    <a:pt x="3563130" y="1338769"/>
                  </a:lnTo>
                  <a:lnTo>
                    <a:pt x="3598762" y="1364004"/>
                  </a:lnTo>
                  <a:lnTo>
                    <a:pt x="3634393" y="1389178"/>
                  </a:lnTo>
                  <a:lnTo>
                    <a:pt x="3670024" y="1414255"/>
                  </a:lnTo>
                  <a:lnTo>
                    <a:pt x="3705655" y="1439199"/>
                  </a:lnTo>
                  <a:lnTo>
                    <a:pt x="3741287" y="1463978"/>
                  </a:lnTo>
                  <a:lnTo>
                    <a:pt x="3776918" y="1488561"/>
                  </a:lnTo>
                  <a:lnTo>
                    <a:pt x="3812549" y="1512919"/>
                  </a:lnTo>
                  <a:lnTo>
                    <a:pt x="3848181" y="1537024"/>
                  </a:lnTo>
                  <a:lnTo>
                    <a:pt x="3883812" y="1560853"/>
                  </a:lnTo>
                  <a:lnTo>
                    <a:pt x="3919443" y="1584383"/>
                  </a:lnTo>
                  <a:lnTo>
                    <a:pt x="3955075" y="1607592"/>
                  </a:lnTo>
                  <a:lnTo>
                    <a:pt x="3990706" y="1630461"/>
                  </a:lnTo>
                  <a:lnTo>
                    <a:pt x="4026337" y="1652973"/>
                  </a:lnTo>
                  <a:lnTo>
                    <a:pt x="4061968" y="1675113"/>
                  </a:lnTo>
                  <a:lnTo>
                    <a:pt x="4097600" y="1696866"/>
                  </a:lnTo>
                  <a:lnTo>
                    <a:pt x="4133231" y="1718221"/>
                  </a:lnTo>
                  <a:lnTo>
                    <a:pt x="4168862" y="1739166"/>
                  </a:lnTo>
                  <a:lnTo>
                    <a:pt x="4204494" y="1759692"/>
                  </a:lnTo>
                  <a:lnTo>
                    <a:pt x="4240125" y="1779792"/>
                  </a:lnTo>
                  <a:lnTo>
                    <a:pt x="4275756" y="1799459"/>
                  </a:lnTo>
                  <a:lnTo>
                    <a:pt x="4311388" y="1818689"/>
                  </a:lnTo>
                  <a:lnTo>
                    <a:pt x="4347019" y="1837477"/>
                  </a:lnTo>
                  <a:lnTo>
                    <a:pt x="4382650" y="1855820"/>
                  </a:lnTo>
                  <a:lnTo>
                    <a:pt x="4418282" y="1873717"/>
                  </a:lnTo>
                  <a:lnTo>
                    <a:pt x="4453913" y="1891168"/>
                  </a:lnTo>
                  <a:lnTo>
                    <a:pt x="4489544" y="1908173"/>
                  </a:lnTo>
                  <a:lnTo>
                    <a:pt x="4525175" y="1924733"/>
                  </a:lnTo>
                  <a:lnTo>
                    <a:pt x="4560807" y="1940849"/>
                  </a:lnTo>
                  <a:lnTo>
                    <a:pt x="4596438" y="1956526"/>
                  </a:lnTo>
                  <a:lnTo>
                    <a:pt x="4632069" y="1971767"/>
                  </a:lnTo>
                  <a:lnTo>
                    <a:pt x="4667701" y="1986575"/>
                  </a:lnTo>
                  <a:lnTo>
                    <a:pt x="4703332" y="2000955"/>
                  </a:lnTo>
                  <a:lnTo>
                    <a:pt x="4738963" y="2014914"/>
                  </a:lnTo>
                  <a:lnTo>
                    <a:pt x="4774595" y="2028456"/>
                  </a:lnTo>
                  <a:lnTo>
                    <a:pt x="4810226" y="2041588"/>
                  </a:lnTo>
                  <a:lnTo>
                    <a:pt x="4845857" y="2054320"/>
                  </a:lnTo>
                  <a:lnTo>
                    <a:pt x="4881489" y="2066663"/>
                  </a:lnTo>
                  <a:lnTo>
                    <a:pt x="4917120" y="2078629"/>
                  </a:lnTo>
                  <a:lnTo>
                    <a:pt x="4952751" y="2090229"/>
                  </a:lnTo>
                  <a:lnTo>
                    <a:pt x="4988382" y="2101474"/>
                  </a:lnTo>
                  <a:lnTo>
                    <a:pt x="5024014" y="2112374"/>
                  </a:lnTo>
                  <a:lnTo>
                    <a:pt x="5059645" y="2122941"/>
                  </a:lnTo>
                  <a:lnTo>
                    <a:pt x="5095276" y="2133184"/>
                  </a:lnTo>
                  <a:lnTo>
                    <a:pt x="5130908" y="2143112"/>
                  </a:lnTo>
                  <a:lnTo>
                    <a:pt x="5166539" y="2152736"/>
                  </a:lnTo>
                  <a:lnTo>
                    <a:pt x="5202170" y="2162064"/>
                  </a:lnTo>
                  <a:lnTo>
                    <a:pt x="5237802" y="2171105"/>
                  </a:lnTo>
                  <a:lnTo>
                    <a:pt x="5273433" y="2179868"/>
                  </a:lnTo>
                  <a:lnTo>
                    <a:pt x="5309064" y="2188362"/>
                  </a:lnTo>
                  <a:lnTo>
                    <a:pt x="5344696" y="2196593"/>
                  </a:lnTo>
                  <a:lnTo>
                    <a:pt x="5380327" y="2204571"/>
                  </a:lnTo>
                  <a:lnTo>
                    <a:pt x="5415958" y="2212303"/>
                  </a:lnTo>
                  <a:lnTo>
                    <a:pt x="5451589" y="2219796"/>
                  </a:lnTo>
                  <a:lnTo>
                    <a:pt x="5487221" y="2227058"/>
                  </a:lnTo>
                  <a:lnTo>
                    <a:pt x="5522852" y="2234096"/>
                  </a:lnTo>
                  <a:lnTo>
                    <a:pt x="5558483" y="2240916"/>
                  </a:lnTo>
                  <a:lnTo>
                    <a:pt x="5594115" y="2247525"/>
                  </a:lnTo>
                  <a:lnTo>
                    <a:pt x="5629746" y="2253929"/>
                  </a:lnTo>
                  <a:lnTo>
                    <a:pt x="5665377" y="2260135"/>
                  </a:lnTo>
                  <a:lnTo>
                    <a:pt x="5701009" y="2266149"/>
                  </a:lnTo>
                  <a:lnTo>
                    <a:pt x="5736640" y="2271976"/>
                  </a:lnTo>
                  <a:lnTo>
                    <a:pt x="5772271" y="2277623"/>
                  </a:lnTo>
                  <a:lnTo>
                    <a:pt x="5807903" y="2283094"/>
                  </a:lnTo>
                  <a:lnTo>
                    <a:pt x="5843534" y="2288396"/>
                  </a:lnTo>
                  <a:lnTo>
                    <a:pt x="5879165" y="2293533"/>
                  </a:lnTo>
                  <a:lnTo>
                    <a:pt x="5914796" y="2298510"/>
                  </a:lnTo>
                  <a:lnTo>
                    <a:pt x="5950428" y="2303332"/>
                  </a:lnTo>
                  <a:lnTo>
                    <a:pt x="5986059" y="2308005"/>
                  </a:lnTo>
                  <a:lnTo>
                    <a:pt x="6021690" y="2312532"/>
                  </a:lnTo>
                  <a:lnTo>
                    <a:pt x="6057322" y="2316918"/>
                  </a:lnTo>
                  <a:lnTo>
                    <a:pt x="6092953" y="2321167"/>
                  </a:lnTo>
                  <a:lnTo>
                    <a:pt x="6128584" y="2325284"/>
                  </a:lnTo>
                  <a:lnTo>
                    <a:pt x="6164216" y="2329273"/>
                  </a:lnTo>
                  <a:lnTo>
                    <a:pt x="6199847" y="2333137"/>
                  </a:lnTo>
                  <a:lnTo>
                    <a:pt x="6235478" y="2336881"/>
                  </a:lnTo>
                  <a:lnTo>
                    <a:pt x="6271110" y="2340508"/>
                  </a:lnTo>
                  <a:lnTo>
                    <a:pt x="6306741" y="2344021"/>
                  </a:lnTo>
                  <a:lnTo>
                    <a:pt x="6342372" y="2347425"/>
                  </a:lnTo>
                  <a:lnTo>
                    <a:pt x="6378003" y="2350723"/>
                  </a:lnTo>
                  <a:lnTo>
                    <a:pt x="6413635" y="2353917"/>
                  </a:lnTo>
                  <a:lnTo>
                    <a:pt x="6449266" y="2357012"/>
                  </a:lnTo>
                  <a:lnTo>
                    <a:pt x="6484897" y="2360009"/>
                  </a:lnTo>
                  <a:lnTo>
                    <a:pt x="6520529" y="2362913"/>
                  </a:lnTo>
                  <a:lnTo>
                    <a:pt x="6556160" y="2365726"/>
                  </a:lnTo>
                  <a:lnTo>
                    <a:pt x="6591791" y="2368451"/>
                  </a:lnTo>
                  <a:lnTo>
                    <a:pt x="6627423" y="2371091"/>
                  </a:lnTo>
                  <a:lnTo>
                    <a:pt x="6663054" y="2373647"/>
                  </a:lnTo>
                  <a:lnTo>
                    <a:pt x="6698685" y="2376124"/>
                  </a:lnTo>
                  <a:lnTo>
                    <a:pt x="6734317" y="2378523"/>
                  </a:lnTo>
                  <a:lnTo>
                    <a:pt x="6769948" y="2380847"/>
                  </a:lnTo>
                  <a:lnTo>
                    <a:pt x="6805579" y="2383098"/>
                  </a:lnTo>
                  <a:lnTo>
                    <a:pt x="6841210" y="2385278"/>
                  </a:lnTo>
                  <a:lnTo>
                    <a:pt x="6876842" y="2387390"/>
                  </a:lnTo>
                  <a:lnTo>
                    <a:pt x="6912473" y="2389436"/>
                  </a:lnTo>
                  <a:lnTo>
                    <a:pt x="6948104" y="2391418"/>
                  </a:lnTo>
                  <a:lnTo>
                    <a:pt x="6983736" y="2393337"/>
                  </a:lnTo>
                  <a:lnTo>
                    <a:pt x="7019367" y="2395197"/>
                  </a:lnTo>
                  <a:lnTo>
                    <a:pt x="7054998" y="2396998"/>
                  </a:lnTo>
                  <a:lnTo>
                    <a:pt x="7090630" y="2398742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0.063 (2 df), p overall = &lt;0.001 (3 df)  |  Linear: subHR per 10 % decline = 1.41 (1.19-1.67)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2026-10-05T07:55:21Z</dcterms:modified>
  <cp:category/>
</cp:coreProperties>
</file>