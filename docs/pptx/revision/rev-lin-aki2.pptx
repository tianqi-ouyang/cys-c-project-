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142905"/>
            </a:xfrm>
            <a:custGeom>
              <a:avLst/>
              <a:pathLst>
                <a:path w="7090630" h="3142905">
                  <a:moveTo>
                    <a:pt x="880617" y="0"/>
                  </a:moveTo>
                  <a:lnTo>
                    <a:pt x="890782" y="15004"/>
                  </a:lnTo>
                  <a:lnTo>
                    <a:pt x="926413" y="66785"/>
                  </a:lnTo>
                  <a:lnTo>
                    <a:pt x="962045" y="117766"/>
                  </a:lnTo>
                  <a:lnTo>
                    <a:pt x="997676" y="167959"/>
                  </a:lnTo>
                  <a:lnTo>
                    <a:pt x="1033307" y="217376"/>
                  </a:lnTo>
                  <a:lnTo>
                    <a:pt x="1068939" y="266030"/>
                  </a:lnTo>
                  <a:lnTo>
                    <a:pt x="1104570" y="313932"/>
                  </a:lnTo>
                  <a:lnTo>
                    <a:pt x="1140201" y="361093"/>
                  </a:lnTo>
                  <a:lnTo>
                    <a:pt x="1175833" y="407526"/>
                  </a:lnTo>
                  <a:lnTo>
                    <a:pt x="1211464" y="453241"/>
                  </a:lnTo>
                  <a:lnTo>
                    <a:pt x="1247095" y="498250"/>
                  </a:lnTo>
                  <a:lnTo>
                    <a:pt x="1282727" y="542564"/>
                  </a:lnTo>
                  <a:lnTo>
                    <a:pt x="1318358" y="586192"/>
                  </a:lnTo>
                  <a:lnTo>
                    <a:pt x="1353989" y="629147"/>
                  </a:lnTo>
                  <a:lnTo>
                    <a:pt x="1389620" y="671438"/>
                  </a:lnTo>
                  <a:lnTo>
                    <a:pt x="1425252" y="713075"/>
                  </a:lnTo>
                  <a:lnTo>
                    <a:pt x="1460883" y="754068"/>
                  </a:lnTo>
                  <a:lnTo>
                    <a:pt x="1496514" y="794429"/>
                  </a:lnTo>
                  <a:lnTo>
                    <a:pt x="1532146" y="834165"/>
                  </a:lnTo>
                  <a:lnTo>
                    <a:pt x="1567777" y="873288"/>
                  </a:lnTo>
                  <a:lnTo>
                    <a:pt x="1603408" y="911806"/>
                  </a:lnTo>
                  <a:lnTo>
                    <a:pt x="1639040" y="949729"/>
                  </a:lnTo>
                  <a:lnTo>
                    <a:pt x="1674671" y="987066"/>
                  </a:lnTo>
                  <a:lnTo>
                    <a:pt x="1710302" y="1023825"/>
                  </a:lnTo>
                  <a:lnTo>
                    <a:pt x="1745934" y="1060017"/>
                  </a:lnTo>
                  <a:lnTo>
                    <a:pt x="1781565" y="1095650"/>
                  </a:lnTo>
                  <a:lnTo>
                    <a:pt x="1817196" y="1130732"/>
                  </a:lnTo>
                  <a:lnTo>
                    <a:pt x="1852827" y="1165272"/>
                  </a:lnTo>
                  <a:lnTo>
                    <a:pt x="1888459" y="1199278"/>
                  </a:lnTo>
                  <a:lnTo>
                    <a:pt x="1924090" y="1232758"/>
                  </a:lnTo>
                  <a:lnTo>
                    <a:pt x="1959721" y="1265721"/>
                  </a:lnTo>
                  <a:lnTo>
                    <a:pt x="1995353" y="1298175"/>
                  </a:lnTo>
                  <a:lnTo>
                    <a:pt x="2030984" y="1330128"/>
                  </a:lnTo>
                  <a:lnTo>
                    <a:pt x="2066615" y="1361586"/>
                  </a:lnTo>
                  <a:lnTo>
                    <a:pt x="2102247" y="1392559"/>
                  </a:lnTo>
                  <a:lnTo>
                    <a:pt x="2137878" y="1423052"/>
                  </a:lnTo>
                  <a:lnTo>
                    <a:pt x="2173509" y="1453075"/>
                  </a:lnTo>
                  <a:lnTo>
                    <a:pt x="2209141" y="1482634"/>
                  </a:lnTo>
                  <a:lnTo>
                    <a:pt x="2244772" y="1511736"/>
                  </a:lnTo>
                  <a:lnTo>
                    <a:pt x="2280403" y="1540388"/>
                  </a:lnTo>
                  <a:lnTo>
                    <a:pt x="2316034" y="1568597"/>
                  </a:lnTo>
                  <a:lnTo>
                    <a:pt x="2351666" y="1596371"/>
                  </a:lnTo>
                  <a:lnTo>
                    <a:pt x="2387297" y="1623715"/>
                  </a:lnTo>
                  <a:lnTo>
                    <a:pt x="2422928" y="1650637"/>
                  </a:lnTo>
                  <a:lnTo>
                    <a:pt x="2458560" y="1677143"/>
                  </a:lnTo>
                  <a:lnTo>
                    <a:pt x="2494191" y="1703239"/>
                  </a:lnTo>
                  <a:lnTo>
                    <a:pt x="2529822" y="1728932"/>
                  </a:lnTo>
                  <a:lnTo>
                    <a:pt x="2565454" y="1754228"/>
                  </a:lnTo>
                  <a:lnTo>
                    <a:pt x="2601085" y="1779133"/>
                  </a:lnTo>
                  <a:lnTo>
                    <a:pt x="2636716" y="1803653"/>
                  </a:lnTo>
                  <a:lnTo>
                    <a:pt x="2672348" y="1827795"/>
                  </a:lnTo>
                  <a:lnTo>
                    <a:pt x="2707979" y="1851563"/>
                  </a:lnTo>
                  <a:lnTo>
                    <a:pt x="2743610" y="1874964"/>
                  </a:lnTo>
                  <a:lnTo>
                    <a:pt x="2779241" y="1898003"/>
                  </a:lnTo>
                  <a:lnTo>
                    <a:pt x="2814873" y="1920686"/>
                  </a:lnTo>
                  <a:lnTo>
                    <a:pt x="2850504" y="1943019"/>
                  </a:lnTo>
                  <a:lnTo>
                    <a:pt x="2886135" y="1965007"/>
                  </a:lnTo>
                  <a:lnTo>
                    <a:pt x="2921767" y="1986655"/>
                  </a:lnTo>
                  <a:lnTo>
                    <a:pt x="2957398" y="2007968"/>
                  </a:lnTo>
                  <a:lnTo>
                    <a:pt x="2993029" y="2028952"/>
                  </a:lnTo>
                  <a:lnTo>
                    <a:pt x="3028661" y="2049612"/>
                  </a:lnTo>
                  <a:lnTo>
                    <a:pt x="3064292" y="2069953"/>
                  </a:lnTo>
                  <a:lnTo>
                    <a:pt x="3099923" y="2089979"/>
                  </a:lnTo>
                  <a:lnTo>
                    <a:pt x="3135555" y="2109696"/>
                  </a:lnTo>
                  <a:lnTo>
                    <a:pt x="3171186" y="2129108"/>
                  </a:lnTo>
                  <a:lnTo>
                    <a:pt x="3206817" y="2148220"/>
                  </a:lnTo>
                  <a:lnTo>
                    <a:pt x="3242448" y="2167037"/>
                  </a:lnTo>
                  <a:lnTo>
                    <a:pt x="3278080" y="2185563"/>
                  </a:lnTo>
                  <a:lnTo>
                    <a:pt x="3313711" y="2203802"/>
                  </a:lnTo>
                  <a:lnTo>
                    <a:pt x="3349342" y="2221760"/>
                  </a:lnTo>
                  <a:lnTo>
                    <a:pt x="3384974" y="2239441"/>
                  </a:lnTo>
                  <a:lnTo>
                    <a:pt x="3420605" y="2256848"/>
                  </a:lnTo>
                  <a:lnTo>
                    <a:pt x="3456236" y="2273986"/>
                  </a:lnTo>
                  <a:lnTo>
                    <a:pt x="3491868" y="2290859"/>
                  </a:lnTo>
                  <a:lnTo>
                    <a:pt x="3527499" y="2307472"/>
                  </a:lnTo>
                  <a:lnTo>
                    <a:pt x="3563130" y="2323828"/>
                  </a:lnTo>
                  <a:lnTo>
                    <a:pt x="3598762" y="2339931"/>
                  </a:lnTo>
                  <a:lnTo>
                    <a:pt x="3634393" y="2355785"/>
                  </a:lnTo>
                  <a:lnTo>
                    <a:pt x="3670024" y="2371394"/>
                  </a:lnTo>
                  <a:lnTo>
                    <a:pt x="3705655" y="2386762"/>
                  </a:lnTo>
                  <a:lnTo>
                    <a:pt x="3741287" y="2401893"/>
                  </a:lnTo>
                  <a:lnTo>
                    <a:pt x="3776918" y="2416790"/>
                  </a:lnTo>
                  <a:lnTo>
                    <a:pt x="3812549" y="2431457"/>
                  </a:lnTo>
                  <a:lnTo>
                    <a:pt x="3848181" y="2445896"/>
                  </a:lnTo>
                  <a:lnTo>
                    <a:pt x="3883812" y="2460113"/>
                  </a:lnTo>
                  <a:lnTo>
                    <a:pt x="3919443" y="2474110"/>
                  </a:lnTo>
                  <a:lnTo>
                    <a:pt x="3955075" y="2487891"/>
                  </a:lnTo>
                  <a:lnTo>
                    <a:pt x="3990706" y="2501459"/>
                  </a:lnTo>
                  <a:lnTo>
                    <a:pt x="4026337" y="2514817"/>
                  </a:lnTo>
                  <a:lnTo>
                    <a:pt x="4061968" y="2527969"/>
                  </a:lnTo>
                  <a:lnTo>
                    <a:pt x="4097600" y="2540918"/>
                  </a:lnTo>
                  <a:lnTo>
                    <a:pt x="4133231" y="2553666"/>
                  </a:lnTo>
                  <a:lnTo>
                    <a:pt x="4168862" y="2565012"/>
                  </a:lnTo>
                  <a:lnTo>
                    <a:pt x="4204494" y="2568693"/>
                  </a:lnTo>
                  <a:lnTo>
                    <a:pt x="4240125" y="2572357"/>
                  </a:lnTo>
                  <a:lnTo>
                    <a:pt x="4275756" y="2576004"/>
                  </a:lnTo>
                  <a:lnTo>
                    <a:pt x="4311388" y="2579635"/>
                  </a:lnTo>
                  <a:lnTo>
                    <a:pt x="4347019" y="2583249"/>
                  </a:lnTo>
                  <a:lnTo>
                    <a:pt x="4382650" y="2586846"/>
                  </a:lnTo>
                  <a:lnTo>
                    <a:pt x="4418282" y="2590426"/>
                  </a:lnTo>
                  <a:lnTo>
                    <a:pt x="4453913" y="2593990"/>
                  </a:lnTo>
                  <a:lnTo>
                    <a:pt x="4489544" y="2597538"/>
                  </a:lnTo>
                  <a:lnTo>
                    <a:pt x="4525175" y="2601069"/>
                  </a:lnTo>
                  <a:lnTo>
                    <a:pt x="4560807" y="2604585"/>
                  </a:lnTo>
                  <a:lnTo>
                    <a:pt x="4596438" y="2608084"/>
                  </a:lnTo>
                  <a:lnTo>
                    <a:pt x="4632069" y="2611567"/>
                  </a:lnTo>
                  <a:lnTo>
                    <a:pt x="4667701" y="2615034"/>
                  </a:lnTo>
                  <a:lnTo>
                    <a:pt x="4703332" y="2618485"/>
                  </a:lnTo>
                  <a:lnTo>
                    <a:pt x="4738963" y="2621920"/>
                  </a:lnTo>
                  <a:lnTo>
                    <a:pt x="4774595" y="2625339"/>
                  </a:lnTo>
                  <a:lnTo>
                    <a:pt x="4810226" y="2628743"/>
                  </a:lnTo>
                  <a:lnTo>
                    <a:pt x="4845857" y="2632131"/>
                  </a:lnTo>
                  <a:lnTo>
                    <a:pt x="4881489" y="2635503"/>
                  </a:lnTo>
                  <a:lnTo>
                    <a:pt x="4917120" y="2638860"/>
                  </a:lnTo>
                  <a:lnTo>
                    <a:pt x="4952751" y="2642202"/>
                  </a:lnTo>
                  <a:lnTo>
                    <a:pt x="4988382" y="2645528"/>
                  </a:lnTo>
                  <a:lnTo>
                    <a:pt x="5024014" y="2648839"/>
                  </a:lnTo>
                  <a:lnTo>
                    <a:pt x="5059645" y="2652135"/>
                  </a:lnTo>
                  <a:lnTo>
                    <a:pt x="5095276" y="2655415"/>
                  </a:lnTo>
                  <a:lnTo>
                    <a:pt x="5130908" y="2658680"/>
                  </a:lnTo>
                  <a:lnTo>
                    <a:pt x="5166539" y="2661931"/>
                  </a:lnTo>
                  <a:lnTo>
                    <a:pt x="5202170" y="2665166"/>
                  </a:lnTo>
                  <a:lnTo>
                    <a:pt x="5237802" y="2668387"/>
                  </a:lnTo>
                  <a:lnTo>
                    <a:pt x="5273433" y="2671593"/>
                  </a:lnTo>
                  <a:lnTo>
                    <a:pt x="5309064" y="2674784"/>
                  </a:lnTo>
                  <a:lnTo>
                    <a:pt x="5344696" y="2677960"/>
                  </a:lnTo>
                  <a:lnTo>
                    <a:pt x="5380327" y="2681122"/>
                  </a:lnTo>
                  <a:lnTo>
                    <a:pt x="5415958" y="2684269"/>
                  </a:lnTo>
                  <a:lnTo>
                    <a:pt x="5451589" y="2687402"/>
                  </a:lnTo>
                  <a:lnTo>
                    <a:pt x="5487221" y="2690521"/>
                  </a:lnTo>
                  <a:lnTo>
                    <a:pt x="5522852" y="2693625"/>
                  </a:lnTo>
                  <a:lnTo>
                    <a:pt x="5558483" y="2696715"/>
                  </a:lnTo>
                  <a:lnTo>
                    <a:pt x="5594115" y="2699790"/>
                  </a:lnTo>
                  <a:lnTo>
                    <a:pt x="5629746" y="2702852"/>
                  </a:lnTo>
                  <a:lnTo>
                    <a:pt x="5665377" y="2705899"/>
                  </a:lnTo>
                  <a:lnTo>
                    <a:pt x="5701009" y="2708932"/>
                  </a:lnTo>
                  <a:lnTo>
                    <a:pt x="5736640" y="2711952"/>
                  </a:lnTo>
                  <a:lnTo>
                    <a:pt x="5772271" y="2714958"/>
                  </a:lnTo>
                  <a:lnTo>
                    <a:pt x="5807903" y="2717949"/>
                  </a:lnTo>
                  <a:lnTo>
                    <a:pt x="5843534" y="2720927"/>
                  </a:lnTo>
                  <a:lnTo>
                    <a:pt x="5879165" y="2723892"/>
                  </a:lnTo>
                  <a:lnTo>
                    <a:pt x="5914796" y="2726842"/>
                  </a:lnTo>
                  <a:lnTo>
                    <a:pt x="5950428" y="2729780"/>
                  </a:lnTo>
                  <a:lnTo>
                    <a:pt x="5986059" y="2732703"/>
                  </a:lnTo>
                  <a:lnTo>
                    <a:pt x="6021690" y="2735613"/>
                  </a:lnTo>
                  <a:lnTo>
                    <a:pt x="6057322" y="2738510"/>
                  </a:lnTo>
                  <a:lnTo>
                    <a:pt x="6092953" y="2741394"/>
                  </a:lnTo>
                  <a:lnTo>
                    <a:pt x="6128584" y="2744264"/>
                  </a:lnTo>
                  <a:lnTo>
                    <a:pt x="6164216" y="2747121"/>
                  </a:lnTo>
                  <a:lnTo>
                    <a:pt x="6199847" y="2749965"/>
                  </a:lnTo>
                  <a:lnTo>
                    <a:pt x="6235478" y="2752796"/>
                  </a:lnTo>
                  <a:lnTo>
                    <a:pt x="6271110" y="2755614"/>
                  </a:lnTo>
                  <a:lnTo>
                    <a:pt x="6306741" y="2758419"/>
                  </a:lnTo>
                  <a:lnTo>
                    <a:pt x="6342372" y="2761211"/>
                  </a:lnTo>
                  <a:lnTo>
                    <a:pt x="6378003" y="2763990"/>
                  </a:lnTo>
                  <a:lnTo>
                    <a:pt x="6413635" y="2766756"/>
                  </a:lnTo>
                  <a:lnTo>
                    <a:pt x="6449266" y="2769510"/>
                  </a:lnTo>
                  <a:lnTo>
                    <a:pt x="6484897" y="2772251"/>
                  </a:lnTo>
                  <a:lnTo>
                    <a:pt x="6520529" y="2774980"/>
                  </a:lnTo>
                  <a:lnTo>
                    <a:pt x="6556160" y="2777696"/>
                  </a:lnTo>
                  <a:lnTo>
                    <a:pt x="6591791" y="2780399"/>
                  </a:lnTo>
                  <a:lnTo>
                    <a:pt x="6627423" y="2783090"/>
                  </a:lnTo>
                  <a:lnTo>
                    <a:pt x="6663054" y="2785769"/>
                  </a:lnTo>
                  <a:lnTo>
                    <a:pt x="6698685" y="2788435"/>
                  </a:lnTo>
                  <a:lnTo>
                    <a:pt x="6734317" y="2791089"/>
                  </a:lnTo>
                  <a:lnTo>
                    <a:pt x="6769948" y="2793731"/>
                  </a:lnTo>
                  <a:lnTo>
                    <a:pt x="6805579" y="2796361"/>
                  </a:lnTo>
                  <a:lnTo>
                    <a:pt x="6841210" y="2798978"/>
                  </a:lnTo>
                  <a:lnTo>
                    <a:pt x="6876842" y="2801584"/>
                  </a:lnTo>
                  <a:lnTo>
                    <a:pt x="6912473" y="2804178"/>
                  </a:lnTo>
                  <a:lnTo>
                    <a:pt x="6948104" y="2806759"/>
                  </a:lnTo>
                  <a:lnTo>
                    <a:pt x="6983736" y="2809329"/>
                  </a:lnTo>
                  <a:lnTo>
                    <a:pt x="7019367" y="2811887"/>
                  </a:lnTo>
                  <a:lnTo>
                    <a:pt x="7054998" y="2814433"/>
                  </a:lnTo>
                  <a:lnTo>
                    <a:pt x="7090630" y="2816968"/>
                  </a:lnTo>
                  <a:lnTo>
                    <a:pt x="7090630" y="3142905"/>
                  </a:lnTo>
                  <a:lnTo>
                    <a:pt x="7054998" y="3139405"/>
                  </a:lnTo>
                  <a:lnTo>
                    <a:pt x="7019367" y="3135850"/>
                  </a:lnTo>
                  <a:lnTo>
                    <a:pt x="6983736" y="3132239"/>
                  </a:lnTo>
                  <a:lnTo>
                    <a:pt x="6948104" y="3128571"/>
                  </a:lnTo>
                  <a:lnTo>
                    <a:pt x="6912473" y="3124846"/>
                  </a:lnTo>
                  <a:lnTo>
                    <a:pt x="6876842" y="3121062"/>
                  </a:lnTo>
                  <a:lnTo>
                    <a:pt x="6841210" y="3117219"/>
                  </a:lnTo>
                  <a:lnTo>
                    <a:pt x="6805579" y="3113316"/>
                  </a:lnTo>
                  <a:lnTo>
                    <a:pt x="6769948" y="3109351"/>
                  </a:lnTo>
                  <a:lnTo>
                    <a:pt x="6734317" y="3105325"/>
                  </a:lnTo>
                  <a:lnTo>
                    <a:pt x="6698685" y="3101235"/>
                  </a:lnTo>
                  <a:lnTo>
                    <a:pt x="6663054" y="3097080"/>
                  </a:lnTo>
                  <a:lnTo>
                    <a:pt x="6627423" y="3092861"/>
                  </a:lnTo>
                  <a:lnTo>
                    <a:pt x="6591791" y="3088575"/>
                  </a:lnTo>
                  <a:lnTo>
                    <a:pt x="6556160" y="3084222"/>
                  </a:lnTo>
                  <a:lnTo>
                    <a:pt x="6520529" y="3079801"/>
                  </a:lnTo>
                  <a:lnTo>
                    <a:pt x="6484897" y="3075310"/>
                  </a:lnTo>
                  <a:lnTo>
                    <a:pt x="6449266" y="3070749"/>
                  </a:lnTo>
                  <a:lnTo>
                    <a:pt x="6413635" y="3066117"/>
                  </a:lnTo>
                  <a:lnTo>
                    <a:pt x="6378003" y="3061411"/>
                  </a:lnTo>
                  <a:lnTo>
                    <a:pt x="6342372" y="3056632"/>
                  </a:lnTo>
                  <a:lnTo>
                    <a:pt x="6306741" y="3051778"/>
                  </a:lnTo>
                  <a:lnTo>
                    <a:pt x="6271110" y="3046847"/>
                  </a:lnTo>
                  <a:lnTo>
                    <a:pt x="6235478" y="3041839"/>
                  </a:lnTo>
                  <a:lnTo>
                    <a:pt x="6199847" y="3036753"/>
                  </a:lnTo>
                  <a:lnTo>
                    <a:pt x="6164216" y="3031587"/>
                  </a:lnTo>
                  <a:lnTo>
                    <a:pt x="6128584" y="3026339"/>
                  </a:lnTo>
                  <a:lnTo>
                    <a:pt x="6092953" y="3021010"/>
                  </a:lnTo>
                  <a:lnTo>
                    <a:pt x="6057322" y="3015596"/>
                  </a:lnTo>
                  <a:lnTo>
                    <a:pt x="6021690" y="3010098"/>
                  </a:lnTo>
                  <a:lnTo>
                    <a:pt x="5986059" y="3004513"/>
                  </a:lnTo>
                  <a:lnTo>
                    <a:pt x="5950428" y="2998841"/>
                  </a:lnTo>
                  <a:lnTo>
                    <a:pt x="5914796" y="2993080"/>
                  </a:lnTo>
                  <a:lnTo>
                    <a:pt x="5879165" y="2987228"/>
                  </a:lnTo>
                  <a:lnTo>
                    <a:pt x="5843534" y="2981284"/>
                  </a:lnTo>
                  <a:lnTo>
                    <a:pt x="5807903" y="2975247"/>
                  </a:lnTo>
                  <a:lnTo>
                    <a:pt x="5772271" y="2969116"/>
                  </a:lnTo>
                  <a:lnTo>
                    <a:pt x="5736640" y="2962888"/>
                  </a:lnTo>
                  <a:lnTo>
                    <a:pt x="5701009" y="2956562"/>
                  </a:lnTo>
                  <a:lnTo>
                    <a:pt x="5665377" y="2950137"/>
                  </a:lnTo>
                  <a:lnTo>
                    <a:pt x="5629746" y="2943612"/>
                  </a:lnTo>
                  <a:lnTo>
                    <a:pt x="5594115" y="2936983"/>
                  </a:lnTo>
                  <a:lnTo>
                    <a:pt x="5558483" y="2930251"/>
                  </a:lnTo>
                  <a:lnTo>
                    <a:pt x="5522852" y="2923413"/>
                  </a:lnTo>
                  <a:lnTo>
                    <a:pt x="5487221" y="2916468"/>
                  </a:lnTo>
                  <a:lnTo>
                    <a:pt x="5451589" y="2909414"/>
                  </a:lnTo>
                  <a:lnTo>
                    <a:pt x="5415958" y="2902249"/>
                  </a:lnTo>
                  <a:lnTo>
                    <a:pt x="5380327" y="2894972"/>
                  </a:lnTo>
                  <a:lnTo>
                    <a:pt x="5344696" y="2887580"/>
                  </a:lnTo>
                  <a:lnTo>
                    <a:pt x="5309064" y="2880072"/>
                  </a:lnTo>
                  <a:lnTo>
                    <a:pt x="5273433" y="2872447"/>
                  </a:lnTo>
                  <a:lnTo>
                    <a:pt x="5237802" y="2864702"/>
                  </a:lnTo>
                  <a:lnTo>
                    <a:pt x="5202170" y="2856835"/>
                  </a:lnTo>
                  <a:lnTo>
                    <a:pt x="5166539" y="2848845"/>
                  </a:lnTo>
                  <a:lnTo>
                    <a:pt x="5130908" y="2840730"/>
                  </a:lnTo>
                  <a:lnTo>
                    <a:pt x="5095276" y="2832487"/>
                  </a:lnTo>
                  <a:lnTo>
                    <a:pt x="5059645" y="2824114"/>
                  </a:lnTo>
                  <a:lnTo>
                    <a:pt x="5024014" y="2815611"/>
                  </a:lnTo>
                  <a:lnTo>
                    <a:pt x="4988382" y="2806973"/>
                  </a:lnTo>
                  <a:lnTo>
                    <a:pt x="4952751" y="2798201"/>
                  </a:lnTo>
                  <a:lnTo>
                    <a:pt x="4917120" y="2789290"/>
                  </a:lnTo>
                  <a:lnTo>
                    <a:pt x="4881489" y="2780240"/>
                  </a:lnTo>
                  <a:lnTo>
                    <a:pt x="4845857" y="2771048"/>
                  </a:lnTo>
                  <a:lnTo>
                    <a:pt x="4810226" y="2761711"/>
                  </a:lnTo>
                  <a:lnTo>
                    <a:pt x="4774595" y="2752228"/>
                  </a:lnTo>
                  <a:lnTo>
                    <a:pt x="4738963" y="2742596"/>
                  </a:lnTo>
                  <a:lnTo>
                    <a:pt x="4703332" y="2732813"/>
                  </a:lnTo>
                  <a:lnTo>
                    <a:pt x="4667701" y="2722876"/>
                  </a:lnTo>
                  <a:lnTo>
                    <a:pt x="4632069" y="2712783"/>
                  </a:lnTo>
                  <a:lnTo>
                    <a:pt x="4596438" y="2702532"/>
                  </a:lnTo>
                  <a:lnTo>
                    <a:pt x="4560807" y="2692120"/>
                  </a:lnTo>
                  <a:lnTo>
                    <a:pt x="4525175" y="2681545"/>
                  </a:lnTo>
                  <a:lnTo>
                    <a:pt x="4489544" y="2670803"/>
                  </a:lnTo>
                  <a:lnTo>
                    <a:pt x="4453913" y="2659893"/>
                  </a:lnTo>
                  <a:lnTo>
                    <a:pt x="4418282" y="2648812"/>
                  </a:lnTo>
                  <a:lnTo>
                    <a:pt x="4382650" y="2637557"/>
                  </a:lnTo>
                  <a:lnTo>
                    <a:pt x="4347019" y="2626125"/>
                  </a:lnTo>
                  <a:lnTo>
                    <a:pt x="4311388" y="2614514"/>
                  </a:lnTo>
                  <a:lnTo>
                    <a:pt x="4275756" y="2602720"/>
                  </a:lnTo>
                  <a:lnTo>
                    <a:pt x="4240125" y="2590742"/>
                  </a:lnTo>
                  <a:lnTo>
                    <a:pt x="4204494" y="2578575"/>
                  </a:lnTo>
                  <a:lnTo>
                    <a:pt x="4168862" y="2566218"/>
                  </a:lnTo>
                  <a:lnTo>
                    <a:pt x="4133231" y="2561314"/>
                  </a:lnTo>
                  <a:lnTo>
                    <a:pt x="4097600" y="2557599"/>
                  </a:lnTo>
                  <a:lnTo>
                    <a:pt x="4061968" y="2553867"/>
                  </a:lnTo>
                  <a:lnTo>
                    <a:pt x="4026337" y="2550118"/>
                  </a:lnTo>
                  <a:lnTo>
                    <a:pt x="3990706" y="2546351"/>
                  </a:lnTo>
                  <a:lnTo>
                    <a:pt x="3955075" y="2542567"/>
                  </a:lnTo>
                  <a:lnTo>
                    <a:pt x="3919443" y="2538766"/>
                  </a:lnTo>
                  <a:lnTo>
                    <a:pt x="3883812" y="2534946"/>
                  </a:lnTo>
                  <a:lnTo>
                    <a:pt x="3848181" y="2531110"/>
                  </a:lnTo>
                  <a:lnTo>
                    <a:pt x="3812549" y="2527255"/>
                  </a:lnTo>
                  <a:lnTo>
                    <a:pt x="3776918" y="2523383"/>
                  </a:lnTo>
                  <a:lnTo>
                    <a:pt x="3741287" y="2519493"/>
                  </a:lnTo>
                  <a:lnTo>
                    <a:pt x="3705655" y="2515585"/>
                  </a:lnTo>
                  <a:lnTo>
                    <a:pt x="3670024" y="2511659"/>
                  </a:lnTo>
                  <a:lnTo>
                    <a:pt x="3634393" y="2507714"/>
                  </a:lnTo>
                  <a:lnTo>
                    <a:pt x="3598762" y="2503752"/>
                  </a:lnTo>
                  <a:lnTo>
                    <a:pt x="3563130" y="2499771"/>
                  </a:lnTo>
                  <a:lnTo>
                    <a:pt x="3527499" y="2495772"/>
                  </a:lnTo>
                  <a:lnTo>
                    <a:pt x="3491868" y="2491754"/>
                  </a:lnTo>
                  <a:lnTo>
                    <a:pt x="3456236" y="2487718"/>
                  </a:lnTo>
                  <a:lnTo>
                    <a:pt x="3420605" y="2483663"/>
                  </a:lnTo>
                  <a:lnTo>
                    <a:pt x="3384974" y="2479590"/>
                  </a:lnTo>
                  <a:lnTo>
                    <a:pt x="3349342" y="2475498"/>
                  </a:lnTo>
                  <a:lnTo>
                    <a:pt x="3313711" y="2471386"/>
                  </a:lnTo>
                  <a:lnTo>
                    <a:pt x="3278080" y="2467256"/>
                  </a:lnTo>
                  <a:lnTo>
                    <a:pt x="3242448" y="2463107"/>
                  </a:lnTo>
                  <a:lnTo>
                    <a:pt x="3206817" y="2458938"/>
                  </a:lnTo>
                  <a:lnTo>
                    <a:pt x="3171186" y="2454751"/>
                  </a:lnTo>
                  <a:lnTo>
                    <a:pt x="3135555" y="2450544"/>
                  </a:lnTo>
                  <a:lnTo>
                    <a:pt x="3099923" y="2446317"/>
                  </a:lnTo>
                  <a:lnTo>
                    <a:pt x="3064292" y="2442071"/>
                  </a:lnTo>
                  <a:lnTo>
                    <a:pt x="3028661" y="2437806"/>
                  </a:lnTo>
                  <a:lnTo>
                    <a:pt x="2993029" y="2433521"/>
                  </a:lnTo>
                  <a:lnTo>
                    <a:pt x="2957398" y="2429216"/>
                  </a:lnTo>
                  <a:lnTo>
                    <a:pt x="2921767" y="2424891"/>
                  </a:lnTo>
                  <a:lnTo>
                    <a:pt x="2886135" y="2420546"/>
                  </a:lnTo>
                  <a:lnTo>
                    <a:pt x="2850504" y="2416181"/>
                  </a:lnTo>
                  <a:lnTo>
                    <a:pt x="2814873" y="2411796"/>
                  </a:lnTo>
                  <a:lnTo>
                    <a:pt x="2779241" y="2407390"/>
                  </a:lnTo>
                  <a:lnTo>
                    <a:pt x="2743610" y="2402965"/>
                  </a:lnTo>
                  <a:lnTo>
                    <a:pt x="2707979" y="2398519"/>
                  </a:lnTo>
                  <a:lnTo>
                    <a:pt x="2672348" y="2394052"/>
                  </a:lnTo>
                  <a:lnTo>
                    <a:pt x="2636716" y="2389565"/>
                  </a:lnTo>
                  <a:lnTo>
                    <a:pt x="2601085" y="2385057"/>
                  </a:lnTo>
                  <a:lnTo>
                    <a:pt x="2565454" y="2380528"/>
                  </a:lnTo>
                  <a:lnTo>
                    <a:pt x="2529822" y="2375978"/>
                  </a:lnTo>
                  <a:lnTo>
                    <a:pt x="2494191" y="2371407"/>
                  </a:lnTo>
                  <a:lnTo>
                    <a:pt x="2458560" y="2366816"/>
                  </a:lnTo>
                  <a:lnTo>
                    <a:pt x="2422928" y="2362203"/>
                  </a:lnTo>
                  <a:lnTo>
                    <a:pt x="2387297" y="2357568"/>
                  </a:lnTo>
                  <a:lnTo>
                    <a:pt x="2351666" y="2352912"/>
                  </a:lnTo>
                  <a:lnTo>
                    <a:pt x="2316034" y="2348235"/>
                  </a:lnTo>
                  <a:lnTo>
                    <a:pt x="2280403" y="2343536"/>
                  </a:lnTo>
                  <a:lnTo>
                    <a:pt x="2244772" y="2338816"/>
                  </a:lnTo>
                  <a:lnTo>
                    <a:pt x="2209141" y="2334074"/>
                  </a:lnTo>
                  <a:lnTo>
                    <a:pt x="2173509" y="2329309"/>
                  </a:lnTo>
                  <a:lnTo>
                    <a:pt x="2137878" y="2324523"/>
                  </a:lnTo>
                  <a:lnTo>
                    <a:pt x="2102247" y="2319715"/>
                  </a:lnTo>
                  <a:lnTo>
                    <a:pt x="2066615" y="2314884"/>
                  </a:lnTo>
                  <a:lnTo>
                    <a:pt x="2030984" y="2310032"/>
                  </a:lnTo>
                  <a:lnTo>
                    <a:pt x="1995353" y="2305156"/>
                  </a:lnTo>
                  <a:lnTo>
                    <a:pt x="1959721" y="2300259"/>
                  </a:lnTo>
                  <a:lnTo>
                    <a:pt x="1924090" y="2295338"/>
                  </a:lnTo>
                  <a:lnTo>
                    <a:pt x="1888459" y="2290395"/>
                  </a:lnTo>
                  <a:lnTo>
                    <a:pt x="1852827" y="2285429"/>
                  </a:lnTo>
                  <a:lnTo>
                    <a:pt x="1817196" y="2280441"/>
                  </a:lnTo>
                  <a:lnTo>
                    <a:pt x="1781565" y="2275429"/>
                  </a:lnTo>
                  <a:lnTo>
                    <a:pt x="1745934" y="2270394"/>
                  </a:lnTo>
                  <a:lnTo>
                    <a:pt x="1710302" y="2265336"/>
                  </a:lnTo>
                  <a:lnTo>
                    <a:pt x="1674671" y="2260254"/>
                  </a:lnTo>
                  <a:lnTo>
                    <a:pt x="1639040" y="2255149"/>
                  </a:lnTo>
                  <a:lnTo>
                    <a:pt x="1603408" y="2250020"/>
                  </a:lnTo>
                  <a:lnTo>
                    <a:pt x="1567777" y="2244868"/>
                  </a:lnTo>
                  <a:lnTo>
                    <a:pt x="1532146" y="2239692"/>
                  </a:lnTo>
                  <a:lnTo>
                    <a:pt x="1496514" y="2234492"/>
                  </a:lnTo>
                  <a:lnTo>
                    <a:pt x="1460883" y="2229268"/>
                  </a:lnTo>
                  <a:lnTo>
                    <a:pt x="1425252" y="2224020"/>
                  </a:lnTo>
                  <a:lnTo>
                    <a:pt x="1389620" y="2218747"/>
                  </a:lnTo>
                  <a:lnTo>
                    <a:pt x="1353989" y="2213451"/>
                  </a:lnTo>
                  <a:lnTo>
                    <a:pt x="1318358" y="2208130"/>
                  </a:lnTo>
                  <a:lnTo>
                    <a:pt x="1282727" y="2202784"/>
                  </a:lnTo>
                  <a:lnTo>
                    <a:pt x="1247095" y="2197414"/>
                  </a:lnTo>
                  <a:lnTo>
                    <a:pt x="1211464" y="2192018"/>
                  </a:lnTo>
                  <a:lnTo>
                    <a:pt x="1175833" y="2186598"/>
                  </a:lnTo>
                  <a:lnTo>
                    <a:pt x="1140201" y="2181153"/>
                  </a:lnTo>
                  <a:lnTo>
                    <a:pt x="1104570" y="2175683"/>
                  </a:lnTo>
                  <a:lnTo>
                    <a:pt x="1068939" y="2170187"/>
                  </a:lnTo>
                  <a:lnTo>
                    <a:pt x="1033307" y="2164666"/>
                  </a:lnTo>
                  <a:lnTo>
                    <a:pt x="997676" y="2159120"/>
                  </a:lnTo>
                  <a:lnTo>
                    <a:pt x="962045" y="2153548"/>
                  </a:lnTo>
                  <a:lnTo>
                    <a:pt x="926413" y="2147950"/>
                  </a:lnTo>
                  <a:lnTo>
                    <a:pt x="890782" y="2142327"/>
                  </a:lnTo>
                  <a:lnTo>
                    <a:pt x="855151" y="2136677"/>
                  </a:lnTo>
                  <a:lnTo>
                    <a:pt x="819520" y="2131002"/>
                  </a:lnTo>
                  <a:lnTo>
                    <a:pt x="783888" y="2125300"/>
                  </a:lnTo>
                  <a:lnTo>
                    <a:pt x="748257" y="2119572"/>
                  </a:lnTo>
                  <a:lnTo>
                    <a:pt x="712626" y="2113817"/>
                  </a:lnTo>
                  <a:lnTo>
                    <a:pt x="676994" y="2108036"/>
                  </a:lnTo>
                  <a:lnTo>
                    <a:pt x="641363" y="2102228"/>
                  </a:lnTo>
                  <a:lnTo>
                    <a:pt x="605732" y="2096393"/>
                  </a:lnTo>
                  <a:lnTo>
                    <a:pt x="570100" y="2090532"/>
                  </a:lnTo>
                  <a:lnTo>
                    <a:pt x="534469" y="2084643"/>
                  </a:lnTo>
                  <a:lnTo>
                    <a:pt x="498838" y="2078727"/>
                  </a:lnTo>
                  <a:lnTo>
                    <a:pt x="463206" y="2072784"/>
                  </a:lnTo>
                  <a:lnTo>
                    <a:pt x="427575" y="2066813"/>
                  </a:lnTo>
                  <a:lnTo>
                    <a:pt x="391944" y="2060815"/>
                  </a:lnTo>
                  <a:lnTo>
                    <a:pt x="356313" y="2054789"/>
                  </a:lnTo>
                  <a:lnTo>
                    <a:pt x="320681" y="2048735"/>
                  </a:lnTo>
                  <a:lnTo>
                    <a:pt x="285050" y="2042654"/>
                  </a:lnTo>
                  <a:lnTo>
                    <a:pt x="249419" y="2036544"/>
                  </a:lnTo>
                  <a:lnTo>
                    <a:pt x="213787" y="2030406"/>
                  </a:lnTo>
                  <a:lnTo>
                    <a:pt x="178156" y="2024240"/>
                  </a:lnTo>
                  <a:lnTo>
                    <a:pt x="142525" y="2018045"/>
                  </a:lnTo>
                  <a:lnTo>
                    <a:pt x="106893" y="2011822"/>
                  </a:lnTo>
                  <a:lnTo>
                    <a:pt x="71262" y="2005570"/>
                  </a:lnTo>
                  <a:lnTo>
                    <a:pt x="35631" y="1999289"/>
                  </a:lnTo>
                  <a:lnTo>
                    <a:pt x="0" y="19929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52666" y="2196947"/>
              <a:ext cx="6210012" cy="2816968"/>
            </a:xfrm>
            <a:custGeom>
              <a:avLst/>
              <a:pathLst>
                <a:path w="6210012" h="2816968">
                  <a:moveTo>
                    <a:pt x="0" y="0"/>
                  </a:moveTo>
                  <a:lnTo>
                    <a:pt x="10165" y="15004"/>
                  </a:lnTo>
                  <a:lnTo>
                    <a:pt x="45796" y="66785"/>
                  </a:lnTo>
                  <a:lnTo>
                    <a:pt x="81427" y="117766"/>
                  </a:lnTo>
                  <a:lnTo>
                    <a:pt x="117059" y="167959"/>
                  </a:lnTo>
                  <a:lnTo>
                    <a:pt x="152690" y="217376"/>
                  </a:lnTo>
                  <a:lnTo>
                    <a:pt x="188321" y="266030"/>
                  </a:lnTo>
                  <a:lnTo>
                    <a:pt x="223953" y="313932"/>
                  </a:lnTo>
                  <a:lnTo>
                    <a:pt x="259584" y="361093"/>
                  </a:lnTo>
                  <a:lnTo>
                    <a:pt x="295215" y="407526"/>
                  </a:lnTo>
                  <a:lnTo>
                    <a:pt x="330847" y="453241"/>
                  </a:lnTo>
                  <a:lnTo>
                    <a:pt x="366478" y="498250"/>
                  </a:lnTo>
                  <a:lnTo>
                    <a:pt x="402109" y="542564"/>
                  </a:lnTo>
                  <a:lnTo>
                    <a:pt x="437740" y="586192"/>
                  </a:lnTo>
                  <a:lnTo>
                    <a:pt x="473372" y="629147"/>
                  </a:lnTo>
                  <a:lnTo>
                    <a:pt x="509003" y="671438"/>
                  </a:lnTo>
                  <a:lnTo>
                    <a:pt x="544634" y="713075"/>
                  </a:lnTo>
                  <a:lnTo>
                    <a:pt x="580266" y="754068"/>
                  </a:lnTo>
                  <a:lnTo>
                    <a:pt x="615897" y="794429"/>
                  </a:lnTo>
                  <a:lnTo>
                    <a:pt x="651528" y="834165"/>
                  </a:lnTo>
                  <a:lnTo>
                    <a:pt x="687160" y="873288"/>
                  </a:lnTo>
                  <a:lnTo>
                    <a:pt x="722791" y="911806"/>
                  </a:lnTo>
                  <a:lnTo>
                    <a:pt x="758422" y="949729"/>
                  </a:lnTo>
                  <a:lnTo>
                    <a:pt x="794054" y="987066"/>
                  </a:lnTo>
                  <a:lnTo>
                    <a:pt x="829685" y="1023825"/>
                  </a:lnTo>
                  <a:lnTo>
                    <a:pt x="865316" y="1060017"/>
                  </a:lnTo>
                  <a:lnTo>
                    <a:pt x="900947" y="1095650"/>
                  </a:lnTo>
                  <a:lnTo>
                    <a:pt x="936579" y="1130732"/>
                  </a:lnTo>
                  <a:lnTo>
                    <a:pt x="972210" y="1165272"/>
                  </a:lnTo>
                  <a:lnTo>
                    <a:pt x="1007841" y="1199278"/>
                  </a:lnTo>
                  <a:lnTo>
                    <a:pt x="1043473" y="1232758"/>
                  </a:lnTo>
                  <a:lnTo>
                    <a:pt x="1079104" y="1265721"/>
                  </a:lnTo>
                  <a:lnTo>
                    <a:pt x="1114735" y="1298175"/>
                  </a:lnTo>
                  <a:lnTo>
                    <a:pt x="1150367" y="1330128"/>
                  </a:lnTo>
                  <a:lnTo>
                    <a:pt x="1185998" y="1361586"/>
                  </a:lnTo>
                  <a:lnTo>
                    <a:pt x="1221629" y="1392559"/>
                  </a:lnTo>
                  <a:lnTo>
                    <a:pt x="1257261" y="1423052"/>
                  </a:lnTo>
                  <a:lnTo>
                    <a:pt x="1292892" y="1453075"/>
                  </a:lnTo>
                  <a:lnTo>
                    <a:pt x="1328523" y="1482634"/>
                  </a:lnTo>
                  <a:lnTo>
                    <a:pt x="1364154" y="1511736"/>
                  </a:lnTo>
                  <a:lnTo>
                    <a:pt x="1399786" y="1540388"/>
                  </a:lnTo>
                  <a:lnTo>
                    <a:pt x="1435417" y="1568597"/>
                  </a:lnTo>
                  <a:lnTo>
                    <a:pt x="1471048" y="1596371"/>
                  </a:lnTo>
                  <a:lnTo>
                    <a:pt x="1506680" y="1623715"/>
                  </a:lnTo>
                  <a:lnTo>
                    <a:pt x="1542311" y="1650637"/>
                  </a:lnTo>
                  <a:lnTo>
                    <a:pt x="1577942" y="1677143"/>
                  </a:lnTo>
                  <a:lnTo>
                    <a:pt x="1613574" y="1703239"/>
                  </a:lnTo>
                  <a:lnTo>
                    <a:pt x="1649205" y="1728932"/>
                  </a:lnTo>
                  <a:lnTo>
                    <a:pt x="1684836" y="1754228"/>
                  </a:lnTo>
                  <a:lnTo>
                    <a:pt x="1720468" y="1779133"/>
                  </a:lnTo>
                  <a:lnTo>
                    <a:pt x="1756099" y="1803653"/>
                  </a:lnTo>
                  <a:lnTo>
                    <a:pt x="1791730" y="1827795"/>
                  </a:lnTo>
                  <a:lnTo>
                    <a:pt x="1827361" y="1851563"/>
                  </a:lnTo>
                  <a:lnTo>
                    <a:pt x="1862993" y="1874964"/>
                  </a:lnTo>
                  <a:lnTo>
                    <a:pt x="1898624" y="1898003"/>
                  </a:lnTo>
                  <a:lnTo>
                    <a:pt x="1934255" y="1920686"/>
                  </a:lnTo>
                  <a:lnTo>
                    <a:pt x="1969887" y="1943019"/>
                  </a:lnTo>
                  <a:lnTo>
                    <a:pt x="2005518" y="1965007"/>
                  </a:lnTo>
                  <a:lnTo>
                    <a:pt x="2041149" y="1986655"/>
                  </a:lnTo>
                  <a:lnTo>
                    <a:pt x="2076781" y="2007968"/>
                  </a:lnTo>
                  <a:lnTo>
                    <a:pt x="2112412" y="2028952"/>
                  </a:lnTo>
                  <a:lnTo>
                    <a:pt x="2148043" y="2049612"/>
                  </a:lnTo>
                  <a:lnTo>
                    <a:pt x="2183675" y="2069953"/>
                  </a:lnTo>
                  <a:lnTo>
                    <a:pt x="2219306" y="2089979"/>
                  </a:lnTo>
                  <a:lnTo>
                    <a:pt x="2254937" y="2109696"/>
                  </a:lnTo>
                  <a:lnTo>
                    <a:pt x="2290568" y="2129108"/>
                  </a:lnTo>
                  <a:lnTo>
                    <a:pt x="2326200" y="2148220"/>
                  </a:lnTo>
                  <a:lnTo>
                    <a:pt x="2361831" y="2167037"/>
                  </a:lnTo>
                  <a:lnTo>
                    <a:pt x="2397462" y="2185563"/>
                  </a:lnTo>
                  <a:lnTo>
                    <a:pt x="2433094" y="2203802"/>
                  </a:lnTo>
                  <a:lnTo>
                    <a:pt x="2468725" y="2221760"/>
                  </a:lnTo>
                  <a:lnTo>
                    <a:pt x="2504356" y="2239441"/>
                  </a:lnTo>
                  <a:lnTo>
                    <a:pt x="2539988" y="2256848"/>
                  </a:lnTo>
                  <a:lnTo>
                    <a:pt x="2575619" y="2273986"/>
                  </a:lnTo>
                  <a:lnTo>
                    <a:pt x="2611250" y="2290859"/>
                  </a:lnTo>
                  <a:lnTo>
                    <a:pt x="2646882" y="2307472"/>
                  </a:lnTo>
                  <a:lnTo>
                    <a:pt x="2682513" y="2323828"/>
                  </a:lnTo>
                  <a:lnTo>
                    <a:pt x="2718144" y="2339931"/>
                  </a:lnTo>
                  <a:lnTo>
                    <a:pt x="2753775" y="2355785"/>
                  </a:lnTo>
                  <a:lnTo>
                    <a:pt x="2789407" y="2371394"/>
                  </a:lnTo>
                  <a:lnTo>
                    <a:pt x="2825038" y="2386762"/>
                  </a:lnTo>
                  <a:lnTo>
                    <a:pt x="2860669" y="2401893"/>
                  </a:lnTo>
                  <a:lnTo>
                    <a:pt x="2896301" y="2416790"/>
                  </a:lnTo>
                  <a:lnTo>
                    <a:pt x="2931932" y="2431457"/>
                  </a:lnTo>
                  <a:lnTo>
                    <a:pt x="2967563" y="2445896"/>
                  </a:lnTo>
                  <a:lnTo>
                    <a:pt x="3003195" y="2460113"/>
                  </a:lnTo>
                  <a:lnTo>
                    <a:pt x="3038826" y="2474110"/>
                  </a:lnTo>
                  <a:lnTo>
                    <a:pt x="3074457" y="2487891"/>
                  </a:lnTo>
                  <a:lnTo>
                    <a:pt x="3110089" y="2501459"/>
                  </a:lnTo>
                  <a:lnTo>
                    <a:pt x="3145720" y="2514817"/>
                  </a:lnTo>
                  <a:lnTo>
                    <a:pt x="3181351" y="2527969"/>
                  </a:lnTo>
                  <a:lnTo>
                    <a:pt x="3216982" y="2540918"/>
                  </a:lnTo>
                  <a:lnTo>
                    <a:pt x="3252614" y="2553666"/>
                  </a:lnTo>
                  <a:lnTo>
                    <a:pt x="3288245" y="2565012"/>
                  </a:lnTo>
                  <a:lnTo>
                    <a:pt x="3323876" y="2568693"/>
                  </a:lnTo>
                  <a:lnTo>
                    <a:pt x="3359508" y="2572357"/>
                  </a:lnTo>
                  <a:lnTo>
                    <a:pt x="3395139" y="2576004"/>
                  </a:lnTo>
                  <a:lnTo>
                    <a:pt x="3430770" y="2579635"/>
                  </a:lnTo>
                  <a:lnTo>
                    <a:pt x="3466402" y="2583249"/>
                  </a:lnTo>
                  <a:lnTo>
                    <a:pt x="3502033" y="2586846"/>
                  </a:lnTo>
                  <a:lnTo>
                    <a:pt x="3537664" y="2590426"/>
                  </a:lnTo>
                  <a:lnTo>
                    <a:pt x="3573295" y="2593990"/>
                  </a:lnTo>
                  <a:lnTo>
                    <a:pt x="3608927" y="2597538"/>
                  </a:lnTo>
                  <a:lnTo>
                    <a:pt x="3644558" y="2601069"/>
                  </a:lnTo>
                  <a:lnTo>
                    <a:pt x="3680189" y="2604585"/>
                  </a:lnTo>
                  <a:lnTo>
                    <a:pt x="3715821" y="2608084"/>
                  </a:lnTo>
                  <a:lnTo>
                    <a:pt x="3751452" y="2611567"/>
                  </a:lnTo>
                  <a:lnTo>
                    <a:pt x="3787083" y="2615034"/>
                  </a:lnTo>
                  <a:lnTo>
                    <a:pt x="3822715" y="2618485"/>
                  </a:lnTo>
                  <a:lnTo>
                    <a:pt x="3858346" y="2621920"/>
                  </a:lnTo>
                  <a:lnTo>
                    <a:pt x="3893977" y="2625339"/>
                  </a:lnTo>
                  <a:lnTo>
                    <a:pt x="3929609" y="2628743"/>
                  </a:lnTo>
                  <a:lnTo>
                    <a:pt x="3965240" y="2632131"/>
                  </a:lnTo>
                  <a:lnTo>
                    <a:pt x="4000871" y="2635503"/>
                  </a:lnTo>
                  <a:lnTo>
                    <a:pt x="4036502" y="2638860"/>
                  </a:lnTo>
                  <a:lnTo>
                    <a:pt x="4072134" y="2642202"/>
                  </a:lnTo>
                  <a:lnTo>
                    <a:pt x="4107765" y="2645528"/>
                  </a:lnTo>
                  <a:lnTo>
                    <a:pt x="4143396" y="2648839"/>
                  </a:lnTo>
                  <a:lnTo>
                    <a:pt x="4179028" y="2652135"/>
                  </a:lnTo>
                  <a:lnTo>
                    <a:pt x="4214659" y="2655415"/>
                  </a:lnTo>
                  <a:lnTo>
                    <a:pt x="4250290" y="2658680"/>
                  </a:lnTo>
                  <a:lnTo>
                    <a:pt x="4285922" y="2661931"/>
                  </a:lnTo>
                  <a:lnTo>
                    <a:pt x="4321553" y="2665166"/>
                  </a:lnTo>
                  <a:lnTo>
                    <a:pt x="4357184" y="2668387"/>
                  </a:lnTo>
                  <a:lnTo>
                    <a:pt x="4392816" y="2671593"/>
                  </a:lnTo>
                  <a:lnTo>
                    <a:pt x="4428447" y="2674784"/>
                  </a:lnTo>
                  <a:lnTo>
                    <a:pt x="4464078" y="2677960"/>
                  </a:lnTo>
                  <a:lnTo>
                    <a:pt x="4499709" y="2681122"/>
                  </a:lnTo>
                  <a:lnTo>
                    <a:pt x="4535341" y="2684269"/>
                  </a:lnTo>
                  <a:lnTo>
                    <a:pt x="4570972" y="2687402"/>
                  </a:lnTo>
                  <a:lnTo>
                    <a:pt x="4606603" y="2690521"/>
                  </a:lnTo>
                  <a:lnTo>
                    <a:pt x="4642235" y="2693625"/>
                  </a:lnTo>
                  <a:lnTo>
                    <a:pt x="4677866" y="2696715"/>
                  </a:lnTo>
                  <a:lnTo>
                    <a:pt x="4713497" y="2699790"/>
                  </a:lnTo>
                  <a:lnTo>
                    <a:pt x="4749129" y="2702852"/>
                  </a:lnTo>
                  <a:lnTo>
                    <a:pt x="4784760" y="2705899"/>
                  </a:lnTo>
                  <a:lnTo>
                    <a:pt x="4820391" y="2708932"/>
                  </a:lnTo>
                  <a:lnTo>
                    <a:pt x="4856023" y="2711952"/>
                  </a:lnTo>
                  <a:lnTo>
                    <a:pt x="4891654" y="2714958"/>
                  </a:lnTo>
                  <a:lnTo>
                    <a:pt x="4927285" y="2717949"/>
                  </a:lnTo>
                  <a:lnTo>
                    <a:pt x="4962916" y="2720927"/>
                  </a:lnTo>
                  <a:lnTo>
                    <a:pt x="4998548" y="2723892"/>
                  </a:lnTo>
                  <a:lnTo>
                    <a:pt x="5034179" y="2726842"/>
                  </a:lnTo>
                  <a:lnTo>
                    <a:pt x="5069810" y="2729780"/>
                  </a:lnTo>
                  <a:lnTo>
                    <a:pt x="5105442" y="2732703"/>
                  </a:lnTo>
                  <a:lnTo>
                    <a:pt x="5141073" y="2735613"/>
                  </a:lnTo>
                  <a:lnTo>
                    <a:pt x="5176704" y="2738510"/>
                  </a:lnTo>
                  <a:lnTo>
                    <a:pt x="5212336" y="2741394"/>
                  </a:lnTo>
                  <a:lnTo>
                    <a:pt x="5247967" y="2744264"/>
                  </a:lnTo>
                  <a:lnTo>
                    <a:pt x="5283598" y="2747121"/>
                  </a:lnTo>
                  <a:lnTo>
                    <a:pt x="5319230" y="2749965"/>
                  </a:lnTo>
                  <a:lnTo>
                    <a:pt x="5354861" y="2752796"/>
                  </a:lnTo>
                  <a:lnTo>
                    <a:pt x="5390492" y="2755614"/>
                  </a:lnTo>
                  <a:lnTo>
                    <a:pt x="5426123" y="2758419"/>
                  </a:lnTo>
                  <a:lnTo>
                    <a:pt x="5461755" y="2761211"/>
                  </a:lnTo>
                  <a:lnTo>
                    <a:pt x="5497386" y="2763990"/>
                  </a:lnTo>
                  <a:lnTo>
                    <a:pt x="5533017" y="2766756"/>
                  </a:lnTo>
                  <a:lnTo>
                    <a:pt x="5568649" y="2769510"/>
                  </a:lnTo>
                  <a:lnTo>
                    <a:pt x="5604280" y="2772251"/>
                  </a:lnTo>
                  <a:lnTo>
                    <a:pt x="5639911" y="2774980"/>
                  </a:lnTo>
                  <a:lnTo>
                    <a:pt x="5675543" y="2777696"/>
                  </a:lnTo>
                  <a:lnTo>
                    <a:pt x="5711174" y="2780399"/>
                  </a:lnTo>
                  <a:lnTo>
                    <a:pt x="5746805" y="2783090"/>
                  </a:lnTo>
                  <a:lnTo>
                    <a:pt x="5782437" y="2785769"/>
                  </a:lnTo>
                  <a:lnTo>
                    <a:pt x="5818068" y="2788435"/>
                  </a:lnTo>
                  <a:lnTo>
                    <a:pt x="5853699" y="2791089"/>
                  </a:lnTo>
                  <a:lnTo>
                    <a:pt x="5889330" y="2793731"/>
                  </a:lnTo>
                  <a:lnTo>
                    <a:pt x="5924962" y="2796361"/>
                  </a:lnTo>
                  <a:lnTo>
                    <a:pt x="5960593" y="2798978"/>
                  </a:lnTo>
                  <a:lnTo>
                    <a:pt x="5996224" y="2801584"/>
                  </a:lnTo>
                  <a:lnTo>
                    <a:pt x="6031856" y="2804178"/>
                  </a:lnTo>
                  <a:lnTo>
                    <a:pt x="6067487" y="2806759"/>
                  </a:lnTo>
                  <a:lnTo>
                    <a:pt x="6103118" y="2809329"/>
                  </a:lnTo>
                  <a:lnTo>
                    <a:pt x="6138750" y="2811887"/>
                  </a:lnTo>
                  <a:lnTo>
                    <a:pt x="6174381" y="2814433"/>
                  </a:lnTo>
                  <a:lnTo>
                    <a:pt x="6210012" y="28169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89926"/>
              <a:ext cx="7090630" cy="1149926"/>
            </a:xfrm>
            <a:custGeom>
              <a:avLst/>
              <a:pathLst>
                <a:path w="7090630" h="1149926">
                  <a:moveTo>
                    <a:pt x="7090630" y="1149926"/>
                  </a:moveTo>
                  <a:lnTo>
                    <a:pt x="7054998" y="1146426"/>
                  </a:lnTo>
                  <a:lnTo>
                    <a:pt x="7019367" y="1142871"/>
                  </a:lnTo>
                  <a:lnTo>
                    <a:pt x="6983736" y="1139260"/>
                  </a:lnTo>
                  <a:lnTo>
                    <a:pt x="6948104" y="1135592"/>
                  </a:lnTo>
                  <a:lnTo>
                    <a:pt x="6912473" y="1131867"/>
                  </a:lnTo>
                  <a:lnTo>
                    <a:pt x="6876842" y="1128083"/>
                  </a:lnTo>
                  <a:lnTo>
                    <a:pt x="6841210" y="1124240"/>
                  </a:lnTo>
                  <a:lnTo>
                    <a:pt x="6805579" y="1120337"/>
                  </a:lnTo>
                  <a:lnTo>
                    <a:pt x="6769948" y="1116372"/>
                  </a:lnTo>
                  <a:lnTo>
                    <a:pt x="6734317" y="1112346"/>
                  </a:lnTo>
                  <a:lnTo>
                    <a:pt x="6698685" y="1108255"/>
                  </a:lnTo>
                  <a:lnTo>
                    <a:pt x="6663054" y="1104101"/>
                  </a:lnTo>
                  <a:lnTo>
                    <a:pt x="6627423" y="1099882"/>
                  </a:lnTo>
                  <a:lnTo>
                    <a:pt x="6591791" y="1095596"/>
                  </a:lnTo>
                  <a:lnTo>
                    <a:pt x="6556160" y="1091243"/>
                  </a:lnTo>
                  <a:lnTo>
                    <a:pt x="6520529" y="1086822"/>
                  </a:lnTo>
                  <a:lnTo>
                    <a:pt x="6484897" y="1082331"/>
                  </a:lnTo>
                  <a:lnTo>
                    <a:pt x="6449266" y="1077770"/>
                  </a:lnTo>
                  <a:lnTo>
                    <a:pt x="6413635" y="1073138"/>
                  </a:lnTo>
                  <a:lnTo>
                    <a:pt x="6378003" y="1068432"/>
                  </a:lnTo>
                  <a:lnTo>
                    <a:pt x="6342372" y="1063653"/>
                  </a:lnTo>
                  <a:lnTo>
                    <a:pt x="6306741" y="1058799"/>
                  </a:lnTo>
                  <a:lnTo>
                    <a:pt x="6271110" y="1053868"/>
                  </a:lnTo>
                  <a:lnTo>
                    <a:pt x="6235478" y="1048860"/>
                  </a:lnTo>
                  <a:lnTo>
                    <a:pt x="6199847" y="1043774"/>
                  </a:lnTo>
                  <a:lnTo>
                    <a:pt x="6164216" y="1038608"/>
                  </a:lnTo>
                  <a:lnTo>
                    <a:pt x="6128584" y="1033360"/>
                  </a:lnTo>
                  <a:lnTo>
                    <a:pt x="6092953" y="1028031"/>
                  </a:lnTo>
                  <a:lnTo>
                    <a:pt x="6057322" y="1022617"/>
                  </a:lnTo>
                  <a:lnTo>
                    <a:pt x="6021690" y="1017119"/>
                  </a:lnTo>
                  <a:lnTo>
                    <a:pt x="5986059" y="1011534"/>
                  </a:lnTo>
                  <a:lnTo>
                    <a:pt x="5950428" y="1005862"/>
                  </a:lnTo>
                  <a:lnTo>
                    <a:pt x="5914796" y="1000101"/>
                  </a:lnTo>
                  <a:lnTo>
                    <a:pt x="5879165" y="994249"/>
                  </a:lnTo>
                  <a:lnTo>
                    <a:pt x="5843534" y="988305"/>
                  </a:lnTo>
                  <a:lnTo>
                    <a:pt x="5807903" y="982268"/>
                  </a:lnTo>
                  <a:lnTo>
                    <a:pt x="5772271" y="976137"/>
                  </a:lnTo>
                  <a:lnTo>
                    <a:pt x="5736640" y="969909"/>
                  </a:lnTo>
                  <a:lnTo>
                    <a:pt x="5701009" y="963583"/>
                  </a:lnTo>
                  <a:lnTo>
                    <a:pt x="5665377" y="957158"/>
                  </a:lnTo>
                  <a:lnTo>
                    <a:pt x="5629746" y="950633"/>
                  </a:lnTo>
                  <a:lnTo>
                    <a:pt x="5594115" y="944004"/>
                  </a:lnTo>
                  <a:lnTo>
                    <a:pt x="5558483" y="937272"/>
                  </a:lnTo>
                  <a:lnTo>
                    <a:pt x="5522852" y="930434"/>
                  </a:lnTo>
                  <a:lnTo>
                    <a:pt x="5487221" y="923489"/>
                  </a:lnTo>
                  <a:lnTo>
                    <a:pt x="5451589" y="916435"/>
                  </a:lnTo>
                  <a:lnTo>
                    <a:pt x="5415958" y="909270"/>
                  </a:lnTo>
                  <a:lnTo>
                    <a:pt x="5380327" y="901993"/>
                  </a:lnTo>
                  <a:lnTo>
                    <a:pt x="5344696" y="894601"/>
                  </a:lnTo>
                  <a:lnTo>
                    <a:pt x="5309064" y="887093"/>
                  </a:lnTo>
                  <a:lnTo>
                    <a:pt x="5273433" y="879468"/>
                  </a:lnTo>
                  <a:lnTo>
                    <a:pt x="5237802" y="871723"/>
                  </a:lnTo>
                  <a:lnTo>
                    <a:pt x="5202170" y="863856"/>
                  </a:lnTo>
                  <a:lnTo>
                    <a:pt x="5166539" y="855866"/>
                  </a:lnTo>
                  <a:lnTo>
                    <a:pt x="5130908" y="847750"/>
                  </a:lnTo>
                  <a:lnTo>
                    <a:pt x="5095276" y="839508"/>
                  </a:lnTo>
                  <a:lnTo>
                    <a:pt x="5059645" y="831135"/>
                  </a:lnTo>
                  <a:lnTo>
                    <a:pt x="5024014" y="822632"/>
                  </a:lnTo>
                  <a:lnTo>
                    <a:pt x="4988382" y="813994"/>
                  </a:lnTo>
                  <a:lnTo>
                    <a:pt x="4952751" y="805222"/>
                  </a:lnTo>
                  <a:lnTo>
                    <a:pt x="4917120" y="796311"/>
                  </a:lnTo>
                  <a:lnTo>
                    <a:pt x="4881489" y="787261"/>
                  </a:lnTo>
                  <a:lnTo>
                    <a:pt x="4845857" y="778069"/>
                  </a:lnTo>
                  <a:lnTo>
                    <a:pt x="4810226" y="768732"/>
                  </a:lnTo>
                  <a:lnTo>
                    <a:pt x="4774595" y="759249"/>
                  </a:lnTo>
                  <a:lnTo>
                    <a:pt x="4738963" y="749617"/>
                  </a:lnTo>
                  <a:lnTo>
                    <a:pt x="4703332" y="739834"/>
                  </a:lnTo>
                  <a:lnTo>
                    <a:pt x="4667701" y="729897"/>
                  </a:lnTo>
                  <a:lnTo>
                    <a:pt x="4632069" y="719804"/>
                  </a:lnTo>
                  <a:lnTo>
                    <a:pt x="4596438" y="709553"/>
                  </a:lnTo>
                  <a:lnTo>
                    <a:pt x="4560807" y="699141"/>
                  </a:lnTo>
                  <a:lnTo>
                    <a:pt x="4525175" y="688566"/>
                  </a:lnTo>
                  <a:lnTo>
                    <a:pt x="4489544" y="677824"/>
                  </a:lnTo>
                  <a:lnTo>
                    <a:pt x="4453913" y="666914"/>
                  </a:lnTo>
                  <a:lnTo>
                    <a:pt x="4418282" y="655833"/>
                  </a:lnTo>
                  <a:lnTo>
                    <a:pt x="4382650" y="644578"/>
                  </a:lnTo>
                  <a:lnTo>
                    <a:pt x="4347019" y="633146"/>
                  </a:lnTo>
                  <a:lnTo>
                    <a:pt x="4311388" y="621535"/>
                  </a:lnTo>
                  <a:lnTo>
                    <a:pt x="4275756" y="609741"/>
                  </a:lnTo>
                  <a:lnTo>
                    <a:pt x="4240125" y="597763"/>
                  </a:lnTo>
                  <a:lnTo>
                    <a:pt x="4204494" y="585596"/>
                  </a:lnTo>
                  <a:lnTo>
                    <a:pt x="4168862" y="573239"/>
                  </a:lnTo>
                  <a:lnTo>
                    <a:pt x="4133231" y="568335"/>
                  </a:lnTo>
                  <a:lnTo>
                    <a:pt x="4097600" y="564620"/>
                  </a:lnTo>
                  <a:lnTo>
                    <a:pt x="4061968" y="560888"/>
                  </a:lnTo>
                  <a:lnTo>
                    <a:pt x="4026337" y="557139"/>
                  </a:lnTo>
                  <a:lnTo>
                    <a:pt x="3990706" y="553372"/>
                  </a:lnTo>
                  <a:lnTo>
                    <a:pt x="3955075" y="549588"/>
                  </a:lnTo>
                  <a:lnTo>
                    <a:pt x="3919443" y="545786"/>
                  </a:lnTo>
                  <a:lnTo>
                    <a:pt x="3883812" y="541967"/>
                  </a:lnTo>
                  <a:lnTo>
                    <a:pt x="3848181" y="538131"/>
                  </a:lnTo>
                  <a:lnTo>
                    <a:pt x="3812549" y="534276"/>
                  </a:lnTo>
                  <a:lnTo>
                    <a:pt x="3776918" y="530404"/>
                  </a:lnTo>
                  <a:lnTo>
                    <a:pt x="3741287" y="526514"/>
                  </a:lnTo>
                  <a:lnTo>
                    <a:pt x="3705655" y="522606"/>
                  </a:lnTo>
                  <a:lnTo>
                    <a:pt x="3670024" y="518680"/>
                  </a:lnTo>
                  <a:lnTo>
                    <a:pt x="3634393" y="514735"/>
                  </a:lnTo>
                  <a:lnTo>
                    <a:pt x="3598762" y="510773"/>
                  </a:lnTo>
                  <a:lnTo>
                    <a:pt x="3563130" y="506792"/>
                  </a:lnTo>
                  <a:lnTo>
                    <a:pt x="3527499" y="502793"/>
                  </a:lnTo>
                  <a:lnTo>
                    <a:pt x="3491868" y="498775"/>
                  </a:lnTo>
                  <a:lnTo>
                    <a:pt x="3456236" y="494739"/>
                  </a:lnTo>
                  <a:lnTo>
                    <a:pt x="3420605" y="490684"/>
                  </a:lnTo>
                  <a:lnTo>
                    <a:pt x="3384974" y="486611"/>
                  </a:lnTo>
                  <a:lnTo>
                    <a:pt x="3349342" y="482519"/>
                  </a:lnTo>
                  <a:lnTo>
                    <a:pt x="3313711" y="478407"/>
                  </a:lnTo>
                  <a:lnTo>
                    <a:pt x="3278080" y="474277"/>
                  </a:lnTo>
                  <a:lnTo>
                    <a:pt x="3242448" y="470128"/>
                  </a:lnTo>
                  <a:lnTo>
                    <a:pt x="3206817" y="465959"/>
                  </a:lnTo>
                  <a:lnTo>
                    <a:pt x="3171186" y="461772"/>
                  </a:lnTo>
                  <a:lnTo>
                    <a:pt x="3135555" y="457565"/>
                  </a:lnTo>
                  <a:lnTo>
                    <a:pt x="3099923" y="453338"/>
                  </a:lnTo>
                  <a:lnTo>
                    <a:pt x="3064292" y="449092"/>
                  </a:lnTo>
                  <a:lnTo>
                    <a:pt x="3028661" y="444827"/>
                  </a:lnTo>
                  <a:lnTo>
                    <a:pt x="2993029" y="440542"/>
                  </a:lnTo>
                  <a:lnTo>
                    <a:pt x="2957398" y="436236"/>
                  </a:lnTo>
                  <a:lnTo>
                    <a:pt x="2921767" y="431912"/>
                  </a:lnTo>
                  <a:lnTo>
                    <a:pt x="2886135" y="427567"/>
                  </a:lnTo>
                  <a:lnTo>
                    <a:pt x="2850504" y="423202"/>
                  </a:lnTo>
                  <a:lnTo>
                    <a:pt x="2814873" y="418817"/>
                  </a:lnTo>
                  <a:lnTo>
                    <a:pt x="2779241" y="414411"/>
                  </a:lnTo>
                  <a:lnTo>
                    <a:pt x="2743610" y="409986"/>
                  </a:lnTo>
                  <a:lnTo>
                    <a:pt x="2707979" y="405539"/>
                  </a:lnTo>
                  <a:lnTo>
                    <a:pt x="2672348" y="401073"/>
                  </a:lnTo>
                  <a:lnTo>
                    <a:pt x="2636716" y="396586"/>
                  </a:lnTo>
                  <a:lnTo>
                    <a:pt x="2601085" y="392078"/>
                  </a:lnTo>
                  <a:lnTo>
                    <a:pt x="2565454" y="387549"/>
                  </a:lnTo>
                  <a:lnTo>
                    <a:pt x="2529822" y="382999"/>
                  </a:lnTo>
                  <a:lnTo>
                    <a:pt x="2494191" y="378428"/>
                  </a:lnTo>
                  <a:lnTo>
                    <a:pt x="2458560" y="373836"/>
                  </a:lnTo>
                  <a:lnTo>
                    <a:pt x="2422928" y="369223"/>
                  </a:lnTo>
                  <a:lnTo>
                    <a:pt x="2387297" y="364589"/>
                  </a:lnTo>
                  <a:lnTo>
                    <a:pt x="2351666" y="359933"/>
                  </a:lnTo>
                  <a:lnTo>
                    <a:pt x="2316034" y="355256"/>
                  </a:lnTo>
                  <a:lnTo>
                    <a:pt x="2280403" y="350557"/>
                  </a:lnTo>
                  <a:lnTo>
                    <a:pt x="2244772" y="345837"/>
                  </a:lnTo>
                  <a:lnTo>
                    <a:pt x="2209141" y="341095"/>
                  </a:lnTo>
                  <a:lnTo>
                    <a:pt x="2173509" y="336330"/>
                  </a:lnTo>
                  <a:lnTo>
                    <a:pt x="2137878" y="331544"/>
                  </a:lnTo>
                  <a:lnTo>
                    <a:pt x="2102247" y="326736"/>
                  </a:lnTo>
                  <a:lnTo>
                    <a:pt x="2066615" y="321905"/>
                  </a:lnTo>
                  <a:lnTo>
                    <a:pt x="2030984" y="317053"/>
                  </a:lnTo>
                  <a:lnTo>
                    <a:pt x="1995353" y="312177"/>
                  </a:lnTo>
                  <a:lnTo>
                    <a:pt x="1959721" y="307280"/>
                  </a:lnTo>
                  <a:lnTo>
                    <a:pt x="1924090" y="302359"/>
                  </a:lnTo>
                  <a:lnTo>
                    <a:pt x="1888459" y="297416"/>
                  </a:lnTo>
                  <a:lnTo>
                    <a:pt x="1852827" y="292450"/>
                  </a:lnTo>
                  <a:lnTo>
                    <a:pt x="1817196" y="287461"/>
                  </a:lnTo>
                  <a:lnTo>
                    <a:pt x="1781565" y="282450"/>
                  </a:lnTo>
                  <a:lnTo>
                    <a:pt x="1745934" y="277415"/>
                  </a:lnTo>
                  <a:lnTo>
                    <a:pt x="1710302" y="272356"/>
                  </a:lnTo>
                  <a:lnTo>
                    <a:pt x="1674671" y="267275"/>
                  </a:lnTo>
                  <a:lnTo>
                    <a:pt x="1639040" y="262170"/>
                  </a:lnTo>
                  <a:lnTo>
                    <a:pt x="1603408" y="257041"/>
                  </a:lnTo>
                  <a:lnTo>
                    <a:pt x="1567777" y="251889"/>
                  </a:lnTo>
                  <a:lnTo>
                    <a:pt x="1532146" y="246713"/>
                  </a:lnTo>
                  <a:lnTo>
                    <a:pt x="1496514" y="241513"/>
                  </a:lnTo>
                  <a:lnTo>
                    <a:pt x="1460883" y="236289"/>
                  </a:lnTo>
                  <a:lnTo>
                    <a:pt x="1425252" y="231041"/>
                  </a:lnTo>
                  <a:lnTo>
                    <a:pt x="1389620" y="225768"/>
                  </a:lnTo>
                  <a:lnTo>
                    <a:pt x="1353989" y="220472"/>
                  </a:lnTo>
                  <a:lnTo>
                    <a:pt x="1318358" y="215151"/>
                  </a:lnTo>
                  <a:lnTo>
                    <a:pt x="1282727" y="209805"/>
                  </a:lnTo>
                  <a:lnTo>
                    <a:pt x="1247095" y="204434"/>
                  </a:lnTo>
                  <a:lnTo>
                    <a:pt x="1211464" y="199039"/>
                  </a:lnTo>
                  <a:lnTo>
                    <a:pt x="1175833" y="193619"/>
                  </a:lnTo>
                  <a:lnTo>
                    <a:pt x="1140201" y="188174"/>
                  </a:lnTo>
                  <a:lnTo>
                    <a:pt x="1104570" y="182704"/>
                  </a:lnTo>
                  <a:lnTo>
                    <a:pt x="1068939" y="177208"/>
                  </a:lnTo>
                  <a:lnTo>
                    <a:pt x="1033307" y="171687"/>
                  </a:lnTo>
                  <a:lnTo>
                    <a:pt x="997676" y="166141"/>
                  </a:lnTo>
                  <a:lnTo>
                    <a:pt x="962045" y="160569"/>
                  </a:lnTo>
                  <a:lnTo>
                    <a:pt x="926413" y="154971"/>
                  </a:lnTo>
                  <a:lnTo>
                    <a:pt x="890782" y="149348"/>
                  </a:lnTo>
                  <a:lnTo>
                    <a:pt x="855151" y="143698"/>
                  </a:lnTo>
                  <a:lnTo>
                    <a:pt x="819520" y="138022"/>
                  </a:lnTo>
                  <a:lnTo>
                    <a:pt x="783888" y="132321"/>
                  </a:lnTo>
                  <a:lnTo>
                    <a:pt x="748257" y="126592"/>
                  </a:lnTo>
                  <a:lnTo>
                    <a:pt x="712626" y="120838"/>
                  </a:lnTo>
                  <a:lnTo>
                    <a:pt x="676994" y="115057"/>
                  </a:lnTo>
                  <a:lnTo>
                    <a:pt x="641363" y="109249"/>
                  </a:lnTo>
                  <a:lnTo>
                    <a:pt x="605732" y="103414"/>
                  </a:lnTo>
                  <a:lnTo>
                    <a:pt x="570100" y="97553"/>
                  </a:lnTo>
                  <a:lnTo>
                    <a:pt x="534469" y="91664"/>
                  </a:lnTo>
                  <a:lnTo>
                    <a:pt x="498838" y="85748"/>
                  </a:lnTo>
                  <a:lnTo>
                    <a:pt x="463206" y="79805"/>
                  </a:lnTo>
                  <a:lnTo>
                    <a:pt x="427575" y="73834"/>
                  </a:lnTo>
                  <a:lnTo>
                    <a:pt x="391944" y="67836"/>
                  </a:lnTo>
                  <a:lnTo>
                    <a:pt x="356313" y="61810"/>
                  </a:lnTo>
                  <a:lnTo>
                    <a:pt x="320681" y="55756"/>
                  </a:lnTo>
                  <a:lnTo>
                    <a:pt x="285050" y="49675"/>
                  </a:lnTo>
                  <a:lnTo>
                    <a:pt x="249419" y="43565"/>
                  </a:lnTo>
                  <a:lnTo>
                    <a:pt x="213787" y="37427"/>
                  </a:lnTo>
                  <a:lnTo>
                    <a:pt x="178156" y="31261"/>
                  </a:lnTo>
                  <a:lnTo>
                    <a:pt x="142525" y="25066"/>
                  </a:lnTo>
                  <a:lnTo>
                    <a:pt x="106893" y="18843"/>
                  </a:lnTo>
                  <a:lnTo>
                    <a:pt x="71262" y="12590"/>
                  </a:lnTo>
                  <a:lnTo>
                    <a:pt x="35631" y="63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957010"/>
              <a:ext cx="7090630" cy="2255965"/>
            </a:xfrm>
            <a:custGeom>
              <a:avLst/>
              <a:pathLst>
                <a:path w="7090630" h="2255965">
                  <a:moveTo>
                    <a:pt x="0" y="0"/>
                  </a:moveTo>
                  <a:lnTo>
                    <a:pt x="35631" y="26160"/>
                  </a:lnTo>
                  <a:lnTo>
                    <a:pt x="71262" y="52059"/>
                  </a:lnTo>
                  <a:lnTo>
                    <a:pt x="106893" y="77697"/>
                  </a:lnTo>
                  <a:lnTo>
                    <a:pt x="142525" y="103078"/>
                  </a:lnTo>
                  <a:lnTo>
                    <a:pt x="178156" y="128204"/>
                  </a:lnTo>
                  <a:lnTo>
                    <a:pt x="213787" y="153077"/>
                  </a:lnTo>
                  <a:lnTo>
                    <a:pt x="249419" y="177701"/>
                  </a:lnTo>
                  <a:lnTo>
                    <a:pt x="285050" y="202078"/>
                  </a:lnTo>
                  <a:lnTo>
                    <a:pt x="320681" y="226210"/>
                  </a:lnTo>
                  <a:lnTo>
                    <a:pt x="356313" y="250100"/>
                  </a:lnTo>
                  <a:lnTo>
                    <a:pt x="391944" y="273750"/>
                  </a:lnTo>
                  <a:lnTo>
                    <a:pt x="427575" y="297163"/>
                  </a:lnTo>
                  <a:lnTo>
                    <a:pt x="463206" y="320340"/>
                  </a:lnTo>
                  <a:lnTo>
                    <a:pt x="498838" y="343285"/>
                  </a:lnTo>
                  <a:lnTo>
                    <a:pt x="534469" y="366000"/>
                  </a:lnTo>
                  <a:lnTo>
                    <a:pt x="570100" y="388486"/>
                  </a:lnTo>
                  <a:lnTo>
                    <a:pt x="605732" y="410747"/>
                  </a:lnTo>
                  <a:lnTo>
                    <a:pt x="641363" y="432784"/>
                  </a:lnTo>
                  <a:lnTo>
                    <a:pt x="676994" y="454600"/>
                  </a:lnTo>
                  <a:lnTo>
                    <a:pt x="712626" y="476197"/>
                  </a:lnTo>
                  <a:lnTo>
                    <a:pt x="748257" y="497577"/>
                  </a:lnTo>
                  <a:lnTo>
                    <a:pt x="783888" y="518743"/>
                  </a:lnTo>
                  <a:lnTo>
                    <a:pt x="819520" y="539696"/>
                  </a:lnTo>
                  <a:lnTo>
                    <a:pt x="855151" y="560438"/>
                  </a:lnTo>
                  <a:lnTo>
                    <a:pt x="890782" y="580973"/>
                  </a:lnTo>
                  <a:lnTo>
                    <a:pt x="926413" y="601301"/>
                  </a:lnTo>
                  <a:lnTo>
                    <a:pt x="962045" y="621425"/>
                  </a:lnTo>
                  <a:lnTo>
                    <a:pt x="997676" y="641347"/>
                  </a:lnTo>
                  <a:lnTo>
                    <a:pt x="1033307" y="661070"/>
                  </a:lnTo>
                  <a:lnTo>
                    <a:pt x="1068939" y="680594"/>
                  </a:lnTo>
                  <a:lnTo>
                    <a:pt x="1104570" y="699922"/>
                  </a:lnTo>
                  <a:lnTo>
                    <a:pt x="1140201" y="719056"/>
                  </a:lnTo>
                  <a:lnTo>
                    <a:pt x="1175833" y="737998"/>
                  </a:lnTo>
                  <a:lnTo>
                    <a:pt x="1211464" y="756750"/>
                  </a:lnTo>
                  <a:lnTo>
                    <a:pt x="1247095" y="775314"/>
                  </a:lnTo>
                  <a:lnTo>
                    <a:pt x="1282727" y="793691"/>
                  </a:lnTo>
                  <a:lnTo>
                    <a:pt x="1318358" y="811884"/>
                  </a:lnTo>
                  <a:lnTo>
                    <a:pt x="1353989" y="829894"/>
                  </a:lnTo>
                  <a:lnTo>
                    <a:pt x="1389620" y="847723"/>
                  </a:lnTo>
                  <a:lnTo>
                    <a:pt x="1425252" y="865373"/>
                  </a:lnTo>
                  <a:lnTo>
                    <a:pt x="1460883" y="882846"/>
                  </a:lnTo>
                  <a:lnTo>
                    <a:pt x="1496514" y="900144"/>
                  </a:lnTo>
                  <a:lnTo>
                    <a:pt x="1532146" y="917268"/>
                  </a:lnTo>
                  <a:lnTo>
                    <a:pt x="1567777" y="934220"/>
                  </a:lnTo>
                  <a:lnTo>
                    <a:pt x="1603408" y="951002"/>
                  </a:lnTo>
                  <a:lnTo>
                    <a:pt x="1639040" y="967616"/>
                  </a:lnTo>
                  <a:lnTo>
                    <a:pt x="1674671" y="984062"/>
                  </a:lnTo>
                  <a:lnTo>
                    <a:pt x="1710302" y="1000344"/>
                  </a:lnTo>
                  <a:lnTo>
                    <a:pt x="1745934" y="1016462"/>
                  </a:lnTo>
                  <a:lnTo>
                    <a:pt x="1781565" y="1032418"/>
                  </a:lnTo>
                  <a:lnTo>
                    <a:pt x="1817196" y="1048214"/>
                  </a:lnTo>
                  <a:lnTo>
                    <a:pt x="1852827" y="1063852"/>
                  </a:lnTo>
                  <a:lnTo>
                    <a:pt x="1888459" y="1079332"/>
                  </a:lnTo>
                  <a:lnTo>
                    <a:pt x="1924090" y="1094658"/>
                  </a:lnTo>
                  <a:lnTo>
                    <a:pt x="1959721" y="1109829"/>
                  </a:lnTo>
                  <a:lnTo>
                    <a:pt x="1995353" y="1124848"/>
                  </a:lnTo>
                  <a:lnTo>
                    <a:pt x="2030984" y="1139716"/>
                  </a:lnTo>
                  <a:lnTo>
                    <a:pt x="2066615" y="1154435"/>
                  </a:lnTo>
                  <a:lnTo>
                    <a:pt x="2102247" y="1169006"/>
                  </a:lnTo>
                  <a:lnTo>
                    <a:pt x="2137878" y="1183431"/>
                  </a:lnTo>
                  <a:lnTo>
                    <a:pt x="2173509" y="1197711"/>
                  </a:lnTo>
                  <a:lnTo>
                    <a:pt x="2209141" y="1211848"/>
                  </a:lnTo>
                  <a:lnTo>
                    <a:pt x="2244772" y="1225842"/>
                  </a:lnTo>
                  <a:lnTo>
                    <a:pt x="2280403" y="1239697"/>
                  </a:lnTo>
                  <a:lnTo>
                    <a:pt x="2316034" y="1253412"/>
                  </a:lnTo>
                  <a:lnTo>
                    <a:pt x="2351666" y="1266989"/>
                  </a:lnTo>
                  <a:lnTo>
                    <a:pt x="2387297" y="1280430"/>
                  </a:lnTo>
                  <a:lnTo>
                    <a:pt x="2422928" y="1293737"/>
                  </a:lnTo>
                  <a:lnTo>
                    <a:pt x="2458560" y="1306909"/>
                  </a:lnTo>
                  <a:lnTo>
                    <a:pt x="2494191" y="1319950"/>
                  </a:lnTo>
                  <a:lnTo>
                    <a:pt x="2529822" y="1332859"/>
                  </a:lnTo>
                  <a:lnTo>
                    <a:pt x="2565454" y="1345639"/>
                  </a:lnTo>
                  <a:lnTo>
                    <a:pt x="2601085" y="1358291"/>
                  </a:lnTo>
                  <a:lnTo>
                    <a:pt x="2636716" y="1370815"/>
                  </a:lnTo>
                  <a:lnTo>
                    <a:pt x="2672348" y="1383214"/>
                  </a:lnTo>
                  <a:lnTo>
                    <a:pt x="2707979" y="1395489"/>
                  </a:lnTo>
                  <a:lnTo>
                    <a:pt x="2743610" y="1407640"/>
                  </a:lnTo>
                  <a:lnTo>
                    <a:pt x="2779241" y="1419669"/>
                  </a:lnTo>
                  <a:lnTo>
                    <a:pt x="2814873" y="1431577"/>
                  </a:lnTo>
                  <a:lnTo>
                    <a:pt x="2850504" y="1443366"/>
                  </a:lnTo>
                  <a:lnTo>
                    <a:pt x="2886135" y="1455037"/>
                  </a:lnTo>
                  <a:lnTo>
                    <a:pt x="2921767" y="1466590"/>
                  </a:lnTo>
                  <a:lnTo>
                    <a:pt x="2957398" y="1478027"/>
                  </a:lnTo>
                  <a:lnTo>
                    <a:pt x="2993029" y="1489350"/>
                  </a:lnTo>
                  <a:lnTo>
                    <a:pt x="3028661" y="1500559"/>
                  </a:lnTo>
                  <a:lnTo>
                    <a:pt x="3064292" y="1511655"/>
                  </a:lnTo>
                  <a:lnTo>
                    <a:pt x="3099923" y="1522640"/>
                  </a:lnTo>
                  <a:lnTo>
                    <a:pt x="3135555" y="1533514"/>
                  </a:lnTo>
                  <a:lnTo>
                    <a:pt x="3171186" y="1544280"/>
                  </a:lnTo>
                  <a:lnTo>
                    <a:pt x="3206817" y="1554937"/>
                  </a:lnTo>
                  <a:lnTo>
                    <a:pt x="3242448" y="1565488"/>
                  </a:lnTo>
                  <a:lnTo>
                    <a:pt x="3278080" y="1575932"/>
                  </a:lnTo>
                  <a:lnTo>
                    <a:pt x="3313711" y="1586272"/>
                  </a:lnTo>
                  <a:lnTo>
                    <a:pt x="3349342" y="1596508"/>
                  </a:lnTo>
                  <a:lnTo>
                    <a:pt x="3384974" y="1606641"/>
                  </a:lnTo>
                  <a:lnTo>
                    <a:pt x="3420605" y="1616672"/>
                  </a:lnTo>
                  <a:lnTo>
                    <a:pt x="3456236" y="1626603"/>
                  </a:lnTo>
                  <a:lnTo>
                    <a:pt x="3491868" y="1636434"/>
                  </a:lnTo>
                  <a:lnTo>
                    <a:pt x="3527499" y="1646166"/>
                  </a:lnTo>
                  <a:lnTo>
                    <a:pt x="3563130" y="1655800"/>
                  </a:lnTo>
                  <a:lnTo>
                    <a:pt x="3598762" y="1665338"/>
                  </a:lnTo>
                  <a:lnTo>
                    <a:pt x="3634393" y="1674780"/>
                  </a:lnTo>
                  <a:lnTo>
                    <a:pt x="3670024" y="1684127"/>
                  </a:lnTo>
                  <a:lnTo>
                    <a:pt x="3705655" y="1693381"/>
                  </a:lnTo>
                  <a:lnTo>
                    <a:pt x="3741287" y="1702541"/>
                  </a:lnTo>
                  <a:lnTo>
                    <a:pt x="3776918" y="1711610"/>
                  </a:lnTo>
                  <a:lnTo>
                    <a:pt x="3812549" y="1720587"/>
                  </a:lnTo>
                  <a:lnTo>
                    <a:pt x="3848181" y="1729475"/>
                  </a:lnTo>
                  <a:lnTo>
                    <a:pt x="3883812" y="1738273"/>
                  </a:lnTo>
                  <a:lnTo>
                    <a:pt x="3919443" y="1746983"/>
                  </a:lnTo>
                  <a:lnTo>
                    <a:pt x="3955075" y="1755605"/>
                  </a:lnTo>
                  <a:lnTo>
                    <a:pt x="3990706" y="1764141"/>
                  </a:lnTo>
                  <a:lnTo>
                    <a:pt x="4026337" y="1772591"/>
                  </a:lnTo>
                  <a:lnTo>
                    <a:pt x="4061968" y="1780957"/>
                  </a:lnTo>
                  <a:lnTo>
                    <a:pt x="4097600" y="1789238"/>
                  </a:lnTo>
                  <a:lnTo>
                    <a:pt x="4133231" y="1797436"/>
                  </a:lnTo>
                  <a:lnTo>
                    <a:pt x="4168862" y="1805552"/>
                  </a:lnTo>
                  <a:lnTo>
                    <a:pt x="4204494" y="1813586"/>
                  </a:lnTo>
                  <a:lnTo>
                    <a:pt x="4240125" y="1821540"/>
                  </a:lnTo>
                  <a:lnTo>
                    <a:pt x="4275756" y="1829414"/>
                  </a:lnTo>
                  <a:lnTo>
                    <a:pt x="4311388" y="1837209"/>
                  </a:lnTo>
                  <a:lnTo>
                    <a:pt x="4347019" y="1844925"/>
                  </a:lnTo>
                  <a:lnTo>
                    <a:pt x="4382650" y="1852565"/>
                  </a:lnTo>
                  <a:lnTo>
                    <a:pt x="4418282" y="1860127"/>
                  </a:lnTo>
                  <a:lnTo>
                    <a:pt x="4453913" y="1867614"/>
                  </a:lnTo>
                  <a:lnTo>
                    <a:pt x="4489544" y="1875025"/>
                  </a:lnTo>
                  <a:lnTo>
                    <a:pt x="4525175" y="1882362"/>
                  </a:lnTo>
                  <a:lnTo>
                    <a:pt x="4560807" y="1889625"/>
                  </a:lnTo>
                  <a:lnTo>
                    <a:pt x="4596438" y="1896816"/>
                  </a:lnTo>
                  <a:lnTo>
                    <a:pt x="4632069" y="1903934"/>
                  </a:lnTo>
                  <a:lnTo>
                    <a:pt x="4667701" y="1910980"/>
                  </a:lnTo>
                  <a:lnTo>
                    <a:pt x="4703332" y="1917956"/>
                  </a:lnTo>
                  <a:lnTo>
                    <a:pt x="4738963" y="1924862"/>
                  </a:lnTo>
                  <a:lnTo>
                    <a:pt x="4774595" y="1931699"/>
                  </a:lnTo>
                  <a:lnTo>
                    <a:pt x="4810226" y="1938467"/>
                  </a:lnTo>
                  <a:lnTo>
                    <a:pt x="4845857" y="1945167"/>
                  </a:lnTo>
                  <a:lnTo>
                    <a:pt x="4881489" y="1951800"/>
                  </a:lnTo>
                  <a:lnTo>
                    <a:pt x="4917120" y="1958366"/>
                  </a:lnTo>
                  <a:lnTo>
                    <a:pt x="4952751" y="1964866"/>
                  </a:lnTo>
                  <a:lnTo>
                    <a:pt x="4988382" y="1971301"/>
                  </a:lnTo>
                  <a:lnTo>
                    <a:pt x="5024014" y="1977672"/>
                  </a:lnTo>
                  <a:lnTo>
                    <a:pt x="5059645" y="1983978"/>
                  </a:lnTo>
                  <a:lnTo>
                    <a:pt x="5095276" y="1990221"/>
                  </a:lnTo>
                  <a:lnTo>
                    <a:pt x="5130908" y="1996402"/>
                  </a:lnTo>
                  <a:lnTo>
                    <a:pt x="5166539" y="2002520"/>
                  </a:lnTo>
                  <a:lnTo>
                    <a:pt x="5202170" y="2008577"/>
                  </a:lnTo>
                  <a:lnTo>
                    <a:pt x="5237802" y="2014573"/>
                  </a:lnTo>
                  <a:lnTo>
                    <a:pt x="5273433" y="2020509"/>
                  </a:lnTo>
                  <a:lnTo>
                    <a:pt x="5309064" y="2026386"/>
                  </a:lnTo>
                  <a:lnTo>
                    <a:pt x="5344696" y="2032203"/>
                  </a:lnTo>
                  <a:lnTo>
                    <a:pt x="5380327" y="2037962"/>
                  </a:lnTo>
                  <a:lnTo>
                    <a:pt x="5415958" y="2043663"/>
                  </a:lnTo>
                  <a:lnTo>
                    <a:pt x="5451589" y="2049307"/>
                  </a:lnTo>
                  <a:lnTo>
                    <a:pt x="5487221" y="2054894"/>
                  </a:lnTo>
                  <a:lnTo>
                    <a:pt x="5522852" y="2060426"/>
                  </a:lnTo>
                  <a:lnTo>
                    <a:pt x="5558483" y="2065901"/>
                  </a:lnTo>
                  <a:lnTo>
                    <a:pt x="5594115" y="2071322"/>
                  </a:lnTo>
                  <a:lnTo>
                    <a:pt x="5629746" y="2076688"/>
                  </a:lnTo>
                  <a:lnTo>
                    <a:pt x="5665377" y="2082001"/>
                  </a:lnTo>
                  <a:lnTo>
                    <a:pt x="5701009" y="2087260"/>
                  </a:lnTo>
                  <a:lnTo>
                    <a:pt x="5736640" y="2092466"/>
                  </a:lnTo>
                  <a:lnTo>
                    <a:pt x="5772271" y="2097620"/>
                  </a:lnTo>
                  <a:lnTo>
                    <a:pt x="5807903" y="2102722"/>
                  </a:lnTo>
                  <a:lnTo>
                    <a:pt x="5843534" y="2107773"/>
                  </a:lnTo>
                  <a:lnTo>
                    <a:pt x="5879165" y="2112774"/>
                  </a:lnTo>
                  <a:lnTo>
                    <a:pt x="5914796" y="2117724"/>
                  </a:lnTo>
                  <a:lnTo>
                    <a:pt x="5950428" y="2122624"/>
                  </a:lnTo>
                  <a:lnTo>
                    <a:pt x="5986059" y="2127475"/>
                  </a:lnTo>
                  <a:lnTo>
                    <a:pt x="6021690" y="2132278"/>
                  </a:lnTo>
                  <a:lnTo>
                    <a:pt x="6057322" y="2137032"/>
                  </a:lnTo>
                  <a:lnTo>
                    <a:pt x="6092953" y="2141739"/>
                  </a:lnTo>
                  <a:lnTo>
                    <a:pt x="6128584" y="2146398"/>
                  </a:lnTo>
                  <a:lnTo>
                    <a:pt x="6164216" y="2151011"/>
                  </a:lnTo>
                  <a:lnTo>
                    <a:pt x="6199847" y="2155577"/>
                  </a:lnTo>
                  <a:lnTo>
                    <a:pt x="6235478" y="2160097"/>
                  </a:lnTo>
                  <a:lnTo>
                    <a:pt x="6271110" y="2164572"/>
                  </a:lnTo>
                  <a:lnTo>
                    <a:pt x="6306741" y="2169003"/>
                  </a:lnTo>
                  <a:lnTo>
                    <a:pt x="6342372" y="2173388"/>
                  </a:lnTo>
                  <a:lnTo>
                    <a:pt x="6378003" y="2177730"/>
                  </a:lnTo>
                  <a:lnTo>
                    <a:pt x="6413635" y="2182028"/>
                  </a:lnTo>
                  <a:lnTo>
                    <a:pt x="6449266" y="2186283"/>
                  </a:lnTo>
                  <a:lnTo>
                    <a:pt x="6484897" y="2190495"/>
                  </a:lnTo>
                  <a:lnTo>
                    <a:pt x="6520529" y="2194665"/>
                  </a:lnTo>
                  <a:lnTo>
                    <a:pt x="6556160" y="2198793"/>
                  </a:lnTo>
                  <a:lnTo>
                    <a:pt x="6591791" y="2202879"/>
                  </a:lnTo>
                  <a:lnTo>
                    <a:pt x="6627423" y="2206925"/>
                  </a:lnTo>
                  <a:lnTo>
                    <a:pt x="6663054" y="2210930"/>
                  </a:lnTo>
                  <a:lnTo>
                    <a:pt x="6698685" y="2214894"/>
                  </a:lnTo>
                  <a:lnTo>
                    <a:pt x="6734317" y="2218819"/>
                  </a:lnTo>
                  <a:lnTo>
                    <a:pt x="6769948" y="2222705"/>
                  </a:lnTo>
                  <a:lnTo>
                    <a:pt x="6805579" y="2226551"/>
                  </a:lnTo>
                  <a:lnTo>
                    <a:pt x="6841210" y="2230359"/>
                  </a:lnTo>
                  <a:lnTo>
                    <a:pt x="6876842" y="2234129"/>
                  </a:lnTo>
                  <a:lnTo>
                    <a:pt x="6912473" y="2237861"/>
                  </a:lnTo>
                  <a:lnTo>
                    <a:pt x="6948104" y="2241555"/>
                  </a:lnTo>
                  <a:lnTo>
                    <a:pt x="6983736" y="2245212"/>
                  </a:lnTo>
                  <a:lnTo>
                    <a:pt x="7019367" y="2248833"/>
                  </a:lnTo>
                  <a:lnTo>
                    <a:pt x="7054998" y="2252417"/>
                  </a:lnTo>
                  <a:lnTo>
                    <a:pt x="7090630" y="22559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87458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1.26 (1.11-1.43), p_Bonf = 0.002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1.99 (1.37-2.89)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2026-10-05T07:55:19Z</dcterms:modified>
  <cp:category/>
</cp:coreProperties>
</file>