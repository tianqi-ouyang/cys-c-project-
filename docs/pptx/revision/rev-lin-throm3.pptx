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36548"/>
            </a:xfrm>
            <a:custGeom>
              <a:avLst/>
              <a:pathLst>
                <a:path w="7090630" h="3236548">
                  <a:moveTo>
                    <a:pt x="1861062" y="0"/>
                  </a:moveTo>
                  <a:lnTo>
                    <a:pt x="1888459" y="57119"/>
                  </a:lnTo>
                  <a:lnTo>
                    <a:pt x="1924090" y="129776"/>
                  </a:lnTo>
                  <a:lnTo>
                    <a:pt x="1959721" y="200838"/>
                  </a:lnTo>
                  <a:lnTo>
                    <a:pt x="1995353" y="270339"/>
                  </a:lnTo>
                  <a:lnTo>
                    <a:pt x="2030984" y="338313"/>
                  </a:lnTo>
                  <a:lnTo>
                    <a:pt x="2066615" y="404796"/>
                  </a:lnTo>
                  <a:lnTo>
                    <a:pt x="2102247" y="469818"/>
                  </a:lnTo>
                  <a:lnTo>
                    <a:pt x="2137878" y="533413"/>
                  </a:lnTo>
                  <a:lnTo>
                    <a:pt x="2173509" y="595611"/>
                  </a:lnTo>
                  <a:lnTo>
                    <a:pt x="2209141" y="656443"/>
                  </a:lnTo>
                  <a:lnTo>
                    <a:pt x="2244772" y="715940"/>
                  </a:lnTo>
                  <a:lnTo>
                    <a:pt x="2280403" y="774130"/>
                  </a:lnTo>
                  <a:lnTo>
                    <a:pt x="2316034" y="831042"/>
                  </a:lnTo>
                  <a:lnTo>
                    <a:pt x="2351666" y="886705"/>
                  </a:lnTo>
                  <a:lnTo>
                    <a:pt x="2387297" y="941145"/>
                  </a:lnTo>
                  <a:lnTo>
                    <a:pt x="2422928" y="994390"/>
                  </a:lnTo>
                  <a:lnTo>
                    <a:pt x="2458560" y="1046465"/>
                  </a:lnTo>
                  <a:lnTo>
                    <a:pt x="2494191" y="1097398"/>
                  </a:lnTo>
                  <a:lnTo>
                    <a:pt x="2529822" y="1147211"/>
                  </a:lnTo>
                  <a:lnTo>
                    <a:pt x="2565454" y="1195931"/>
                  </a:lnTo>
                  <a:lnTo>
                    <a:pt x="2601085" y="1243581"/>
                  </a:lnTo>
                  <a:lnTo>
                    <a:pt x="2636716" y="1290185"/>
                  </a:lnTo>
                  <a:lnTo>
                    <a:pt x="2672348" y="1335765"/>
                  </a:lnTo>
                  <a:lnTo>
                    <a:pt x="2707979" y="1380345"/>
                  </a:lnTo>
                  <a:lnTo>
                    <a:pt x="2743610" y="1423945"/>
                  </a:lnTo>
                  <a:lnTo>
                    <a:pt x="2779241" y="1466589"/>
                  </a:lnTo>
                  <a:lnTo>
                    <a:pt x="2814873" y="1508295"/>
                  </a:lnTo>
                  <a:lnTo>
                    <a:pt x="2850504" y="1549086"/>
                  </a:lnTo>
                  <a:lnTo>
                    <a:pt x="2886135" y="1588982"/>
                  </a:lnTo>
                  <a:lnTo>
                    <a:pt x="2921767" y="1628001"/>
                  </a:lnTo>
                  <a:lnTo>
                    <a:pt x="2957398" y="1666163"/>
                  </a:lnTo>
                  <a:lnTo>
                    <a:pt x="2993029" y="1703487"/>
                  </a:lnTo>
                  <a:lnTo>
                    <a:pt x="3028661" y="1739992"/>
                  </a:lnTo>
                  <a:lnTo>
                    <a:pt x="3064292" y="1775695"/>
                  </a:lnTo>
                  <a:lnTo>
                    <a:pt x="3099923" y="1810615"/>
                  </a:lnTo>
                  <a:lnTo>
                    <a:pt x="3135555" y="1844767"/>
                  </a:lnTo>
                  <a:lnTo>
                    <a:pt x="3171186" y="1878169"/>
                  </a:lnTo>
                  <a:lnTo>
                    <a:pt x="3206817" y="1910838"/>
                  </a:lnTo>
                  <a:lnTo>
                    <a:pt x="3242448" y="1942790"/>
                  </a:lnTo>
                  <a:lnTo>
                    <a:pt x="3278080" y="1974040"/>
                  </a:lnTo>
                  <a:lnTo>
                    <a:pt x="3313711" y="2004604"/>
                  </a:lnTo>
                  <a:lnTo>
                    <a:pt x="3349342" y="2034496"/>
                  </a:lnTo>
                  <a:lnTo>
                    <a:pt x="3384974" y="2063733"/>
                  </a:lnTo>
                  <a:lnTo>
                    <a:pt x="3420605" y="2092327"/>
                  </a:lnTo>
                  <a:lnTo>
                    <a:pt x="3456236" y="2120293"/>
                  </a:lnTo>
                  <a:lnTo>
                    <a:pt x="3491868" y="2147645"/>
                  </a:lnTo>
                  <a:lnTo>
                    <a:pt x="3527499" y="2174397"/>
                  </a:lnTo>
                  <a:lnTo>
                    <a:pt x="3563130" y="2200561"/>
                  </a:lnTo>
                  <a:lnTo>
                    <a:pt x="3598762" y="2226151"/>
                  </a:lnTo>
                  <a:lnTo>
                    <a:pt x="3634393" y="2251179"/>
                  </a:lnTo>
                  <a:lnTo>
                    <a:pt x="3670024" y="2275657"/>
                  </a:lnTo>
                  <a:lnTo>
                    <a:pt x="3705655" y="2299597"/>
                  </a:lnTo>
                  <a:lnTo>
                    <a:pt x="3741287" y="2323012"/>
                  </a:lnTo>
                  <a:lnTo>
                    <a:pt x="3776918" y="2345913"/>
                  </a:lnTo>
                  <a:lnTo>
                    <a:pt x="3812549" y="2368311"/>
                  </a:lnTo>
                  <a:lnTo>
                    <a:pt x="3848181" y="2390217"/>
                  </a:lnTo>
                  <a:lnTo>
                    <a:pt x="3883812" y="2411642"/>
                  </a:lnTo>
                  <a:lnTo>
                    <a:pt x="3919443" y="2432597"/>
                  </a:lnTo>
                  <a:lnTo>
                    <a:pt x="3955075" y="2453091"/>
                  </a:lnTo>
                  <a:lnTo>
                    <a:pt x="3990706" y="2473136"/>
                  </a:lnTo>
                  <a:lnTo>
                    <a:pt x="4026337" y="2492740"/>
                  </a:lnTo>
                  <a:lnTo>
                    <a:pt x="4061968" y="2511914"/>
                  </a:lnTo>
                  <a:lnTo>
                    <a:pt x="4097600" y="2530667"/>
                  </a:lnTo>
                  <a:lnTo>
                    <a:pt x="4133231" y="2549007"/>
                  </a:lnTo>
                  <a:lnTo>
                    <a:pt x="4168862" y="2565347"/>
                  </a:lnTo>
                  <a:lnTo>
                    <a:pt x="4204494" y="2571449"/>
                  </a:lnTo>
                  <a:lnTo>
                    <a:pt x="4240125" y="2577505"/>
                  </a:lnTo>
                  <a:lnTo>
                    <a:pt x="4275756" y="2583515"/>
                  </a:lnTo>
                  <a:lnTo>
                    <a:pt x="4311388" y="2589479"/>
                  </a:lnTo>
                  <a:lnTo>
                    <a:pt x="4347019" y="2595397"/>
                  </a:lnTo>
                  <a:lnTo>
                    <a:pt x="4382650" y="2601270"/>
                  </a:lnTo>
                  <a:lnTo>
                    <a:pt x="4418282" y="2607099"/>
                  </a:lnTo>
                  <a:lnTo>
                    <a:pt x="4453913" y="2612883"/>
                  </a:lnTo>
                  <a:lnTo>
                    <a:pt x="4489544" y="2618622"/>
                  </a:lnTo>
                  <a:lnTo>
                    <a:pt x="4525175" y="2624319"/>
                  </a:lnTo>
                  <a:lnTo>
                    <a:pt x="4560807" y="2629971"/>
                  </a:lnTo>
                  <a:lnTo>
                    <a:pt x="4596438" y="2635581"/>
                  </a:lnTo>
                  <a:lnTo>
                    <a:pt x="4632069" y="2641148"/>
                  </a:lnTo>
                  <a:lnTo>
                    <a:pt x="4667701" y="2646672"/>
                  </a:lnTo>
                  <a:lnTo>
                    <a:pt x="4703332" y="2652155"/>
                  </a:lnTo>
                  <a:lnTo>
                    <a:pt x="4738963" y="2657595"/>
                  </a:lnTo>
                  <a:lnTo>
                    <a:pt x="4774595" y="2662994"/>
                  </a:lnTo>
                  <a:lnTo>
                    <a:pt x="4810226" y="2668352"/>
                  </a:lnTo>
                  <a:lnTo>
                    <a:pt x="4845857" y="2673670"/>
                  </a:lnTo>
                  <a:lnTo>
                    <a:pt x="4881489" y="2678946"/>
                  </a:lnTo>
                  <a:lnTo>
                    <a:pt x="4917120" y="2684182"/>
                  </a:lnTo>
                  <a:lnTo>
                    <a:pt x="4952751" y="2689379"/>
                  </a:lnTo>
                  <a:lnTo>
                    <a:pt x="4988382" y="2694536"/>
                  </a:lnTo>
                  <a:lnTo>
                    <a:pt x="5024014" y="2699653"/>
                  </a:lnTo>
                  <a:lnTo>
                    <a:pt x="5059645" y="2704732"/>
                  </a:lnTo>
                  <a:lnTo>
                    <a:pt x="5095276" y="2709772"/>
                  </a:lnTo>
                  <a:lnTo>
                    <a:pt x="5130908" y="2714773"/>
                  </a:lnTo>
                  <a:lnTo>
                    <a:pt x="5166539" y="2719736"/>
                  </a:lnTo>
                  <a:lnTo>
                    <a:pt x="5202170" y="2724662"/>
                  </a:lnTo>
                  <a:lnTo>
                    <a:pt x="5237802" y="2729550"/>
                  </a:lnTo>
                  <a:lnTo>
                    <a:pt x="5273433" y="2734400"/>
                  </a:lnTo>
                  <a:lnTo>
                    <a:pt x="5309064" y="2739214"/>
                  </a:lnTo>
                  <a:lnTo>
                    <a:pt x="5344696" y="2743991"/>
                  </a:lnTo>
                  <a:lnTo>
                    <a:pt x="5380327" y="2748731"/>
                  </a:lnTo>
                  <a:lnTo>
                    <a:pt x="5415958" y="2753436"/>
                  </a:lnTo>
                  <a:lnTo>
                    <a:pt x="5451589" y="2758104"/>
                  </a:lnTo>
                  <a:lnTo>
                    <a:pt x="5487221" y="2762737"/>
                  </a:lnTo>
                  <a:lnTo>
                    <a:pt x="5522852" y="2767335"/>
                  </a:lnTo>
                  <a:lnTo>
                    <a:pt x="5558483" y="2771898"/>
                  </a:lnTo>
                  <a:lnTo>
                    <a:pt x="5594115" y="2776425"/>
                  </a:lnTo>
                  <a:lnTo>
                    <a:pt x="5629746" y="2780919"/>
                  </a:lnTo>
                  <a:lnTo>
                    <a:pt x="5665377" y="2785378"/>
                  </a:lnTo>
                  <a:lnTo>
                    <a:pt x="5701009" y="2789803"/>
                  </a:lnTo>
                  <a:lnTo>
                    <a:pt x="5736640" y="2794194"/>
                  </a:lnTo>
                  <a:lnTo>
                    <a:pt x="5772271" y="2798552"/>
                  </a:lnTo>
                  <a:lnTo>
                    <a:pt x="5807903" y="2802877"/>
                  </a:lnTo>
                  <a:lnTo>
                    <a:pt x="5843534" y="2807169"/>
                  </a:lnTo>
                  <a:lnTo>
                    <a:pt x="5879165" y="2811428"/>
                  </a:lnTo>
                  <a:lnTo>
                    <a:pt x="5914796" y="2815654"/>
                  </a:lnTo>
                  <a:lnTo>
                    <a:pt x="5950428" y="2819848"/>
                  </a:lnTo>
                  <a:lnTo>
                    <a:pt x="5986059" y="2824011"/>
                  </a:lnTo>
                  <a:lnTo>
                    <a:pt x="6021690" y="2828141"/>
                  </a:lnTo>
                  <a:lnTo>
                    <a:pt x="6057322" y="2832241"/>
                  </a:lnTo>
                  <a:lnTo>
                    <a:pt x="6092953" y="2836308"/>
                  </a:lnTo>
                  <a:lnTo>
                    <a:pt x="6128584" y="2840345"/>
                  </a:lnTo>
                  <a:lnTo>
                    <a:pt x="6164216" y="2844351"/>
                  </a:lnTo>
                  <a:lnTo>
                    <a:pt x="6199847" y="2848327"/>
                  </a:lnTo>
                  <a:lnTo>
                    <a:pt x="6235478" y="2852272"/>
                  </a:lnTo>
                  <a:lnTo>
                    <a:pt x="6271110" y="2856187"/>
                  </a:lnTo>
                  <a:lnTo>
                    <a:pt x="6306741" y="2860073"/>
                  </a:lnTo>
                  <a:lnTo>
                    <a:pt x="6342372" y="2863928"/>
                  </a:lnTo>
                  <a:lnTo>
                    <a:pt x="6378003" y="2867755"/>
                  </a:lnTo>
                  <a:lnTo>
                    <a:pt x="6413635" y="2871552"/>
                  </a:lnTo>
                  <a:lnTo>
                    <a:pt x="6449266" y="2875320"/>
                  </a:lnTo>
                  <a:lnTo>
                    <a:pt x="6484897" y="2879060"/>
                  </a:lnTo>
                  <a:lnTo>
                    <a:pt x="6520529" y="2882771"/>
                  </a:lnTo>
                  <a:lnTo>
                    <a:pt x="6556160" y="2886453"/>
                  </a:lnTo>
                  <a:lnTo>
                    <a:pt x="6591791" y="2890108"/>
                  </a:lnTo>
                  <a:lnTo>
                    <a:pt x="6627423" y="2893735"/>
                  </a:lnTo>
                  <a:lnTo>
                    <a:pt x="6663054" y="2897334"/>
                  </a:lnTo>
                  <a:lnTo>
                    <a:pt x="6698685" y="2900906"/>
                  </a:lnTo>
                  <a:lnTo>
                    <a:pt x="6734317" y="2904450"/>
                  </a:lnTo>
                  <a:lnTo>
                    <a:pt x="6769948" y="2907968"/>
                  </a:lnTo>
                  <a:lnTo>
                    <a:pt x="6805579" y="2911458"/>
                  </a:lnTo>
                  <a:lnTo>
                    <a:pt x="6841210" y="2914922"/>
                  </a:lnTo>
                  <a:lnTo>
                    <a:pt x="6876842" y="2918360"/>
                  </a:lnTo>
                  <a:lnTo>
                    <a:pt x="6912473" y="2921772"/>
                  </a:lnTo>
                  <a:lnTo>
                    <a:pt x="6948104" y="2925157"/>
                  </a:lnTo>
                  <a:lnTo>
                    <a:pt x="6983736" y="2928517"/>
                  </a:lnTo>
                  <a:lnTo>
                    <a:pt x="7019367" y="2931851"/>
                  </a:lnTo>
                  <a:lnTo>
                    <a:pt x="7054998" y="2935159"/>
                  </a:lnTo>
                  <a:lnTo>
                    <a:pt x="7090630" y="2938443"/>
                  </a:lnTo>
                  <a:lnTo>
                    <a:pt x="7090630" y="3236548"/>
                  </a:lnTo>
                  <a:lnTo>
                    <a:pt x="7054998" y="3233644"/>
                  </a:lnTo>
                  <a:lnTo>
                    <a:pt x="7019367" y="3230674"/>
                  </a:lnTo>
                  <a:lnTo>
                    <a:pt x="6983736" y="3227638"/>
                  </a:lnTo>
                  <a:lnTo>
                    <a:pt x="6948104" y="3224533"/>
                  </a:lnTo>
                  <a:lnTo>
                    <a:pt x="6912473" y="3221359"/>
                  </a:lnTo>
                  <a:lnTo>
                    <a:pt x="6876842" y="3218113"/>
                  </a:lnTo>
                  <a:lnTo>
                    <a:pt x="6841210" y="3214795"/>
                  </a:lnTo>
                  <a:lnTo>
                    <a:pt x="6805579" y="3211402"/>
                  </a:lnTo>
                  <a:lnTo>
                    <a:pt x="6769948" y="3207933"/>
                  </a:lnTo>
                  <a:lnTo>
                    <a:pt x="6734317" y="3204386"/>
                  </a:lnTo>
                  <a:lnTo>
                    <a:pt x="6698685" y="3200760"/>
                  </a:lnTo>
                  <a:lnTo>
                    <a:pt x="6663054" y="3197052"/>
                  </a:lnTo>
                  <a:lnTo>
                    <a:pt x="6627423" y="3193260"/>
                  </a:lnTo>
                  <a:lnTo>
                    <a:pt x="6591791" y="3189384"/>
                  </a:lnTo>
                  <a:lnTo>
                    <a:pt x="6556160" y="3185421"/>
                  </a:lnTo>
                  <a:lnTo>
                    <a:pt x="6520529" y="3181368"/>
                  </a:lnTo>
                  <a:lnTo>
                    <a:pt x="6484897" y="3177225"/>
                  </a:lnTo>
                  <a:lnTo>
                    <a:pt x="6449266" y="3172988"/>
                  </a:lnTo>
                  <a:lnTo>
                    <a:pt x="6413635" y="3168657"/>
                  </a:lnTo>
                  <a:lnTo>
                    <a:pt x="6378003" y="3164228"/>
                  </a:lnTo>
                  <a:lnTo>
                    <a:pt x="6342372" y="3159700"/>
                  </a:lnTo>
                  <a:lnTo>
                    <a:pt x="6306741" y="3155070"/>
                  </a:lnTo>
                  <a:lnTo>
                    <a:pt x="6271110" y="3150336"/>
                  </a:lnTo>
                  <a:lnTo>
                    <a:pt x="6235478" y="3145496"/>
                  </a:lnTo>
                  <a:lnTo>
                    <a:pt x="6199847" y="3140547"/>
                  </a:lnTo>
                  <a:lnTo>
                    <a:pt x="6164216" y="3135488"/>
                  </a:lnTo>
                  <a:lnTo>
                    <a:pt x="6128584" y="3130314"/>
                  </a:lnTo>
                  <a:lnTo>
                    <a:pt x="6092953" y="3125025"/>
                  </a:lnTo>
                  <a:lnTo>
                    <a:pt x="6057322" y="3119616"/>
                  </a:lnTo>
                  <a:lnTo>
                    <a:pt x="6021690" y="3114086"/>
                  </a:lnTo>
                  <a:lnTo>
                    <a:pt x="5986059" y="3108432"/>
                  </a:lnTo>
                  <a:lnTo>
                    <a:pt x="5950428" y="3102651"/>
                  </a:lnTo>
                  <a:lnTo>
                    <a:pt x="5914796" y="3096741"/>
                  </a:lnTo>
                  <a:lnTo>
                    <a:pt x="5879165" y="3090697"/>
                  </a:lnTo>
                  <a:lnTo>
                    <a:pt x="5843534" y="3084518"/>
                  </a:lnTo>
                  <a:lnTo>
                    <a:pt x="5807903" y="3078200"/>
                  </a:lnTo>
                  <a:lnTo>
                    <a:pt x="5772271" y="3071741"/>
                  </a:lnTo>
                  <a:lnTo>
                    <a:pt x="5736640" y="3065136"/>
                  </a:lnTo>
                  <a:lnTo>
                    <a:pt x="5701009" y="3058383"/>
                  </a:lnTo>
                  <a:lnTo>
                    <a:pt x="5665377" y="3051479"/>
                  </a:lnTo>
                  <a:lnTo>
                    <a:pt x="5629746" y="3044419"/>
                  </a:lnTo>
                  <a:lnTo>
                    <a:pt x="5594115" y="3037201"/>
                  </a:lnTo>
                  <a:lnTo>
                    <a:pt x="5558483" y="3029821"/>
                  </a:lnTo>
                  <a:lnTo>
                    <a:pt x="5522852" y="3022275"/>
                  </a:lnTo>
                  <a:lnTo>
                    <a:pt x="5487221" y="3014559"/>
                  </a:lnTo>
                  <a:lnTo>
                    <a:pt x="5451589" y="3006671"/>
                  </a:lnTo>
                  <a:lnTo>
                    <a:pt x="5415958" y="2998605"/>
                  </a:lnTo>
                  <a:lnTo>
                    <a:pt x="5380327" y="2990359"/>
                  </a:lnTo>
                  <a:lnTo>
                    <a:pt x="5344696" y="2981927"/>
                  </a:lnTo>
                  <a:lnTo>
                    <a:pt x="5309064" y="2973306"/>
                  </a:lnTo>
                  <a:lnTo>
                    <a:pt x="5273433" y="2964491"/>
                  </a:lnTo>
                  <a:lnTo>
                    <a:pt x="5237802" y="2955478"/>
                  </a:lnTo>
                  <a:lnTo>
                    <a:pt x="5202170" y="2946263"/>
                  </a:lnTo>
                  <a:lnTo>
                    <a:pt x="5166539" y="2936841"/>
                  </a:lnTo>
                  <a:lnTo>
                    <a:pt x="5130908" y="2927208"/>
                  </a:lnTo>
                  <a:lnTo>
                    <a:pt x="5095276" y="2917358"/>
                  </a:lnTo>
                  <a:lnTo>
                    <a:pt x="5059645" y="2907287"/>
                  </a:lnTo>
                  <a:lnTo>
                    <a:pt x="5024014" y="2896990"/>
                  </a:lnTo>
                  <a:lnTo>
                    <a:pt x="4988382" y="2886462"/>
                  </a:lnTo>
                  <a:lnTo>
                    <a:pt x="4952751" y="2875698"/>
                  </a:lnTo>
                  <a:lnTo>
                    <a:pt x="4917120" y="2864692"/>
                  </a:lnTo>
                  <a:lnTo>
                    <a:pt x="4881489" y="2853438"/>
                  </a:lnTo>
                  <a:lnTo>
                    <a:pt x="4845857" y="2841932"/>
                  </a:lnTo>
                  <a:lnTo>
                    <a:pt x="4810226" y="2830168"/>
                  </a:lnTo>
                  <a:lnTo>
                    <a:pt x="4774595" y="2818140"/>
                  </a:lnTo>
                  <a:lnTo>
                    <a:pt x="4738963" y="2805841"/>
                  </a:lnTo>
                  <a:lnTo>
                    <a:pt x="4703332" y="2793267"/>
                  </a:lnTo>
                  <a:lnTo>
                    <a:pt x="4667701" y="2780410"/>
                  </a:lnTo>
                  <a:lnTo>
                    <a:pt x="4632069" y="2767264"/>
                  </a:lnTo>
                  <a:lnTo>
                    <a:pt x="4596438" y="2753823"/>
                  </a:lnTo>
                  <a:lnTo>
                    <a:pt x="4560807" y="2740081"/>
                  </a:lnTo>
                  <a:lnTo>
                    <a:pt x="4525175" y="2726030"/>
                  </a:lnTo>
                  <a:lnTo>
                    <a:pt x="4489544" y="2711663"/>
                  </a:lnTo>
                  <a:lnTo>
                    <a:pt x="4453913" y="2696974"/>
                  </a:lnTo>
                  <a:lnTo>
                    <a:pt x="4418282" y="2681955"/>
                  </a:lnTo>
                  <a:lnTo>
                    <a:pt x="4382650" y="2666599"/>
                  </a:lnTo>
                  <a:lnTo>
                    <a:pt x="4347019" y="2650898"/>
                  </a:lnTo>
                  <a:lnTo>
                    <a:pt x="4311388" y="2634845"/>
                  </a:lnTo>
                  <a:lnTo>
                    <a:pt x="4275756" y="2618431"/>
                  </a:lnTo>
                  <a:lnTo>
                    <a:pt x="4240125" y="2601649"/>
                  </a:lnTo>
                  <a:lnTo>
                    <a:pt x="4204494" y="2584490"/>
                  </a:lnTo>
                  <a:lnTo>
                    <a:pt x="4168862" y="2566946"/>
                  </a:lnTo>
                  <a:lnTo>
                    <a:pt x="4133231" y="2559198"/>
                  </a:lnTo>
                  <a:lnTo>
                    <a:pt x="4097600" y="2553002"/>
                  </a:lnTo>
                  <a:lnTo>
                    <a:pt x="4061968" y="2546758"/>
                  </a:lnTo>
                  <a:lnTo>
                    <a:pt x="4026337" y="2540466"/>
                  </a:lnTo>
                  <a:lnTo>
                    <a:pt x="3990706" y="2534126"/>
                  </a:lnTo>
                  <a:lnTo>
                    <a:pt x="3955075" y="2527737"/>
                  </a:lnTo>
                  <a:lnTo>
                    <a:pt x="3919443" y="2521299"/>
                  </a:lnTo>
                  <a:lnTo>
                    <a:pt x="3883812" y="2514811"/>
                  </a:lnTo>
                  <a:lnTo>
                    <a:pt x="3848181" y="2508274"/>
                  </a:lnTo>
                  <a:lnTo>
                    <a:pt x="3812549" y="2501686"/>
                  </a:lnTo>
                  <a:lnTo>
                    <a:pt x="3776918" y="2495048"/>
                  </a:lnTo>
                  <a:lnTo>
                    <a:pt x="3741287" y="2488359"/>
                  </a:lnTo>
                  <a:lnTo>
                    <a:pt x="3705655" y="2481619"/>
                  </a:lnTo>
                  <a:lnTo>
                    <a:pt x="3670024" y="2474826"/>
                  </a:lnTo>
                  <a:lnTo>
                    <a:pt x="3634393" y="2467982"/>
                  </a:lnTo>
                  <a:lnTo>
                    <a:pt x="3598762" y="2461085"/>
                  </a:lnTo>
                  <a:lnTo>
                    <a:pt x="3563130" y="2454135"/>
                  </a:lnTo>
                  <a:lnTo>
                    <a:pt x="3527499" y="2447132"/>
                  </a:lnTo>
                  <a:lnTo>
                    <a:pt x="3491868" y="2440075"/>
                  </a:lnTo>
                  <a:lnTo>
                    <a:pt x="3456236" y="2432963"/>
                  </a:lnTo>
                  <a:lnTo>
                    <a:pt x="3420605" y="2425797"/>
                  </a:lnTo>
                  <a:lnTo>
                    <a:pt x="3384974" y="2418576"/>
                  </a:lnTo>
                  <a:lnTo>
                    <a:pt x="3349342" y="2411300"/>
                  </a:lnTo>
                  <a:lnTo>
                    <a:pt x="3313711" y="2403967"/>
                  </a:lnTo>
                  <a:lnTo>
                    <a:pt x="3278080" y="2396579"/>
                  </a:lnTo>
                  <a:lnTo>
                    <a:pt x="3242448" y="2389133"/>
                  </a:lnTo>
                  <a:lnTo>
                    <a:pt x="3206817" y="2381631"/>
                  </a:lnTo>
                  <a:lnTo>
                    <a:pt x="3171186" y="2374071"/>
                  </a:lnTo>
                  <a:lnTo>
                    <a:pt x="3135555" y="2366452"/>
                  </a:lnTo>
                  <a:lnTo>
                    <a:pt x="3099923" y="2358775"/>
                  </a:lnTo>
                  <a:lnTo>
                    <a:pt x="3064292" y="2351040"/>
                  </a:lnTo>
                  <a:lnTo>
                    <a:pt x="3028661" y="2343244"/>
                  </a:lnTo>
                  <a:lnTo>
                    <a:pt x="2993029" y="2335389"/>
                  </a:lnTo>
                  <a:lnTo>
                    <a:pt x="2957398" y="2327474"/>
                  </a:lnTo>
                  <a:lnTo>
                    <a:pt x="2921767" y="2319498"/>
                  </a:lnTo>
                  <a:lnTo>
                    <a:pt x="2886135" y="2311460"/>
                  </a:lnTo>
                  <a:lnTo>
                    <a:pt x="2850504" y="2303361"/>
                  </a:lnTo>
                  <a:lnTo>
                    <a:pt x="2814873" y="2295199"/>
                  </a:lnTo>
                  <a:lnTo>
                    <a:pt x="2779241" y="2286975"/>
                  </a:lnTo>
                  <a:lnTo>
                    <a:pt x="2743610" y="2278688"/>
                  </a:lnTo>
                  <a:lnTo>
                    <a:pt x="2707979" y="2270337"/>
                  </a:lnTo>
                  <a:lnTo>
                    <a:pt x="2672348" y="2261922"/>
                  </a:lnTo>
                  <a:lnTo>
                    <a:pt x="2636716" y="2253442"/>
                  </a:lnTo>
                  <a:lnTo>
                    <a:pt x="2601085" y="2244897"/>
                  </a:lnTo>
                  <a:lnTo>
                    <a:pt x="2565454" y="2236287"/>
                  </a:lnTo>
                  <a:lnTo>
                    <a:pt x="2529822" y="2227610"/>
                  </a:lnTo>
                  <a:lnTo>
                    <a:pt x="2494191" y="2218867"/>
                  </a:lnTo>
                  <a:lnTo>
                    <a:pt x="2458560" y="2210057"/>
                  </a:lnTo>
                  <a:lnTo>
                    <a:pt x="2422928" y="2201178"/>
                  </a:lnTo>
                  <a:lnTo>
                    <a:pt x="2387297" y="2192232"/>
                  </a:lnTo>
                  <a:lnTo>
                    <a:pt x="2351666" y="2183217"/>
                  </a:lnTo>
                  <a:lnTo>
                    <a:pt x="2316034" y="2174133"/>
                  </a:lnTo>
                  <a:lnTo>
                    <a:pt x="2280403" y="2164979"/>
                  </a:lnTo>
                  <a:lnTo>
                    <a:pt x="2244772" y="2155754"/>
                  </a:lnTo>
                  <a:lnTo>
                    <a:pt x="2209141" y="2146459"/>
                  </a:lnTo>
                  <a:lnTo>
                    <a:pt x="2173509" y="2137093"/>
                  </a:lnTo>
                  <a:lnTo>
                    <a:pt x="2137878" y="2127654"/>
                  </a:lnTo>
                  <a:lnTo>
                    <a:pt x="2102247" y="2118143"/>
                  </a:lnTo>
                  <a:lnTo>
                    <a:pt x="2066615" y="2108559"/>
                  </a:lnTo>
                  <a:lnTo>
                    <a:pt x="2030984" y="2098901"/>
                  </a:lnTo>
                  <a:lnTo>
                    <a:pt x="1995353" y="2089169"/>
                  </a:lnTo>
                  <a:lnTo>
                    <a:pt x="1959721" y="2079363"/>
                  </a:lnTo>
                  <a:lnTo>
                    <a:pt x="1924090" y="2069481"/>
                  </a:lnTo>
                  <a:lnTo>
                    <a:pt x="1888459" y="2059523"/>
                  </a:lnTo>
                  <a:lnTo>
                    <a:pt x="1852827" y="2049489"/>
                  </a:lnTo>
                  <a:lnTo>
                    <a:pt x="1817196" y="2039377"/>
                  </a:lnTo>
                  <a:lnTo>
                    <a:pt x="1781565" y="2029188"/>
                  </a:lnTo>
                  <a:lnTo>
                    <a:pt x="1745934" y="2018921"/>
                  </a:lnTo>
                  <a:lnTo>
                    <a:pt x="1710302" y="2008575"/>
                  </a:lnTo>
                  <a:lnTo>
                    <a:pt x="1674671" y="1998149"/>
                  </a:lnTo>
                  <a:lnTo>
                    <a:pt x="1639040" y="1987643"/>
                  </a:lnTo>
                  <a:lnTo>
                    <a:pt x="1603408" y="1977057"/>
                  </a:lnTo>
                  <a:lnTo>
                    <a:pt x="1567777" y="1966389"/>
                  </a:lnTo>
                  <a:lnTo>
                    <a:pt x="1532146" y="1955639"/>
                  </a:lnTo>
                  <a:lnTo>
                    <a:pt x="1496514" y="1944807"/>
                  </a:lnTo>
                  <a:lnTo>
                    <a:pt x="1460883" y="1933891"/>
                  </a:lnTo>
                  <a:lnTo>
                    <a:pt x="1425252" y="1922892"/>
                  </a:lnTo>
                  <a:lnTo>
                    <a:pt x="1389620" y="1911808"/>
                  </a:lnTo>
                  <a:lnTo>
                    <a:pt x="1353989" y="1900639"/>
                  </a:lnTo>
                  <a:lnTo>
                    <a:pt x="1318358" y="1889385"/>
                  </a:lnTo>
                  <a:lnTo>
                    <a:pt x="1282727" y="1878043"/>
                  </a:lnTo>
                  <a:lnTo>
                    <a:pt x="1247095" y="1866615"/>
                  </a:lnTo>
                  <a:lnTo>
                    <a:pt x="1211464" y="1855099"/>
                  </a:lnTo>
                  <a:lnTo>
                    <a:pt x="1175833" y="1843495"/>
                  </a:lnTo>
                  <a:lnTo>
                    <a:pt x="1140201" y="1831801"/>
                  </a:lnTo>
                  <a:lnTo>
                    <a:pt x="1104570" y="1820017"/>
                  </a:lnTo>
                  <a:lnTo>
                    <a:pt x="1068939" y="1808143"/>
                  </a:lnTo>
                  <a:lnTo>
                    <a:pt x="1033307" y="1796178"/>
                  </a:lnTo>
                  <a:lnTo>
                    <a:pt x="997676" y="1784121"/>
                  </a:lnTo>
                  <a:lnTo>
                    <a:pt x="962045" y="1771971"/>
                  </a:lnTo>
                  <a:lnTo>
                    <a:pt x="926413" y="1759728"/>
                  </a:lnTo>
                  <a:lnTo>
                    <a:pt x="890782" y="1747391"/>
                  </a:lnTo>
                  <a:lnTo>
                    <a:pt x="855151" y="1734960"/>
                  </a:lnTo>
                  <a:lnTo>
                    <a:pt x="819520" y="1722432"/>
                  </a:lnTo>
                  <a:lnTo>
                    <a:pt x="783888" y="1709809"/>
                  </a:lnTo>
                  <a:lnTo>
                    <a:pt x="748257" y="1697088"/>
                  </a:lnTo>
                  <a:lnTo>
                    <a:pt x="712626" y="1684270"/>
                  </a:lnTo>
                  <a:lnTo>
                    <a:pt x="676994" y="1671353"/>
                  </a:lnTo>
                  <a:lnTo>
                    <a:pt x="641363" y="1658337"/>
                  </a:lnTo>
                  <a:lnTo>
                    <a:pt x="605732" y="1645222"/>
                  </a:lnTo>
                  <a:lnTo>
                    <a:pt x="570100" y="1632005"/>
                  </a:lnTo>
                  <a:lnTo>
                    <a:pt x="534469" y="1618687"/>
                  </a:lnTo>
                  <a:lnTo>
                    <a:pt x="498838" y="1605267"/>
                  </a:lnTo>
                  <a:lnTo>
                    <a:pt x="463206" y="1591743"/>
                  </a:lnTo>
                  <a:lnTo>
                    <a:pt x="427575" y="1578116"/>
                  </a:lnTo>
                  <a:lnTo>
                    <a:pt x="391944" y="1564384"/>
                  </a:lnTo>
                  <a:lnTo>
                    <a:pt x="356313" y="1550546"/>
                  </a:lnTo>
                  <a:lnTo>
                    <a:pt x="320681" y="1536602"/>
                  </a:lnTo>
                  <a:lnTo>
                    <a:pt x="285050" y="1522551"/>
                  </a:lnTo>
                  <a:lnTo>
                    <a:pt x="249419" y="1508393"/>
                  </a:lnTo>
                  <a:lnTo>
                    <a:pt x="213787" y="1494125"/>
                  </a:lnTo>
                  <a:lnTo>
                    <a:pt x="178156" y="1479748"/>
                  </a:lnTo>
                  <a:lnTo>
                    <a:pt x="142525" y="1465260"/>
                  </a:lnTo>
                  <a:lnTo>
                    <a:pt x="106893" y="1450661"/>
                  </a:lnTo>
                  <a:lnTo>
                    <a:pt x="71262" y="1435950"/>
                  </a:lnTo>
                  <a:lnTo>
                    <a:pt x="35631" y="1421127"/>
                  </a:lnTo>
                  <a:lnTo>
                    <a:pt x="0" y="14061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33112" y="2196947"/>
              <a:ext cx="5229567" cy="2938443"/>
            </a:xfrm>
            <a:custGeom>
              <a:avLst/>
              <a:pathLst>
                <a:path w="5229567" h="2938443">
                  <a:moveTo>
                    <a:pt x="0" y="0"/>
                  </a:moveTo>
                  <a:lnTo>
                    <a:pt x="27396" y="57119"/>
                  </a:lnTo>
                  <a:lnTo>
                    <a:pt x="63027" y="129776"/>
                  </a:lnTo>
                  <a:lnTo>
                    <a:pt x="98659" y="200838"/>
                  </a:lnTo>
                  <a:lnTo>
                    <a:pt x="134290" y="270339"/>
                  </a:lnTo>
                  <a:lnTo>
                    <a:pt x="169921" y="338313"/>
                  </a:lnTo>
                  <a:lnTo>
                    <a:pt x="205553" y="404796"/>
                  </a:lnTo>
                  <a:lnTo>
                    <a:pt x="241184" y="469818"/>
                  </a:lnTo>
                  <a:lnTo>
                    <a:pt x="276815" y="533413"/>
                  </a:lnTo>
                  <a:lnTo>
                    <a:pt x="312447" y="595611"/>
                  </a:lnTo>
                  <a:lnTo>
                    <a:pt x="348078" y="656443"/>
                  </a:lnTo>
                  <a:lnTo>
                    <a:pt x="383709" y="715940"/>
                  </a:lnTo>
                  <a:lnTo>
                    <a:pt x="419341" y="774130"/>
                  </a:lnTo>
                  <a:lnTo>
                    <a:pt x="454972" y="831042"/>
                  </a:lnTo>
                  <a:lnTo>
                    <a:pt x="490603" y="886705"/>
                  </a:lnTo>
                  <a:lnTo>
                    <a:pt x="526234" y="941145"/>
                  </a:lnTo>
                  <a:lnTo>
                    <a:pt x="561866" y="994390"/>
                  </a:lnTo>
                  <a:lnTo>
                    <a:pt x="597497" y="1046465"/>
                  </a:lnTo>
                  <a:lnTo>
                    <a:pt x="633128" y="1097398"/>
                  </a:lnTo>
                  <a:lnTo>
                    <a:pt x="668760" y="1147211"/>
                  </a:lnTo>
                  <a:lnTo>
                    <a:pt x="704391" y="1195931"/>
                  </a:lnTo>
                  <a:lnTo>
                    <a:pt x="740022" y="1243581"/>
                  </a:lnTo>
                  <a:lnTo>
                    <a:pt x="775654" y="1290185"/>
                  </a:lnTo>
                  <a:lnTo>
                    <a:pt x="811285" y="1335765"/>
                  </a:lnTo>
                  <a:lnTo>
                    <a:pt x="846916" y="1380345"/>
                  </a:lnTo>
                  <a:lnTo>
                    <a:pt x="882547" y="1423945"/>
                  </a:lnTo>
                  <a:lnTo>
                    <a:pt x="918179" y="1466589"/>
                  </a:lnTo>
                  <a:lnTo>
                    <a:pt x="953810" y="1508295"/>
                  </a:lnTo>
                  <a:lnTo>
                    <a:pt x="989441" y="1549086"/>
                  </a:lnTo>
                  <a:lnTo>
                    <a:pt x="1025073" y="1588982"/>
                  </a:lnTo>
                  <a:lnTo>
                    <a:pt x="1060704" y="1628001"/>
                  </a:lnTo>
                  <a:lnTo>
                    <a:pt x="1096335" y="1666163"/>
                  </a:lnTo>
                  <a:lnTo>
                    <a:pt x="1131967" y="1703487"/>
                  </a:lnTo>
                  <a:lnTo>
                    <a:pt x="1167598" y="1739992"/>
                  </a:lnTo>
                  <a:lnTo>
                    <a:pt x="1203229" y="1775695"/>
                  </a:lnTo>
                  <a:lnTo>
                    <a:pt x="1238861" y="1810615"/>
                  </a:lnTo>
                  <a:lnTo>
                    <a:pt x="1274492" y="1844767"/>
                  </a:lnTo>
                  <a:lnTo>
                    <a:pt x="1310123" y="1878169"/>
                  </a:lnTo>
                  <a:lnTo>
                    <a:pt x="1345754" y="1910838"/>
                  </a:lnTo>
                  <a:lnTo>
                    <a:pt x="1381386" y="1942790"/>
                  </a:lnTo>
                  <a:lnTo>
                    <a:pt x="1417017" y="1974040"/>
                  </a:lnTo>
                  <a:lnTo>
                    <a:pt x="1452648" y="2004604"/>
                  </a:lnTo>
                  <a:lnTo>
                    <a:pt x="1488280" y="2034496"/>
                  </a:lnTo>
                  <a:lnTo>
                    <a:pt x="1523911" y="2063733"/>
                  </a:lnTo>
                  <a:lnTo>
                    <a:pt x="1559542" y="2092327"/>
                  </a:lnTo>
                  <a:lnTo>
                    <a:pt x="1595174" y="2120293"/>
                  </a:lnTo>
                  <a:lnTo>
                    <a:pt x="1630805" y="2147645"/>
                  </a:lnTo>
                  <a:lnTo>
                    <a:pt x="1666436" y="2174397"/>
                  </a:lnTo>
                  <a:lnTo>
                    <a:pt x="1702068" y="2200561"/>
                  </a:lnTo>
                  <a:lnTo>
                    <a:pt x="1737699" y="2226151"/>
                  </a:lnTo>
                  <a:lnTo>
                    <a:pt x="1773330" y="2251179"/>
                  </a:lnTo>
                  <a:lnTo>
                    <a:pt x="1808961" y="2275657"/>
                  </a:lnTo>
                  <a:lnTo>
                    <a:pt x="1844593" y="2299597"/>
                  </a:lnTo>
                  <a:lnTo>
                    <a:pt x="1880224" y="2323012"/>
                  </a:lnTo>
                  <a:lnTo>
                    <a:pt x="1915855" y="2345913"/>
                  </a:lnTo>
                  <a:lnTo>
                    <a:pt x="1951487" y="2368311"/>
                  </a:lnTo>
                  <a:lnTo>
                    <a:pt x="1987118" y="2390217"/>
                  </a:lnTo>
                  <a:lnTo>
                    <a:pt x="2022749" y="2411642"/>
                  </a:lnTo>
                  <a:lnTo>
                    <a:pt x="2058381" y="2432597"/>
                  </a:lnTo>
                  <a:lnTo>
                    <a:pt x="2094012" y="2453091"/>
                  </a:lnTo>
                  <a:lnTo>
                    <a:pt x="2129643" y="2473136"/>
                  </a:lnTo>
                  <a:lnTo>
                    <a:pt x="2165275" y="2492740"/>
                  </a:lnTo>
                  <a:lnTo>
                    <a:pt x="2200906" y="2511914"/>
                  </a:lnTo>
                  <a:lnTo>
                    <a:pt x="2236537" y="2530667"/>
                  </a:lnTo>
                  <a:lnTo>
                    <a:pt x="2272168" y="2549007"/>
                  </a:lnTo>
                  <a:lnTo>
                    <a:pt x="2307800" y="2565347"/>
                  </a:lnTo>
                  <a:lnTo>
                    <a:pt x="2343431" y="2571449"/>
                  </a:lnTo>
                  <a:lnTo>
                    <a:pt x="2379062" y="2577505"/>
                  </a:lnTo>
                  <a:lnTo>
                    <a:pt x="2414694" y="2583515"/>
                  </a:lnTo>
                  <a:lnTo>
                    <a:pt x="2450325" y="2589479"/>
                  </a:lnTo>
                  <a:lnTo>
                    <a:pt x="2485956" y="2595397"/>
                  </a:lnTo>
                  <a:lnTo>
                    <a:pt x="2521588" y="2601270"/>
                  </a:lnTo>
                  <a:lnTo>
                    <a:pt x="2557219" y="2607099"/>
                  </a:lnTo>
                  <a:lnTo>
                    <a:pt x="2592850" y="2612883"/>
                  </a:lnTo>
                  <a:lnTo>
                    <a:pt x="2628482" y="2618622"/>
                  </a:lnTo>
                  <a:lnTo>
                    <a:pt x="2664113" y="2624319"/>
                  </a:lnTo>
                  <a:lnTo>
                    <a:pt x="2699744" y="2629971"/>
                  </a:lnTo>
                  <a:lnTo>
                    <a:pt x="2735375" y="2635581"/>
                  </a:lnTo>
                  <a:lnTo>
                    <a:pt x="2771007" y="2641148"/>
                  </a:lnTo>
                  <a:lnTo>
                    <a:pt x="2806638" y="2646672"/>
                  </a:lnTo>
                  <a:lnTo>
                    <a:pt x="2842269" y="2652155"/>
                  </a:lnTo>
                  <a:lnTo>
                    <a:pt x="2877901" y="2657595"/>
                  </a:lnTo>
                  <a:lnTo>
                    <a:pt x="2913532" y="2662994"/>
                  </a:lnTo>
                  <a:lnTo>
                    <a:pt x="2949163" y="2668352"/>
                  </a:lnTo>
                  <a:lnTo>
                    <a:pt x="2984795" y="2673670"/>
                  </a:lnTo>
                  <a:lnTo>
                    <a:pt x="3020426" y="2678946"/>
                  </a:lnTo>
                  <a:lnTo>
                    <a:pt x="3056057" y="2684182"/>
                  </a:lnTo>
                  <a:lnTo>
                    <a:pt x="3091689" y="2689379"/>
                  </a:lnTo>
                  <a:lnTo>
                    <a:pt x="3127320" y="2694536"/>
                  </a:lnTo>
                  <a:lnTo>
                    <a:pt x="3162951" y="2699653"/>
                  </a:lnTo>
                  <a:lnTo>
                    <a:pt x="3198582" y="2704732"/>
                  </a:lnTo>
                  <a:lnTo>
                    <a:pt x="3234214" y="2709772"/>
                  </a:lnTo>
                  <a:lnTo>
                    <a:pt x="3269845" y="2714773"/>
                  </a:lnTo>
                  <a:lnTo>
                    <a:pt x="3305476" y="2719736"/>
                  </a:lnTo>
                  <a:lnTo>
                    <a:pt x="3341108" y="2724662"/>
                  </a:lnTo>
                  <a:lnTo>
                    <a:pt x="3376739" y="2729550"/>
                  </a:lnTo>
                  <a:lnTo>
                    <a:pt x="3412370" y="2734400"/>
                  </a:lnTo>
                  <a:lnTo>
                    <a:pt x="3448002" y="2739214"/>
                  </a:lnTo>
                  <a:lnTo>
                    <a:pt x="3483633" y="2743991"/>
                  </a:lnTo>
                  <a:lnTo>
                    <a:pt x="3519264" y="2748731"/>
                  </a:lnTo>
                  <a:lnTo>
                    <a:pt x="3554896" y="2753436"/>
                  </a:lnTo>
                  <a:lnTo>
                    <a:pt x="3590527" y="2758104"/>
                  </a:lnTo>
                  <a:lnTo>
                    <a:pt x="3626158" y="2762737"/>
                  </a:lnTo>
                  <a:lnTo>
                    <a:pt x="3661789" y="2767335"/>
                  </a:lnTo>
                  <a:lnTo>
                    <a:pt x="3697421" y="2771898"/>
                  </a:lnTo>
                  <a:lnTo>
                    <a:pt x="3733052" y="2776425"/>
                  </a:lnTo>
                  <a:lnTo>
                    <a:pt x="3768683" y="2780919"/>
                  </a:lnTo>
                  <a:lnTo>
                    <a:pt x="3804315" y="2785378"/>
                  </a:lnTo>
                  <a:lnTo>
                    <a:pt x="3839946" y="2789803"/>
                  </a:lnTo>
                  <a:lnTo>
                    <a:pt x="3875577" y="2794194"/>
                  </a:lnTo>
                  <a:lnTo>
                    <a:pt x="3911209" y="2798552"/>
                  </a:lnTo>
                  <a:lnTo>
                    <a:pt x="3946840" y="2802877"/>
                  </a:lnTo>
                  <a:lnTo>
                    <a:pt x="3982471" y="2807169"/>
                  </a:lnTo>
                  <a:lnTo>
                    <a:pt x="4018103" y="2811428"/>
                  </a:lnTo>
                  <a:lnTo>
                    <a:pt x="4053734" y="2815654"/>
                  </a:lnTo>
                  <a:lnTo>
                    <a:pt x="4089365" y="2819848"/>
                  </a:lnTo>
                  <a:lnTo>
                    <a:pt x="4124996" y="2824011"/>
                  </a:lnTo>
                  <a:lnTo>
                    <a:pt x="4160628" y="2828141"/>
                  </a:lnTo>
                  <a:lnTo>
                    <a:pt x="4196259" y="2832241"/>
                  </a:lnTo>
                  <a:lnTo>
                    <a:pt x="4231890" y="2836308"/>
                  </a:lnTo>
                  <a:lnTo>
                    <a:pt x="4267522" y="2840345"/>
                  </a:lnTo>
                  <a:lnTo>
                    <a:pt x="4303153" y="2844351"/>
                  </a:lnTo>
                  <a:lnTo>
                    <a:pt x="4338784" y="2848327"/>
                  </a:lnTo>
                  <a:lnTo>
                    <a:pt x="4374416" y="2852272"/>
                  </a:lnTo>
                  <a:lnTo>
                    <a:pt x="4410047" y="2856187"/>
                  </a:lnTo>
                  <a:lnTo>
                    <a:pt x="4445678" y="2860073"/>
                  </a:lnTo>
                  <a:lnTo>
                    <a:pt x="4481309" y="2863928"/>
                  </a:lnTo>
                  <a:lnTo>
                    <a:pt x="4516941" y="2867755"/>
                  </a:lnTo>
                  <a:lnTo>
                    <a:pt x="4552572" y="2871552"/>
                  </a:lnTo>
                  <a:lnTo>
                    <a:pt x="4588203" y="2875320"/>
                  </a:lnTo>
                  <a:lnTo>
                    <a:pt x="4623835" y="2879060"/>
                  </a:lnTo>
                  <a:lnTo>
                    <a:pt x="4659466" y="2882771"/>
                  </a:lnTo>
                  <a:lnTo>
                    <a:pt x="4695097" y="2886453"/>
                  </a:lnTo>
                  <a:lnTo>
                    <a:pt x="4730729" y="2890108"/>
                  </a:lnTo>
                  <a:lnTo>
                    <a:pt x="4766360" y="2893735"/>
                  </a:lnTo>
                  <a:lnTo>
                    <a:pt x="4801991" y="2897334"/>
                  </a:lnTo>
                  <a:lnTo>
                    <a:pt x="4837623" y="2900906"/>
                  </a:lnTo>
                  <a:lnTo>
                    <a:pt x="4873254" y="2904450"/>
                  </a:lnTo>
                  <a:lnTo>
                    <a:pt x="4908885" y="2907968"/>
                  </a:lnTo>
                  <a:lnTo>
                    <a:pt x="4944516" y="2911458"/>
                  </a:lnTo>
                  <a:lnTo>
                    <a:pt x="4980148" y="2914922"/>
                  </a:lnTo>
                  <a:lnTo>
                    <a:pt x="5015779" y="2918360"/>
                  </a:lnTo>
                  <a:lnTo>
                    <a:pt x="5051410" y="2921772"/>
                  </a:lnTo>
                  <a:lnTo>
                    <a:pt x="5087042" y="2925157"/>
                  </a:lnTo>
                  <a:lnTo>
                    <a:pt x="5122673" y="2928517"/>
                  </a:lnTo>
                  <a:lnTo>
                    <a:pt x="5158304" y="2931851"/>
                  </a:lnTo>
                  <a:lnTo>
                    <a:pt x="5193936" y="2935159"/>
                  </a:lnTo>
                  <a:lnTo>
                    <a:pt x="5229567" y="29384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603136"/>
              <a:ext cx="7090630" cy="1830359"/>
            </a:xfrm>
            <a:custGeom>
              <a:avLst/>
              <a:pathLst>
                <a:path w="7090630" h="1830359">
                  <a:moveTo>
                    <a:pt x="7090630" y="1830359"/>
                  </a:moveTo>
                  <a:lnTo>
                    <a:pt x="7054998" y="1827455"/>
                  </a:lnTo>
                  <a:lnTo>
                    <a:pt x="7019367" y="1824485"/>
                  </a:lnTo>
                  <a:lnTo>
                    <a:pt x="6983736" y="1821448"/>
                  </a:lnTo>
                  <a:lnTo>
                    <a:pt x="6948104" y="1818344"/>
                  </a:lnTo>
                  <a:lnTo>
                    <a:pt x="6912473" y="1815170"/>
                  </a:lnTo>
                  <a:lnTo>
                    <a:pt x="6876842" y="1811924"/>
                  </a:lnTo>
                  <a:lnTo>
                    <a:pt x="6841210" y="1808606"/>
                  </a:lnTo>
                  <a:lnTo>
                    <a:pt x="6805579" y="1805213"/>
                  </a:lnTo>
                  <a:lnTo>
                    <a:pt x="6769948" y="1801744"/>
                  </a:lnTo>
                  <a:lnTo>
                    <a:pt x="6734317" y="1798197"/>
                  </a:lnTo>
                  <a:lnTo>
                    <a:pt x="6698685" y="1794570"/>
                  </a:lnTo>
                  <a:lnTo>
                    <a:pt x="6663054" y="1790862"/>
                  </a:lnTo>
                  <a:lnTo>
                    <a:pt x="6627423" y="1787071"/>
                  </a:lnTo>
                  <a:lnTo>
                    <a:pt x="6591791" y="1783195"/>
                  </a:lnTo>
                  <a:lnTo>
                    <a:pt x="6556160" y="1779231"/>
                  </a:lnTo>
                  <a:lnTo>
                    <a:pt x="6520529" y="1775179"/>
                  </a:lnTo>
                  <a:lnTo>
                    <a:pt x="6484897" y="1771036"/>
                  </a:lnTo>
                  <a:lnTo>
                    <a:pt x="6449266" y="1766799"/>
                  </a:lnTo>
                  <a:lnTo>
                    <a:pt x="6413635" y="1762468"/>
                  </a:lnTo>
                  <a:lnTo>
                    <a:pt x="6378003" y="1758039"/>
                  </a:lnTo>
                  <a:lnTo>
                    <a:pt x="6342372" y="1753511"/>
                  </a:lnTo>
                  <a:lnTo>
                    <a:pt x="6306741" y="1748881"/>
                  </a:lnTo>
                  <a:lnTo>
                    <a:pt x="6271110" y="1744147"/>
                  </a:lnTo>
                  <a:lnTo>
                    <a:pt x="6235478" y="1739307"/>
                  </a:lnTo>
                  <a:lnTo>
                    <a:pt x="6199847" y="1734358"/>
                  </a:lnTo>
                  <a:lnTo>
                    <a:pt x="6164216" y="1729298"/>
                  </a:lnTo>
                  <a:lnTo>
                    <a:pt x="6128584" y="1724125"/>
                  </a:lnTo>
                  <a:lnTo>
                    <a:pt x="6092953" y="1718835"/>
                  </a:lnTo>
                  <a:lnTo>
                    <a:pt x="6057322" y="1713427"/>
                  </a:lnTo>
                  <a:lnTo>
                    <a:pt x="6021690" y="1707897"/>
                  </a:lnTo>
                  <a:lnTo>
                    <a:pt x="5986059" y="1702243"/>
                  </a:lnTo>
                  <a:lnTo>
                    <a:pt x="5950428" y="1696462"/>
                  </a:lnTo>
                  <a:lnTo>
                    <a:pt x="5914796" y="1690552"/>
                  </a:lnTo>
                  <a:lnTo>
                    <a:pt x="5879165" y="1684508"/>
                  </a:lnTo>
                  <a:lnTo>
                    <a:pt x="5843534" y="1678329"/>
                  </a:lnTo>
                  <a:lnTo>
                    <a:pt x="5807903" y="1672011"/>
                  </a:lnTo>
                  <a:lnTo>
                    <a:pt x="5772271" y="1665552"/>
                  </a:lnTo>
                  <a:lnTo>
                    <a:pt x="5736640" y="1658947"/>
                  </a:lnTo>
                  <a:lnTo>
                    <a:pt x="5701009" y="1652194"/>
                  </a:lnTo>
                  <a:lnTo>
                    <a:pt x="5665377" y="1645289"/>
                  </a:lnTo>
                  <a:lnTo>
                    <a:pt x="5629746" y="1638230"/>
                  </a:lnTo>
                  <a:lnTo>
                    <a:pt x="5594115" y="1631012"/>
                  </a:lnTo>
                  <a:lnTo>
                    <a:pt x="5558483" y="1623632"/>
                  </a:lnTo>
                  <a:lnTo>
                    <a:pt x="5522852" y="1616086"/>
                  </a:lnTo>
                  <a:lnTo>
                    <a:pt x="5487221" y="1608370"/>
                  </a:lnTo>
                  <a:lnTo>
                    <a:pt x="5451589" y="1600482"/>
                  </a:lnTo>
                  <a:lnTo>
                    <a:pt x="5415958" y="1592416"/>
                  </a:lnTo>
                  <a:lnTo>
                    <a:pt x="5380327" y="1584170"/>
                  </a:lnTo>
                  <a:lnTo>
                    <a:pt x="5344696" y="1575738"/>
                  </a:lnTo>
                  <a:lnTo>
                    <a:pt x="5309064" y="1567116"/>
                  </a:lnTo>
                  <a:lnTo>
                    <a:pt x="5273433" y="1558302"/>
                  </a:lnTo>
                  <a:lnTo>
                    <a:pt x="5237802" y="1549289"/>
                  </a:lnTo>
                  <a:lnTo>
                    <a:pt x="5202170" y="1540074"/>
                  </a:lnTo>
                  <a:lnTo>
                    <a:pt x="5166539" y="1530652"/>
                  </a:lnTo>
                  <a:lnTo>
                    <a:pt x="5130908" y="1521019"/>
                  </a:lnTo>
                  <a:lnTo>
                    <a:pt x="5095276" y="1511169"/>
                  </a:lnTo>
                  <a:lnTo>
                    <a:pt x="5059645" y="1501098"/>
                  </a:lnTo>
                  <a:lnTo>
                    <a:pt x="5024014" y="1490801"/>
                  </a:lnTo>
                  <a:lnTo>
                    <a:pt x="4988382" y="1480273"/>
                  </a:lnTo>
                  <a:lnTo>
                    <a:pt x="4952751" y="1469509"/>
                  </a:lnTo>
                  <a:lnTo>
                    <a:pt x="4917120" y="1458502"/>
                  </a:lnTo>
                  <a:lnTo>
                    <a:pt x="4881489" y="1447249"/>
                  </a:lnTo>
                  <a:lnTo>
                    <a:pt x="4845857" y="1435743"/>
                  </a:lnTo>
                  <a:lnTo>
                    <a:pt x="4810226" y="1423979"/>
                  </a:lnTo>
                  <a:lnTo>
                    <a:pt x="4774595" y="1411950"/>
                  </a:lnTo>
                  <a:lnTo>
                    <a:pt x="4738963" y="1399652"/>
                  </a:lnTo>
                  <a:lnTo>
                    <a:pt x="4703332" y="1387077"/>
                  </a:lnTo>
                  <a:lnTo>
                    <a:pt x="4667701" y="1374220"/>
                  </a:lnTo>
                  <a:lnTo>
                    <a:pt x="4632069" y="1361075"/>
                  </a:lnTo>
                  <a:lnTo>
                    <a:pt x="4596438" y="1347634"/>
                  </a:lnTo>
                  <a:lnTo>
                    <a:pt x="4560807" y="1333892"/>
                  </a:lnTo>
                  <a:lnTo>
                    <a:pt x="4525175" y="1319841"/>
                  </a:lnTo>
                  <a:lnTo>
                    <a:pt x="4489544" y="1305474"/>
                  </a:lnTo>
                  <a:lnTo>
                    <a:pt x="4453913" y="1290785"/>
                  </a:lnTo>
                  <a:lnTo>
                    <a:pt x="4418282" y="1275766"/>
                  </a:lnTo>
                  <a:lnTo>
                    <a:pt x="4382650" y="1260410"/>
                  </a:lnTo>
                  <a:lnTo>
                    <a:pt x="4347019" y="1244709"/>
                  </a:lnTo>
                  <a:lnTo>
                    <a:pt x="4311388" y="1228656"/>
                  </a:lnTo>
                  <a:lnTo>
                    <a:pt x="4275756" y="1212242"/>
                  </a:lnTo>
                  <a:lnTo>
                    <a:pt x="4240125" y="1195460"/>
                  </a:lnTo>
                  <a:lnTo>
                    <a:pt x="4204494" y="1178301"/>
                  </a:lnTo>
                  <a:lnTo>
                    <a:pt x="4168862" y="1160757"/>
                  </a:lnTo>
                  <a:lnTo>
                    <a:pt x="4133231" y="1153009"/>
                  </a:lnTo>
                  <a:lnTo>
                    <a:pt x="4097600" y="1146813"/>
                  </a:lnTo>
                  <a:lnTo>
                    <a:pt x="4061968" y="1140569"/>
                  </a:lnTo>
                  <a:lnTo>
                    <a:pt x="4026337" y="1134277"/>
                  </a:lnTo>
                  <a:lnTo>
                    <a:pt x="3990706" y="1127936"/>
                  </a:lnTo>
                  <a:lnTo>
                    <a:pt x="3955075" y="1121548"/>
                  </a:lnTo>
                  <a:lnTo>
                    <a:pt x="3919443" y="1115110"/>
                  </a:lnTo>
                  <a:lnTo>
                    <a:pt x="3883812" y="1108622"/>
                  </a:lnTo>
                  <a:lnTo>
                    <a:pt x="3848181" y="1102085"/>
                  </a:lnTo>
                  <a:lnTo>
                    <a:pt x="3812549" y="1095497"/>
                  </a:lnTo>
                  <a:lnTo>
                    <a:pt x="3776918" y="1088859"/>
                  </a:lnTo>
                  <a:lnTo>
                    <a:pt x="3741287" y="1082170"/>
                  </a:lnTo>
                  <a:lnTo>
                    <a:pt x="3705655" y="1075430"/>
                  </a:lnTo>
                  <a:lnTo>
                    <a:pt x="3670024" y="1068637"/>
                  </a:lnTo>
                  <a:lnTo>
                    <a:pt x="3634393" y="1061793"/>
                  </a:lnTo>
                  <a:lnTo>
                    <a:pt x="3598762" y="1054896"/>
                  </a:lnTo>
                  <a:lnTo>
                    <a:pt x="3563130" y="1047946"/>
                  </a:lnTo>
                  <a:lnTo>
                    <a:pt x="3527499" y="1040943"/>
                  </a:lnTo>
                  <a:lnTo>
                    <a:pt x="3491868" y="1033885"/>
                  </a:lnTo>
                  <a:lnTo>
                    <a:pt x="3456236" y="1026774"/>
                  </a:lnTo>
                  <a:lnTo>
                    <a:pt x="3420605" y="1019608"/>
                  </a:lnTo>
                  <a:lnTo>
                    <a:pt x="3384974" y="1012387"/>
                  </a:lnTo>
                  <a:lnTo>
                    <a:pt x="3349342" y="1005111"/>
                  </a:lnTo>
                  <a:lnTo>
                    <a:pt x="3313711" y="997778"/>
                  </a:lnTo>
                  <a:lnTo>
                    <a:pt x="3278080" y="990390"/>
                  </a:lnTo>
                  <a:lnTo>
                    <a:pt x="3242448" y="982944"/>
                  </a:lnTo>
                  <a:lnTo>
                    <a:pt x="3206817" y="975442"/>
                  </a:lnTo>
                  <a:lnTo>
                    <a:pt x="3171186" y="967881"/>
                  </a:lnTo>
                  <a:lnTo>
                    <a:pt x="3135555" y="960263"/>
                  </a:lnTo>
                  <a:lnTo>
                    <a:pt x="3099923" y="952586"/>
                  </a:lnTo>
                  <a:lnTo>
                    <a:pt x="3064292" y="944850"/>
                  </a:lnTo>
                  <a:lnTo>
                    <a:pt x="3028661" y="937055"/>
                  </a:lnTo>
                  <a:lnTo>
                    <a:pt x="2993029" y="929200"/>
                  </a:lnTo>
                  <a:lnTo>
                    <a:pt x="2957398" y="921285"/>
                  </a:lnTo>
                  <a:lnTo>
                    <a:pt x="2921767" y="913308"/>
                  </a:lnTo>
                  <a:lnTo>
                    <a:pt x="2886135" y="905271"/>
                  </a:lnTo>
                  <a:lnTo>
                    <a:pt x="2850504" y="897172"/>
                  </a:lnTo>
                  <a:lnTo>
                    <a:pt x="2814873" y="889010"/>
                  </a:lnTo>
                  <a:lnTo>
                    <a:pt x="2779241" y="880786"/>
                  </a:lnTo>
                  <a:lnTo>
                    <a:pt x="2743610" y="872499"/>
                  </a:lnTo>
                  <a:lnTo>
                    <a:pt x="2707979" y="864148"/>
                  </a:lnTo>
                  <a:lnTo>
                    <a:pt x="2672348" y="855733"/>
                  </a:lnTo>
                  <a:lnTo>
                    <a:pt x="2636716" y="847253"/>
                  </a:lnTo>
                  <a:lnTo>
                    <a:pt x="2601085" y="838708"/>
                  </a:lnTo>
                  <a:lnTo>
                    <a:pt x="2565454" y="830098"/>
                  </a:lnTo>
                  <a:lnTo>
                    <a:pt x="2529822" y="821421"/>
                  </a:lnTo>
                  <a:lnTo>
                    <a:pt x="2494191" y="812678"/>
                  </a:lnTo>
                  <a:lnTo>
                    <a:pt x="2458560" y="803867"/>
                  </a:lnTo>
                  <a:lnTo>
                    <a:pt x="2422928" y="794989"/>
                  </a:lnTo>
                  <a:lnTo>
                    <a:pt x="2387297" y="786043"/>
                  </a:lnTo>
                  <a:lnTo>
                    <a:pt x="2351666" y="777028"/>
                  </a:lnTo>
                  <a:lnTo>
                    <a:pt x="2316034" y="767944"/>
                  </a:lnTo>
                  <a:lnTo>
                    <a:pt x="2280403" y="758790"/>
                  </a:lnTo>
                  <a:lnTo>
                    <a:pt x="2244772" y="749565"/>
                  </a:lnTo>
                  <a:lnTo>
                    <a:pt x="2209141" y="740270"/>
                  </a:lnTo>
                  <a:lnTo>
                    <a:pt x="2173509" y="730904"/>
                  </a:lnTo>
                  <a:lnTo>
                    <a:pt x="2137878" y="721465"/>
                  </a:lnTo>
                  <a:lnTo>
                    <a:pt x="2102247" y="711954"/>
                  </a:lnTo>
                  <a:lnTo>
                    <a:pt x="2066615" y="702370"/>
                  </a:lnTo>
                  <a:lnTo>
                    <a:pt x="2030984" y="692712"/>
                  </a:lnTo>
                  <a:lnTo>
                    <a:pt x="1995353" y="682980"/>
                  </a:lnTo>
                  <a:lnTo>
                    <a:pt x="1959721" y="673174"/>
                  </a:lnTo>
                  <a:lnTo>
                    <a:pt x="1924090" y="663292"/>
                  </a:lnTo>
                  <a:lnTo>
                    <a:pt x="1888459" y="653334"/>
                  </a:lnTo>
                  <a:lnTo>
                    <a:pt x="1852827" y="643299"/>
                  </a:lnTo>
                  <a:lnTo>
                    <a:pt x="1817196" y="633188"/>
                  </a:lnTo>
                  <a:lnTo>
                    <a:pt x="1781565" y="622999"/>
                  </a:lnTo>
                  <a:lnTo>
                    <a:pt x="1745934" y="612732"/>
                  </a:lnTo>
                  <a:lnTo>
                    <a:pt x="1710302" y="602385"/>
                  </a:lnTo>
                  <a:lnTo>
                    <a:pt x="1674671" y="591960"/>
                  </a:lnTo>
                  <a:lnTo>
                    <a:pt x="1639040" y="581454"/>
                  </a:lnTo>
                  <a:lnTo>
                    <a:pt x="1603408" y="570868"/>
                  </a:lnTo>
                  <a:lnTo>
                    <a:pt x="1567777" y="560200"/>
                  </a:lnTo>
                  <a:lnTo>
                    <a:pt x="1532146" y="549450"/>
                  </a:lnTo>
                  <a:lnTo>
                    <a:pt x="1496514" y="538618"/>
                  </a:lnTo>
                  <a:lnTo>
                    <a:pt x="1460883" y="527702"/>
                  </a:lnTo>
                  <a:lnTo>
                    <a:pt x="1425252" y="516703"/>
                  </a:lnTo>
                  <a:lnTo>
                    <a:pt x="1389620" y="505619"/>
                  </a:lnTo>
                  <a:lnTo>
                    <a:pt x="1353989" y="494450"/>
                  </a:lnTo>
                  <a:lnTo>
                    <a:pt x="1318358" y="483195"/>
                  </a:lnTo>
                  <a:lnTo>
                    <a:pt x="1282727" y="471854"/>
                  </a:lnTo>
                  <a:lnTo>
                    <a:pt x="1247095" y="460426"/>
                  </a:lnTo>
                  <a:lnTo>
                    <a:pt x="1211464" y="448910"/>
                  </a:lnTo>
                  <a:lnTo>
                    <a:pt x="1175833" y="437305"/>
                  </a:lnTo>
                  <a:lnTo>
                    <a:pt x="1140201" y="425612"/>
                  </a:lnTo>
                  <a:lnTo>
                    <a:pt x="1104570" y="413828"/>
                  </a:lnTo>
                  <a:lnTo>
                    <a:pt x="1068939" y="401954"/>
                  </a:lnTo>
                  <a:lnTo>
                    <a:pt x="1033307" y="389989"/>
                  </a:lnTo>
                  <a:lnTo>
                    <a:pt x="997676" y="377932"/>
                  </a:lnTo>
                  <a:lnTo>
                    <a:pt x="962045" y="365782"/>
                  </a:lnTo>
                  <a:lnTo>
                    <a:pt x="926413" y="353539"/>
                  </a:lnTo>
                  <a:lnTo>
                    <a:pt x="890782" y="341202"/>
                  </a:lnTo>
                  <a:lnTo>
                    <a:pt x="855151" y="328770"/>
                  </a:lnTo>
                  <a:lnTo>
                    <a:pt x="819520" y="316243"/>
                  </a:lnTo>
                  <a:lnTo>
                    <a:pt x="783888" y="303620"/>
                  </a:lnTo>
                  <a:lnTo>
                    <a:pt x="748257" y="290899"/>
                  </a:lnTo>
                  <a:lnTo>
                    <a:pt x="712626" y="278081"/>
                  </a:lnTo>
                  <a:lnTo>
                    <a:pt x="676994" y="265164"/>
                  </a:lnTo>
                  <a:lnTo>
                    <a:pt x="641363" y="252148"/>
                  </a:lnTo>
                  <a:lnTo>
                    <a:pt x="605732" y="239032"/>
                  </a:lnTo>
                  <a:lnTo>
                    <a:pt x="570100" y="225816"/>
                  </a:lnTo>
                  <a:lnTo>
                    <a:pt x="534469" y="212498"/>
                  </a:lnTo>
                  <a:lnTo>
                    <a:pt x="498838" y="199077"/>
                  </a:lnTo>
                  <a:lnTo>
                    <a:pt x="463206" y="185554"/>
                  </a:lnTo>
                  <a:lnTo>
                    <a:pt x="427575" y="171927"/>
                  </a:lnTo>
                  <a:lnTo>
                    <a:pt x="391944" y="158195"/>
                  </a:lnTo>
                  <a:lnTo>
                    <a:pt x="356313" y="144357"/>
                  </a:lnTo>
                  <a:lnTo>
                    <a:pt x="320681" y="130413"/>
                  </a:lnTo>
                  <a:lnTo>
                    <a:pt x="285050" y="116362"/>
                  </a:lnTo>
                  <a:lnTo>
                    <a:pt x="249419" y="102204"/>
                  </a:lnTo>
                  <a:lnTo>
                    <a:pt x="213787" y="87936"/>
                  </a:lnTo>
                  <a:lnTo>
                    <a:pt x="178156" y="73559"/>
                  </a:lnTo>
                  <a:lnTo>
                    <a:pt x="142525" y="59071"/>
                  </a:lnTo>
                  <a:lnTo>
                    <a:pt x="106893" y="44472"/>
                  </a:lnTo>
                  <a:lnTo>
                    <a:pt x="71262" y="29761"/>
                  </a:lnTo>
                  <a:lnTo>
                    <a:pt x="35631" y="1493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10589" y="2196947"/>
              <a:ext cx="6352089" cy="3130754"/>
            </a:xfrm>
            <a:custGeom>
              <a:avLst/>
              <a:pathLst>
                <a:path w="6352089" h="3130754">
                  <a:moveTo>
                    <a:pt x="0" y="0"/>
                  </a:moveTo>
                  <a:lnTo>
                    <a:pt x="9716" y="13748"/>
                  </a:lnTo>
                  <a:lnTo>
                    <a:pt x="45348" y="63416"/>
                  </a:lnTo>
                  <a:lnTo>
                    <a:pt x="80979" y="112348"/>
                  </a:lnTo>
                  <a:lnTo>
                    <a:pt x="116610" y="160555"/>
                  </a:lnTo>
                  <a:lnTo>
                    <a:pt x="152242" y="208047"/>
                  </a:lnTo>
                  <a:lnTo>
                    <a:pt x="187873" y="254836"/>
                  </a:lnTo>
                  <a:lnTo>
                    <a:pt x="223504" y="300932"/>
                  </a:lnTo>
                  <a:lnTo>
                    <a:pt x="259136" y="346345"/>
                  </a:lnTo>
                  <a:lnTo>
                    <a:pt x="294767" y="391085"/>
                  </a:lnTo>
                  <a:lnTo>
                    <a:pt x="330398" y="435162"/>
                  </a:lnTo>
                  <a:lnTo>
                    <a:pt x="366029" y="478586"/>
                  </a:lnTo>
                  <a:lnTo>
                    <a:pt x="401661" y="521366"/>
                  </a:lnTo>
                  <a:lnTo>
                    <a:pt x="437292" y="563513"/>
                  </a:lnTo>
                  <a:lnTo>
                    <a:pt x="472923" y="605035"/>
                  </a:lnTo>
                  <a:lnTo>
                    <a:pt x="508555" y="645942"/>
                  </a:lnTo>
                  <a:lnTo>
                    <a:pt x="544186" y="686243"/>
                  </a:lnTo>
                  <a:lnTo>
                    <a:pt x="579817" y="725947"/>
                  </a:lnTo>
                  <a:lnTo>
                    <a:pt x="615449" y="765062"/>
                  </a:lnTo>
                  <a:lnTo>
                    <a:pt x="651080" y="803598"/>
                  </a:lnTo>
                  <a:lnTo>
                    <a:pt x="686711" y="841563"/>
                  </a:lnTo>
                  <a:lnTo>
                    <a:pt x="722343" y="878966"/>
                  </a:lnTo>
                  <a:lnTo>
                    <a:pt x="757974" y="915814"/>
                  </a:lnTo>
                  <a:lnTo>
                    <a:pt x="793605" y="952116"/>
                  </a:lnTo>
                  <a:lnTo>
                    <a:pt x="829236" y="987881"/>
                  </a:lnTo>
                  <a:lnTo>
                    <a:pt x="864868" y="1023115"/>
                  </a:lnTo>
                  <a:lnTo>
                    <a:pt x="900499" y="1057828"/>
                  </a:lnTo>
                  <a:lnTo>
                    <a:pt x="936130" y="1092026"/>
                  </a:lnTo>
                  <a:lnTo>
                    <a:pt x="971762" y="1125717"/>
                  </a:lnTo>
                  <a:lnTo>
                    <a:pt x="1007393" y="1158909"/>
                  </a:lnTo>
                  <a:lnTo>
                    <a:pt x="1043024" y="1191610"/>
                  </a:lnTo>
                  <a:lnTo>
                    <a:pt x="1078656" y="1223826"/>
                  </a:lnTo>
                  <a:lnTo>
                    <a:pt x="1114287" y="1255564"/>
                  </a:lnTo>
                  <a:lnTo>
                    <a:pt x="1149918" y="1286833"/>
                  </a:lnTo>
                  <a:lnTo>
                    <a:pt x="1185550" y="1317638"/>
                  </a:lnTo>
                  <a:lnTo>
                    <a:pt x="1221181" y="1347986"/>
                  </a:lnTo>
                  <a:lnTo>
                    <a:pt x="1256812" y="1377885"/>
                  </a:lnTo>
                  <a:lnTo>
                    <a:pt x="1292443" y="1407341"/>
                  </a:lnTo>
                  <a:lnTo>
                    <a:pt x="1328075" y="1436361"/>
                  </a:lnTo>
                  <a:lnTo>
                    <a:pt x="1363706" y="1464950"/>
                  </a:lnTo>
                  <a:lnTo>
                    <a:pt x="1399337" y="1493116"/>
                  </a:lnTo>
                  <a:lnTo>
                    <a:pt x="1434969" y="1520865"/>
                  </a:lnTo>
                  <a:lnTo>
                    <a:pt x="1470600" y="1548202"/>
                  </a:lnTo>
                  <a:lnTo>
                    <a:pt x="1506231" y="1575134"/>
                  </a:lnTo>
                  <a:lnTo>
                    <a:pt x="1541863" y="1601668"/>
                  </a:lnTo>
                  <a:lnTo>
                    <a:pt x="1577494" y="1627808"/>
                  </a:lnTo>
                  <a:lnTo>
                    <a:pt x="1613125" y="1653561"/>
                  </a:lnTo>
                  <a:lnTo>
                    <a:pt x="1648757" y="1678932"/>
                  </a:lnTo>
                  <a:lnTo>
                    <a:pt x="1684388" y="1703928"/>
                  </a:lnTo>
                  <a:lnTo>
                    <a:pt x="1720019" y="1728553"/>
                  </a:lnTo>
                  <a:lnTo>
                    <a:pt x="1755650" y="1752813"/>
                  </a:lnTo>
                  <a:lnTo>
                    <a:pt x="1791282" y="1776714"/>
                  </a:lnTo>
                  <a:lnTo>
                    <a:pt x="1826913" y="1800260"/>
                  </a:lnTo>
                  <a:lnTo>
                    <a:pt x="1862544" y="1823458"/>
                  </a:lnTo>
                  <a:lnTo>
                    <a:pt x="1898176" y="1846312"/>
                  </a:lnTo>
                  <a:lnTo>
                    <a:pt x="1933807" y="1868828"/>
                  </a:lnTo>
                  <a:lnTo>
                    <a:pt x="1969438" y="1891009"/>
                  </a:lnTo>
                  <a:lnTo>
                    <a:pt x="2005070" y="1912863"/>
                  </a:lnTo>
                  <a:lnTo>
                    <a:pt x="2040701" y="1934392"/>
                  </a:lnTo>
                  <a:lnTo>
                    <a:pt x="2076332" y="1955602"/>
                  </a:lnTo>
                  <a:lnTo>
                    <a:pt x="2111963" y="1976498"/>
                  </a:lnTo>
                  <a:lnTo>
                    <a:pt x="2147595" y="1997085"/>
                  </a:lnTo>
                  <a:lnTo>
                    <a:pt x="2183226" y="2017366"/>
                  </a:lnTo>
                  <a:lnTo>
                    <a:pt x="2218857" y="2037347"/>
                  </a:lnTo>
                  <a:lnTo>
                    <a:pt x="2254489" y="2057032"/>
                  </a:lnTo>
                  <a:lnTo>
                    <a:pt x="2290120" y="2076425"/>
                  </a:lnTo>
                  <a:lnTo>
                    <a:pt x="2325751" y="2095531"/>
                  </a:lnTo>
                  <a:lnTo>
                    <a:pt x="2361383" y="2114354"/>
                  </a:lnTo>
                  <a:lnTo>
                    <a:pt x="2397014" y="2132898"/>
                  </a:lnTo>
                  <a:lnTo>
                    <a:pt x="2432645" y="2151167"/>
                  </a:lnTo>
                  <a:lnTo>
                    <a:pt x="2468277" y="2169166"/>
                  </a:lnTo>
                  <a:lnTo>
                    <a:pt x="2503908" y="2186897"/>
                  </a:lnTo>
                  <a:lnTo>
                    <a:pt x="2539539" y="2204367"/>
                  </a:lnTo>
                  <a:lnTo>
                    <a:pt x="2575170" y="2221577"/>
                  </a:lnTo>
                  <a:lnTo>
                    <a:pt x="2610802" y="2238532"/>
                  </a:lnTo>
                  <a:lnTo>
                    <a:pt x="2646433" y="2255236"/>
                  </a:lnTo>
                  <a:lnTo>
                    <a:pt x="2682064" y="2271693"/>
                  </a:lnTo>
                  <a:lnTo>
                    <a:pt x="2717696" y="2287905"/>
                  </a:lnTo>
                  <a:lnTo>
                    <a:pt x="2753327" y="2303878"/>
                  </a:lnTo>
                  <a:lnTo>
                    <a:pt x="2788958" y="2319614"/>
                  </a:lnTo>
                  <a:lnTo>
                    <a:pt x="2824590" y="2335116"/>
                  </a:lnTo>
                  <a:lnTo>
                    <a:pt x="2860221" y="2350389"/>
                  </a:lnTo>
                  <a:lnTo>
                    <a:pt x="2895852" y="2365436"/>
                  </a:lnTo>
                  <a:lnTo>
                    <a:pt x="2931484" y="2380260"/>
                  </a:lnTo>
                  <a:lnTo>
                    <a:pt x="2967115" y="2394864"/>
                  </a:lnTo>
                  <a:lnTo>
                    <a:pt x="3002746" y="2409251"/>
                  </a:lnTo>
                  <a:lnTo>
                    <a:pt x="3038377" y="2423426"/>
                  </a:lnTo>
                  <a:lnTo>
                    <a:pt x="3074009" y="2437390"/>
                  </a:lnTo>
                  <a:lnTo>
                    <a:pt x="3109640" y="2451148"/>
                  </a:lnTo>
                  <a:lnTo>
                    <a:pt x="3145271" y="2464702"/>
                  </a:lnTo>
                  <a:lnTo>
                    <a:pt x="3180903" y="2478055"/>
                  </a:lnTo>
                  <a:lnTo>
                    <a:pt x="3216534" y="2491210"/>
                  </a:lnTo>
                  <a:lnTo>
                    <a:pt x="3252165" y="2504170"/>
                  </a:lnTo>
                  <a:lnTo>
                    <a:pt x="3287797" y="2516938"/>
                  </a:lnTo>
                  <a:lnTo>
                    <a:pt x="3323428" y="2529517"/>
                  </a:lnTo>
                  <a:lnTo>
                    <a:pt x="3359059" y="2541910"/>
                  </a:lnTo>
                  <a:lnTo>
                    <a:pt x="3394691" y="2554119"/>
                  </a:lnTo>
                  <a:lnTo>
                    <a:pt x="3430322" y="2566147"/>
                  </a:lnTo>
                  <a:lnTo>
                    <a:pt x="3465953" y="2577997"/>
                  </a:lnTo>
                  <a:lnTo>
                    <a:pt x="3501584" y="2589671"/>
                  </a:lnTo>
                  <a:lnTo>
                    <a:pt x="3537216" y="2601172"/>
                  </a:lnTo>
                  <a:lnTo>
                    <a:pt x="3572847" y="2612503"/>
                  </a:lnTo>
                  <a:lnTo>
                    <a:pt x="3608478" y="2623666"/>
                  </a:lnTo>
                  <a:lnTo>
                    <a:pt x="3644110" y="2634664"/>
                  </a:lnTo>
                  <a:lnTo>
                    <a:pt x="3679741" y="2645499"/>
                  </a:lnTo>
                  <a:lnTo>
                    <a:pt x="3715372" y="2656173"/>
                  </a:lnTo>
                  <a:lnTo>
                    <a:pt x="3751004" y="2666689"/>
                  </a:lnTo>
                  <a:lnTo>
                    <a:pt x="3786635" y="2677049"/>
                  </a:lnTo>
                  <a:lnTo>
                    <a:pt x="3822266" y="2687256"/>
                  </a:lnTo>
                  <a:lnTo>
                    <a:pt x="3857898" y="2697311"/>
                  </a:lnTo>
                  <a:lnTo>
                    <a:pt x="3893529" y="2707217"/>
                  </a:lnTo>
                  <a:lnTo>
                    <a:pt x="3929160" y="2716977"/>
                  </a:lnTo>
                  <a:lnTo>
                    <a:pt x="3964791" y="2726592"/>
                  </a:lnTo>
                  <a:lnTo>
                    <a:pt x="4000423" y="2736065"/>
                  </a:lnTo>
                  <a:lnTo>
                    <a:pt x="4036054" y="2745397"/>
                  </a:lnTo>
                  <a:lnTo>
                    <a:pt x="4071685" y="2754591"/>
                  </a:lnTo>
                  <a:lnTo>
                    <a:pt x="4107317" y="2763649"/>
                  </a:lnTo>
                  <a:lnTo>
                    <a:pt x="4142948" y="2772572"/>
                  </a:lnTo>
                  <a:lnTo>
                    <a:pt x="4178579" y="2781364"/>
                  </a:lnTo>
                  <a:lnTo>
                    <a:pt x="4214211" y="2790025"/>
                  </a:lnTo>
                  <a:lnTo>
                    <a:pt x="4249842" y="2798557"/>
                  </a:lnTo>
                  <a:lnTo>
                    <a:pt x="4285473" y="2806964"/>
                  </a:lnTo>
                  <a:lnTo>
                    <a:pt x="4321105" y="2815246"/>
                  </a:lnTo>
                  <a:lnTo>
                    <a:pt x="4356736" y="2823405"/>
                  </a:lnTo>
                  <a:lnTo>
                    <a:pt x="4392367" y="2831443"/>
                  </a:lnTo>
                  <a:lnTo>
                    <a:pt x="4427998" y="2839362"/>
                  </a:lnTo>
                  <a:lnTo>
                    <a:pt x="4463630" y="2847164"/>
                  </a:lnTo>
                  <a:lnTo>
                    <a:pt x="4499261" y="2854850"/>
                  </a:lnTo>
                  <a:lnTo>
                    <a:pt x="4534892" y="2862422"/>
                  </a:lnTo>
                  <a:lnTo>
                    <a:pt x="4570524" y="2869882"/>
                  </a:lnTo>
                  <a:lnTo>
                    <a:pt x="4606155" y="2877232"/>
                  </a:lnTo>
                  <a:lnTo>
                    <a:pt x="4641786" y="2884472"/>
                  </a:lnTo>
                  <a:lnTo>
                    <a:pt x="4677418" y="2891606"/>
                  </a:lnTo>
                  <a:lnTo>
                    <a:pt x="4713049" y="2898633"/>
                  </a:lnTo>
                  <a:lnTo>
                    <a:pt x="4748680" y="2905557"/>
                  </a:lnTo>
                  <a:lnTo>
                    <a:pt x="4784312" y="2912378"/>
                  </a:lnTo>
                  <a:lnTo>
                    <a:pt x="4819943" y="2919098"/>
                  </a:lnTo>
                  <a:lnTo>
                    <a:pt x="4855574" y="2925718"/>
                  </a:lnTo>
                  <a:lnTo>
                    <a:pt x="4891205" y="2932240"/>
                  </a:lnTo>
                  <a:lnTo>
                    <a:pt x="4926837" y="2938666"/>
                  </a:lnTo>
                  <a:lnTo>
                    <a:pt x="4962468" y="2944996"/>
                  </a:lnTo>
                  <a:lnTo>
                    <a:pt x="4998099" y="2951233"/>
                  </a:lnTo>
                  <a:lnTo>
                    <a:pt x="5033731" y="2957377"/>
                  </a:lnTo>
                  <a:lnTo>
                    <a:pt x="5069362" y="2963430"/>
                  </a:lnTo>
                  <a:lnTo>
                    <a:pt x="5104993" y="2969393"/>
                  </a:lnTo>
                  <a:lnTo>
                    <a:pt x="5140625" y="2975269"/>
                  </a:lnTo>
                  <a:lnTo>
                    <a:pt x="5176256" y="2981057"/>
                  </a:lnTo>
                  <a:lnTo>
                    <a:pt x="5211887" y="2986759"/>
                  </a:lnTo>
                  <a:lnTo>
                    <a:pt x="5247519" y="2992377"/>
                  </a:lnTo>
                  <a:lnTo>
                    <a:pt x="5283150" y="2997911"/>
                  </a:lnTo>
                  <a:lnTo>
                    <a:pt x="5318781" y="3003364"/>
                  </a:lnTo>
                  <a:lnTo>
                    <a:pt x="5354412" y="3008736"/>
                  </a:lnTo>
                  <a:lnTo>
                    <a:pt x="5390044" y="3014028"/>
                  </a:lnTo>
                  <a:lnTo>
                    <a:pt x="5425675" y="3019242"/>
                  </a:lnTo>
                  <a:lnTo>
                    <a:pt x="5461306" y="3024378"/>
                  </a:lnTo>
                  <a:lnTo>
                    <a:pt x="5496938" y="3029438"/>
                  </a:lnTo>
                  <a:lnTo>
                    <a:pt x="5532569" y="3034424"/>
                  </a:lnTo>
                  <a:lnTo>
                    <a:pt x="5568200" y="3039335"/>
                  </a:lnTo>
                  <a:lnTo>
                    <a:pt x="5603832" y="3044174"/>
                  </a:lnTo>
                  <a:lnTo>
                    <a:pt x="5639463" y="3048941"/>
                  </a:lnTo>
                  <a:lnTo>
                    <a:pt x="5675094" y="3053638"/>
                  </a:lnTo>
                  <a:lnTo>
                    <a:pt x="5710726" y="3058265"/>
                  </a:lnTo>
                  <a:lnTo>
                    <a:pt x="5746357" y="3062823"/>
                  </a:lnTo>
                  <a:lnTo>
                    <a:pt x="5781988" y="3067314"/>
                  </a:lnTo>
                  <a:lnTo>
                    <a:pt x="5817619" y="3071738"/>
                  </a:lnTo>
                  <a:lnTo>
                    <a:pt x="5853251" y="3076097"/>
                  </a:lnTo>
                  <a:lnTo>
                    <a:pt x="5888882" y="3080391"/>
                  </a:lnTo>
                  <a:lnTo>
                    <a:pt x="5924513" y="3084621"/>
                  </a:lnTo>
                  <a:lnTo>
                    <a:pt x="5960145" y="3088789"/>
                  </a:lnTo>
                  <a:lnTo>
                    <a:pt x="5995776" y="3092895"/>
                  </a:lnTo>
                  <a:lnTo>
                    <a:pt x="6031407" y="3096940"/>
                  </a:lnTo>
                  <a:lnTo>
                    <a:pt x="6067039" y="3100926"/>
                  </a:lnTo>
                  <a:lnTo>
                    <a:pt x="6102670" y="3104852"/>
                  </a:lnTo>
                  <a:lnTo>
                    <a:pt x="6138301" y="3108720"/>
                  </a:lnTo>
                  <a:lnTo>
                    <a:pt x="6173932" y="3112531"/>
                  </a:lnTo>
                  <a:lnTo>
                    <a:pt x="6209564" y="3116285"/>
                  </a:lnTo>
                  <a:lnTo>
                    <a:pt x="6245195" y="3119984"/>
                  </a:lnTo>
                  <a:lnTo>
                    <a:pt x="6280826" y="3123628"/>
                  </a:lnTo>
                  <a:lnTo>
                    <a:pt x="6316458" y="3127217"/>
                  </a:lnTo>
                  <a:lnTo>
                    <a:pt x="6352089" y="31307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1.41 (1.19-1.67),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2.76 (1.68-4.53)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2026-10-05T07:55:19Z</dcterms:modified>
  <cp:category/>
</cp:coreProperties>
</file>