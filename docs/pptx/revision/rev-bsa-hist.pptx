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13000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49392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85784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322176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645" y="258567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1697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3818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5938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8059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18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92300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4442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6542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866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0783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2904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5024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7145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0926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15645" y="544805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15645" y="481196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417588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15645" y="353980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5645" y="290372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5645" y="226763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5637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7757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987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1999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411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6624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0481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60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4723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6843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7896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31085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320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532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64853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369094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473336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77577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681818" y="5178238"/>
              <a:ext cx="104241" cy="26981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86060" y="4975879"/>
              <a:ext cx="104241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890301" y="5110785"/>
              <a:ext cx="104241" cy="33726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994542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098784" y="5245691"/>
              <a:ext cx="104241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203025" y="4908426"/>
              <a:ext cx="104241" cy="53962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307266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411508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15749" y="4503707"/>
              <a:ext cx="104241" cy="9443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619991" y="4706067"/>
              <a:ext cx="104241" cy="7419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724232" y="4301348"/>
              <a:ext cx="104241" cy="114670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828473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932715" y="4436254"/>
              <a:ext cx="104241" cy="101179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36956" y="3761723"/>
              <a:ext cx="104241" cy="16863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141197" y="3424458"/>
              <a:ext cx="104241" cy="202359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245439" y="2547567"/>
              <a:ext cx="104241" cy="290048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349680" y="3491911"/>
              <a:ext cx="104241" cy="195613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453921" y="3357005"/>
              <a:ext cx="104241" cy="209104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558163" y="3694270"/>
              <a:ext cx="104241" cy="17537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662404" y="3559364"/>
              <a:ext cx="104241" cy="18886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766645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70887" y="3087192"/>
              <a:ext cx="104241" cy="236085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975128" y="3222098"/>
              <a:ext cx="104241" cy="222595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079369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83611" y="2142849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287852" y="315464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392093" y="322209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496335" y="382917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600576" y="342445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704817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809059" y="369427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913300" y="281738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017541" y="355936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121783" y="362681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226024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330265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434507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538748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642990" y="423389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747231" y="477352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851472" y="511078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955714" y="463861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059955" y="517823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164196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268438" y="490842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372679" y="524569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476920" y="484097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581162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685403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78964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893886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206610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310851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41509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51933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814478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26485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36909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47333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57757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68181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78606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89030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99454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09878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20302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30726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41150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51574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1999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72423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82847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93271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03695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14119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24543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34968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45392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55816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66240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76664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87088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97512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07936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183611" y="2142849"/>
              <a:ext cx="104241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287852" y="3154645"/>
              <a:ext cx="104241" cy="229340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392093" y="3222098"/>
              <a:ext cx="104241" cy="222595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496335" y="3829176"/>
              <a:ext cx="104241" cy="16188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600576" y="3424458"/>
              <a:ext cx="104241" cy="202359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704817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809059" y="3694270"/>
              <a:ext cx="104241" cy="17537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913300" y="2817380"/>
              <a:ext cx="104241" cy="263067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017541" y="3559364"/>
              <a:ext cx="104241" cy="188868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121783" y="3626817"/>
              <a:ext cx="104241" cy="182123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226024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330265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434507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538748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642990" y="4233895"/>
              <a:ext cx="104241" cy="121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747231" y="4773520"/>
              <a:ext cx="104241" cy="6745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851472" y="5110785"/>
              <a:ext cx="104241" cy="3372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955714" y="4638613"/>
              <a:ext cx="104241" cy="8094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059955" y="5178238"/>
              <a:ext cx="104241" cy="26981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164196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268438" y="4908426"/>
              <a:ext cx="104241" cy="53962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372679" y="5245691"/>
              <a:ext cx="104241" cy="2023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476920" y="4840973"/>
              <a:ext cx="104241" cy="60707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581162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685403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78964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893886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206610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310851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41509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51933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814478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756929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56929" y="476099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56929" y="412490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56929" y="34888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56929" y="285274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56929" y="221665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95372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47493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99614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51734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03855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55976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144109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62581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514702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66822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618943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671064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23184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75305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2742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852118" y="5870717"/>
              <a:ext cx="580964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 × (CKD-EPI Cr-Cys per 1.73 m² − CG × 1.73/BSA) / (CG × 1.73/BSA)</a:t>
              </a:r>
            </a:p>
          </p:txBody>
        </p:sp>
        <p:sp>
          <p:nvSpPr>
            <p:cNvPr id="201" name="tx201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15645" y="1688767"/>
              <a:ext cx="47176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(%), BSA-indexed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2026-10-05T07:55:23Z</dcterms:modified>
  <cp:category/>
</cp:coreProperties>
</file>