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852118" y="5870717"/>
              <a:ext cx="580964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 × (CKD-EPI Cr-Cys per 1.73 m² − CG × 1.73/BSA) / (CG × 1.73/BSA)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4717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(%), BSA-indexed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2026-10-08T16:28:05Z</dcterms:modified>
  <cp:category/>
</cp:coreProperties>
</file>