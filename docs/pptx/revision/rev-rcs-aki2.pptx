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22171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5053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78906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307274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7987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14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43090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71458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571315"/>
              <a:ext cx="7090630" cy="2967412"/>
            </a:xfrm>
            <a:custGeom>
              <a:avLst/>
              <a:pathLst>
                <a:path w="7090630" h="2967412">
                  <a:moveTo>
                    <a:pt x="474303" y="0"/>
                  </a:moveTo>
                  <a:lnTo>
                    <a:pt x="498838" y="24135"/>
                  </a:lnTo>
                  <a:lnTo>
                    <a:pt x="534469" y="58540"/>
                  </a:lnTo>
                  <a:lnTo>
                    <a:pt x="570100" y="92302"/>
                  </a:lnTo>
                  <a:lnTo>
                    <a:pt x="605732" y="125426"/>
                  </a:lnTo>
                  <a:lnTo>
                    <a:pt x="641363" y="157916"/>
                  </a:lnTo>
                  <a:lnTo>
                    <a:pt x="676994" y="189775"/>
                  </a:lnTo>
                  <a:lnTo>
                    <a:pt x="712626" y="221008"/>
                  </a:lnTo>
                  <a:lnTo>
                    <a:pt x="748257" y="251617"/>
                  </a:lnTo>
                  <a:lnTo>
                    <a:pt x="783888" y="281605"/>
                  </a:lnTo>
                  <a:lnTo>
                    <a:pt x="819520" y="310976"/>
                  </a:lnTo>
                  <a:lnTo>
                    <a:pt x="855151" y="339731"/>
                  </a:lnTo>
                  <a:lnTo>
                    <a:pt x="890782" y="367873"/>
                  </a:lnTo>
                  <a:lnTo>
                    <a:pt x="926413" y="395405"/>
                  </a:lnTo>
                  <a:lnTo>
                    <a:pt x="962045" y="422328"/>
                  </a:lnTo>
                  <a:lnTo>
                    <a:pt x="997676" y="448643"/>
                  </a:lnTo>
                  <a:lnTo>
                    <a:pt x="1033307" y="474355"/>
                  </a:lnTo>
                  <a:lnTo>
                    <a:pt x="1068939" y="499472"/>
                  </a:lnTo>
                  <a:lnTo>
                    <a:pt x="1104570" y="524006"/>
                  </a:lnTo>
                  <a:lnTo>
                    <a:pt x="1140201" y="547966"/>
                  </a:lnTo>
                  <a:lnTo>
                    <a:pt x="1175833" y="571366"/>
                  </a:lnTo>
                  <a:lnTo>
                    <a:pt x="1211464" y="594218"/>
                  </a:lnTo>
                  <a:lnTo>
                    <a:pt x="1247095" y="616536"/>
                  </a:lnTo>
                  <a:lnTo>
                    <a:pt x="1282727" y="638333"/>
                  </a:lnTo>
                  <a:lnTo>
                    <a:pt x="1318358" y="659624"/>
                  </a:lnTo>
                  <a:lnTo>
                    <a:pt x="1353989" y="680425"/>
                  </a:lnTo>
                  <a:lnTo>
                    <a:pt x="1389620" y="700752"/>
                  </a:lnTo>
                  <a:lnTo>
                    <a:pt x="1425252" y="720622"/>
                  </a:lnTo>
                  <a:lnTo>
                    <a:pt x="1460883" y="740054"/>
                  </a:lnTo>
                  <a:lnTo>
                    <a:pt x="1496514" y="759066"/>
                  </a:lnTo>
                  <a:lnTo>
                    <a:pt x="1532146" y="777677"/>
                  </a:lnTo>
                  <a:lnTo>
                    <a:pt x="1567777" y="795908"/>
                  </a:lnTo>
                  <a:lnTo>
                    <a:pt x="1603408" y="813779"/>
                  </a:lnTo>
                  <a:lnTo>
                    <a:pt x="1639040" y="831314"/>
                  </a:lnTo>
                  <a:lnTo>
                    <a:pt x="1674671" y="848533"/>
                  </a:lnTo>
                  <a:lnTo>
                    <a:pt x="1710302" y="865461"/>
                  </a:lnTo>
                  <a:lnTo>
                    <a:pt x="1745934" y="882121"/>
                  </a:lnTo>
                  <a:lnTo>
                    <a:pt x="1781565" y="898537"/>
                  </a:lnTo>
                  <a:lnTo>
                    <a:pt x="1817196" y="914735"/>
                  </a:lnTo>
                  <a:lnTo>
                    <a:pt x="1852827" y="930741"/>
                  </a:lnTo>
                  <a:lnTo>
                    <a:pt x="1888459" y="946578"/>
                  </a:lnTo>
                  <a:lnTo>
                    <a:pt x="1924090" y="962275"/>
                  </a:lnTo>
                  <a:lnTo>
                    <a:pt x="1959721" y="977858"/>
                  </a:lnTo>
                  <a:lnTo>
                    <a:pt x="1995353" y="993352"/>
                  </a:lnTo>
                  <a:lnTo>
                    <a:pt x="2030984" y="1008785"/>
                  </a:lnTo>
                  <a:lnTo>
                    <a:pt x="2066615" y="1024183"/>
                  </a:lnTo>
                  <a:lnTo>
                    <a:pt x="2102247" y="1039574"/>
                  </a:lnTo>
                  <a:lnTo>
                    <a:pt x="2137878" y="1054983"/>
                  </a:lnTo>
                  <a:lnTo>
                    <a:pt x="2173509" y="1070436"/>
                  </a:lnTo>
                  <a:lnTo>
                    <a:pt x="2209141" y="1085961"/>
                  </a:lnTo>
                  <a:lnTo>
                    <a:pt x="2244772" y="1101581"/>
                  </a:lnTo>
                  <a:lnTo>
                    <a:pt x="2280403" y="1117322"/>
                  </a:lnTo>
                  <a:lnTo>
                    <a:pt x="2316034" y="1133208"/>
                  </a:lnTo>
                  <a:lnTo>
                    <a:pt x="2351666" y="1149263"/>
                  </a:lnTo>
                  <a:lnTo>
                    <a:pt x="2387297" y="1165509"/>
                  </a:lnTo>
                  <a:lnTo>
                    <a:pt x="2422928" y="1181969"/>
                  </a:lnTo>
                  <a:lnTo>
                    <a:pt x="2458560" y="1198663"/>
                  </a:lnTo>
                  <a:lnTo>
                    <a:pt x="2494191" y="1215611"/>
                  </a:lnTo>
                  <a:lnTo>
                    <a:pt x="2529822" y="1232832"/>
                  </a:lnTo>
                  <a:lnTo>
                    <a:pt x="2565454" y="1250343"/>
                  </a:lnTo>
                  <a:lnTo>
                    <a:pt x="2601085" y="1268160"/>
                  </a:lnTo>
                  <a:lnTo>
                    <a:pt x="2636716" y="1286299"/>
                  </a:lnTo>
                  <a:lnTo>
                    <a:pt x="2672348" y="1304773"/>
                  </a:lnTo>
                  <a:lnTo>
                    <a:pt x="2707979" y="1323595"/>
                  </a:lnTo>
                  <a:lnTo>
                    <a:pt x="2743610" y="1342774"/>
                  </a:lnTo>
                  <a:lnTo>
                    <a:pt x="2779241" y="1362320"/>
                  </a:lnTo>
                  <a:lnTo>
                    <a:pt x="2814873" y="1382241"/>
                  </a:lnTo>
                  <a:lnTo>
                    <a:pt x="2850504" y="1402543"/>
                  </a:lnTo>
                  <a:lnTo>
                    <a:pt x="2886135" y="1423229"/>
                  </a:lnTo>
                  <a:lnTo>
                    <a:pt x="2921767" y="1444303"/>
                  </a:lnTo>
                  <a:lnTo>
                    <a:pt x="2957398" y="1465766"/>
                  </a:lnTo>
                  <a:lnTo>
                    <a:pt x="2993029" y="1487616"/>
                  </a:lnTo>
                  <a:lnTo>
                    <a:pt x="3028661" y="1509852"/>
                  </a:lnTo>
                  <a:lnTo>
                    <a:pt x="3064292" y="1532469"/>
                  </a:lnTo>
                  <a:lnTo>
                    <a:pt x="3099923" y="1555462"/>
                  </a:lnTo>
                  <a:lnTo>
                    <a:pt x="3135555" y="1578823"/>
                  </a:lnTo>
                  <a:lnTo>
                    <a:pt x="3171186" y="1602544"/>
                  </a:lnTo>
                  <a:lnTo>
                    <a:pt x="3206817" y="1626613"/>
                  </a:lnTo>
                  <a:lnTo>
                    <a:pt x="3242448" y="1651018"/>
                  </a:lnTo>
                  <a:lnTo>
                    <a:pt x="3278080" y="1675746"/>
                  </a:lnTo>
                  <a:lnTo>
                    <a:pt x="3313711" y="1700781"/>
                  </a:lnTo>
                  <a:lnTo>
                    <a:pt x="3349342" y="1726107"/>
                  </a:lnTo>
                  <a:lnTo>
                    <a:pt x="3384974" y="1751704"/>
                  </a:lnTo>
                  <a:lnTo>
                    <a:pt x="3420605" y="1777554"/>
                  </a:lnTo>
                  <a:lnTo>
                    <a:pt x="3456236" y="1803636"/>
                  </a:lnTo>
                  <a:lnTo>
                    <a:pt x="3491868" y="1829927"/>
                  </a:lnTo>
                  <a:lnTo>
                    <a:pt x="3527499" y="1856388"/>
                  </a:lnTo>
                  <a:lnTo>
                    <a:pt x="3563130" y="1882947"/>
                  </a:lnTo>
                  <a:lnTo>
                    <a:pt x="3598762" y="1909531"/>
                  </a:lnTo>
                  <a:lnTo>
                    <a:pt x="3634393" y="1936070"/>
                  </a:lnTo>
                  <a:lnTo>
                    <a:pt x="3670024" y="1962499"/>
                  </a:lnTo>
                  <a:lnTo>
                    <a:pt x="3705655" y="1988759"/>
                  </a:lnTo>
                  <a:lnTo>
                    <a:pt x="3741287" y="2014792"/>
                  </a:lnTo>
                  <a:lnTo>
                    <a:pt x="3776918" y="2040547"/>
                  </a:lnTo>
                  <a:lnTo>
                    <a:pt x="3812549" y="2065977"/>
                  </a:lnTo>
                  <a:lnTo>
                    <a:pt x="3848181" y="2091040"/>
                  </a:lnTo>
                  <a:lnTo>
                    <a:pt x="3883812" y="2115696"/>
                  </a:lnTo>
                  <a:lnTo>
                    <a:pt x="3919443" y="2139912"/>
                  </a:lnTo>
                  <a:lnTo>
                    <a:pt x="3955075" y="2163657"/>
                  </a:lnTo>
                  <a:lnTo>
                    <a:pt x="3990706" y="2186904"/>
                  </a:lnTo>
                  <a:lnTo>
                    <a:pt x="4026337" y="2209632"/>
                  </a:lnTo>
                  <a:lnTo>
                    <a:pt x="4061968" y="2231822"/>
                  </a:lnTo>
                  <a:lnTo>
                    <a:pt x="4097600" y="2253457"/>
                  </a:lnTo>
                  <a:lnTo>
                    <a:pt x="4133231" y="2274526"/>
                  </a:lnTo>
                  <a:lnTo>
                    <a:pt x="4168862" y="2292395"/>
                  </a:lnTo>
                  <a:lnTo>
                    <a:pt x="4204494" y="2293664"/>
                  </a:lnTo>
                  <a:lnTo>
                    <a:pt x="4240125" y="2295152"/>
                  </a:lnTo>
                  <a:lnTo>
                    <a:pt x="4275756" y="2296874"/>
                  </a:lnTo>
                  <a:lnTo>
                    <a:pt x="4311388" y="2298839"/>
                  </a:lnTo>
                  <a:lnTo>
                    <a:pt x="4347019" y="2301058"/>
                  </a:lnTo>
                  <a:lnTo>
                    <a:pt x="4382650" y="2303541"/>
                  </a:lnTo>
                  <a:lnTo>
                    <a:pt x="4418282" y="2306293"/>
                  </a:lnTo>
                  <a:lnTo>
                    <a:pt x="4453913" y="2309319"/>
                  </a:lnTo>
                  <a:lnTo>
                    <a:pt x="4489544" y="2312624"/>
                  </a:lnTo>
                  <a:lnTo>
                    <a:pt x="4525175" y="2316207"/>
                  </a:lnTo>
                  <a:lnTo>
                    <a:pt x="4560807" y="2320067"/>
                  </a:lnTo>
                  <a:lnTo>
                    <a:pt x="4596438" y="2324201"/>
                  </a:lnTo>
                  <a:lnTo>
                    <a:pt x="4632069" y="2328600"/>
                  </a:lnTo>
                  <a:lnTo>
                    <a:pt x="4667701" y="2333256"/>
                  </a:lnTo>
                  <a:lnTo>
                    <a:pt x="4703332" y="2338155"/>
                  </a:lnTo>
                  <a:lnTo>
                    <a:pt x="4738963" y="2343281"/>
                  </a:lnTo>
                  <a:lnTo>
                    <a:pt x="4774595" y="2348612"/>
                  </a:lnTo>
                  <a:lnTo>
                    <a:pt x="4810226" y="2354126"/>
                  </a:lnTo>
                  <a:lnTo>
                    <a:pt x="4845857" y="2359784"/>
                  </a:lnTo>
                  <a:lnTo>
                    <a:pt x="4881489" y="2365542"/>
                  </a:lnTo>
                  <a:lnTo>
                    <a:pt x="4917120" y="2371353"/>
                  </a:lnTo>
                  <a:lnTo>
                    <a:pt x="4952751" y="2377174"/>
                  </a:lnTo>
                  <a:lnTo>
                    <a:pt x="4988382" y="2382961"/>
                  </a:lnTo>
                  <a:lnTo>
                    <a:pt x="5024014" y="2388673"/>
                  </a:lnTo>
                  <a:lnTo>
                    <a:pt x="5059645" y="2394272"/>
                  </a:lnTo>
                  <a:lnTo>
                    <a:pt x="5095276" y="2399721"/>
                  </a:lnTo>
                  <a:lnTo>
                    <a:pt x="5130908" y="2404987"/>
                  </a:lnTo>
                  <a:lnTo>
                    <a:pt x="5166539" y="2410038"/>
                  </a:lnTo>
                  <a:lnTo>
                    <a:pt x="5202170" y="2414847"/>
                  </a:lnTo>
                  <a:lnTo>
                    <a:pt x="5237802" y="2419390"/>
                  </a:lnTo>
                  <a:lnTo>
                    <a:pt x="5273433" y="2423646"/>
                  </a:lnTo>
                  <a:lnTo>
                    <a:pt x="5309064" y="2427598"/>
                  </a:lnTo>
                  <a:lnTo>
                    <a:pt x="5344696" y="2431231"/>
                  </a:lnTo>
                  <a:lnTo>
                    <a:pt x="5380327" y="2434534"/>
                  </a:lnTo>
                  <a:lnTo>
                    <a:pt x="5415958" y="2437499"/>
                  </a:lnTo>
                  <a:lnTo>
                    <a:pt x="5451589" y="2440120"/>
                  </a:lnTo>
                  <a:lnTo>
                    <a:pt x="5487221" y="2442393"/>
                  </a:lnTo>
                  <a:lnTo>
                    <a:pt x="5522852" y="2444317"/>
                  </a:lnTo>
                  <a:lnTo>
                    <a:pt x="5558483" y="2445893"/>
                  </a:lnTo>
                  <a:lnTo>
                    <a:pt x="5594115" y="2447123"/>
                  </a:lnTo>
                  <a:lnTo>
                    <a:pt x="5629746" y="2448010"/>
                  </a:lnTo>
                  <a:lnTo>
                    <a:pt x="5665377" y="2448559"/>
                  </a:lnTo>
                  <a:lnTo>
                    <a:pt x="5701009" y="2448775"/>
                  </a:lnTo>
                  <a:lnTo>
                    <a:pt x="5736640" y="2448664"/>
                  </a:lnTo>
                  <a:lnTo>
                    <a:pt x="5772271" y="2448232"/>
                  </a:lnTo>
                  <a:lnTo>
                    <a:pt x="5807903" y="2447486"/>
                  </a:lnTo>
                  <a:lnTo>
                    <a:pt x="5843534" y="2446434"/>
                  </a:lnTo>
                  <a:lnTo>
                    <a:pt x="5879165" y="2445083"/>
                  </a:lnTo>
                  <a:lnTo>
                    <a:pt x="5914796" y="2443440"/>
                  </a:lnTo>
                  <a:lnTo>
                    <a:pt x="5950428" y="2441513"/>
                  </a:lnTo>
                  <a:lnTo>
                    <a:pt x="5986059" y="2439309"/>
                  </a:lnTo>
                  <a:lnTo>
                    <a:pt x="6021690" y="2436836"/>
                  </a:lnTo>
                  <a:lnTo>
                    <a:pt x="6057322" y="2434101"/>
                  </a:lnTo>
                  <a:lnTo>
                    <a:pt x="6092953" y="2431111"/>
                  </a:lnTo>
                  <a:lnTo>
                    <a:pt x="6128584" y="2427875"/>
                  </a:lnTo>
                  <a:lnTo>
                    <a:pt x="6164216" y="2424399"/>
                  </a:lnTo>
                  <a:lnTo>
                    <a:pt x="6199847" y="2420691"/>
                  </a:lnTo>
                  <a:lnTo>
                    <a:pt x="6235478" y="2416757"/>
                  </a:lnTo>
                  <a:lnTo>
                    <a:pt x="6271110" y="2412606"/>
                  </a:lnTo>
                  <a:lnTo>
                    <a:pt x="6306741" y="2408245"/>
                  </a:lnTo>
                  <a:lnTo>
                    <a:pt x="6342372" y="2403681"/>
                  </a:lnTo>
                  <a:lnTo>
                    <a:pt x="6378003" y="2398921"/>
                  </a:lnTo>
                  <a:lnTo>
                    <a:pt x="6413635" y="2393974"/>
                  </a:lnTo>
                  <a:lnTo>
                    <a:pt x="6449266" y="2388847"/>
                  </a:lnTo>
                  <a:lnTo>
                    <a:pt x="6484897" y="2383548"/>
                  </a:lnTo>
                  <a:lnTo>
                    <a:pt x="6520529" y="2378084"/>
                  </a:lnTo>
                  <a:lnTo>
                    <a:pt x="6556160" y="2372466"/>
                  </a:lnTo>
                  <a:lnTo>
                    <a:pt x="6591791" y="2366700"/>
                  </a:lnTo>
                  <a:lnTo>
                    <a:pt x="6627423" y="2360795"/>
                  </a:lnTo>
                  <a:lnTo>
                    <a:pt x="6663054" y="2354761"/>
                  </a:lnTo>
                  <a:lnTo>
                    <a:pt x="6698685" y="2348607"/>
                  </a:lnTo>
                  <a:lnTo>
                    <a:pt x="6734317" y="2342342"/>
                  </a:lnTo>
                  <a:lnTo>
                    <a:pt x="6769948" y="2335973"/>
                  </a:lnTo>
                  <a:lnTo>
                    <a:pt x="6805579" y="2329501"/>
                  </a:lnTo>
                  <a:lnTo>
                    <a:pt x="6841210" y="2322927"/>
                  </a:lnTo>
                  <a:lnTo>
                    <a:pt x="6876842" y="2316252"/>
                  </a:lnTo>
                  <a:lnTo>
                    <a:pt x="6912473" y="2309476"/>
                  </a:lnTo>
                  <a:lnTo>
                    <a:pt x="6948104" y="2302601"/>
                  </a:lnTo>
                  <a:lnTo>
                    <a:pt x="6983736" y="2295627"/>
                  </a:lnTo>
                  <a:lnTo>
                    <a:pt x="7019367" y="2288553"/>
                  </a:lnTo>
                  <a:lnTo>
                    <a:pt x="7054998" y="2281381"/>
                  </a:lnTo>
                  <a:lnTo>
                    <a:pt x="7090630" y="2274110"/>
                  </a:lnTo>
                  <a:lnTo>
                    <a:pt x="7090630" y="2967412"/>
                  </a:lnTo>
                  <a:lnTo>
                    <a:pt x="7054998" y="2965479"/>
                  </a:lnTo>
                  <a:lnTo>
                    <a:pt x="7019367" y="2963456"/>
                  </a:lnTo>
                  <a:lnTo>
                    <a:pt x="6983736" y="2961340"/>
                  </a:lnTo>
                  <a:lnTo>
                    <a:pt x="6948104" y="2959127"/>
                  </a:lnTo>
                  <a:lnTo>
                    <a:pt x="6912473" y="2956813"/>
                  </a:lnTo>
                  <a:lnTo>
                    <a:pt x="6876842" y="2954392"/>
                  </a:lnTo>
                  <a:lnTo>
                    <a:pt x="6841210" y="2951862"/>
                  </a:lnTo>
                  <a:lnTo>
                    <a:pt x="6805579" y="2949216"/>
                  </a:lnTo>
                  <a:lnTo>
                    <a:pt x="6769948" y="2946451"/>
                  </a:lnTo>
                  <a:lnTo>
                    <a:pt x="6734317" y="2943560"/>
                  </a:lnTo>
                  <a:lnTo>
                    <a:pt x="6698685" y="2940540"/>
                  </a:lnTo>
                  <a:lnTo>
                    <a:pt x="6663054" y="2937385"/>
                  </a:lnTo>
                  <a:lnTo>
                    <a:pt x="6627423" y="2934091"/>
                  </a:lnTo>
                  <a:lnTo>
                    <a:pt x="6591791" y="2930654"/>
                  </a:lnTo>
                  <a:lnTo>
                    <a:pt x="6556160" y="2927070"/>
                  </a:lnTo>
                  <a:lnTo>
                    <a:pt x="6520529" y="2923335"/>
                  </a:lnTo>
                  <a:lnTo>
                    <a:pt x="6484897" y="2919444"/>
                  </a:lnTo>
                  <a:lnTo>
                    <a:pt x="6449266" y="2915395"/>
                  </a:lnTo>
                  <a:lnTo>
                    <a:pt x="6413635" y="2911183"/>
                  </a:lnTo>
                  <a:lnTo>
                    <a:pt x="6378003" y="2906806"/>
                  </a:lnTo>
                  <a:lnTo>
                    <a:pt x="6342372" y="2902259"/>
                  </a:lnTo>
                  <a:lnTo>
                    <a:pt x="6306741" y="2897541"/>
                  </a:lnTo>
                  <a:lnTo>
                    <a:pt x="6271110" y="2892648"/>
                  </a:lnTo>
                  <a:lnTo>
                    <a:pt x="6235478" y="2887580"/>
                  </a:lnTo>
                  <a:lnTo>
                    <a:pt x="6199847" y="2882333"/>
                  </a:lnTo>
                  <a:lnTo>
                    <a:pt x="6164216" y="2876908"/>
                  </a:lnTo>
                  <a:lnTo>
                    <a:pt x="6128584" y="2871302"/>
                  </a:lnTo>
                  <a:lnTo>
                    <a:pt x="6092953" y="2865517"/>
                  </a:lnTo>
                  <a:lnTo>
                    <a:pt x="6057322" y="2859552"/>
                  </a:lnTo>
                  <a:lnTo>
                    <a:pt x="6021690" y="2853409"/>
                  </a:lnTo>
                  <a:lnTo>
                    <a:pt x="5986059" y="2847089"/>
                  </a:lnTo>
                  <a:lnTo>
                    <a:pt x="5950428" y="2840594"/>
                  </a:lnTo>
                  <a:lnTo>
                    <a:pt x="5914796" y="2833929"/>
                  </a:lnTo>
                  <a:lnTo>
                    <a:pt x="5879165" y="2827096"/>
                  </a:lnTo>
                  <a:lnTo>
                    <a:pt x="5843534" y="2820100"/>
                  </a:lnTo>
                  <a:lnTo>
                    <a:pt x="5807903" y="2812947"/>
                  </a:lnTo>
                  <a:lnTo>
                    <a:pt x="5772271" y="2805642"/>
                  </a:lnTo>
                  <a:lnTo>
                    <a:pt x="5736640" y="2798193"/>
                  </a:lnTo>
                  <a:lnTo>
                    <a:pt x="5701009" y="2790606"/>
                  </a:lnTo>
                  <a:lnTo>
                    <a:pt x="5665377" y="2782890"/>
                  </a:lnTo>
                  <a:lnTo>
                    <a:pt x="5629746" y="2775052"/>
                  </a:lnTo>
                  <a:lnTo>
                    <a:pt x="5594115" y="2767101"/>
                  </a:lnTo>
                  <a:lnTo>
                    <a:pt x="5558483" y="2759045"/>
                  </a:lnTo>
                  <a:lnTo>
                    <a:pt x="5522852" y="2750894"/>
                  </a:lnTo>
                  <a:lnTo>
                    <a:pt x="5487221" y="2742654"/>
                  </a:lnTo>
                  <a:lnTo>
                    <a:pt x="5451589" y="2734334"/>
                  </a:lnTo>
                  <a:lnTo>
                    <a:pt x="5415958" y="2725940"/>
                  </a:lnTo>
                  <a:lnTo>
                    <a:pt x="5380327" y="2717478"/>
                  </a:lnTo>
                  <a:lnTo>
                    <a:pt x="5344696" y="2708951"/>
                  </a:lnTo>
                  <a:lnTo>
                    <a:pt x="5309064" y="2700361"/>
                  </a:lnTo>
                  <a:lnTo>
                    <a:pt x="5273433" y="2691710"/>
                  </a:lnTo>
                  <a:lnTo>
                    <a:pt x="5237802" y="2682993"/>
                  </a:lnTo>
                  <a:lnTo>
                    <a:pt x="5202170" y="2674207"/>
                  </a:lnTo>
                  <a:lnTo>
                    <a:pt x="5166539" y="2665343"/>
                  </a:lnTo>
                  <a:lnTo>
                    <a:pt x="5130908" y="2656392"/>
                  </a:lnTo>
                  <a:lnTo>
                    <a:pt x="5095276" y="2647339"/>
                  </a:lnTo>
                  <a:lnTo>
                    <a:pt x="5059645" y="2638169"/>
                  </a:lnTo>
                  <a:lnTo>
                    <a:pt x="5024014" y="2628860"/>
                  </a:lnTo>
                  <a:lnTo>
                    <a:pt x="4988382" y="2619391"/>
                  </a:lnTo>
                  <a:lnTo>
                    <a:pt x="4952751" y="2609737"/>
                  </a:lnTo>
                  <a:lnTo>
                    <a:pt x="4917120" y="2599867"/>
                  </a:lnTo>
                  <a:lnTo>
                    <a:pt x="4881489" y="2589753"/>
                  </a:lnTo>
                  <a:lnTo>
                    <a:pt x="4845857" y="2579358"/>
                  </a:lnTo>
                  <a:lnTo>
                    <a:pt x="4810226" y="2568648"/>
                  </a:lnTo>
                  <a:lnTo>
                    <a:pt x="4774595" y="2557583"/>
                  </a:lnTo>
                  <a:lnTo>
                    <a:pt x="4738963" y="2546130"/>
                  </a:lnTo>
                  <a:lnTo>
                    <a:pt x="4703332" y="2534265"/>
                  </a:lnTo>
                  <a:lnTo>
                    <a:pt x="4667701" y="2521965"/>
                  </a:lnTo>
                  <a:lnTo>
                    <a:pt x="4632069" y="2509210"/>
                  </a:lnTo>
                  <a:lnTo>
                    <a:pt x="4596438" y="2495978"/>
                  </a:lnTo>
                  <a:lnTo>
                    <a:pt x="4560807" y="2482253"/>
                  </a:lnTo>
                  <a:lnTo>
                    <a:pt x="4525175" y="2468017"/>
                  </a:lnTo>
                  <a:lnTo>
                    <a:pt x="4489544" y="2453256"/>
                  </a:lnTo>
                  <a:lnTo>
                    <a:pt x="4453913" y="2437955"/>
                  </a:lnTo>
                  <a:lnTo>
                    <a:pt x="4418282" y="2422102"/>
                  </a:lnTo>
                  <a:lnTo>
                    <a:pt x="4382650" y="2405687"/>
                  </a:lnTo>
                  <a:lnTo>
                    <a:pt x="4347019" y="2388700"/>
                  </a:lnTo>
                  <a:lnTo>
                    <a:pt x="4311388" y="2371135"/>
                  </a:lnTo>
                  <a:lnTo>
                    <a:pt x="4275756" y="2352987"/>
                  </a:lnTo>
                  <a:lnTo>
                    <a:pt x="4240125" y="2334251"/>
                  </a:lnTo>
                  <a:lnTo>
                    <a:pt x="4204494" y="2314928"/>
                  </a:lnTo>
                  <a:lnTo>
                    <a:pt x="4168862" y="2295018"/>
                  </a:lnTo>
                  <a:lnTo>
                    <a:pt x="4133231" y="2291333"/>
                  </a:lnTo>
                  <a:lnTo>
                    <a:pt x="4097600" y="2290463"/>
                  </a:lnTo>
                  <a:lnTo>
                    <a:pt x="4061968" y="2289770"/>
                  </a:lnTo>
                  <a:lnTo>
                    <a:pt x="4026337" y="2289236"/>
                  </a:lnTo>
                  <a:lnTo>
                    <a:pt x="3990706" y="2288846"/>
                  </a:lnTo>
                  <a:lnTo>
                    <a:pt x="3955075" y="2288582"/>
                  </a:lnTo>
                  <a:lnTo>
                    <a:pt x="3919443" y="2288427"/>
                  </a:lnTo>
                  <a:lnTo>
                    <a:pt x="3883812" y="2288362"/>
                  </a:lnTo>
                  <a:lnTo>
                    <a:pt x="3848181" y="2288369"/>
                  </a:lnTo>
                  <a:lnTo>
                    <a:pt x="3812549" y="2288430"/>
                  </a:lnTo>
                  <a:lnTo>
                    <a:pt x="3776918" y="2288526"/>
                  </a:lnTo>
                  <a:lnTo>
                    <a:pt x="3741287" y="2288638"/>
                  </a:lnTo>
                  <a:lnTo>
                    <a:pt x="3705655" y="2288747"/>
                  </a:lnTo>
                  <a:lnTo>
                    <a:pt x="3670024" y="2288835"/>
                  </a:lnTo>
                  <a:lnTo>
                    <a:pt x="3634393" y="2288883"/>
                  </a:lnTo>
                  <a:lnTo>
                    <a:pt x="3598762" y="2288871"/>
                  </a:lnTo>
                  <a:lnTo>
                    <a:pt x="3563130" y="2288782"/>
                  </a:lnTo>
                  <a:lnTo>
                    <a:pt x="3527499" y="2288597"/>
                  </a:lnTo>
                  <a:lnTo>
                    <a:pt x="3491868" y="2288297"/>
                  </a:lnTo>
                  <a:lnTo>
                    <a:pt x="3456236" y="2287867"/>
                  </a:lnTo>
                  <a:lnTo>
                    <a:pt x="3420605" y="2287303"/>
                  </a:lnTo>
                  <a:lnTo>
                    <a:pt x="3384974" y="2286611"/>
                  </a:lnTo>
                  <a:lnTo>
                    <a:pt x="3349342" y="2285795"/>
                  </a:lnTo>
                  <a:lnTo>
                    <a:pt x="3313711" y="2284859"/>
                  </a:lnTo>
                  <a:lnTo>
                    <a:pt x="3278080" y="2283808"/>
                  </a:lnTo>
                  <a:lnTo>
                    <a:pt x="3242448" y="2282646"/>
                  </a:lnTo>
                  <a:lnTo>
                    <a:pt x="3206817" y="2281378"/>
                  </a:lnTo>
                  <a:lnTo>
                    <a:pt x="3171186" y="2280009"/>
                  </a:lnTo>
                  <a:lnTo>
                    <a:pt x="3135555" y="2278544"/>
                  </a:lnTo>
                  <a:lnTo>
                    <a:pt x="3099923" y="2276989"/>
                  </a:lnTo>
                  <a:lnTo>
                    <a:pt x="3064292" y="2275347"/>
                  </a:lnTo>
                  <a:lnTo>
                    <a:pt x="3028661" y="2273625"/>
                  </a:lnTo>
                  <a:lnTo>
                    <a:pt x="2993029" y="2271827"/>
                  </a:lnTo>
                  <a:lnTo>
                    <a:pt x="2957398" y="2269960"/>
                  </a:lnTo>
                  <a:lnTo>
                    <a:pt x="2921767" y="2268030"/>
                  </a:lnTo>
                  <a:lnTo>
                    <a:pt x="2886135" y="2266041"/>
                  </a:lnTo>
                  <a:lnTo>
                    <a:pt x="2850504" y="2264000"/>
                  </a:lnTo>
                  <a:lnTo>
                    <a:pt x="2814873" y="2261913"/>
                  </a:lnTo>
                  <a:lnTo>
                    <a:pt x="2779241" y="2259787"/>
                  </a:lnTo>
                  <a:lnTo>
                    <a:pt x="2743610" y="2257628"/>
                  </a:lnTo>
                  <a:lnTo>
                    <a:pt x="2707979" y="2255442"/>
                  </a:lnTo>
                  <a:lnTo>
                    <a:pt x="2672348" y="2253236"/>
                  </a:lnTo>
                  <a:lnTo>
                    <a:pt x="2636716" y="2251017"/>
                  </a:lnTo>
                  <a:lnTo>
                    <a:pt x="2601085" y="2248793"/>
                  </a:lnTo>
                  <a:lnTo>
                    <a:pt x="2565454" y="2246570"/>
                  </a:lnTo>
                  <a:lnTo>
                    <a:pt x="2529822" y="2244355"/>
                  </a:lnTo>
                  <a:lnTo>
                    <a:pt x="2494191" y="2242157"/>
                  </a:lnTo>
                  <a:lnTo>
                    <a:pt x="2458560" y="2239981"/>
                  </a:lnTo>
                  <a:lnTo>
                    <a:pt x="2422928" y="2237837"/>
                  </a:lnTo>
                  <a:lnTo>
                    <a:pt x="2387297" y="2235732"/>
                  </a:lnTo>
                  <a:lnTo>
                    <a:pt x="2351666" y="2233673"/>
                  </a:lnTo>
                  <a:lnTo>
                    <a:pt x="2316034" y="2231668"/>
                  </a:lnTo>
                  <a:lnTo>
                    <a:pt x="2280403" y="2229724"/>
                  </a:lnTo>
                  <a:lnTo>
                    <a:pt x="2244772" y="2227850"/>
                  </a:lnTo>
                  <a:lnTo>
                    <a:pt x="2209141" y="2226052"/>
                  </a:lnTo>
                  <a:lnTo>
                    <a:pt x="2173509" y="2224339"/>
                  </a:lnTo>
                  <a:lnTo>
                    <a:pt x="2137878" y="2222717"/>
                  </a:lnTo>
                  <a:lnTo>
                    <a:pt x="2102247" y="2221194"/>
                  </a:lnTo>
                  <a:lnTo>
                    <a:pt x="2066615" y="2219776"/>
                  </a:lnTo>
                  <a:lnTo>
                    <a:pt x="2030984" y="2218471"/>
                  </a:lnTo>
                  <a:lnTo>
                    <a:pt x="1995353" y="2217284"/>
                  </a:lnTo>
                  <a:lnTo>
                    <a:pt x="1959721" y="2216222"/>
                  </a:lnTo>
                  <a:lnTo>
                    <a:pt x="1924090" y="2215291"/>
                  </a:lnTo>
                  <a:lnTo>
                    <a:pt x="1888459" y="2214495"/>
                  </a:lnTo>
                  <a:lnTo>
                    <a:pt x="1852827" y="2213839"/>
                  </a:lnTo>
                  <a:lnTo>
                    <a:pt x="1817196" y="2213329"/>
                  </a:lnTo>
                  <a:lnTo>
                    <a:pt x="1781565" y="2212968"/>
                  </a:lnTo>
                  <a:lnTo>
                    <a:pt x="1745934" y="2212759"/>
                  </a:lnTo>
                  <a:lnTo>
                    <a:pt x="1710302" y="2212706"/>
                  </a:lnTo>
                  <a:lnTo>
                    <a:pt x="1674671" y="2212810"/>
                  </a:lnTo>
                  <a:lnTo>
                    <a:pt x="1639040" y="2213073"/>
                  </a:lnTo>
                  <a:lnTo>
                    <a:pt x="1603408" y="2213497"/>
                  </a:lnTo>
                  <a:lnTo>
                    <a:pt x="1567777" y="2214083"/>
                  </a:lnTo>
                  <a:lnTo>
                    <a:pt x="1532146" y="2214829"/>
                  </a:lnTo>
                  <a:lnTo>
                    <a:pt x="1496514" y="2215736"/>
                  </a:lnTo>
                  <a:lnTo>
                    <a:pt x="1460883" y="2216803"/>
                  </a:lnTo>
                  <a:lnTo>
                    <a:pt x="1425252" y="2218027"/>
                  </a:lnTo>
                  <a:lnTo>
                    <a:pt x="1389620" y="2219406"/>
                  </a:lnTo>
                  <a:lnTo>
                    <a:pt x="1353989" y="2220938"/>
                  </a:lnTo>
                  <a:lnTo>
                    <a:pt x="1318358" y="2222618"/>
                  </a:lnTo>
                  <a:lnTo>
                    <a:pt x="1282727" y="2224443"/>
                  </a:lnTo>
                  <a:lnTo>
                    <a:pt x="1247095" y="2226409"/>
                  </a:lnTo>
                  <a:lnTo>
                    <a:pt x="1211464" y="2228511"/>
                  </a:lnTo>
                  <a:lnTo>
                    <a:pt x="1175833" y="2230742"/>
                  </a:lnTo>
                  <a:lnTo>
                    <a:pt x="1140201" y="2233099"/>
                  </a:lnTo>
                  <a:lnTo>
                    <a:pt x="1104570" y="2235574"/>
                  </a:lnTo>
                  <a:lnTo>
                    <a:pt x="1068939" y="2238162"/>
                  </a:lnTo>
                  <a:lnTo>
                    <a:pt x="1033307" y="2240855"/>
                  </a:lnTo>
                  <a:lnTo>
                    <a:pt x="997676" y="2243647"/>
                  </a:lnTo>
                  <a:lnTo>
                    <a:pt x="962045" y="2246531"/>
                  </a:lnTo>
                  <a:lnTo>
                    <a:pt x="926413" y="2249502"/>
                  </a:lnTo>
                  <a:lnTo>
                    <a:pt x="890782" y="2252556"/>
                  </a:lnTo>
                  <a:lnTo>
                    <a:pt x="855151" y="2255688"/>
                  </a:lnTo>
                  <a:lnTo>
                    <a:pt x="819520" y="2258894"/>
                  </a:lnTo>
                  <a:lnTo>
                    <a:pt x="783888" y="2262169"/>
                  </a:lnTo>
                  <a:lnTo>
                    <a:pt x="748257" y="2265511"/>
                  </a:lnTo>
                  <a:lnTo>
                    <a:pt x="712626" y="2268915"/>
                  </a:lnTo>
                  <a:lnTo>
                    <a:pt x="676994" y="2272378"/>
                  </a:lnTo>
                  <a:lnTo>
                    <a:pt x="641363" y="2275895"/>
                  </a:lnTo>
                  <a:lnTo>
                    <a:pt x="605732" y="2279464"/>
                  </a:lnTo>
                  <a:lnTo>
                    <a:pt x="570100" y="2283082"/>
                  </a:lnTo>
                  <a:lnTo>
                    <a:pt x="534469" y="2286744"/>
                  </a:lnTo>
                  <a:lnTo>
                    <a:pt x="498838" y="2290449"/>
                  </a:lnTo>
                  <a:lnTo>
                    <a:pt x="463206" y="2294192"/>
                  </a:lnTo>
                  <a:lnTo>
                    <a:pt x="427575" y="2297972"/>
                  </a:lnTo>
                  <a:lnTo>
                    <a:pt x="391944" y="2301785"/>
                  </a:lnTo>
                  <a:lnTo>
                    <a:pt x="356313" y="2305630"/>
                  </a:lnTo>
                  <a:lnTo>
                    <a:pt x="320681" y="2309503"/>
                  </a:lnTo>
                  <a:lnTo>
                    <a:pt x="285050" y="2313402"/>
                  </a:lnTo>
                  <a:lnTo>
                    <a:pt x="249419" y="2317324"/>
                  </a:lnTo>
                  <a:lnTo>
                    <a:pt x="213787" y="2321269"/>
                  </a:lnTo>
                  <a:lnTo>
                    <a:pt x="178156" y="2325233"/>
                  </a:lnTo>
                  <a:lnTo>
                    <a:pt x="142525" y="2329214"/>
                  </a:lnTo>
                  <a:lnTo>
                    <a:pt x="106893" y="2333211"/>
                  </a:lnTo>
                  <a:lnTo>
                    <a:pt x="71262" y="2337221"/>
                  </a:lnTo>
                  <a:lnTo>
                    <a:pt x="35631" y="2341244"/>
                  </a:lnTo>
                  <a:lnTo>
                    <a:pt x="0" y="2345277"/>
                  </a:lnTo>
                  <a:close/>
                </a:path>
              </a:pathLst>
            </a:custGeom>
            <a:solidFill>
              <a:srgbClr val="1F78B4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646352" y="2571315"/>
              <a:ext cx="6616326" cy="2448775"/>
            </a:xfrm>
            <a:custGeom>
              <a:avLst/>
              <a:pathLst>
                <a:path w="6616326" h="2448775">
                  <a:moveTo>
                    <a:pt x="0" y="0"/>
                  </a:moveTo>
                  <a:lnTo>
                    <a:pt x="24534" y="24135"/>
                  </a:lnTo>
                  <a:lnTo>
                    <a:pt x="60166" y="58540"/>
                  </a:lnTo>
                  <a:lnTo>
                    <a:pt x="95797" y="92302"/>
                  </a:lnTo>
                  <a:lnTo>
                    <a:pt x="131428" y="125426"/>
                  </a:lnTo>
                  <a:lnTo>
                    <a:pt x="167060" y="157916"/>
                  </a:lnTo>
                  <a:lnTo>
                    <a:pt x="202691" y="189775"/>
                  </a:lnTo>
                  <a:lnTo>
                    <a:pt x="238322" y="221008"/>
                  </a:lnTo>
                  <a:lnTo>
                    <a:pt x="273953" y="251617"/>
                  </a:lnTo>
                  <a:lnTo>
                    <a:pt x="309585" y="281605"/>
                  </a:lnTo>
                  <a:lnTo>
                    <a:pt x="345216" y="310976"/>
                  </a:lnTo>
                  <a:lnTo>
                    <a:pt x="380847" y="339731"/>
                  </a:lnTo>
                  <a:lnTo>
                    <a:pt x="416479" y="367873"/>
                  </a:lnTo>
                  <a:lnTo>
                    <a:pt x="452110" y="395405"/>
                  </a:lnTo>
                  <a:lnTo>
                    <a:pt x="487741" y="422328"/>
                  </a:lnTo>
                  <a:lnTo>
                    <a:pt x="523373" y="448643"/>
                  </a:lnTo>
                  <a:lnTo>
                    <a:pt x="559004" y="474355"/>
                  </a:lnTo>
                  <a:lnTo>
                    <a:pt x="594635" y="499472"/>
                  </a:lnTo>
                  <a:lnTo>
                    <a:pt x="630267" y="524006"/>
                  </a:lnTo>
                  <a:lnTo>
                    <a:pt x="665898" y="547966"/>
                  </a:lnTo>
                  <a:lnTo>
                    <a:pt x="701529" y="571366"/>
                  </a:lnTo>
                  <a:lnTo>
                    <a:pt x="737160" y="594218"/>
                  </a:lnTo>
                  <a:lnTo>
                    <a:pt x="772792" y="616536"/>
                  </a:lnTo>
                  <a:lnTo>
                    <a:pt x="808423" y="638333"/>
                  </a:lnTo>
                  <a:lnTo>
                    <a:pt x="844054" y="659624"/>
                  </a:lnTo>
                  <a:lnTo>
                    <a:pt x="879686" y="680425"/>
                  </a:lnTo>
                  <a:lnTo>
                    <a:pt x="915317" y="700752"/>
                  </a:lnTo>
                  <a:lnTo>
                    <a:pt x="950948" y="720622"/>
                  </a:lnTo>
                  <a:lnTo>
                    <a:pt x="986580" y="740054"/>
                  </a:lnTo>
                  <a:lnTo>
                    <a:pt x="1022211" y="759066"/>
                  </a:lnTo>
                  <a:lnTo>
                    <a:pt x="1057842" y="777677"/>
                  </a:lnTo>
                  <a:lnTo>
                    <a:pt x="1093474" y="795908"/>
                  </a:lnTo>
                  <a:lnTo>
                    <a:pt x="1129105" y="813779"/>
                  </a:lnTo>
                  <a:lnTo>
                    <a:pt x="1164736" y="831314"/>
                  </a:lnTo>
                  <a:lnTo>
                    <a:pt x="1200367" y="848533"/>
                  </a:lnTo>
                  <a:lnTo>
                    <a:pt x="1235999" y="865461"/>
                  </a:lnTo>
                  <a:lnTo>
                    <a:pt x="1271630" y="882121"/>
                  </a:lnTo>
                  <a:lnTo>
                    <a:pt x="1307261" y="898537"/>
                  </a:lnTo>
                  <a:lnTo>
                    <a:pt x="1342893" y="914735"/>
                  </a:lnTo>
                  <a:lnTo>
                    <a:pt x="1378524" y="930741"/>
                  </a:lnTo>
                  <a:lnTo>
                    <a:pt x="1414155" y="946578"/>
                  </a:lnTo>
                  <a:lnTo>
                    <a:pt x="1449787" y="962275"/>
                  </a:lnTo>
                  <a:lnTo>
                    <a:pt x="1485418" y="977858"/>
                  </a:lnTo>
                  <a:lnTo>
                    <a:pt x="1521049" y="993352"/>
                  </a:lnTo>
                  <a:lnTo>
                    <a:pt x="1556681" y="1008785"/>
                  </a:lnTo>
                  <a:lnTo>
                    <a:pt x="1592312" y="1024183"/>
                  </a:lnTo>
                  <a:lnTo>
                    <a:pt x="1627943" y="1039574"/>
                  </a:lnTo>
                  <a:lnTo>
                    <a:pt x="1663574" y="1054983"/>
                  </a:lnTo>
                  <a:lnTo>
                    <a:pt x="1699206" y="1070436"/>
                  </a:lnTo>
                  <a:lnTo>
                    <a:pt x="1734837" y="1085961"/>
                  </a:lnTo>
                  <a:lnTo>
                    <a:pt x="1770468" y="1101581"/>
                  </a:lnTo>
                  <a:lnTo>
                    <a:pt x="1806100" y="1117322"/>
                  </a:lnTo>
                  <a:lnTo>
                    <a:pt x="1841731" y="1133208"/>
                  </a:lnTo>
                  <a:lnTo>
                    <a:pt x="1877362" y="1149263"/>
                  </a:lnTo>
                  <a:lnTo>
                    <a:pt x="1912994" y="1165509"/>
                  </a:lnTo>
                  <a:lnTo>
                    <a:pt x="1948625" y="1181969"/>
                  </a:lnTo>
                  <a:lnTo>
                    <a:pt x="1984256" y="1198663"/>
                  </a:lnTo>
                  <a:lnTo>
                    <a:pt x="2019888" y="1215611"/>
                  </a:lnTo>
                  <a:lnTo>
                    <a:pt x="2055519" y="1232832"/>
                  </a:lnTo>
                  <a:lnTo>
                    <a:pt x="2091150" y="1250343"/>
                  </a:lnTo>
                  <a:lnTo>
                    <a:pt x="2126781" y="1268160"/>
                  </a:lnTo>
                  <a:lnTo>
                    <a:pt x="2162413" y="1286299"/>
                  </a:lnTo>
                  <a:lnTo>
                    <a:pt x="2198044" y="1304773"/>
                  </a:lnTo>
                  <a:lnTo>
                    <a:pt x="2233675" y="1323595"/>
                  </a:lnTo>
                  <a:lnTo>
                    <a:pt x="2269307" y="1342774"/>
                  </a:lnTo>
                  <a:lnTo>
                    <a:pt x="2304938" y="1362320"/>
                  </a:lnTo>
                  <a:lnTo>
                    <a:pt x="2340569" y="1382241"/>
                  </a:lnTo>
                  <a:lnTo>
                    <a:pt x="2376201" y="1402543"/>
                  </a:lnTo>
                  <a:lnTo>
                    <a:pt x="2411832" y="1423229"/>
                  </a:lnTo>
                  <a:lnTo>
                    <a:pt x="2447463" y="1444303"/>
                  </a:lnTo>
                  <a:lnTo>
                    <a:pt x="2483095" y="1465766"/>
                  </a:lnTo>
                  <a:lnTo>
                    <a:pt x="2518726" y="1487616"/>
                  </a:lnTo>
                  <a:lnTo>
                    <a:pt x="2554357" y="1509852"/>
                  </a:lnTo>
                  <a:lnTo>
                    <a:pt x="2589988" y="1532469"/>
                  </a:lnTo>
                  <a:lnTo>
                    <a:pt x="2625620" y="1555462"/>
                  </a:lnTo>
                  <a:lnTo>
                    <a:pt x="2661251" y="1578823"/>
                  </a:lnTo>
                  <a:lnTo>
                    <a:pt x="2696882" y="1602544"/>
                  </a:lnTo>
                  <a:lnTo>
                    <a:pt x="2732514" y="1626613"/>
                  </a:lnTo>
                  <a:lnTo>
                    <a:pt x="2768145" y="1651018"/>
                  </a:lnTo>
                  <a:lnTo>
                    <a:pt x="2803776" y="1675746"/>
                  </a:lnTo>
                  <a:lnTo>
                    <a:pt x="2839408" y="1700781"/>
                  </a:lnTo>
                  <a:lnTo>
                    <a:pt x="2875039" y="1726107"/>
                  </a:lnTo>
                  <a:lnTo>
                    <a:pt x="2910670" y="1751704"/>
                  </a:lnTo>
                  <a:lnTo>
                    <a:pt x="2946302" y="1777554"/>
                  </a:lnTo>
                  <a:lnTo>
                    <a:pt x="2981933" y="1803636"/>
                  </a:lnTo>
                  <a:lnTo>
                    <a:pt x="3017564" y="1829927"/>
                  </a:lnTo>
                  <a:lnTo>
                    <a:pt x="3053195" y="1856388"/>
                  </a:lnTo>
                  <a:lnTo>
                    <a:pt x="3088827" y="1882947"/>
                  </a:lnTo>
                  <a:lnTo>
                    <a:pt x="3124458" y="1909531"/>
                  </a:lnTo>
                  <a:lnTo>
                    <a:pt x="3160089" y="1936070"/>
                  </a:lnTo>
                  <a:lnTo>
                    <a:pt x="3195721" y="1962499"/>
                  </a:lnTo>
                  <a:lnTo>
                    <a:pt x="3231352" y="1988759"/>
                  </a:lnTo>
                  <a:lnTo>
                    <a:pt x="3266983" y="2014792"/>
                  </a:lnTo>
                  <a:lnTo>
                    <a:pt x="3302615" y="2040547"/>
                  </a:lnTo>
                  <a:lnTo>
                    <a:pt x="3338246" y="2065977"/>
                  </a:lnTo>
                  <a:lnTo>
                    <a:pt x="3373877" y="2091040"/>
                  </a:lnTo>
                  <a:lnTo>
                    <a:pt x="3409508" y="2115696"/>
                  </a:lnTo>
                  <a:lnTo>
                    <a:pt x="3445140" y="2139912"/>
                  </a:lnTo>
                  <a:lnTo>
                    <a:pt x="3480771" y="2163657"/>
                  </a:lnTo>
                  <a:lnTo>
                    <a:pt x="3516402" y="2186904"/>
                  </a:lnTo>
                  <a:lnTo>
                    <a:pt x="3552034" y="2209632"/>
                  </a:lnTo>
                  <a:lnTo>
                    <a:pt x="3587665" y="2231822"/>
                  </a:lnTo>
                  <a:lnTo>
                    <a:pt x="3623296" y="2253457"/>
                  </a:lnTo>
                  <a:lnTo>
                    <a:pt x="3658928" y="2274526"/>
                  </a:lnTo>
                  <a:lnTo>
                    <a:pt x="3694559" y="2292395"/>
                  </a:lnTo>
                  <a:lnTo>
                    <a:pt x="3730190" y="2293664"/>
                  </a:lnTo>
                  <a:lnTo>
                    <a:pt x="3765822" y="2295152"/>
                  </a:lnTo>
                  <a:lnTo>
                    <a:pt x="3801453" y="2296874"/>
                  </a:lnTo>
                  <a:lnTo>
                    <a:pt x="3837084" y="2298839"/>
                  </a:lnTo>
                  <a:lnTo>
                    <a:pt x="3872715" y="2301058"/>
                  </a:lnTo>
                  <a:lnTo>
                    <a:pt x="3908347" y="2303541"/>
                  </a:lnTo>
                  <a:lnTo>
                    <a:pt x="3943978" y="2306293"/>
                  </a:lnTo>
                  <a:lnTo>
                    <a:pt x="3979609" y="2309319"/>
                  </a:lnTo>
                  <a:lnTo>
                    <a:pt x="4015241" y="2312624"/>
                  </a:lnTo>
                  <a:lnTo>
                    <a:pt x="4050872" y="2316207"/>
                  </a:lnTo>
                  <a:lnTo>
                    <a:pt x="4086503" y="2320067"/>
                  </a:lnTo>
                  <a:lnTo>
                    <a:pt x="4122135" y="2324201"/>
                  </a:lnTo>
                  <a:lnTo>
                    <a:pt x="4157766" y="2328600"/>
                  </a:lnTo>
                  <a:lnTo>
                    <a:pt x="4193397" y="2333256"/>
                  </a:lnTo>
                  <a:lnTo>
                    <a:pt x="4229029" y="2338155"/>
                  </a:lnTo>
                  <a:lnTo>
                    <a:pt x="4264660" y="2343281"/>
                  </a:lnTo>
                  <a:lnTo>
                    <a:pt x="4300291" y="2348612"/>
                  </a:lnTo>
                  <a:lnTo>
                    <a:pt x="4335922" y="2354126"/>
                  </a:lnTo>
                  <a:lnTo>
                    <a:pt x="4371554" y="2359784"/>
                  </a:lnTo>
                  <a:lnTo>
                    <a:pt x="4407185" y="2365542"/>
                  </a:lnTo>
                  <a:lnTo>
                    <a:pt x="4442816" y="2371353"/>
                  </a:lnTo>
                  <a:lnTo>
                    <a:pt x="4478448" y="2377174"/>
                  </a:lnTo>
                  <a:lnTo>
                    <a:pt x="4514079" y="2382961"/>
                  </a:lnTo>
                  <a:lnTo>
                    <a:pt x="4549710" y="2388673"/>
                  </a:lnTo>
                  <a:lnTo>
                    <a:pt x="4585342" y="2394272"/>
                  </a:lnTo>
                  <a:lnTo>
                    <a:pt x="4620973" y="2399721"/>
                  </a:lnTo>
                  <a:lnTo>
                    <a:pt x="4656604" y="2404987"/>
                  </a:lnTo>
                  <a:lnTo>
                    <a:pt x="4692236" y="2410038"/>
                  </a:lnTo>
                  <a:lnTo>
                    <a:pt x="4727867" y="2414847"/>
                  </a:lnTo>
                  <a:lnTo>
                    <a:pt x="4763498" y="2419390"/>
                  </a:lnTo>
                  <a:lnTo>
                    <a:pt x="4799129" y="2423646"/>
                  </a:lnTo>
                  <a:lnTo>
                    <a:pt x="4834761" y="2427598"/>
                  </a:lnTo>
                  <a:lnTo>
                    <a:pt x="4870392" y="2431231"/>
                  </a:lnTo>
                  <a:lnTo>
                    <a:pt x="4906023" y="2434534"/>
                  </a:lnTo>
                  <a:lnTo>
                    <a:pt x="4941655" y="2437499"/>
                  </a:lnTo>
                  <a:lnTo>
                    <a:pt x="4977286" y="2440120"/>
                  </a:lnTo>
                  <a:lnTo>
                    <a:pt x="5012917" y="2442393"/>
                  </a:lnTo>
                  <a:lnTo>
                    <a:pt x="5048549" y="2444317"/>
                  </a:lnTo>
                  <a:lnTo>
                    <a:pt x="5084180" y="2445893"/>
                  </a:lnTo>
                  <a:lnTo>
                    <a:pt x="5119811" y="2447123"/>
                  </a:lnTo>
                  <a:lnTo>
                    <a:pt x="5155443" y="2448010"/>
                  </a:lnTo>
                  <a:lnTo>
                    <a:pt x="5191074" y="2448559"/>
                  </a:lnTo>
                  <a:lnTo>
                    <a:pt x="5226705" y="2448775"/>
                  </a:lnTo>
                  <a:lnTo>
                    <a:pt x="5262336" y="2448664"/>
                  </a:lnTo>
                  <a:lnTo>
                    <a:pt x="5297968" y="2448232"/>
                  </a:lnTo>
                  <a:lnTo>
                    <a:pt x="5333599" y="2447486"/>
                  </a:lnTo>
                  <a:lnTo>
                    <a:pt x="5369230" y="2446434"/>
                  </a:lnTo>
                  <a:lnTo>
                    <a:pt x="5404862" y="2445083"/>
                  </a:lnTo>
                  <a:lnTo>
                    <a:pt x="5440493" y="2443440"/>
                  </a:lnTo>
                  <a:lnTo>
                    <a:pt x="5476124" y="2441513"/>
                  </a:lnTo>
                  <a:lnTo>
                    <a:pt x="5511756" y="2439309"/>
                  </a:lnTo>
                  <a:lnTo>
                    <a:pt x="5547387" y="2436836"/>
                  </a:lnTo>
                  <a:lnTo>
                    <a:pt x="5583018" y="2434101"/>
                  </a:lnTo>
                  <a:lnTo>
                    <a:pt x="5618650" y="2431111"/>
                  </a:lnTo>
                  <a:lnTo>
                    <a:pt x="5654281" y="2427875"/>
                  </a:lnTo>
                  <a:lnTo>
                    <a:pt x="5689912" y="2424399"/>
                  </a:lnTo>
                  <a:lnTo>
                    <a:pt x="5725543" y="2420691"/>
                  </a:lnTo>
                  <a:lnTo>
                    <a:pt x="5761175" y="2416757"/>
                  </a:lnTo>
                  <a:lnTo>
                    <a:pt x="5796806" y="2412606"/>
                  </a:lnTo>
                  <a:lnTo>
                    <a:pt x="5832437" y="2408245"/>
                  </a:lnTo>
                  <a:lnTo>
                    <a:pt x="5868069" y="2403681"/>
                  </a:lnTo>
                  <a:lnTo>
                    <a:pt x="5903700" y="2398921"/>
                  </a:lnTo>
                  <a:lnTo>
                    <a:pt x="5939331" y="2393974"/>
                  </a:lnTo>
                  <a:lnTo>
                    <a:pt x="5974963" y="2388847"/>
                  </a:lnTo>
                  <a:lnTo>
                    <a:pt x="6010594" y="2383548"/>
                  </a:lnTo>
                  <a:lnTo>
                    <a:pt x="6046225" y="2378084"/>
                  </a:lnTo>
                  <a:lnTo>
                    <a:pt x="6081857" y="2372466"/>
                  </a:lnTo>
                  <a:lnTo>
                    <a:pt x="6117488" y="2366700"/>
                  </a:lnTo>
                  <a:lnTo>
                    <a:pt x="6153119" y="2360795"/>
                  </a:lnTo>
                  <a:lnTo>
                    <a:pt x="6188750" y="2354761"/>
                  </a:lnTo>
                  <a:lnTo>
                    <a:pt x="6224382" y="2348607"/>
                  </a:lnTo>
                  <a:lnTo>
                    <a:pt x="6260013" y="2342342"/>
                  </a:lnTo>
                  <a:lnTo>
                    <a:pt x="6295644" y="2335973"/>
                  </a:lnTo>
                  <a:lnTo>
                    <a:pt x="6331276" y="2329501"/>
                  </a:lnTo>
                  <a:lnTo>
                    <a:pt x="6366907" y="2322927"/>
                  </a:lnTo>
                  <a:lnTo>
                    <a:pt x="6402538" y="2316252"/>
                  </a:lnTo>
                  <a:lnTo>
                    <a:pt x="6438170" y="2309476"/>
                  </a:lnTo>
                  <a:lnTo>
                    <a:pt x="6473801" y="2302601"/>
                  </a:lnTo>
                  <a:lnTo>
                    <a:pt x="6509432" y="2295627"/>
                  </a:lnTo>
                  <a:lnTo>
                    <a:pt x="6545064" y="2288553"/>
                  </a:lnTo>
                  <a:lnTo>
                    <a:pt x="6580695" y="2281381"/>
                  </a:lnTo>
                  <a:lnTo>
                    <a:pt x="6616326" y="22741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784021"/>
              <a:ext cx="7090630" cy="754706"/>
            </a:xfrm>
            <a:custGeom>
              <a:avLst/>
              <a:pathLst>
                <a:path w="7090630" h="754706">
                  <a:moveTo>
                    <a:pt x="7090630" y="754706"/>
                  </a:moveTo>
                  <a:lnTo>
                    <a:pt x="7054998" y="752773"/>
                  </a:lnTo>
                  <a:lnTo>
                    <a:pt x="7019367" y="750750"/>
                  </a:lnTo>
                  <a:lnTo>
                    <a:pt x="6983736" y="748634"/>
                  </a:lnTo>
                  <a:lnTo>
                    <a:pt x="6948104" y="746421"/>
                  </a:lnTo>
                  <a:lnTo>
                    <a:pt x="6912473" y="744107"/>
                  </a:lnTo>
                  <a:lnTo>
                    <a:pt x="6876842" y="741686"/>
                  </a:lnTo>
                  <a:lnTo>
                    <a:pt x="6841210" y="739156"/>
                  </a:lnTo>
                  <a:lnTo>
                    <a:pt x="6805579" y="736510"/>
                  </a:lnTo>
                  <a:lnTo>
                    <a:pt x="6769948" y="733745"/>
                  </a:lnTo>
                  <a:lnTo>
                    <a:pt x="6734317" y="730854"/>
                  </a:lnTo>
                  <a:lnTo>
                    <a:pt x="6698685" y="727834"/>
                  </a:lnTo>
                  <a:lnTo>
                    <a:pt x="6663054" y="724679"/>
                  </a:lnTo>
                  <a:lnTo>
                    <a:pt x="6627423" y="721385"/>
                  </a:lnTo>
                  <a:lnTo>
                    <a:pt x="6591791" y="717948"/>
                  </a:lnTo>
                  <a:lnTo>
                    <a:pt x="6556160" y="714364"/>
                  </a:lnTo>
                  <a:lnTo>
                    <a:pt x="6520529" y="710629"/>
                  </a:lnTo>
                  <a:lnTo>
                    <a:pt x="6484897" y="706738"/>
                  </a:lnTo>
                  <a:lnTo>
                    <a:pt x="6449266" y="702689"/>
                  </a:lnTo>
                  <a:lnTo>
                    <a:pt x="6413635" y="698477"/>
                  </a:lnTo>
                  <a:lnTo>
                    <a:pt x="6378003" y="694099"/>
                  </a:lnTo>
                  <a:lnTo>
                    <a:pt x="6342372" y="689553"/>
                  </a:lnTo>
                  <a:lnTo>
                    <a:pt x="6306741" y="684835"/>
                  </a:lnTo>
                  <a:lnTo>
                    <a:pt x="6271110" y="679942"/>
                  </a:lnTo>
                  <a:lnTo>
                    <a:pt x="6235478" y="674874"/>
                  </a:lnTo>
                  <a:lnTo>
                    <a:pt x="6199847" y="669627"/>
                  </a:lnTo>
                  <a:lnTo>
                    <a:pt x="6164216" y="664202"/>
                  </a:lnTo>
                  <a:lnTo>
                    <a:pt x="6128584" y="658596"/>
                  </a:lnTo>
                  <a:lnTo>
                    <a:pt x="6092953" y="652811"/>
                  </a:lnTo>
                  <a:lnTo>
                    <a:pt x="6057322" y="646846"/>
                  </a:lnTo>
                  <a:lnTo>
                    <a:pt x="6021690" y="640703"/>
                  </a:lnTo>
                  <a:lnTo>
                    <a:pt x="5986059" y="634383"/>
                  </a:lnTo>
                  <a:lnTo>
                    <a:pt x="5950428" y="627888"/>
                  </a:lnTo>
                  <a:lnTo>
                    <a:pt x="5914796" y="621223"/>
                  </a:lnTo>
                  <a:lnTo>
                    <a:pt x="5879165" y="614390"/>
                  </a:lnTo>
                  <a:lnTo>
                    <a:pt x="5843534" y="607394"/>
                  </a:lnTo>
                  <a:lnTo>
                    <a:pt x="5807903" y="600241"/>
                  </a:lnTo>
                  <a:lnTo>
                    <a:pt x="5772271" y="592936"/>
                  </a:lnTo>
                  <a:lnTo>
                    <a:pt x="5736640" y="585487"/>
                  </a:lnTo>
                  <a:lnTo>
                    <a:pt x="5701009" y="577900"/>
                  </a:lnTo>
                  <a:lnTo>
                    <a:pt x="5665377" y="570184"/>
                  </a:lnTo>
                  <a:lnTo>
                    <a:pt x="5629746" y="562346"/>
                  </a:lnTo>
                  <a:lnTo>
                    <a:pt x="5594115" y="554395"/>
                  </a:lnTo>
                  <a:lnTo>
                    <a:pt x="5558483" y="546339"/>
                  </a:lnTo>
                  <a:lnTo>
                    <a:pt x="5522852" y="538188"/>
                  </a:lnTo>
                  <a:lnTo>
                    <a:pt x="5487221" y="529948"/>
                  </a:lnTo>
                  <a:lnTo>
                    <a:pt x="5451589" y="521628"/>
                  </a:lnTo>
                  <a:lnTo>
                    <a:pt x="5415958" y="513234"/>
                  </a:lnTo>
                  <a:lnTo>
                    <a:pt x="5380327" y="504772"/>
                  </a:lnTo>
                  <a:lnTo>
                    <a:pt x="5344696" y="496245"/>
                  </a:lnTo>
                  <a:lnTo>
                    <a:pt x="5309064" y="487655"/>
                  </a:lnTo>
                  <a:lnTo>
                    <a:pt x="5273433" y="479003"/>
                  </a:lnTo>
                  <a:lnTo>
                    <a:pt x="5237802" y="470287"/>
                  </a:lnTo>
                  <a:lnTo>
                    <a:pt x="5202170" y="461501"/>
                  </a:lnTo>
                  <a:lnTo>
                    <a:pt x="5166539" y="452637"/>
                  </a:lnTo>
                  <a:lnTo>
                    <a:pt x="5130908" y="443686"/>
                  </a:lnTo>
                  <a:lnTo>
                    <a:pt x="5095276" y="434633"/>
                  </a:lnTo>
                  <a:lnTo>
                    <a:pt x="5059645" y="425462"/>
                  </a:lnTo>
                  <a:lnTo>
                    <a:pt x="5024014" y="416154"/>
                  </a:lnTo>
                  <a:lnTo>
                    <a:pt x="4988382" y="406685"/>
                  </a:lnTo>
                  <a:lnTo>
                    <a:pt x="4952751" y="397031"/>
                  </a:lnTo>
                  <a:lnTo>
                    <a:pt x="4917120" y="387161"/>
                  </a:lnTo>
                  <a:lnTo>
                    <a:pt x="4881489" y="377046"/>
                  </a:lnTo>
                  <a:lnTo>
                    <a:pt x="4845857" y="366652"/>
                  </a:lnTo>
                  <a:lnTo>
                    <a:pt x="4810226" y="355942"/>
                  </a:lnTo>
                  <a:lnTo>
                    <a:pt x="4774595" y="344877"/>
                  </a:lnTo>
                  <a:lnTo>
                    <a:pt x="4738963" y="333424"/>
                  </a:lnTo>
                  <a:lnTo>
                    <a:pt x="4703332" y="321559"/>
                  </a:lnTo>
                  <a:lnTo>
                    <a:pt x="4667701" y="309259"/>
                  </a:lnTo>
                  <a:lnTo>
                    <a:pt x="4632069" y="296504"/>
                  </a:lnTo>
                  <a:lnTo>
                    <a:pt x="4596438" y="283272"/>
                  </a:lnTo>
                  <a:lnTo>
                    <a:pt x="4560807" y="269547"/>
                  </a:lnTo>
                  <a:lnTo>
                    <a:pt x="4525175" y="255311"/>
                  </a:lnTo>
                  <a:lnTo>
                    <a:pt x="4489544" y="240550"/>
                  </a:lnTo>
                  <a:lnTo>
                    <a:pt x="4453913" y="225249"/>
                  </a:lnTo>
                  <a:lnTo>
                    <a:pt x="4418282" y="209396"/>
                  </a:lnTo>
                  <a:lnTo>
                    <a:pt x="4382650" y="192981"/>
                  </a:lnTo>
                  <a:lnTo>
                    <a:pt x="4347019" y="175994"/>
                  </a:lnTo>
                  <a:lnTo>
                    <a:pt x="4311388" y="158429"/>
                  </a:lnTo>
                  <a:lnTo>
                    <a:pt x="4275756" y="140281"/>
                  </a:lnTo>
                  <a:lnTo>
                    <a:pt x="4240125" y="121545"/>
                  </a:lnTo>
                  <a:lnTo>
                    <a:pt x="4204494" y="102222"/>
                  </a:lnTo>
                  <a:lnTo>
                    <a:pt x="4168862" y="82312"/>
                  </a:lnTo>
                  <a:lnTo>
                    <a:pt x="4133231" y="78627"/>
                  </a:lnTo>
                  <a:lnTo>
                    <a:pt x="4097600" y="77757"/>
                  </a:lnTo>
                  <a:lnTo>
                    <a:pt x="4061968" y="77064"/>
                  </a:lnTo>
                  <a:lnTo>
                    <a:pt x="4026337" y="76530"/>
                  </a:lnTo>
                  <a:lnTo>
                    <a:pt x="3990706" y="76140"/>
                  </a:lnTo>
                  <a:lnTo>
                    <a:pt x="3955075" y="75876"/>
                  </a:lnTo>
                  <a:lnTo>
                    <a:pt x="3919443" y="75721"/>
                  </a:lnTo>
                  <a:lnTo>
                    <a:pt x="3883812" y="75656"/>
                  </a:lnTo>
                  <a:lnTo>
                    <a:pt x="3848181" y="75663"/>
                  </a:lnTo>
                  <a:lnTo>
                    <a:pt x="3812549" y="75724"/>
                  </a:lnTo>
                  <a:lnTo>
                    <a:pt x="3776918" y="75820"/>
                  </a:lnTo>
                  <a:lnTo>
                    <a:pt x="3741287" y="75932"/>
                  </a:lnTo>
                  <a:lnTo>
                    <a:pt x="3705655" y="76041"/>
                  </a:lnTo>
                  <a:lnTo>
                    <a:pt x="3670024" y="76129"/>
                  </a:lnTo>
                  <a:lnTo>
                    <a:pt x="3634393" y="76177"/>
                  </a:lnTo>
                  <a:lnTo>
                    <a:pt x="3598762" y="76165"/>
                  </a:lnTo>
                  <a:lnTo>
                    <a:pt x="3563130" y="76076"/>
                  </a:lnTo>
                  <a:lnTo>
                    <a:pt x="3527499" y="75891"/>
                  </a:lnTo>
                  <a:lnTo>
                    <a:pt x="3491868" y="75591"/>
                  </a:lnTo>
                  <a:lnTo>
                    <a:pt x="3456236" y="75161"/>
                  </a:lnTo>
                  <a:lnTo>
                    <a:pt x="3420605" y="74597"/>
                  </a:lnTo>
                  <a:lnTo>
                    <a:pt x="3384974" y="73905"/>
                  </a:lnTo>
                  <a:lnTo>
                    <a:pt x="3349342" y="73089"/>
                  </a:lnTo>
                  <a:lnTo>
                    <a:pt x="3313711" y="72153"/>
                  </a:lnTo>
                  <a:lnTo>
                    <a:pt x="3278080" y="71101"/>
                  </a:lnTo>
                  <a:lnTo>
                    <a:pt x="3242448" y="69940"/>
                  </a:lnTo>
                  <a:lnTo>
                    <a:pt x="3206817" y="68672"/>
                  </a:lnTo>
                  <a:lnTo>
                    <a:pt x="3171186" y="67303"/>
                  </a:lnTo>
                  <a:lnTo>
                    <a:pt x="3135555" y="65838"/>
                  </a:lnTo>
                  <a:lnTo>
                    <a:pt x="3099923" y="64283"/>
                  </a:lnTo>
                  <a:lnTo>
                    <a:pt x="3064292" y="62641"/>
                  </a:lnTo>
                  <a:lnTo>
                    <a:pt x="3028661" y="60919"/>
                  </a:lnTo>
                  <a:lnTo>
                    <a:pt x="2993029" y="59121"/>
                  </a:lnTo>
                  <a:lnTo>
                    <a:pt x="2957398" y="57254"/>
                  </a:lnTo>
                  <a:lnTo>
                    <a:pt x="2921767" y="55324"/>
                  </a:lnTo>
                  <a:lnTo>
                    <a:pt x="2886135" y="53335"/>
                  </a:lnTo>
                  <a:lnTo>
                    <a:pt x="2850504" y="51294"/>
                  </a:lnTo>
                  <a:lnTo>
                    <a:pt x="2814873" y="49207"/>
                  </a:lnTo>
                  <a:lnTo>
                    <a:pt x="2779241" y="47081"/>
                  </a:lnTo>
                  <a:lnTo>
                    <a:pt x="2743610" y="44922"/>
                  </a:lnTo>
                  <a:lnTo>
                    <a:pt x="2707979" y="42736"/>
                  </a:lnTo>
                  <a:lnTo>
                    <a:pt x="2672348" y="40530"/>
                  </a:lnTo>
                  <a:lnTo>
                    <a:pt x="2636716" y="38311"/>
                  </a:lnTo>
                  <a:lnTo>
                    <a:pt x="2601085" y="36087"/>
                  </a:lnTo>
                  <a:lnTo>
                    <a:pt x="2565454" y="33864"/>
                  </a:lnTo>
                  <a:lnTo>
                    <a:pt x="2529822" y="31649"/>
                  </a:lnTo>
                  <a:lnTo>
                    <a:pt x="2494191" y="29451"/>
                  </a:lnTo>
                  <a:lnTo>
                    <a:pt x="2458560" y="27275"/>
                  </a:lnTo>
                  <a:lnTo>
                    <a:pt x="2422928" y="25131"/>
                  </a:lnTo>
                  <a:lnTo>
                    <a:pt x="2387297" y="23026"/>
                  </a:lnTo>
                  <a:lnTo>
                    <a:pt x="2351666" y="20967"/>
                  </a:lnTo>
                  <a:lnTo>
                    <a:pt x="2316034" y="18962"/>
                  </a:lnTo>
                  <a:lnTo>
                    <a:pt x="2280403" y="17018"/>
                  </a:lnTo>
                  <a:lnTo>
                    <a:pt x="2244772" y="15144"/>
                  </a:lnTo>
                  <a:lnTo>
                    <a:pt x="2209141" y="13346"/>
                  </a:lnTo>
                  <a:lnTo>
                    <a:pt x="2173509" y="11633"/>
                  </a:lnTo>
                  <a:lnTo>
                    <a:pt x="2137878" y="10011"/>
                  </a:lnTo>
                  <a:lnTo>
                    <a:pt x="2102247" y="8488"/>
                  </a:lnTo>
                  <a:lnTo>
                    <a:pt x="2066615" y="7070"/>
                  </a:lnTo>
                  <a:lnTo>
                    <a:pt x="2030984" y="5765"/>
                  </a:lnTo>
                  <a:lnTo>
                    <a:pt x="1995353" y="4578"/>
                  </a:lnTo>
                  <a:lnTo>
                    <a:pt x="1959721" y="3516"/>
                  </a:lnTo>
                  <a:lnTo>
                    <a:pt x="1924090" y="2585"/>
                  </a:lnTo>
                  <a:lnTo>
                    <a:pt x="1888459" y="1789"/>
                  </a:lnTo>
                  <a:lnTo>
                    <a:pt x="1852827" y="1133"/>
                  </a:lnTo>
                  <a:lnTo>
                    <a:pt x="1817196" y="623"/>
                  </a:lnTo>
                  <a:lnTo>
                    <a:pt x="1781565" y="262"/>
                  </a:lnTo>
                  <a:lnTo>
                    <a:pt x="1745934" y="53"/>
                  </a:lnTo>
                  <a:lnTo>
                    <a:pt x="1710302" y="0"/>
                  </a:lnTo>
                  <a:lnTo>
                    <a:pt x="1674671" y="104"/>
                  </a:lnTo>
                  <a:lnTo>
                    <a:pt x="1639040" y="367"/>
                  </a:lnTo>
                  <a:lnTo>
                    <a:pt x="1603408" y="791"/>
                  </a:lnTo>
                  <a:lnTo>
                    <a:pt x="1567777" y="1377"/>
                  </a:lnTo>
                  <a:lnTo>
                    <a:pt x="1532146" y="2123"/>
                  </a:lnTo>
                  <a:lnTo>
                    <a:pt x="1496514" y="3030"/>
                  </a:lnTo>
                  <a:lnTo>
                    <a:pt x="1460883" y="4097"/>
                  </a:lnTo>
                  <a:lnTo>
                    <a:pt x="1425252" y="5321"/>
                  </a:lnTo>
                  <a:lnTo>
                    <a:pt x="1389620" y="6700"/>
                  </a:lnTo>
                  <a:lnTo>
                    <a:pt x="1353989" y="8232"/>
                  </a:lnTo>
                  <a:lnTo>
                    <a:pt x="1318358" y="9912"/>
                  </a:lnTo>
                  <a:lnTo>
                    <a:pt x="1282727" y="11737"/>
                  </a:lnTo>
                  <a:lnTo>
                    <a:pt x="1247095" y="13703"/>
                  </a:lnTo>
                  <a:lnTo>
                    <a:pt x="1211464" y="15805"/>
                  </a:lnTo>
                  <a:lnTo>
                    <a:pt x="1175833" y="18036"/>
                  </a:lnTo>
                  <a:lnTo>
                    <a:pt x="1140201" y="20393"/>
                  </a:lnTo>
                  <a:lnTo>
                    <a:pt x="1104570" y="22868"/>
                  </a:lnTo>
                  <a:lnTo>
                    <a:pt x="1068939" y="25456"/>
                  </a:lnTo>
                  <a:lnTo>
                    <a:pt x="1033307" y="28149"/>
                  </a:lnTo>
                  <a:lnTo>
                    <a:pt x="997676" y="30941"/>
                  </a:lnTo>
                  <a:lnTo>
                    <a:pt x="962045" y="33825"/>
                  </a:lnTo>
                  <a:lnTo>
                    <a:pt x="926413" y="36796"/>
                  </a:lnTo>
                  <a:lnTo>
                    <a:pt x="890782" y="39850"/>
                  </a:lnTo>
                  <a:lnTo>
                    <a:pt x="855151" y="42982"/>
                  </a:lnTo>
                  <a:lnTo>
                    <a:pt x="819520" y="46187"/>
                  </a:lnTo>
                  <a:lnTo>
                    <a:pt x="783888" y="49463"/>
                  </a:lnTo>
                  <a:lnTo>
                    <a:pt x="748257" y="52805"/>
                  </a:lnTo>
                  <a:lnTo>
                    <a:pt x="712626" y="56209"/>
                  </a:lnTo>
                  <a:lnTo>
                    <a:pt x="676994" y="59672"/>
                  </a:lnTo>
                  <a:lnTo>
                    <a:pt x="641363" y="63189"/>
                  </a:lnTo>
                  <a:lnTo>
                    <a:pt x="605732" y="66758"/>
                  </a:lnTo>
                  <a:lnTo>
                    <a:pt x="570100" y="70376"/>
                  </a:lnTo>
                  <a:lnTo>
                    <a:pt x="534469" y="74038"/>
                  </a:lnTo>
                  <a:lnTo>
                    <a:pt x="498838" y="77742"/>
                  </a:lnTo>
                  <a:lnTo>
                    <a:pt x="463206" y="81486"/>
                  </a:lnTo>
                  <a:lnTo>
                    <a:pt x="427575" y="85266"/>
                  </a:lnTo>
                  <a:lnTo>
                    <a:pt x="391944" y="89079"/>
                  </a:lnTo>
                  <a:lnTo>
                    <a:pt x="356313" y="92924"/>
                  </a:lnTo>
                  <a:lnTo>
                    <a:pt x="320681" y="96797"/>
                  </a:lnTo>
                  <a:lnTo>
                    <a:pt x="285050" y="100696"/>
                  </a:lnTo>
                  <a:lnTo>
                    <a:pt x="249419" y="104618"/>
                  </a:lnTo>
                  <a:lnTo>
                    <a:pt x="213787" y="108563"/>
                  </a:lnTo>
                  <a:lnTo>
                    <a:pt x="178156" y="112526"/>
                  </a:lnTo>
                  <a:lnTo>
                    <a:pt x="142525" y="116508"/>
                  </a:lnTo>
                  <a:lnTo>
                    <a:pt x="106893" y="120505"/>
                  </a:lnTo>
                  <a:lnTo>
                    <a:pt x="71262" y="124515"/>
                  </a:lnTo>
                  <a:lnTo>
                    <a:pt x="35631" y="128538"/>
                  </a:lnTo>
                  <a:lnTo>
                    <a:pt x="0" y="1325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250684"/>
              <a:ext cx="7090630" cy="2016454"/>
            </a:xfrm>
            <a:custGeom>
              <a:avLst/>
              <a:pathLst>
                <a:path w="7090630" h="2016454">
                  <a:moveTo>
                    <a:pt x="0" y="0"/>
                  </a:moveTo>
                  <a:lnTo>
                    <a:pt x="35631" y="23383"/>
                  </a:lnTo>
                  <a:lnTo>
                    <a:pt x="71262" y="46532"/>
                  </a:lnTo>
                  <a:lnTo>
                    <a:pt x="106893" y="69448"/>
                  </a:lnTo>
                  <a:lnTo>
                    <a:pt x="142525" y="92134"/>
                  </a:lnTo>
                  <a:lnTo>
                    <a:pt x="178156" y="114592"/>
                  </a:lnTo>
                  <a:lnTo>
                    <a:pt x="213787" y="136825"/>
                  </a:lnTo>
                  <a:lnTo>
                    <a:pt x="249419" y="158835"/>
                  </a:lnTo>
                  <a:lnTo>
                    <a:pt x="285050" y="180624"/>
                  </a:lnTo>
                  <a:lnTo>
                    <a:pt x="320681" y="202194"/>
                  </a:lnTo>
                  <a:lnTo>
                    <a:pt x="356313" y="223548"/>
                  </a:lnTo>
                  <a:lnTo>
                    <a:pt x="391944" y="244687"/>
                  </a:lnTo>
                  <a:lnTo>
                    <a:pt x="427575" y="265614"/>
                  </a:lnTo>
                  <a:lnTo>
                    <a:pt x="463206" y="286330"/>
                  </a:lnTo>
                  <a:lnTo>
                    <a:pt x="498838" y="306839"/>
                  </a:lnTo>
                  <a:lnTo>
                    <a:pt x="534469" y="327142"/>
                  </a:lnTo>
                  <a:lnTo>
                    <a:pt x="570100" y="347241"/>
                  </a:lnTo>
                  <a:lnTo>
                    <a:pt x="605732" y="367139"/>
                  </a:lnTo>
                  <a:lnTo>
                    <a:pt x="641363" y="386836"/>
                  </a:lnTo>
                  <a:lnTo>
                    <a:pt x="676994" y="406336"/>
                  </a:lnTo>
                  <a:lnTo>
                    <a:pt x="712626" y="425640"/>
                  </a:lnTo>
                  <a:lnTo>
                    <a:pt x="748257" y="444750"/>
                  </a:lnTo>
                  <a:lnTo>
                    <a:pt x="783888" y="463669"/>
                  </a:lnTo>
                  <a:lnTo>
                    <a:pt x="819520" y="482397"/>
                  </a:lnTo>
                  <a:lnTo>
                    <a:pt x="855151" y="500938"/>
                  </a:lnTo>
                  <a:lnTo>
                    <a:pt x="890782" y="519292"/>
                  </a:lnTo>
                  <a:lnTo>
                    <a:pt x="926413" y="537462"/>
                  </a:lnTo>
                  <a:lnTo>
                    <a:pt x="962045" y="555450"/>
                  </a:lnTo>
                  <a:lnTo>
                    <a:pt x="997676" y="573257"/>
                  </a:lnTo>
                  <a:lnTo>
                    <a:pt x="1033307" y="590885"/>
                  </a:lnTo>
                  <a:lnTo>
                    <a:pt x="1068939" y="608337"/>
                  </a:lnTo>
                  <a:lnTo>
                    <a:pt x="1104570" y="625613"/>
                  </a:lnTo>
                  <a:lnTo>
                    <a:pt x="1140201" y="642715"/>
                  </a:lnTo>
                  <a:lnTo>
                    <a:pt x="1175833" y="659646"/>
                  </a:lnTo>
                  <a:lnTo>
                    <a:pt x="1211464" y="676407"/>
                  </a:lnTo>
                  <a:lnTo>
                    <a:pt x="1247095" y="693000"/>
                  </a:lnTo>
                  <a:lnTo>
                    <a:pt x="1282727" y="709426"/>
                  </a:lnTo>
                  <a:lnTo>
                    <a:pt x="1318358" y="725688"/>
                  </a:lnTo>
                  <a:lnTo>
                    <a:pt x="1353989" y="741786"/>
                  </a:lnTo>
                  <a:lnTo>
                    <a:pt x="1389620" y="757722"/>
                  </a:lnTo>
                  <a:lnTo>
                    <a:pt x="1425252" y="773498"/>
                  </a:lnTo>
                  <a:lnTo>
                    <a:pt x="1460883" y="789117"/>
                  </a:lnTo>
                  <a:lnTo>
                    <a:pt x="1496514" y="804578"/>
                  </a:lnTo>
                  <a:lnTo>
                    <a:pt x="1532146" y="819884"/>
                  </a:lnTo>
                  <a:lnTo>
                    <a:pt x="1567777" y="835036"/>
                  </a:lnTo>
                  <a:lnTo>
                    <a:pt x="1603408" y="850036"/>
                  </a:lnTo>
                  <a:lnTo>
                    <a:pt x="1639040" y="864886"/>
                  </a:lnTo>
                  <a:lnTo>
                    <a:pt x="1674671" y="879587"/>
                  </a:lnTo>
                  <a:lnTo>
                    <a:pt x="1710302" y="894140"/>
                  </a:lnTo>
                  <a:lnTo>
                    <a:pt x="1745934" y="908546"/>
                  </a:lnTo>
                  <a:lnTo>
                    <a:pt x="1781565" y="922809"/>
                  </a:lnTo>
                  <a:lnTo>
                    <a:pt x="1817196" y="936928"/>
                  </a:lnTo>
                  <a:lnTo>
                    <a:pt x="1852827" y="950905"/>
                  </a:lnTo>
                  <a:lnTo>
                    <a:pt x="1888459" y="964742"/>
                  </a:lnTo>
                  <a:lnTo>
                    <a:pt x="1924090" y="978440"/>
                  </a:lnTo>
                  <a:lnTo>
                    <a:pt x="1959721" y="992001"/>
                  </a:lnTo>
                  <a:lnTo>
                    <a:pt x="1995353" y="1005425"/>
                  </a:lnTo>
                  <a:lnTo>
                    <a:pt x="2030984" y="1018715"/>
                  </a:lnTo>
                  <a:lnTo>
                    <a:pt x="2066615" y="1031871"/>
                  </a:lnTo>
                  <a:lnTo>
                    <a:pt x="2102247" y="1044895"/>
                  </a:lnTo>
                  <a:lnTo>
                    <a:pt x="2137878" y="1057789"/>
                  </a:lnTo>
                  <a:lnTo>
                    <a:pt x="2173509" y="1070553"/>
                  </a:lnTo>
                  <a:lnTo>
                    <a:pt x="2209141" y="1083188"/>
                  </a:lnTo>
                  <a:lnTo>
                    <a:pt x="2244772" y="1095697"/>
                  </a:lnTo>
                  <a:lnTo>
                    <a:pt x="2280403" y="1108081"/>
                  </a:lnTo>
                  <a:lnTo>
                    <a:pt x="2316034" y="1120340"/>
                  </a:lnTo>
                  <a:lnTo>
                    <a:pt x="2351666" y="1132476"/>
                  </a:lnTo>
                  <a:lnTo>
                    <a:pt x="2387297" y="1144490"/>
                  </a:lnTo>
                  <a:lnTo>
                    <a:pt x="2422928" y="1156384"/>
                  </a:lnTo>
                  <a:lnTo>
                    <a:pt x="2458560" y="1168158"/>
                  </a:lnTo>
                  <a:lnTo>
                    <a:pt x="2494191" y="1179814"/>
                  </a:lnTo>
                  <a:lnTo>
                    <a:pt x="2529822" y="1191353"/>
                  </a:lnTo>
                  <a:lnTo>
                    <a:pt x="2565454" y="1202776"/>
                  </a:lnTo>
                  <a:lnTo>
                    <a:pt x="2601085" y="1214084"/>
                  </a:lnTo>
                  <a:lnTo>
                    <a:pt x="2636716" y="1225279"/>
                  </a:lnTo>
                  <a:lnTo>
                    <a:pt x="2672348" y="1236361"/>
                  </a:lnTo>
                  <a:lnTo>
                    <a:pt x="2707979" y="1247333"/>
                  </a:lnTo>
                  <a:lnTo>
                    <a:pt x="2743610" y="1258194"/>
                  </a:lnTo>
                  <a:lnTo>
                    <a:pt x="2779241" y="1268946"/>
                  </a:lnTo>
                  <a:lnTo>
                    <a:pt x="2814873" y="1279590"/>
                  </a:lnTo>
                  <a:lnTo>
                    <a:pt x="2850504" y="1290127"/>
                  </a:lnTo>
                  <a:lnTo>
                    <a:pt x="2886135" y="1300559"/>
                  </a:lnTo>
                  <a:lnTo>
                    <a:pt x="2921767" y="1310885"/>
                  </a:lnTo>
                  <a:lnTo>
                    <a:pt x="2957398" y="1321108"/>
                  </a:lnTo>
                  <a:lnTo>
                    <a:pt x="2993029" y="1331229"/>
                  </a:lnTo>
                  <a:lnTo>
                    <a:pt x="3028661" y="1341248"/>
                  </a:lnTo>
                  <a:lnTo>
                    <a:pt x="3064292" y="1351166"/>
                  </a:lnTo>
                  <a:lnTo>
                    <a:pt x="3099923" y="1360985"/>
                  </a:lnTo>
                  <a:lnTo>
                    <a:pt x="3135555" y="1370705"/>
                  </a:lnTo>
                  <a:lnTo>
                    <a:pt x="3171186" y="1380327"/>
                  </a:lnTo>
                  <a:lnTo>
                    <a:pt x="3206817" y="1389853"/>
                  </a:lnTo>
                  <a:lnTo>
                    <a:pt x="3242448" y="1399283"/>
                  </a:lnTo>
                  <a:lnTo>
                    <a:pt x="3278080" y="1408619"/>
                  </a:lnTo>
                  <a:lnTo>
                    <a:pt x="3313711" y="1417861"/>
                  </a:lnTo>
                  <a:lnTo>
                    <a:pt x="3349342" y="1427010"/>
                  </a:lnTo>
                  <a:lnTo>
                    <a:pt x="3384974" y="1436067"/>
                  </a:lnTo>
                  <a:lnTo>
                    <a:pt x="3420605" y="1445034"/>
                  </a:lnTo>
                  <a:lnTo>
                    <a:pt x="3456236" y="1453910"/>
                  </a:lnTo>
                  <a:lnTo>
                    <a:pt x="3491868" y="1462697"/>
                  </a:lnTo>
                  <a:lnTo>
                    <a:pt x="3527499" y="1471396"/>
                  </a:lnTo>
                  <a:lnTo>
                    <a:pt x="3563130" y="1480008"/>
                  </a:lnTo>
                  <a:lnTo>
                    <a:pt x="3598762" y="1488533"/>
                  </a:lnTo>
                  <a:lnTo>
                    <a:pt x="3634393" y="1496973"/>
                  </a:lnTo>
                  <a:lnTo>
                    <a:pt x="3670024" y="1505327"/>
                  </a:lnTo>
                  <a:lnTo>
                    <a:pt x="3705655" y="1513598"/>
                  </a:lnTo>
                  <a:lnTo>
                    <a:pt x="3741287" y="1521786"/>
                  </a:lnTo>
                  <a:lnTo>
                    <a:pt x="3776918" y="1529892"/>
                  </a:lnTo>
                  <a:lnTo>
                    <a:pt x="3812549" y="1537917"/>
                  </a:lnTo>
                  <a:lnTo>
                    <a:pt x="3848181" y="1545860"/>
                  </a:lnTo>
                  <a:lnTo>
                    <a:pt x="3883812" y="1553724"/>
                  </a:lnTo>
                  <a:lnTo>
                    <a:pt x="3919443" y="1561510"/>
                  </a:lnTo>
                  <a:lnTo>
                    <a:pt x="3955075" y="1569217"/>
                  </a:lnTo>
                  <a:lnTo>
                    <a:pt x="3990706" y="1576846"/>
                  </a:lnTo>
                  <a:lnTo>
                    <a:pt x="4026337" y="1584399"/>
                  </a:lnTo>
                  <a:lnTo>
                    <a:pt x="4061968" y="1591876"/>
                  </a:lnTo>
                  <a:lnTo>
                    <a:pt x="4097600" y="1599279"/>
                  </a:lnTo>
                  <a:lnTo>
                    <a:pt x="4133231" y="1606606"/>
                  </a:lnTo>
                  <a:lnTo>
                    <a:pt x="4168862" y="1613861"/>
                  </a:lnTo>
                  <a:lnTo>
                    <a:pt x="4204494" y="1621042"/>
                  </a:lnTo>
                  <a:lnTo>
                    <a:pt x="4240125" y="1628151"/>
                  </a:lnTo>
                  <a:lnTo>
                    <a:pt x="4275756" y="1635189"/>
                  </a:lnTo>
                  <a:lnTo>
                    <a:pt x="4311388" y="1642157"/>
                  </a:lnTo>
                  <a:lnTo>
                    <a:pt x="4347019" y="1649054"/>
                  </a:lnTo>
                  <a:lnTo>
                    <a:pt x="4382650" y="1655882"/>
                  </a:lnTo>
                  <a:lnTo>
                    <a:pt x="4418282" y="1662642"/>
                  </a:lnTo>
                  <a:lnTo>
                    <a:pt x="4453913" y="1669333"/>
                  </a:lnTo>
                  <a:lnTo>
                    <a:pt x="4489544" y="1675958"/>
                  </a:lnTo>
                  <a:lnTo>
                    <a:pt x="4525175" y="1682516"/>
                  </a:lnTo>
                  <a:lnTo>
                    <a:pt x="4560807" y="1689008"/>
                  </a:lnTo>
                  <a:lnTo>
                    <a:pt x="4596438" y="1695435"/>
                  </a:lnTo>
                  <a:lnTo>
                    <a:pt x="4632069" y="1701797"/>
                  </a:lnTo>
                  <a:lnTo>
                    <a:pt x="4667701" y="1708096"/>
                  </a:lnTo>
                  <a:lnTo>
                    <a:pt x="4703332" y="1714331"/>
                  </a:lnTo>
                  <a:lnTo>
                    <a:pt x="4738963" y="1720504"/>
                  </a:lnTo>
                  <a:lnTo>
                    <a:pt x="4774595" y="1726615"/>
                  </a:lnTo>
                  <a:lnTo>
                    <a:pt x="4810226" y="1732664"/>
                  </a:lnTo>
                  <a:lnTo>
                    <a:pt x="4845857" y="1738653"/>
                  </a:lnTo>
                  <a:lnTo>
                    <a:pt x="4881489" y="1744582"/>
                  </a:lnTo>
                  <a:lnTo>
                    <a:pt x="4917120" y="1750451"/>
                  </a:lnTo>
                  <a:lnTo>
                    <a:pt x="4952751" y="1756261"/>
                  </a:lnTo>
                  <a:lnTo>
                    <a:pt x="4988382" y="1762013"/>
                  </a:lnTo>
                  <a:lnTo>
                    <a:pt x="5024014" y="1767707"/>
                  </a:lnTo>
                  <a:lnTo>
                    <a:pt x="5059645" y="1773344"/>
                  </a:lnTo>
                  <a:lnTo>
                    <a:pt x="5095276" y="1778924"/>
                  </a:lnTo>
                  <a:lnTo>
                    <a:pt x="5130908" y="1784448"/>
                  </a:lnTo>
                  <a:lnTo>
                    <a:pt x="5166539" y="1789917"/>
                  </a:lnTo>
                  <a:lnTo>
                    <a:pt x="5202170" y="1795331"/>
                  </a:lnTo>
                  <a:lnTo>
                    <a:pt x="5237802" y="1800691"/>
                  </a:lnTo>
                  <a:lnTo>
                    <a:pt x="5273433" y="1805996"/>
                  </a:lnTo>
                  <a:lnTo>
                    <a:pt x="5309064" y="1811249"/>
                  </a:lnTo>
                  <a:lnTo>
                    <a:pt x="5344696" y="1816449"/>
                  </a:lnTo>
                  <a:lnTo>
                    <a:pt x="5380327" y="1821596"/>
                  </a:lnTo>
                  <a:lnTo>
                    <a:pt x="5415958" y="1826692"/>
                  </a:lnTo>
                  <a:lnTo>
                    <a:pt x="5451589" y="1831737"/>
                  </a:lnTo>
                  <a:lnTo>
                    <a:pt x="5487221" y="1836731"/>
                  </a:lnTo>
                  <a:lnTo>
                    <a:pt x="5522852" y="1841675"/>
                  </a:lnTo>
                  <a:lnTo>
                    <a:pt x="5558483" y="1846569"/>
                  </a:lnTo>
                  <a:lnTo>
                    <a:pt x="5594115" y="1851414"/>
                  </a:lnTo>
                  <a:lnTo>
                    <a:pt x="5629746" y="1856211"/>
                  </a:lnTo>
                  <a:lnTo>
                    <a:pt x="5665377" y="1860959"/>
                  </a:lnTo>
                  <a:lnTo>
                    <a:pt x="5701009" y="1865660"/>
                  </a:lnTo>
                  <a:lnTo>
                    <a:pt x="5736640" y="1870314"/>
                  </a:lnTo>
                  <a:lnTo>
                    <a:pt x="5772271" y="1874920"/>
                  </a:lnTo>
                  <a:lnTo>
                    <a:pt x="5807903" y="1879481"/>
                  </a:lnTo>
                  <a:lnTo>
                    <a:pt x="5843534" y="1883996"/>
                  </a:lnTo>
                  <a:lnTo>
                    <a:pt x="5879165" y="1888465"/>
                  </a:lnTo>
                  <a:lnTo>
                    <a:pt x="5914796" y="1892890"/>
                  </a:lnTo>
                  <a:lnTo>
                    <a:pt x="5950428" y="1897270"/>
                  </a:lnTo>
                  <a:lnTo>
                    <a:pt x="5986059" y="1901606"/>
                  </a:lnTo>
                  <a:lnTo>
                    <a:pt x="6021690" y="1905899"/>
                  </a:lnTo>
                  <a:lnTo>
                    <a:pt x="6057322" y="1910148"/>
                  </a:lnTo>
                  <a:lnTo>
                    <a:pt x="6092953" y="1914355"/>
                  </a:lnTo>
                  <a:lnTo>
                    <a:pt x="6128584" y="1918520"/>
                  </a:lnTo>
                  <a:lnTo>
                    <a:pt x="6164216" y="1922643"/>
                  </a:lnTo>
                  <a:lnTo>
                    <a:pt x="6199847" y="1926724"/>
                  </a:lnTo>
                  <a:lnTo>
                    <a:pt x="6235478" y="1930765"/>
                  </a:lnTo>
                  <a:lnTo>
                    <a:pt x="6271110" y="1934765"/>
                  </a:lnTo>
                  <a:lnTo>
                    <a:pt x="6306741" y="1938724"/>
                  </a:lnTo>
                  <a:lnTo>
                    <a:pt x="6342372" y="1942644"/>
                  </a:lnTo>
                  <a:lnTo>
                    <a:pt x="6378003" y="1946525"/>
                  </a:lnTo>
                  <a:lnTo>
                    <a:pt x="6413635" y="1950367"/>
                  </a:lnTo>
                  <a:lnTo>
                    <a:pt x="6449266" y="1954170"/>
                  </a:lnTo>
                  <a:lnTo>
                    <a:pt x="6484897" y="1957935"/>
                  </a:lnTo>
                  <a:lnTo>
                    <a:pt x="6520529" y="1961662"/>
                  </a:lnTo>
                  <a:lnTo>
                    <a:pt x="6556160" y="1965352"/>
                  </a:lnTo>
                  <a:lnTo>
                    <a:pt x="6591791" y="1969005"/>
                  </a:lnTo>
                  <a:lnTo>
                    <a:pt x="6627423" y="1972621"/>
                  </a:lnTo>
                  <a:lnTo>
                    <a:pt x="6663054" y="1976200"/>
                  </a:lnTo>
                  <a:lnTo>
                    <a:pt x="6698685" y="1979744"/>
                  </a:lnTo>
                  <a:lnTo>
                    <a:pt x="6734317" y="1983252"/>
                  </a:lnTo>
                  <a:lnTo>
                    <a:pt x="6769948" y="1986725"/>
                  </a:lnTo>
                  <a:lnTo>
                    <a:pt x="6805579" y="1990163"/>
                  </a:lnTo>
                  <a:lnTo>
                    <a:pt x="6841210" y="1993567"/>
                  </a:lnTo>
                  <a:lnTo>
                    <a:pt x="6876842" y="1996936"/>
                  </a:lnTo>
                  <a:lnTo>
                    <a:pt x="6912473" y="2000272"/>
                  </a:lnTo>
                  <a:lnTo>
                    <a:pt x="6948104" y="2003574"/>
                  </a:lnTo>
                  <a:lnTo>
                    <a:pt x="6983736" y="2006843"/>
                  </a:lnTo>
                  <a:lnTo>
                    <a:pt x="7019367" y="2010079"/>
                  </a:lnTo>
                  <a:lnTo>
                    <a:pt x="7054998" y="2013283"/>
                  </a:lnTo>
                  <a:lnTo>
                    <a:pt x="7090630" y="201645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4048316"/>
              <a:ext cx="7090630" cy="1357715"/>
            </a:xfrm>
            <a:custGeom>
              <a:avLst/>
              <a:pathLst>
                <a:path w="7090630" h="1357715">
                  <a:moveTo>
                    <a:pt x="0" y="0"/>
                  </a:moveTo>
                  <a:lnTo>
                    <a:pt x="35631" y="4931"/>
                  </a:lnTo>
                  <a:lnTo>
                    <a:pt x="71262" y="9846"/>
                  </a:lnTo>
                  <a:lnTo>
                    <a:pt x="106893" y="14745"/>
                  </a:lnTo>
                  <a:lnTo>
                    <a:pt x="142525" y="19629"/>
                  </a:lnTo>
                  <a:lnTo>
                    <a:pt x="178156" y="24497"/>
                  </a:lnTo>
                  <a:lnTo>
                    <a:pt x="213787" y="29349"/>
                  </a:lnTo>
                  <a:lnTo>
                    <a:pt x="249419" y="34185"/>
                  </a:lnTo>
                  <a:lnTo>
                    <a:pt x="285050" y="39006"/>
                  </a:lnTo>
                  <a:lnTo>
                    <a:pt x="320681" y="43812"/>
                  </a:lnTo>
                  <a:lnTo>
                    <a:pt x="356313" y="48602"/>
                  </a:lnTo>
                  <a:lnTo>
                    <a:pt x="391944" y="53376"/>
                  </a:lnTo>
                  <a:lnTo>
                    <a:pt x="427575" y="58136"/>
                  </a:lnTo>
                  <a:lnTo>
                    <a:pt x="463206" y="62879"/>
                  </a:lnTo>
                  <a:lnTo>
                    <a:pt x="498838" y="67608"/>
                  </a:lnTo>
                  <a:lnTo>
                    <a:pt x="534469" y="72321"/>
                  </a:lnTo>
                  <a:lnTo>
                    <a:pt x="570100" y="77020"/>
                  </a:lnTo>
                  <a:lnTo>
                    <a:pt x="605732" y="81703"/>
                  </a:lnTo>
                  <a:lnTo>
                    <a:pt x="641363" y="86371"/>
                  </a:lnTo>
                  <a:lnTo>
                    <a:pt x="676994" y="91024"/>
                  </a:lnTo>
                  <a:lnTo>
                    <a:pt x="712626" y="95662"/>
                  </a:lnTo>
                  <a:lnTo>
                    <a:pt x="748257" y="100285"/>
                  </a:lnTo>
                  <a:lnTo>
                    <a:pt x="783888" y="104893"/>
                  </a:lnTo>
                  <a:lnTo>
                    <a:pt x="819520" y="109486"/>
                  </a:lnTo>
                  <a:lnTo>
                    <a:pt x="855151" y="114065"/>
                  </a:lnTo>
                  <a:lnTo>
                    <a:pt x="890782" y="118629"/>
                  </a:lnTo>
                  <a:lnTo>
                    <a:pt x="926413" y="123178"/>
                  </a:lnTo>
                  <a:lnTo>
                    <a:pt x="962045" y="127712"/>
                  </a:lnTo>
                  <a:lnTo>
                    <a:pt x="997676" y="132232"/>
                  </a:lnTo>
                  <a:lnTo>
                    <a:pt x="1033307" y="136739"/>
                  </a:lnTo>
                  <a:lnTo>
                    <a:pt x="1068939" y="141236"/>
                  </a:lnTo>
                  <a:lnTo>
                    <a:pt x="1104570" y="145728"/>
                  </a:lnTo>
                  <a:lnTo>
                    <a:pt x="1140201" y="150220"/>
                  </a:lnTo>
                  <a:lnTo>
                    <a:pt x="1175833" y="154717"/>
                  </a:lnTo>
                  <a:lnTo>
                    <a:pt x="1211464" y="159222"/>
                  </a:lnTo>
                  <a:lnTo>
                    <a:pt x="1247095" y="163741"/>
                  </a:lnTo>
                  <a:lnTo>
                    <a:pt x="1282727" y="168277"/>
                  </a:lnTo>
                  <a:lnTo>
                    <a:pt x="1318358" y="172836"/>
                  </a:lnTo>
                  <a:lnTo>
                    <a:pt x="1353989" y="177420"/>
                  </a:lnTo>
                  <a:lnTo>
                    <a:pt x="1389620" y="182034"/>
                  </a:lnTo>
                  <a:lnTo>
                    <a:pt x="1425252" y="186683"/>
                  </a:lnTo>
                  <a:lnTo>
                    <a:pt x="1460883" y="191370"/>
                  </a:lnTo>
                  <a:lnTo>
                    <a:pt x="1496514" y="196099"/>
                  </a:lnTo>
                  <a:lnTo>
                    <a:pt x="1532146" y="200874"/>
                  </a:lnTo>
                  <a:lnTo>
                    <a:pt x="1567777" y="205700"/>
                  </a:lnTo>
                  <a:lnTo>
                    <a:pt x="1603408" y="210579"/>
                  </a:lnTo>
                  <a:lnTo>
                    <a:pt x="1639040" y="215515"/>
                  </a:lnTo>
                  <a:lnTo>
                    <a:pt x="1674671" y="220512"/>
                  </a:lnTo>
                  <a:lnTo>
                    <a:pt x="1710302" y="225574"/>
                  </a:lnTo>
                  <a:lnTo>
                    <a:pt x="1745934" y="230704"/>
                  </a:lnTo>
                  <a:lnTo>
                    <a:pt x="1781565" y="235905"/>
                  </a:lnTo>
                  <a:lnTo>
                    <a:pt x="1817196" y="241181"/>
                  </a:lnTo>
                  <a:lnTo>
                    <a:pt x="1852827" y="246535"/>
                  </a:lnTo>
                  <a:lnTo>
                    <a:pt x="1888459" y="251969"/>
                  </a:lnTo>
                  <a:lnTo>
                    <a:pt x="1924090" y="257488"/>
                  </a:lnTo>
                  <a:lnTo>
                    <a:pt x="1959721" y="263094"/>
                  </a:lnTo>
                  <a:lnTo>
                    <a:pt x="1995353" y="268790"/>
                  </a:lnTo>
                  <a:lnTo>
                    <a:pt x="2030984" y="274578"/>
                  </a:lnTo>
                  <a:lnTo>
                    <a:pt x="2066615" y="280461"/>
                  </a:lnTo>
                  <a:lnTo>
                    <a:pt x="2102247" y="286443"/>
                  </a:lnTo>
                  <a:lnTo>
                    <a:pt x="2137878" y="292525"/>
                  </a:lnTo>
                  <a:lnTo>
                    <a:pt x="2173509" y="298709"/>
                  </a:lnTo>
                  <a:lnTo>
                    <a:pt x="2209141" y="304999"/>
                  </a:lnTo>
                  <a:lnTo>
                    <a:pt x="2244772" y="311395"/>
                  </a:lnTo>
                  <a:lnTo>
                    <a:pt x="2280403" y="317901"/>
                  </a:lnTo>
                  <a:lnTo>
                    <a:pt x="2316034" y="324518"/>
                  </a:lnTo>
                  <a:lnTo>
                    <a:pt x="2351666" y="331248"/>
                  </a:lnTo>
                  <a:lnTo>
                    <a:pt x="2387297" y="338092"/>
                  </a:lnTo>
                  <a:lnTo>
                    <a:pt x="2422928" y="345053"/>
                  </a:lnTo>
                  <a:lnTo>
                    <a:pt x="2458560" y="352132"/>
                  </a:lnTo>
                  <a:lnTo>
                    <a:pt x="2494191" y="359329"/>
                  </a:lnTo>
                  <a:lnTo>
                    <a:pt x="2529822" y="366646"/>
                  </a:lnTo>
                  <a:lnTo>
                    <a:pt x="2565454" y="374085"/>
                  </a:lnTo>
                  <a:lnTo>
                    <a:pt x="2601085" y="381646"/>
                  </a:lnTo>
                  <a:lnTo>
                    <a:pt x="2636716" y="389330"/>
                  </a:lnTo>
                  <a:lnTo>
                    <a:pt x="2672348" y="397138"/>
                  </a:lnTo>
                  <a:lnTo>
                    <a:pt x="2707979" y="405069"/>
                  </a:lnTo>
                  <a:lnTo>
                    <a:pt x="2743610" y="413125"/>
                  </a:lnTo>
                  <a:lnTo>
                    <a:pt x="2779241" y="421307"/>
                  </a:lnTo>
                  <a:lnTo>
                    <a:pt x="2814873" y="429612"/>
                  </a:lnTo>
                  <a:lnTo>
                    <a:pt x="2850504" y="438043"/>
                  </a:lnTo>
                  <a:lnTo>
                    <a:pt x="2886135" y="446598"/>
                  </a:lnTo>
                  <a:lnTo>
                    <a:pt x="2921767" y="455278"/>
                  </a:lnTo>
                  <a:lnTo>
                    <a:pt x="2957398" y="464082"/>
                  </a:lnTo>
                  <a:lnTo>
                    <a:pt x="2993029" y="473008"/>
                  </a:lnTo>
                  <a:lnTo>
                    <a:pt x="3028661" y="482057"/>
                  </a:lnTo>
                  <a:lnTo>
                    <a:pt x="3064292" y="491227"/>
                  </a:lnTo>
                  <a:lnTo>
                    <a:pt x="3099923" y="500518"/>
                  </a:lnTo>
                  <a:lnTo>
                    <a:pt x="3135555" y="509927"/>
                  </a:lnTo>
                  <a:lnTo>
                    <a:pt x="3171186" y="519455"/>
                  </a:lnTo>
                  <a:lnTo>
                    <a:pt x="3206817" y="529098"/>
                  </a:lnTo>
                  <a:lnTo>
                    <a:pt x="3242448" y="538856"/>
                  </a:lnTo>
                  <a:lnTo>
                    <a:pt x="3278080" y="548726"/>
                  </a:lnTo>
                  <a:lnTo>
                    <a:pt x="3313711" y="558707"/>
                  </a:lnTo>
                  <a:lnTo>
                    <a:pt x="3349342" y="568796"/>
                  </a:lnTo>
                  <a:lnTo>
                    <a:pt x="3384974" y="578991"/>
                  </a:lnTo>
                  <a:lnTo>
                    <a:pt x="3420605" y="589289"/>
                  </a:lnTo>
                  <a:lnTo>
                    <a:pt x="3456236" y="599689"/>
                  </a:lnTo>
                  <a:lnTo>
                    <a:pt x="3491868" y="610187"/>
                  </a:lnTo>
                  <a:lnTo>
                    <a:pt x="3527499" y="620778"/>
                  </a:lnTo>
                  <a:lnTo>
                    <a:pt x="3563130" y="631452"/>
                  </a:lnTo>
                  <a:lnTo>
                    <a:pt x="3598762" y="642200"/>
                  </a:lnTo>
                  <a:lnTo>
                    <a:pt x="3634393" y="653011"/>
                  </a:lnTo>
                  <a:lnTo>
                    <a:pt x="3670024" y="663875"/>
                  </a:lnTo>
                  <a:lnTo>
                    <a:pt x="3705655" y="674782"/>
                  </a:lnTo>
                  <a:lnTo>
                    <a:pt x="3741287" y="685724"/>
                  </a:lnTo>
                  <a:lnTo>
                    <a:pt x="3776918" y="696692"/>
                  </a:lnTo>
                  <a:lnTo>
                    <a:pt x="3812549" y="707677"/>
                  </a:lnTo>
                  <a:lnTo>
                    <a:pt x="3848181" y="718669"/>
                  </a:lnTo>
                  <a:lnTo>
                    <a:pt x="3883812" y="729662"/>
                  </a:lnTo>
                  <a:lnTo>
                    <a:pt x="3919443" y="740646"/>
                  </a:lnTo>
                  <a:lnTo>
                    <a:pt x="3955075" y="751615"/>
                  </a:lnTo>
                  <a:lnTo>
                    <a:pt x="3990706" y="762561"/>
                  </a:lnTo>
                  <a:lnTo>
                    <a:pt x="4026337" y="773477"/>
                  </a:lnTo>
                  <a:lnTo>
                    <a:pt x="4061968" y="784356"/>
                  </a:lnTo>
                  <a:lnTo>
                    <a:pt x="4097600" y="795191"/>
                  </a:lnTo>
                  <a:lnTo>
                    <a:pt x="4133231" y="805977"/>
                  </a:lnTo>
                  <a:lnTo>
                    <a:pt x="4168862" y="816707"/>
                  </a:lnTo>
                  <a:lnTo>
                    <a:pt x="4204494" y="827375"/>
                  </a:lnTo>
                  <a:lnTo>
                    <a:pt x="4240125" y="837976"/>
                  </a:lnTo>
                  <a:lnTo>
                    <a:pt x="4275756" y="848505"/>
                  </a:lnTo>
                  <a:lnTo>
                    <a:pt x="4311388" y="858956"/>
                  </a:lnTo>
                  <a:lnTo>
                    <a:pt x="4347019" y="869326"/>
                  </a:lnTo>
                  <a:lnTo>
                    <a:pt x="4382650" y="879610"/>
                  </a:lnTo>
                  <a:lnTo>
                    <a:pt x="4418282" y="889803"/>
                  </a:lnTo>
                  <a:lnTo>
                    <a:pt x="4453913" y="899902"/>
                  </a:lnTo>
                  <a:lnTo>
                    <a:pt x="4489544" y="909903"/>
                  </a:lnTo>
                  <a:lnTo>
                    <a:pt x="4525175" y="919802"/>
                  </a:lnTo>
                  <a:lnTo>
                    <a:pt x="4560807" y="929596"/>
                  </a:lnTo>
                  <a:lnTo>
                    <a:pt x="4596438" y="939283"/>
                  </a:lnTo>
                  <a:lnTo>
                    <a:pt x="4632069" y="948860"/>
                  </a:lnTo>
                  <a:lnTo>
                    <a:pt x="4667701" y="958323"/>
                  </a:lnTo>
                  <a:lnTo>
                    <a:pt x="4703332" y="967671"/>
                  </a:lnTo>
                  <a:lnTo>
                    <a:pt x="4738963" y="976901"/>
                  </a:lnTo>
                  <a:lnTo>
                    <a:pt x="4774595" y="986012"/>
                  </a:lnTo>
                  <a:lnTo>
                    <a:pt x="4810226" y="995002"/>
                  </a:lnTo>
                  <a:lnTo>
                    <a:pt x="4845857" y="1003870"/>
                  </a:lnTo>
                  <a:lnTo>
                    <a:pt x="4881489" y="1012617"/>
                  </a:lnTo>
                  <a:lnTo>
                    <a:pt x="4917120" y="1021243"/>
                  </a:lnTo>
                  <a:lnTo>
                    <a:pt x="4952751" y="1029750"/>
                  </a:lnTo>
                  <a:lnTo>
                    <a:pt x="4988382" y="1038138"/>
                  </a:lnTo>
                  <a:lnTo>
                    <a:pt x="5024014" y="1046408"/>
                  </a:lnTo>
                  <a:lnTo>
                    <a:pt x="5059645" y="1054561"/>
                  </a:lnTo>
                  <a:lnTo>
                    <a:pt x="5095276" y="1062597"/>
                  </a:lnTo>
                  <a:lnTo>
                    <a:pt x="5130908" y="1070517"/>
                  </a:lnTo>
                  <a:lnTo>
                    <a:pt x="5166539" y="1078323"/>
                  </a:lnTo>
                  <a:lnTo>
                    <a:pt x="5202170" y="1086014"/>
                  </a:lnTo>
                  <a:lnTo>
                    <a:pt x="5237802" y="1093592"/>
                  </a:lnTo>
                  <a:lnTo>
                    <a:pt x="5273433" y="1101059"/>
                  </a:lnTo>
                  <a:lnTo>
                    <a:pt x="5309064" y="1108414"/>
                  </a:lnTo>
                  <a:lnTo>
                    <a:pt x="5344696" y="1115658"/>
                  </a:lnTo>
                  <a:lnTo>
                    <a:pt x="5380327" y="1122794"/>
                  </a:lnTo>
                  <a:lnTo>
                    <a:pt x="5415958" y="1129821"/>
                  </a:lnTo>
                  <a:lnTo>
                    <a:pt x="5451589" y="1136741"/>
                  </a:lnTo>
                  <a:lnTo>
                    <a:pt x="5487221" y="1143555"/>
                  </a:lnTo>
                  <a:lnTo>
                    <a:pt x="5522852" y="1150263"/>
                  </a:lnTo>
                  <a:lnTo>
                    <a:pt x="5558483" y="1156867"/>
                  </a:lnTo>
                  <a:lnTo>
                    <a:pt x="5594115" y="1163368"/>
                  </a:lnTo>
                  <a:lnTo>
                    <a:pt x="5629746" y="1169767"/>
                  </a:lnTo>
                  <a:lnTo>
                    <a:pt x="5665377" y="1176065"/>
                  </a:lnTo>
                  <a:lnTo>
                    <a:pt x="5701009" y="1182263"/>
                  </a:lnTo>
                  <a:lnTo>
                    <a:pt x="5736640" y="1188362"/>
                  </a:lnTo>
                  <a:lnTo>
                    <a:pt x="5772271" y="1194363"/>
                  </a:lnTo>
                  <a:lnTo>
                    <a:pt x="5807903" y="1200268"/>
                  </a:lnTo>
                  <a:lnTo>
                    <a:pt x="5843534" y="1206077"/>
                  </a:lnTo>
                  <a:lnTo>
                    <a:pt x="5879165" y="1211791"/>
                  </a:lnTo>
                  <a:lnTo>
                    <a:pt x="5914796" y="1217413"/>
                  </a:lnTo>
                  <a:lnTo>
                    <a:pt x="5950428" y="1222941"/>
                  </a:lnTo>
                  <a:lnTo>
                    <a:pt x="5986059" y="1228379"/>
                  </a:lnTo>
                  <a:lnTo>
                    <a:pt x="6021690" y="1233727"/>
                  </a:lnTo>
                  <a:lnTo>
                    <a:pt x="6057322" y="1238985"/>
                  </a:lnTo>
                  <a:lnTo>
                    <a:pt x="6092953" y="1244156"/>
                  </a:lnTo>
                  <a:lnTo>
                    <a:pt x="6128584" y="1249240"/>
                  </a:lnTo>
                  <a:lnTo>
                    <a:pt x="6164216" y="1254238"/>
                  </a:lnTo>
                  <a:lnTo>
                    <a:pt x="6199847" y="1259152"/>
                  </a:lnTo>
                  <a:lnTo>
                    <a:pt x="6235478" y="1263983"/>
                  </a:lnTo>
                  <a:lnTo>
                    <a:pt x="6271110" y="1268731"/>
                  </a:lnTo>
                  <a:lnTo>
                    <a:pt x="6306741" y="1273398"/>
                  </a:lnTo>
                  <a:lnTo>
                    <a:pt x="6342372" y="1277985"/>
                  </a:lnTo>
                  <a:lnTo>
                    <a:pt x="6378003" y="1282493"/>
                  </a:lnTo>
                  <a:lnTo>
                    <a:pt x="6413635" y="1286922"/>
                  </a:lnTo>
                  <a:lnTo>
                    <a:pt x="6449266" y="1291275"/>
                  </a:lnTo>
                  <a:lnTo>
                    <a:pt x="6484897" y="1295553"/>
                  </a:lnTo>
                  <a:lnTo>
                    <a:pt x="6520529" y="1299755"/>
                  </a:lnTo>
                  <a:lnTo>
                    <a:pt x="6556160" y="1303884"/>
                  </a:lnTo>
                  <a:lnTo>
                    <a:pt x="6591791" y="1307941"/>
                  </a:lnTo>
                  <a:lnTo>
                    <a:pt x="6627423" y="1311925"/>
                  </a:lnTo>
                  <a:lnTo>
                    <a:pt x="6663054" y="1315840"/>
                  </a:lnTo>
                  <a:lnTo>
                    <a:pt x="6698685" y="1319685"/>
                  </a:lnTo>
                  <a:lnTo>
                    <a:pt x="6734317" y="1323461"/>
                  </a:lnTo>
                  <a:lnTo>
                    <a:pt x="6769948" y="1327170"/>
                  </a:lnTo>
                  <a:lnTo>
                    <a:pt x="6805579" y="1330813"/>
                  </a:lnTo>
                  <a:lnTo>
                    <a:pt x="6841210" y="1334391"/>
                  </a:lnTo>
                  <a:lnTo>
                    <a:pt x="6876842" y="1337906"/>
                  </a:lnTo>
                  <a:lnTo>
                    <a:pt x="6912473" y="1341357"/>
                  </a:lnTo>
                  <a:lnTo>
                    <a:pt x="6948104" y="1344748"/>
                  </a:lnTo>
                  <a:lnTo>
                    <a:pt x="6983736" y="1348077"/>
                  </a:lnTo>
                  <a:lnTo>
                    <a:pt x="7019367" y="1351348"/>
                  </a:lnTo>
                  <a:lnTo>
                    <a:pt x="7054998" y="1354560"/>
                  </a:lnTo>
                  <a:lnTo>
                    <a:pt x="7090630" y="1357715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3601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165601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656882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962846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892587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692708" y="553982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48235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410717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339085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92708" y="267452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7" name="tx57"/>
            <p:cNvSpPr/>
            <p:nvPr/>
          </p:nvSpPr>
          <p:spPr>
            <a:xfrm rot="-5400000">
              <a:off x="68446" y="4097119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41141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64966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608241" y="2212769"/>
              <a:ext cx="56519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Linear term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532066" y="2212769"/>
              <a:ext cx="158346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Restricted cubic spline (4 knots)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17517" y="1896563"/>
              <a:ext cx="562246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Spline: p non-linear = 0.256 (2 df), p overall = 0.005 (3 df)  |  Linear: subHR per 10 % decline = 1.26 (1.11-1.43)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17517" y="1669789"/>
              <a:ext cx="92189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2026-10-05T07:55:21Z</dcterms:modified>
  <cp:category/>
</cp:coreProperties>
</file>