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197102"/>
            </a:xfrm>
            <a:custGeom>
              <a:avLst/>
              <a:pathLst>
                <a:path w="7090630" h="3197102">
                  <a:moveTo>
                    <a:pt x="1467539" y="0"/>
                  </a:moveTo>
                  <a:lnTo>
                    <a:pt x="1496514" y="51596"/>
                  </a:lnTo>
                  <a:lnTo>
                    <a:pt x="1532146" y="113854"/>
                  </a:lnTo>
                  <a:lnTo>
                    <a:pt x="1567777" y="174943"/>
                  </a:lnTo>
                  <a:lnTo>
                    <a:pt x="1603408" y="234884"/>
                  </a:lnTo>
                  <a:lnTo>
                    <a:pt x="1639040" y="293699"/>
                  </a:lnTo>
                  <a:lnTo>
                    <a:pt x="1674671" y="351409"/>
                  </a:lnTo>
                  <a:lnTo>
                    <a:pt x="1710302" y="408035"/>
                  </a:lnTo>
                  <a:lnTo>
                    <a:pt x="1745934" y="463597"/>
                  </a:lnTo>
                  <a:lnTo>
                    <a:pt x="1781565" y="518116"/>
                  </a:lnTo>
                  <a:lnTo>
                    <a:pt x="1817196" y="571611"/>
                  </a:lnTo>
                  <a:lnTo>
                    <a:pt x="1852827" y="624100"/>
                  </a:lnTo>
                  <a:lnTo>
                    <a:pt x="1888459" y="675604"/>
                  </a:lnTo>
                  <a:lnTo>
                    <a:pt x="1924090" y="726140"/>
                  </a:lnTo>
                  <a:lnTo>
                    <a:pt x="1959721" y="775727"/>
                  </a:lnTo>
                  <a:lnTo>
                    <a:pt x="1995353" y="824383"/>
                  </a:lnTo>
                  <a:lnTo>
                    <a:pt x="2030984" y="872124"/>
                  </a:lnTo>
                  <a:lnTo>
                    <a:pt x="2066615" y="918969"/>
                  </a:lnTo>
                  <a:lnTo>
                    <a:pt x="2102247" y="964934"/>
                  </a:lnTo>
                  <a:lnTo>
                    <a:pt x="2137878" y="1010035"/>
                  </a:lnTo>
                  <a:lnTo>
                    <a:pt x="2173509" y="1054289"/>
                  </a:lnTo>
                  <a:lnTo>
                    <a:pt x="2209141" y="1097712"/>
                  </a:lnTo>
                  <a:lnTo>
                    <a:pt x="2244772" y="1140319"/>
                  </a:lnTo>
                  <a:lnTo>
                    <a:pt x="2280403" y="1182126"/>
                  </a:lnTo>
                  <a:lnTo>
                    <a:pt x="2316034" y="1223147"/>
                  </a:lnTo>
                  <a:lnTo>
                    <a:pt x="2351666" y="1263398"/>
                  </a:lnTo>
                  <a:lnTo>
                    <a:pt x="2387297" y="1302893"/>
                  </a:lnTo>
                  <a:lnTo>
                    <a:pt x="2422928" y="1341646"/>
                  </a:lnTo>
                  <a:lnTo>
                    <a:pt x="2458560" y="1379671"/>
                  </a:lnTo>
                  <a:lnTo>
                    <a:pt x="2494191" y="1416981"/>
                  </a:lnTo>
                  <a:lnTo>
                    <a:pt x="2529822" y="1453591"/>
                  </a:lnTo>
                  <a:lnTo>
                    <a:pt x="2565454" y="1489513"/>
                  </a:lnTo>
                  <a:lnTo>
                    <a:pt x="2601085" y="1524761"/>
                  </a:lnTo>
                  <a:lnTo>
                    <a:pt x="2636716" y="1559346"/>
                  </a:lnTo>
                  <a:lnTo>
                    <a:pt x="2672348" y="1593281"/>
                  </a:lnTo>
                  <a:lnTo>
                    <a:pt x="2707979" y="1626580"/>
                  </a:lnTo>
                  <a:lnTo>
                    <a:pt x="2743610" y="1659252"/>
                  </a:lnTo>
                  <a:lnTo>
                    <a:pt x="2779241" y="1691311"/>
                  </a:lnTo>
                  <a:lnTo>
                    <a:pt x="2814873" y="1722768"/>
                  </a:lnTo>
                  <a:lnTo>
                    <a:pt x="2850504" y="1753633"/>
                  </a:lnTo>
                  <a:lnTo>
                    <a:pt x="2886135" y="1783919"/>
                  </a:lnTo>
                  <a:lnTo>
                    <a:pt x="2921767" y="1813636"/>
                  </a:lnTo>
                  <a:lnTo>
                    <a:pt x="2957398" y="1842795"/>
                  </a:lnTo>
                  <a:lnTo>
                    <a:pt x="2993029" y="1871406"/>
                  </a:lnTo>
                  <a:lnTo>
                    <a:pt x="3028661" y="1899480"/>
                  </a:lnTo>
                  <a:lnTo>
                    <a:pt x="3064292" y="1927026"/>
                  </a:lnTo>
                  <a:lnTo>
                    <a:pt x="3099923" y="1954055"/>
                  </a:lnTo>
                  <a:lnTo>
                    <a:pt x="3135555" y="1980576"/>
                  </a:lnTo>
                  <a:lnTo>
                    <a:pt x="3171186" y="2006599"/>
                  </a:lnTo>
                  <a:lnTo>
                    <a:pt x="3206817" y="2032133"/>
                  </a:lnTo>
                  <a:lnTo>
                    <a:pt x="3242448" y="2057188"/>
                  </a:lnTo>
                  <a:lnTo>
                    <a:pt x="3278080" y="2081771"/>
                  </a:lnTo>
                  <a:lnTo>
                    <a:pt x="3313711" y="2105894"/>
                  </a:lnTo>
                  <a:lnTo>
                    <a:pt x="3349342" y="2129562"/>
                  </a:lnTo>
                  <a:lnTo>
                    <a:pt x="3384974" y="2152787"/>
                  </a:lnTo>
                  <a:lnTo>
                    <a:pt x="3420605" y="2175575"/>
                  </a:lnTo>
                  <a:lnTo>
                    <a:pt x="3456236" y="2197935"/>
                  </a:lnTo>
                  <a:lnTo>
                    <a:pt x="3491868" y="2219875"/>
                  </a:lnTo>
                  <a:lnTo>
                    <a:pt x="3527499" y="2241402"/>
                  </a:lnTo>
                  <a:lnTo>
                    <a:pt x="3563130" y="2262526"/>
                  </a:lnTo>
                  <a:lnTo>
                    <a:pt x="3598762" y="2283253"/>
                  </a:lnTo>
                  <a:lnTo>
                    <a:pt x="3634393" y="2303590"/>
                  </a:lnTo>
                  <a:lnTo>
                    <a:pt x="3670024" y="2323545"/>
                  </a:lnTo>
                  <a:lnTo>
                    <a:pt x="3705655" y="2343126"/>
                  </a:lnTo>
                  <a:lnTo>
                    <a:pt x="3741287" y="2362338"/>
                  </a:lnTo>
                  <a:lnTo>
                    <a:pt x="3776918" y="2381190"/>
                  </a:lnTo>
                  <a:lnTo>
                    <a:pt x="3812549" y="2399687"/>
                  </a:lnTo>
                  <a:lnTo>
                    <a:pt x="3848181" y="2417838"/>
                  </a:lnTo>
                  <a:lnTo>
                    <a:pt x="3883812" y="2435647"/>
                  </a:lnTo>
                  <a:lnTo>
                    <a:pt x="3919443" y="2453121"/>
                  </a:lnTo>
                  <a:lnTo>
                    <a:pt x="3955075" y="2470268"/>
                  </a:lnTo>
                  <a:lnTo>
                    <a:pt x="3990706" y="2487092"/>
                  </a:lnTo>
                  <a:lnTo>
                    <a:pt x="4026337" y="2503600"/>
                  </a:lnTo>
                  <a:lnTo>
                    <a:pt x="4061968" y="2519798"/>
                  </a:lnTo>
                  <a:lnTo>
                    <a:pt x="4097600" y="2535692"/>
                  </a:lnTo>
                  <a:lnTo>
                    <a:pt x="4133231" y="2551288"/>
                  </a:lnTo>
                  <a:lnTo>
                    <a:pt x="4168862" y="2565436"/>
                  </a:lnTo>
                  <a:lnTo>
                    <a:pt x="4204494" y="2572183"/>
                  </a:lnTo>
                  <a:lnTo>
                    <a:pt x="4240125" y="2578872"/>
                  </a:lnTo>
                  <a:lnTo>
                    <a:pt x="4275756" y="2585505"/>
                  </a:lnTo>
                  <a:lnTo>
                    <a:pt x="4311388" y="2592082"/>
                  </a:lnTo>
                  <a:lnTo>
                    <a:pt x="4347019" y="2598603"/>
                  </a:lnTo>
                  <a:lnTo>
                    <a:pt x="4382650" y="2605070"/>
                  </a:lnTo>
                  <a:lnTo>
                    <a:pt x="4418282" y="2611482"/>
                  </a:lnTo>
                  <a:lnTo>
                    <a:pt x="4453913" y="2617840"/>
                  </a:lnTo>
                  <a:lnTo>
                    <a:pt x="4489544" y="2624144"/>
                  </a:lnTo>
                  <a:lnTo>
                    <a:pt x="4525175" y="2630396"/>
                  </a:lnTo>
                  <a:lnTo>
                    <a:pt x="4560807" y="2636594"/>
                  </a:lnTo>
                  <a:lnTo>
                    <a:pt x="4596438" y="2642741"/>
                  </a:lnTo>
                  <a:lnTo>
                    <a:pt x="4632069" y="2648835"/>
                  </a:lnTo>
                  <a:lnTo>
                    <a:pt x="4667701" y="2654878"/>
                  </a:lnTo>
                  <a:lnTo>
                    <a:pt x="4703332" y="2660871"/>
                  </a:lnTo>
                  <a:lnTo>
                    <a:pt x="4738963" y="2666812"/>
                  </a:lnTo>
                  <a:lnTo>
                    <a:pt x="4774595" y="2672704"/>
                  </a:lnTo>
                  <a:lnTo>
                    <a:pt x="4810226" y="2678546"/>
                  </a:lnTo>
                  <a:lnTo>
                    <a:pt x="4845857" y="2684339"/>
                  </a:lnTo>
                  <a:lnTo>
                    <a:pt x="4881489" y="2690083"/>
                  </a:lnTo>
                  <a:lnTo>
                    <a:pt x="4917120" y="2695779"/>
                  </a:lnTo>
                  <a:lnTo>
                    <a:pt x="4952751" y="2701426"/>
                  </a:lnTo>
                  <a:lnTo>
                    <a:pt x="4988382" y="2707026"/>
                  </a:lnTo>
                  <a:lnTo>
                    <a:pt x="5024014" y="2712579"/>
                  </a:lnTo>
                  <a:lnTo>
                    <a:pt x="5059645" y="2718085"/>
                  </a:lnTo>
                  <a:lnTo>
                    <a:pt x="5095276" y="2723545"/>
                  </a:lnTo>
                  <a:lnTo>
                    <a:pt x="5130908" y="2728958"/>
                  </a:lnTo>
                  <a:lnTo>
                    <a:pt x="5166539" y="2734326"/>
                  </a:lnTo>
                  <a:lnTo>
                    <a:pt x="5202170" y="2739649"/>
                  </a:lnTo>
                  <a:lnTo>
                    <a:pt x="5237802" y="2744927"/>
                  </a:lnTo>
                  <a:lnTo>
                    <a:pt x="5273433" y="2750160"/>
                  </a:lnTo>
                  <a:lnTo>
                    <a:pt x="5309064" y="2755350"/>
                  </a:lnTo>
                  <a:lnTo>
                    <a:pt x="5344696" y="2760495"/>
                  </a:lnTo>
                  <a:lnTo>
                    <a:pt x="5380327" y="2765598"/>
                  </a:lnTo>
                  <a:lnTo>
                    <a:pt x="5415958" y="2770657"/>
                  </a:lnTo>
                  <a:lnTo>
                    <a:pt x="5451589" y="2775673"/>
                  </a:lnTo>
                  <a:lnTo>
                    <a:pt x="5487221" y="2780648"/>
                  </a:lnTo>
                  <a:lnTo>
                    <a:pt x="5522852" y="2785580"/>
                  </a:lnTo>
                  <a:lnTo>
                    <a:pt x="5558483" y="2790471"/>
                  </a:lnTo>
                  <a:lnTo>
                    <a:pt x="5594115" y="2795320"/>
                  </a:lnTo>
                  <a:lnTo>
                    <a:pt x="5629746" y="2800129"/>
                  </a:lnTo>
                  <a:lnTo>
                    <a:pt x="5665377" y="2804897"/>
                  </a:lnTo>
                  <a:lnTo>
                    <a:pt x="5701009" y="2809625"/>
                  </a:lnTo>
                  <a:lnTo>
                    <a:pt x="5736640" y="2814313"/>
                  </a:lnTo>
                  <a:lnTo>
                    <a:pt x="5772271" y="2818962"/>
                  </a:lnTo>
                  <a:lnTo>
                    <a:pt x="5807903" y="2823572"/>
                  </a:lnTo>
                  <a:lnTo>
                    <a:pt x="5843534" y="2828142"/>
                  </a:lnTo>
                  <a:lnTo>
                    <a:pt x="5879165" y="2832674"/>
                  </a:lnTo>
                  <a:lnTo>
                    <a:pt x="5914796" y="2837168"/>
                  </a:lnTo>
                  <a:lnTo>
                    <a:pt x="5950428" y="2841624"/>
                  </a:lnTo>
                  <a:lnTo>
                    <a:pt x="5986059" y="2846043"/>
                  </a:lnTo>
                  <a:lnTo>
                    <a:pt x="6021690" y="2850424"/>
                  </a:lnTo>
                  <a:lnTo>
                    <a:pt x="6057322" y="2854768"/>
                  </a:lnTo>
                  <a:lnTo>
                    <a:pt x="6092953" y="2859076"/>
                  </a:lnTo>
                  <a:lnTo>
                    <a:pt x="6128584" y="2863347"/>
                  </a:lnTo>
                  <a:lnTo>
                    <a:pt x="6164216" y="2867583"/>
                  </a:lnTo>
                  <a:lnTo>
                    <a:pt x="6199847" y="2871783"/>
                  </a:lnTo>
                  <a:lnTo>
                    <a:pt x="6235478" y="2875947"/>
                  </a:lnTo>
                  <a:lnTo>
                    <a:pt x="6271110" y="2880076"/>
                  </a:lnTo>
                  <a:lnTo>
                    <a:pt x="6306741" y="2884171"/>
                  </a:lnTo>
                  <a:lnTo>
                    <a:pt x="6342372" y="2888231"/>
                  </a:lnTo>
                  <a:lnTo>
                    <a:pt x="6378003" y="2892256"/>
                  </a:lnTo>
                  <a:lnTo>
                    <a:pt x="6413635" y="2896248"/>
                  </a:lnTo>
                  <a:lnTo>
                    <a:pt x="6449266" y="2900206"/>
                  </a:lnTo>
                  <a:lnTo>
                    <a:pt x="6484897" y="2904131"/>
                  </a:lnTo>
                  <a:lnTo>
                    <a:pt x="6520529" y="2908023"/>
                  </a:lnTo>
                  <a:lnTo>
                    <a:pt x="6556160" y="2911882"/>
                  </a:lnTo>
                  <a:lnTo>
                    <a:pt x="6591791" y="2915708"/>
                  </a:lnTo>
                  <a:lnTo>
                    <a:pt x="6627423" y="2919502"/>
                  </a:lnTo>
                  <a:lnTo>
                    <a:pt x="6663054" y="2923264"/>
                  </a:lnTo>
                  <a:lnTo>
                    <a:pt x="6698685" y="2926995"/>
                  </a:lnTo>
                  <a:lnTo>
                    <a:pt x="6734317" y="2930694"/>
                  </a:lnTo>
                  <a:lnTo>
                    <a:pt x="6769948" y="2934362"/>
                  </a:lnTo>
                  <a:lnTo>
                    <a:pt x="6805579" y="2937999"/>
                  </a:lnTo>
                  <a:lnTo>
                    <a:pt x="6841210" y="2941605"/>
                  </a:lnTo>
                  <a:lnTo>
                    <a:pt x="6876842" y="2945181"/>
                  </a:lnTo>
                  <a:lnTo>
                    <a:pt x="6912473" y="2948726"/>
                  </a:lnTo>
                  <a:lnTo>
                    <a:pt x="6948104" y="2952242"/>
                  </a:lnTo>
                  <a:lnTo>
                    <a:pt x="6983736" y="2955729"/>
                  </a:lnTo>
                  <a:lnTo>
                    <a:pt x="7019367" y="2959185"/>
                  </a:lnTo>
                  <a:lnTo>
                    <a:pt x="7054998" y="2962613"/>
                  </a:lnTo>
                  <a:lnTo>
                    <a:pt x="7090630" y="2966012"/>
                  </a:lnTo>
                  <a:lnTo>
                    <a:pt x="7090630" y="3197102"/>
                  </a:lnTo>
                  <a:lnTo>
                    <a:pt x="7054998" y="3193870"/>
                  </a:lnTo>
                  <a:lnTo>
                    <a:pt x="7019367" y="3190577"/>
                  </a:lnTo>
                  <a:lnTo>
                    <a:pt x="6983736" y="3187220"/>
                  </a:lnTo>
                  <a:lnTo>
                    <a:pt x="6948104" y="3183799"/>
                  </a:lnTo>
                  <a:lnTo>
                    <a:pt x="6912473" y="3180313"/>
                  </a:lnTo>
                  <a:lnTo>
                    <a:pt x="6876842" y="3176760"/>
                  </a:lnTo>
                  <a:lnTo>
                    <a:pt x="6841210" y="3173138"/>
                  </a:lnTo>
                  <a:lnTo>
                    <a:pt x="6805579" y="3169448"/>
                  </a:lnTo>
                  <a:lnTo>
                    <a:pt x="6769948" y="3165687"/>
                  </a:lnTo>
                  <a:lnTo>
                    <a:pt x="6734317" y="3161853"/>
                  </a:lnTo>
                  <a:lnTo>
                    <a:pt x="6698685" y="3157947"/>
                  </a:lnTo>
                  <a:lnTo>
                    <a:pt x="6663054" y="3153966"/>
                  </a:lnTo>
                  <a:lnTo>
                    <a:pt x="6627423" y="3149908"/>
                  </a:lnTo>
                  <a:lnTo>
                    <a:pt x="6591791" y="3145773"/>
                  </a:lnTo>
                  <a:lnTo>
                    <a:pt x="6556160" y="3141558"/>
                  </a:lnTo>
                  <a:lnTo>
                    <a:pt x="6520529" y="3137263"/>
                  </a:lnTo>
                  <a:lnTo>
                    <a:pt x="6484897" y="3132886"/>
                  </a:lnTo>
                  <a:lnTo>
                    <a:pt x="6449266" y="3128425"/>
                  </a:lnTo>
                  <a:lnTo>
                    <a:pt x="6413635" y="3123878"/>
                  </a:lnTo>
                  <a:lnTo>
                    <a:pt x="6378003" y="3119245"/>
                  </a:lnTo>
                  <a:lnTo>
                    <a:pt x="6342372" y="3114523"/>
                  </a:lnTo>
                  <a:lnTo>
                    <a:pt x="6306741" y="3109710"/>
                  </a:lnTo>
                  <a:lnTo>
                    <a:pt x="6271110" y="3104805"/>
                  </a:lnTo>
                  <a:lnTo>
                    <a:pt x="6235478" y="3099806"/>
                  </a:lnTo>
                  <a:lnTo>
                    <a:pt x="6199847" y="3094712"/>
                  </a:lnTo>
                  <a:lnTo>
                    <a:pt x="6164216" y="3089520"/>
                  </a:lnTo>
                  <a:lnTo>
                    <a:pt x="6128584" y="3084229"/>
                  </a:lnTo>
                  <a:lnTo>
                    <a:pt x="6092953" y="3078836"/>
                  </a:lnTo>
                  <a:lnTo>
                    <a:pt x="6057322" y="3073340"/>
                  </a:lnTo>
                  <a:lnTo>
                    <a:pt x="6021690" y="3067739"/>
                  </a:lnTo>
                  <a:lnTo>
                    <a:pt x="5986059" y="3062031"/>
                  </a:lnTo>
                  <a:lnTo>
                    <a:pt x="5950428" y="3056213"/>
                  </a:lnTo>
                  <a:lnTo>
                    <a:pt x="5914796" y="3050284"/>
                  </a:lnTo>
                  <a:lnTo>
                    <a:pt x="5879165" y="3044242"/>
                  </a:lnTo>
                  <a:lnTo>
                    <a:pt x="5843534" y="3038084"/>
                  </a:lnTo>
                  <a:lnTo>
                    <a:pt x="5807903" y="3031808"/>
                  </a:lnTo>
                  <a:lnTo>
                    <a:pt x="5772271" y="3025412"/>
                  </a:lnTo>
                  <a:lnTo>
                    <a:pt x="5736640" y="3018893"/>
                  </a:lnTo>
                  <a:lnTo>
                    <a:pt x="5701009" y="3012249"/>
                  </a:lnTo>
                  <a:lnTo>
                    <a:pt x="5665377" y="3005479"/>
                  </a:lnTo>
                  <a:lnTo>
                    <a:pt x="5629746" y="2998579"/>
                  </a:lnTo>
                  <a:lnTo>
                    <a:pt x="5594115" y="2991546"/>
                  </a:lnTo>
                  <a:lnTo>
                    <a:pt x="5558483" y="2984379"/>
                  </a:lnTo>
                  <a:lnTo>
                    <a:pt x="5522852" y="2977075"/>
                  </a:lnTo>
                  <a:lnTo>
                    <a:pt x="5487221" y="2969631"/>
                  </a:lnTo>
                  <a:lnTo>
                    <a:pt x="5451589" y="2962045"/>
                  </a:lnTo>
                  <a:lnTo>
                    <a:pt x="5415958" y="2954313"/>
                  </a:lnTo>
                  <a:lnTo>
                    <a:pt x="5380327" y="2946433"/>
                  </a:lnTo>
                  <a:lnTo>
                    <a:pt x="5344696" y="2938403"/>
                  </a:lnTo>
                  <a:lnTo>
                    <a:pt x="5309064" y="2930218"/>
                  </a:lnTo>
                  <a:lnTo>
                    <a:pt x="5273433" y="2921877"/>
                  </a:lnTo>
                  <a:lnTo>
                    <a:pt x="5237802" y="2913377"/>
                  </a:lnTo>
                  <a:lnTo>
                    <a:pt x="5202170" y="2904713"/>
                  </a:lnTo>
                  <a:lnTo>
                    <a:pt x="5166539" y="2895884"/>
                  </a:lnTo>
                  <a:lnTo>
                    <a:pt x="5130908" y="2886886"/>
                  </a:lnTo>
                  <a:lnTo>
                    <a:pt x="5095276" y="2877715"/>
                  </a:lnTo>
                  <a:lnTo>
                    <a:pt x="5059645" y="2868369"/>
                  </a:lnTo>
                  <a:lnTo>
                    <a:pt x="5024014" y="2858844"/>
                  </a:lnTo>
                  <a:lnTo>
                    <a:pt x="4988382" y="2849136"/>
                  </a:lnTo>
                  <a:lnTo>
                    <a:pt x="4952751" y="2839243"/>
                  </a:lnTo>
                  <a:lnTo>
                    <a:pt x="4917120" y="2829160"/>
                  </a:lnTo>
                  <a:lnTo>
                    <a:pt x="4881489" y="2818885"/>
                  </a:lnTo>
                  <a:lnTo>
                    <a:pt x="4845857" y="2808412"/>
                  </a:lnTo>
                  <a:lnTo>
                    <a:pt x="4810226" y="2797739"/>
                  </a:lnTo>
                  <a:lnTo>
                    <a:pt x="4774595" y="2786862"/>
                  </a:lnTo>
                  <a:lnTo>
                    <a:pt x="4738963" y="2775777"/>
                  </a:lnTo>
                  <a:lnTo>
                    <a:pt x="4703332" y="2764479"/>
                  </a:lnTo>
                  <a:lnTo>
                    <a:pt x="4667701" y="2752965"/>
                  </a:lnTo>
                  <a:lnTo>
                    <a:pt x="4632069" y="2741231"/>
                  </a:lnTo>
                  <a:lnTo>
                    <a:pt x="4596438" y="2729272"/>
                  </a:lnTo>
                  <a:lnTo>
                    <a:pt x="4560807" y="2717084"/>
                  </a:lnTo>
                  <a:lnTo>
                    <a:pt x="4525175" y="2704662"/>
                  </a:lnTo>
                  <a:lnTo>
                    <a:pt x="4489544" y="2692003"/>
                  </a:lnTo>
                  <a:lnTo>
                    <a:pt x="4453913" y="2679102"/>
                  </a:lnTo>
                  <a:lnTo>
                    <a:pt x="4418282" y="2665954"/>
                  </a:lnTo>
                  <a:lnTo>
                    <a:pt x="4382650" y="2652553"/>
                  </a:lnTo>
                  <a:lnTo>
                    <a:pt x="4347019" y="2638897"/>
                  </a:lnTo>
                  <a:lnTo>
                    <a:pt x="4311388" y="2624979"/>
                  </a:lnTo>
                  <a:lnTo>
                    <a:pt x="4275756" y="2610794"/>
                  </a:lnTo>
                  <a:lnTo>
                    <a:pt x="4240125" y="2596338"/>
                  </a:lnTo>
                  <a:lnTo>
                    <a:pt x="4204494" y="2581605"/>
                  </a:lnTo>
                  <a:lnTo>
                    <a:pt x="4168862" y="2566590"/>
                  </a:lnTo>
                  <a:lnTo>
                    <a:pt x="4133231" y="2558633"/>
                  </a:lnTo>
                  <a:lnTo>
                    <a:pt x="4097600" y="2551772"/>
                  </a:lnTo>
                  <a:lnTo>
                    <a:pt x="4061968" y="2544852"/>
                  </a:lnTo>
                  <a:lnTo>
                    <a:pt x="4026337" y="2537874"/>
                  </a:lnTo>
                  <a:lnTo>
                    <a:pt x="3990706" y="2530836"/>
                  </a:lnTo>
                  <a:lnTo>
                    <a:pt x="3955075" y="2523739"/>
                  </a:lnTo>
                  <a:lnTo>
                    <a:pt x="3919443" y="2516581"/>
                  </a:lnTo>
                  <a:lnTo>
                    <a:pt x="3883812" y="2509362"/>
                  </a:lnTo>
                  <a:lnTo>
                    <a:pt x="3848181" y="2502082"/>
                  </a:lnTo>
                  <a:lnTo>
                    <a:pt x="3812549" y="2494740"/>
                  </a:lnTo>
                  <a:lnTo>
                    <a:pt x="3776918" y="2487336"/>
                  </a:lnTo>
                  <a:lnTo>
                    <a:pt x="3741287" y="2479869"/>
                  </a:lnTo>
                  <a:lnTo>
                    <a:pt x="3705655" y="2472338"/>
                  </a:lnTo>
                  <a:lnTo>
                    <a:pt x="3670024" y="2464744"/>
                  </a:lnTo>
                  <a:lnTo>
                    <a:pt x="3634393" y="2457084"/>
                  </a:lnTo>
                  <a:lnTo>
                    <a:pt x="3598762" y="2449360"/>
                  </a:lnTo>
                  <a:lnTo>
                    <a:pt x="3563130" y="2441570"/>
                  </a:lnTo>
                  <a:lnTo>
                    <a:pt x="3527499" y="2433714"/>
                  </a:lnTo>
                  <a:lnTo>
                    <a:pt x="3491868" y="2425791"/>
                  </a:lnTo>
                  <a:lnTo>
                    <a:pt x="3456236" y="2417801"/>
                  </a:lnTo>
                  <a:lnTo>
                    <a:pt x="3420605" y="2409742"/>
                  </a:lnTo>
                  <a:lnTo>
                    <a:pt x="3384974" y="2401616"/>
                  </a:lnTo>
                  <a:lnTo>
                    <a:pt x="3349342" y="2393420"/>
                  </a:lnTo>
                  <a:lnTo>
                    <a:pt x="3313711" y="2385154"/>
                  </a:lnTo>
                  <a:lnTo>
                    <a:pt x="3278080" y="2376819"/>
                  </a:lnTo>
                  <a:lnTo>
                    <a:pt x="3242448" y="2368412"/>
                  </a:lnTo>
                  <a:lnTo>
                    <a:pt x="3206817" y="2359934"/>
                  </a:lnTo>
                  <a:lnTo>
                    <a:pt x="3171186" y="2351384"/>
                  </a:lnTo>
                  <a:lnTo>
                    <a:pt x="3135555" y="2342762"/>
                  </a:lnTo>
                  <a:lnTo>
                    <a:pt x="3099923" y="2334066"/>
                  </a:lnTo>
                  <a:lnTo>
                    <a:pt x="3064292" y="2325296"/>
                  </a:lnTo>
                  <a:lnTo>
                    <a:pt x="3028661" y="2316451"/>
                  </a:lnTo>
                  <a:lnTo>
                    <a:pt x="2993029" y="2307532"/>
                  </a:lnTo>
                  <a:lnTo>
                    <a:pt x="2957398" y="2298536"/>
                  </a:lnTo>
                  <a:lnTo>
                    <a:pt x="2921767" y="2289464"/>
                  </a:lnTo>
                  <a:lnTo>
                    <a:pt x="2886135" y="2280316"/>
                  </a:lnTo>
                  <a:lnTo>
                    <a:pt x="2850504" y="2271089"/>
                  </a:lnTo>
                  <a:lnTo>
                    <a:pt x="2814873" y="2261784"/>
                  </a:lnTo>
                  <a:lnTo>
                    <a:pt x="2779241" y="2252399"/>
                  </a:lnTo>
                  <a:lnTo>
                    <a:pt x="2743610" y="2242935"/>
                  </a:lnTo>
                  <a:lnTo>
                    <a:pt x="2707979" y="2233391"/>
                  </a:lnTo>
                  <a:lnTo>
                    <a:pt x="2672348" y="2223766"/>
                  </a:lnTo>
                  <a:lnTo>
                    <a:pt x="2636716" y="2214058"/>
                  </a:lnTo>
                  <a:lnTo>
                    <a:pt x="2601085" y="2204268"/>
                  </a:lnTo>
                  <a:lnTo>
                    <a:pt x="2565454" y="2194395"/>
                  </a:lnTo>
                  <a:lnTo>
                    <a:pt x="2529822" y="2184438"/>
                  </a:lnTo>
                  <a:lnTo>
                    <a:pt x="2494191" y="2174397"/>
                  </a:lnTo>
                  <a:lnTo>
                    <a:pt x="2458560" y="2164270"/>
                  </a:lnTo>
                  <a:lnTo>
                    <a:pt x="2422928" y="2154057"/>
                  </a:lnTo>
                  <a:lnTo>
                    <a:pt x="2387297" y="2143757"/>
                  </a:lnTo>
                  <a:lnTo>
                    <a:pt x="2351666" y="2133370"/>
                  </a:lnTo>
                  <a:lnTo>
                    <a:pt x="2316034" y="2122894"/>
                  </a:lnTo>
                  <a:lnTo>
                    <a:pt x="2280403" y="2112329"/>
                  </a:lnTo>
                  <a:lnTo>
                    <a:pt x="2244772" y="2101675"/>
                  </a:lnTo>
                  <a:lnTo>
                    <a:pt x="2209141" y="2090930"/>
                  </a:lnTo>
                  <a:lnTo>
                    <a:pt x="2173509" y="2080093"/>
                  </a:lnTo>
                  <a:lnTo>
                    <a:pt x="2137878" y="2069165"/>
                  </a:lnTo>
                  <a:lnTo>
                    <a:pt x="2102247" y="2058144"/>
                  </a:lnTo>
                  <a:lnTo>
                    <a:pt x="2066615" y="2047029"/>
                  </a:lnTo>
                  <a:lnTo>
                    <a:pt x="2030984" y="2035819"/>
                  </a:lnTo>
                  <a:lnTo>
                    <a:pt x="1995353" y="2024514"/>
                  </a:lnTo>
                  <a:lnTo>
                    <a:pt x="1959721" y="2013114"/>
                  </a:lnTo>
                  <a:lnTo>
                    <a:pt x="1924090" y="2001616"/>
                  </a:lnTo>
                  <a:lnTo>
                    <a:pt x="1888459" y="1990020"/>
                  </a:lnTo>
                  <a:lnTo>
                    <a:pt x="1852827" y="1978326"/>
                  </a:lnTo>
                  <a:lnTo>
                    <a:pt x="1817196" y="1966533"/>
                  </a:lnTo>
                  <a:lnTo>
                    <a:pt x="1781565" y="1954639"/>
                  </a:lnTo>
                  <a:lnTo>
                    <a:pt x="1745934" y="1942645"/>
                  </a:lnTo>
                  <a:lnTo>
                    <a:pt x="1710302" y="1930548"/>
                  </a:lnTo>
                  <a:lnTo>
                    <a:pt x="1674671" y="1918349"/>
                  </a:lnTo>
                  <a:lnTo>
                    <a:pt x="1639040" y="1906045"/>
                  </a:lnTo>
                  <a:lnTo>
                    <a:pt x="1603408" y="1893638"/>
                  </a:lnTo>
                  <a:lnTo>
                    <a:pt x="1567777" y="1881125"/>
                  </a:lnTo>
                  <a:lnTo>
                    <a:pt x="1532146" y="1868505"/>
                  </a:lnTo>
                  <a:lnTo>
                    <a:pt x="1496514" y="1855778"/>
                  </a:lnTo>
                  <a:lnTo>
                    <a:pt x="1460883" y="1842943"/>
                  </a:lnTo>
                  <a:lnTo>
                    <a:pt x="1425252" y="1829999"/>
                  </a:lnTo>
                  <a:lnTo>
                    <a:pt x="1389620" y="1816945"/>
                  </a:lnTo>
                  <a:lnTo>
                    <a:pt x="1353989" y="1803780"/>
                  </a:lnTo>
                  <a:lnTo>
                    <a:pt x="1318358" y="1790503"/>
                  </a:lnTo>
                  <a:lnTo>
                    <a:pt x="1282727" y="1777114"/>
                  </a:lnTo>
                  <a:lnTo>
                    <a:pt x="1247095" y="1763610"/>
                  </a:lnTo>
                  <a:lnTo>
                    <a:pt x="1211464" y="1749992"/>
                  </a:lnTo>
                  <a:lnTo>
                    <a:pt x="1175833" y="1736258"/>
                  </a:lnTo>
                  <a:lnTo>
                    <a:pt x="1140201" y="1722407"/>
                  </a:lnTo>
                  <a:lnTo>
                    <a:pt x="1104570" y="1708438"/>
                  </a:lnTo>
                  <a:lnTo>
                    <a:pt x="1068939" y="1694351"/>
                  </a:lnTo>
                  <a:lnTo>
                    <a:pt x="1033307" y="1680144"/>
                  </a:lnTo>
                  <a:lnTo>
                    <a:pt x="997676" y="1665817"/>
                  </a:lnTo>
                  <a:lnTo>
                    <a:pt x="962045" y="1651367"/>
                  </a:lnTo>
                  <a:lnTo>
                    <a:pt x="926413" y="1636795"/>
                  </a:lnTo>
                  <a:lnTo>
                    <a:pt x="890782" y="1622099"/>
                  </a:lnTo>
                  <a:lnTo>
                    <a:pt x="855151" y="1607278"/>
                  </a:lnTo>
                  <a:lnTo>
                    <a:pt x="819520" y="1592331"/>
                  </a:lnTo>
                  <a:lnTo>
                    <a:pt x="783888" y="1577257"/>
                  </a:lnTo>
                  <a:lnTo>
                    <a:pt x="748257" y="1562055"/>
                  </a:lnTo>
                  <a:lnTo>
                    <a:pt x="712626" y="1546723"/>
                  </a:lnTo>
                  <a:lnTo>
                    <a:pt x="676994" y="1531261"/>
                  </a:lnTo>
                  <a:lnTo>
                    <a:pt x="641363" y="1515668"/>
                  </a:lnTo>
                  <a:lnTo>
                    <a:pt x="605732" y="1499943"/>
                  </a:lnTo>
                  <a:lnTo>
                    <a:pt x="570100" y="1484084"/>
                  </a:lnTo>
                  <a:lnTo>
                    <a:pt x="534469" y="1468089"/>
                  </a:lnTo>
                  <a:lnTo>
                    <a:pt x="498838" y="1451959"/>
                  </a:lnTo>
                  <a:lnTo>
                    <a:pt x="463206" y="1435692"/>
                  </a:lnTo>
                  <a:lnTo>
                    <a:pt x="427575" y="1419287"/>
                  </a:lnTo>
                  <a:lnTo>
                    <a:pt x="391944" y="1402742"/>
                  </a:lnTo>
                  <a:lnTo>
                    <a:pt x="356313" y="1386057"/>
                  </a:lnTo>
                  <a:lnTo>
                    <a:pt x="320681" y="1369230"/>
                  </a:lnTo>
                  <a:lnTo>
                    <a:pt x="285050" y="1352259"/>
                  </a:lnTo>
                  <a:lnTo>
                    <a:pt x="249419" y="1335145"/>
                  </a:lnTo>
                  <a:lnTo>
                    <a:pt x="213787" y="1317885"/>
                  </a:lnTo>
                  <a:lnTo>
                    <a:pt x="178156" y="1300479"/>
                  </a:lnTo>
                  <a:lnTo>
                    <a:pt x="142525" y="1282924"/>
                  </a:lnTo>
                  <a:lnTo>
                    <a:pt x="106893" y="1265220"/>
                  </a:lnTo>
                  <a:lnTo>
                    <a:pt x="71262" y="1247366"/>
                  </a:lnTo>
                  <a:lnTo>
                    <a:pt x="35631" y="1229360"/>
                  </a:lnTo>
                  <a:lnTo>
                    <a:pt x="0" y="121120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39589" y="2196947"/>
              <a:ext cx="5623090" cy="2966012"/>
            </a:xfrm>
            <a:custGeom>
              <a:avLst/>
              <a:pathLst>
                <a:path w="5623090" h="2966012">
                  <a:moveTo>
                    <a:pt x="0" y="0"/>
                  </a:moveTo>
                  <a:lnTo>
                    <a:pt x="28975" y="51596"/>
                  </a:lnTo>
                  <a:lnTo>
                    <a:pt x="64606" y="113854"/>
                  </a:lnTo>
                  <a:lnTo>
                    <a:pt x="100237" y="174943"/>
                  </a:lnTo>
                  <a:lnTo>
                    <a:pt x="135868" y="234884"/>
                  </a:lnTo>
                  <a:lnTo>
                    <a:pt x="171500" y="293699"/>
                  </a:lnTo>
                  <a:lnTo>
                    <a:pt x="207131" y="351409"/>
                  </a:lnTo>
                  <a:lnTo>
                    <a:pt x="242762" y="408035"/>
                  </a:lnTo>
                  <a:lnTo>
                    <a:pt x="278394" y="463597"/>
                  </a:lnTo>
                  <a:lnTo>
                    <a:pt x="314025" y="518116"/>
                  </a:lnTo>
                  <a:lnTo>
                    <a:pt x="349656" y="571611"/>
                  </a:lnTo>
                  <a:lnTo>
                    <a:pt x="385288" y="624100"/>
                  </a:lnTo>
                  <a:lnTo>
                    <a:pt x="420919" y="675604"/>
                  </a:lnTo>
                  <a:lnTo>
                    <a:pt x="456550" y="726140"/>
                  </a:lnTo>
                  <a:lnTo>
                    <a:pt x="492182" y="775727"/>
                  </a:lnTo>
                  <a:lnTo>
                    <a:pt x="527813" y="824383"/>
                  </a:lnTo>
                  <a:lnTo>
                    <a:pt x="563444" y="872124"/>
                  </a:lnTo>
                  <a:lnTo>
                    <a:pt x="599075" y="918969"/>
                  </a:lnTo>
                  <a:lnTo>
                    <a:pt x="634707" y="964934"/>
                  </a:lnTo>
                  <a:lnTo>
                    <a:pt x="670338" y="1010035"/>
                  </a:lnTo>
                  <a:lnTo>
                    <a:pt x="705969" y="1054289"/>
                  </a:lnTo>
                  <a:lnTo>
                    <a:pt x="741601" y="1097712"/>
                  </a:lnTo>
                  <a:lnTo>
                    <a:pt x="777232" y="1140319"/>
                  </a:lnTo>
                  <a:lnTo>
                    <a:pt x="812863" y="1182126"/>
                  </a:lnTo>
                  <a:lnTo>
                    <a:pt x="848495" y="1223147"/>
                  </a:lnTo>
                  <a:lnTo>
                    <a:pt x="884126" y="1263398"/>
                  </a:lnTo>
                  <a:lnTo>
                    <a:pt x="919757" y="1302893"/>
                  </a:lnTo>
                  <a:lnTo>
                    <a:pt x="955389" y="1341646"/>
                  </a:lnTo>
                  <a:lnTo>
                    <a:pt x="991020" y="1379671"/>
                  </a:lnTo>
                  <a:lnTo>
                    <a:pt x="1026651" y="1416981"/>
                  </a:lnTo>
                  <a:lnTo>
                    <a:pt x="1062282" y="1453591"/>
                  </a:lnTo>
                  <a:lnTo>
                    <a:pt x="1097914" y="1489513"/>
                  </a:lnTo>
                  <a:lnTo>
                    <a:pt x="1133545" y="1524761"/>
                  </a:lnTo>
                  <a:lnTo>
                    <a:pt x="1169176" y="1559346"/>
                  </a:lnTo>
                  <a:lnTo>
                    <a:pt x="1204808" y="1593281"/>
                  </a:lnTo>
                  <a:lnTo>
                    <a:pt x="1240439" y="1626580"/>
                  </a:lnTo>
                  <a:lnTo>
                    <a:pt x="1276070" y="1659252"/>
                  </a:lnTo>
                  <a:lnTo>
                    <a:pt x="1311702" y="1691311"/>
                  </a:lnTo>
                  <a:lnTo>
                    <a:pt x="1347333" y="1722768"/>
                  </a:lnTo>
                  <a:lnTo>
                    <a:pt x="1382964" y="1753633"/>
                  </a:lnTo>
                  <a:lnTo>
                    <a:pt x="1418596" y="1783919"/>
                  </a:lnTo>
                  <a:lnTo>
                    <a:pt x="1454227" y="1813636"/>
                  </a:lnTo>
                  <a:lnTo>
                    <a:pt x="1489858" y="1842795"/>
                  </a:lnTo>
                  <a:lnTo>
                    <a:pt x="1525489" y="1871406"/>
                  </a:lnTo>
                  <a:lnTo>
                    <a:pt x="1561121" y="1899480"/>
                  </a:lnTo>
                  <a:lnTo>
                    <a:pt x="1596752" y="1927026"/>
                  </a:lnTo>
                  <a:lnTo>
                    <a:pt x="1632383" y="1954055"/>
                  </a:lnTo>
                  <a:lnTo>
                    <a:pt x="1668015" y="1980576"/>
                  </a:lnTo>
                  <a:lnTo>
                    <a:pt x="1703646" y="2006599"/>
                  </a:lnTo>
                  <a:lnTo>
                    <a:pt x="1739277" y="2032133"/>
                  </a:lnTo>
                  <a:lnTo>
                    <a:pt x="1774909" y="2057188"/>
                  </a:lnTo>
                  <a:lnTo>
                    <a:pt x="1810540" y="2081771"/>
                  </a:lnTo>
                  <a:lnTo>
                    <a:pt x="1846171" y="2105894"/>
                  </a:lnTo>
                  <a:lnTo>
                    <a:pt x="1881803" y="2129562"/>
                  </a:lnTo>
                  <a:lnTo>
                    <a:pt x="1917434" y="2152787"/>
                  </a:lnTo>
                  <a:lnTo>
                    <a:pt x="1953065" y="2175575"/>
                  </a:lnTo>
                  <a:lnTo>
                    <a:pt x="1988696" y="2197935"/>
                  </a:lnTo>
                  <a:lnTo>
                    <a:pt x="2024328" y="2219875"/>
                  </a:lnTo>
                  <a:lnTo>
                    <a:pt x="2059959" y="2241402"/>
                  </a:lnTo>
                  <a:lnTo>
                    <a:pt x="2095590" y="2262526"/>
                  </a:lnTo>
                  <a:lnTo>
                    <a:pt x="2131222" y="2283253"/>
                  </a:lnTo>
                  <a:lnTo>
                    <a:pt x="2166853" y="2303590"/>
                  </a:lnTo>
                  <a:lnTo>
                    <a:pt x="2202484" y="2323545"/>
                  </a:lnTo>
                  <a:lnTo>
                    <a:pt x="2238116" y="2343126"/>
                  </a:lnTo>
                  <a:lnTo>
                    <a:pt x="2273747" y="2362338"/>
                  </a:lnTo>
                  <a:lnTo>
                    <a:pt x="2309378" y="2381190"/>
                  </a:lnTo>
                  <a:lnTo>
                    <a:pt x="2345010" y="2399687"/>
                  </a:lnTo>
                  <a:lnTo>
                    <a:pt x="2380641" y="2417838"/>
                  </a:lnTo>
                  <a:lnTo>
                    <a:pt x="2416272" y="2435647"/>
                  </a:lnTo>
                  <a:lnTo>
                    <a:pt x="2451903" y="2453121"/>
                  </a:lnTo>
                  <a:lnTo>
                    <a:pt x="2487535" y="2470268"/>
                  </a:lnTo>
                  <a:lnTo>
                    <a:pt x="2523166" y="2487092"/>
                  </a:lnTo>
                  <a:lnTo>
                    <a:pt x="2558797" y="2503600"/>
                  </a:lnTo>
                  <a:lnTo>
                    <a:pt x="2594429" y="2519798"/>
                  </a:lnTo>
                  <a:lnTo>
                    <a:pt x="2630060" y="2535692"/>
                  </a:lnTo>
                  <a:lnTo>
                    <a:pt x="2665691" y="2551288"/>
                  </a:lnTo>
                  <a:lnTo>
                    <a:pt x="2701323" y="2565436"/>
                  </a:lnTo>
                  <a:lnTo>
                    <a:pt x="2736954" y="2572183"/>
                  </a:lnTo>
                  <a:lnTo>
                    <a:pt x="2772585" y="2578872"/>
                  </a:lnTo>
                  <a:lnTo>
                    <a:pt x="2808217" y="2585505"/>
                  </a:lnTo>
                  <a:lnTo>
                    <a:pt x="2843848" y="2592082"/>
                  </a:lnTo>
                  <a:lnTo>
                    <a:pt x="2879479" y="2598603"/>
                  </a:lnTo>
                  <a:lnTo>
                    <a:pt x="2915110" y="2605070"/>
                  </a:lnTo>
                  <a:lnTo>
                    <a:pt x="2950742" y="2611482"/>
                  </a:lnTo>
                  <a:lnTo>
                    <a:pt x="2986373" y="2617840"/>
                  </a:lnTo>
                  <a:lnTo>
                    <a:pt x="3022004" y="2624144"/>
                  </a:lnTo>
                  <a:lnTo>
                    <a:pt x="3057636" y="2630396"/>
                  </a:lnTo>
                  <a:lnTo>
                    <a:pt x="3093267" y="2636594"/>
                  </a:lnTo>
                  <a:lnTo>
                    <a:pt x="3128898" y="2642741"/>
                  </a:lnTo>
                  <a:lnTo>
                    <a:pt x="3164530" y="2648835"/>
                  </a:lnTo>
                  <a:lnTo>
                    <a:pt x="3200161" y="2654878"/>
                  </a:lnTo>
                  <a:lnTo>
                    <a:pt x="3235792" y="2660871"/>
                  </a:lnTo>
                  <a:lnTo>
                    <a:pt x="3271423" y="2666812"/>
                  </a:lnTo>
                  <a:lnTo>
                    <a:pt x="3307055" y="2672704"/>
                  </a:lnTo>
                  <a:lnTo>
                    <a:pt x="3342686" y="2678546"/>
                  </a:lnTo>
                  <a:lnTo>
                    <a:pt x="3378317" y="2684339"/>
                  </a:lnTo>
                  <a:lnTo>
                    <a:pt x="3413949" y="2690083"/>
                  </a:lnTo>
                  <a:lnTo>
                    <a:pt x="3449580" y="2695779"/>
                  </a:lnTo>
                  <a:lnTo>
                    <a:pt x="3485211" y="2701426"/>
                  </a:lnTo>
                  <a:lnTo>
                    <a:pt x="3520843" y="2707026"/>
                  </a:lnTo>
                  <a:lnTo>
                    <a:pt x="3556474" y="2712579"/>
                  </a:lnTo>
                  <a:lnTo>
                    <a:pt x="3592105" y="2718085"/>
                  </a:lnTo>
                  <a:lnTo>
                    <a:pt x="3627737" y="2723545"/>
                  </a:lnTo>
                  <a:lnTo>
                    <a:pt x="3663368" y="2728958"/>
                  </a:lnTo>
                  <a:lnTo>
                    <a:pt x="3698999" y="2734326"/>
                  </a:lnTo>
                  <a:lnTo>
                    <a:pt x="3734630" y="2739649"/>
                  </a:lnTo>
                  <a:lnTo>
                    <a:pt x="3770262" y="2744927"/>
                  </a:lnTo>
                  <a:lnTo>
                    <a:pt x="3805893" y="2750160"/>
                  </a:lnTo>
                  <a:lnTo>
                    <a:pt x="3841524" y="2755350"/>
                  </a:lnTo>
                  <a:lnTo>
                    <a:pt x="3877156" y="2760495"/>
                  </a:lnTo>
                  <a:lnTo>
                    <a:pt x="3912787" y="2765598"/>
                  </a:lnTo>
                  <a:lnTo>
                    <a:pt x="3948418" y="2770657"/>
                  </a:lnTo>
                  <a:lnTo>
                    <a:pt x="3984050" y="2775673"/>
                  </a:lnTo>
                  <a:lnTo>
                    <a:pt x="4019681" y="2780648"/>
                  </a:lnTo>
                  <a:lnTo>
                    <a:pt x="4055312" y="2785580"/>
                  </a:lnTo>
                  <a:lnTo>
                    <a:pt x="4090944" y="2790471"/>
                  </a:lnTo>
                  <a:lnTo>
                    <a:pt x="4126575" y="2795320"/>
                  </a:lnTo>
                  <a:lnTo>
                    <a:pt x="4162206" y="2800129"/>
                  </a:lnTo>
                  <a:lnTo>
                    <a:pt x="4197837" y="2804897"/>
                  </a:lnTo>
                  <a:lnTo>
                    <a:pt x="4233469" y="2809625"/>
                  </a:lnTo>
                  <a:lnTo>
                    <a:pt x="4269100" y="2814313"/>
                  </a:lnTo>
                  <a:lnTo>
                    <a:pt x="4304731" y="2818962"/>
                  </a:lnTo>
                  <a:lnTo>
                    <a:pt x="4340363" y="2823572"/>
                  </a:lnTo>
                  <a:lnTo>
                    <a:pt x="4375994" y="2828142"/>
                  </a:lnTo>
                  <a:lnTo>
                    <a:pt x="4411625" y="2832674"/>
                  </a:lnTo>
                  <a:lnTo>
                    <a:pt x="4447257" y="2837168"/>
                  </a:lnTo>
                  <a:lnTo>
                    <a:pt x="4482888" y="2841624"/>
                  </a:lnTo>
                  <a:lnTo>
                    <a:pt x="4518519" y="2846043"/>
                  </a:lnTo>
                  <a:lnTo>
                    <a:pt x="4554151" y="2850424"/>
                  </a:lnTo>
                  <a:lnTo>
                    <a:pt x="4589782" y="2854768"/>
                  </a:lnTo>
                  <a:lnTo>
                    <a:pt x="4625413" y="2859076"/>
                  </a:lnTo>
                  <a:lnTo>
                    <a:pt x="4661044" y="2863347"/>
                  </a:lnTo>
                  <a:lnTo>
                    <a:pt x="4696676" y="2867583"/>
                  </a:lnTo>
                  <a:lnTo>
                    <a:pt x="4732307" y="2871783"/>
                  </a:lnTo>
                  <a:lnTo>
                    <a:pt x="4767938" y="2875947"/>
                  </a:lnTo>
                  <a:lnTo>
                    <a:pt x="4803570" y="2880076"/>
                  </a:lnTo>
                  <a:lnTo>
                    <a:pt x="4839201" y="2884171"/>
                  </a:lnTo>
                  <a:lnTo>
                    <a:pt x="4874832" y="2888231"/>
                  </a:lnTo>
                  <a:lnTo>
                    <a:pt x="4910464" y="2892256"/>
                  </a:lnTo>
                  <a:lnTo>
                    <a:pt x="4946095" y="2896248"/>
                  </a:lnTo>
                  <a:lnTo>
                    <a:pt x="4981726" y="2900206"/>
                  </a:lnTo>
                  <a:lnTo>
                    <a:pt x="5017358" y="2904131"/>
                  </a:lnTo>
                  <a:lnTo>
                    <a:pt x="5052989" y="2908023"/>
                  </a:lnTo>
                  <a:lnTo>
                    <a:pt x="5088620" y="2911882"/>
                  </a:lnTo>
                  <a:lnTo>
                    <a:pt x="5124251" y="2915708"/>
                  </a:lnTo>
                  <a:lnTo>
                    <a:pt x="5159883" y="2919502"/>
                  </a:lnTo>
                  <a:lnTo>
                    <a:pt x="5195514" y="2923264"/>
                  </a:lnTo>
                  <a:lnTo>
                    <a:pt x="5231145" y="2926995"/>
                  </a:lnTo>
                  <a:lnTo>
                    <a:pt x="5266777" y="2930694"/>
                  </a:lnTo>
                  <a:lnTo>
                    <a:pt x="5302408" y="2934362"/>
                  </a:lnTo>
                  <a:lnTo>
                    <a:pt x="5338039" y="2937999"/>
                  </a:lnTo>
                  <a:lnTo>
                    <a:pt x="5373671" y="2941605"/>
                  </a:lnTo>
                  <a:lnTo>
                    <a:pt x="5409302" y="2945181"/>
                  </a:lnTo>
                  <a:lnTo>
                    <a:pt x="5444933" y="2948726"/>
                  </a:lnTo>
                  <a:lnTo>
                    <a:pt x="5480565" y="2952242"/>
                  </a:lnTo>
                  <a:lnTo>
                    <a:pt x="5516196" y="2955729"/>
                  </a:lnTo>
                  <a:lnTo>
                    <a:pt x="5551827" y="2959185"/>
                  </a:lnTo>
                  <a:lnTo>
                    <a:pt x="5587458" y="2962613"/>
                  </a:lnTo>
                  <a:lnTo>
                    <a:pt x="5623090" y="29660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408148"/>
              <a:ext cx="7090630" cy="1985901"/>
            </a:xfrm>
            <a:custGeom>
              <a:avLst/>
              <a:pathLst>
                <a:path w="7090630" h="1985901">
                  <a:moveTo>
                    <a:pt x="7090630" y="1985901"/>
                  </a:moveTo>
                  <a:lnTo>
                    <a:pt x="7054998" y="1982669"/>
                  </a:lnTo>
                  <a:lnTo>
                    <a:pt x="7019367" y="1979375"/>
                  </a:lnTo>
                  <a:lnTo>
                    <a:pt x="6983736" y="1976019"/>
                  </a:lnTo>
                  <a:lnTo>
                    <a:pt x="6948104" y="1972598"/>
                  </a:lnTo>
                  <a:lnTo>
                    <a:pt x="6912473" y="1969111"/>
                  </a:lnTo>
                  <a:lnTo>
                    <a:pt x="6876842" y="1965558"/>
                  </a:lnTo>
                  <a:lnTo>
                    <a:pt x="6841210" y="1961937"/>
                  </a:lnTo>
                  <a:lnTo>
                    <a:pt x="6805579" y="1958246"/>
                  </a:lnTo>
                  <a:lnTo>
                    <a:pt x="6769948" y="1954485"/>
                  </a:lnTo>
                  <a:lnTo>
                    <a:pt x="6734317" y="1950652"/>
                  </a:lnTo>
                  <a:lnTo>
                    <a:pt x="6698685" y="1946745"/>
                  </a:lnTo>
                  <a:lnTo>
                    <a:pt x="6663054" y="1942764"/>
                  </a:lnTo>
                  <a:lnTo>
                    <a:pt x="6627423" y="1938707"/>
                  </a:lnTo>
                  <a:lnTo>
                    <a:pt x="6591791" y="1934571"/>
                  </a:lnTo>
                  <a:lnTo>
                    <a:pt x="6556160" y="1930357"/>
                  </a:lnTo>
                  <a:lnTo>
                    <a:pt x="6520529" y="1926062"/>
                  </a:lnTo>
                  <a:lnTo>
                    <a:pt x="6484897" y="1921684"/>
                  </a:lnTo>
                  <a:lnTo>
                    <a:pt x="6449266" y="1917223"/>
                  </a:lnTo>
                  <a:lnTo>
                    <a:pt x="6413635" y="1912677"/>
                  </a:lnTo>
                  <a:lnTo>
                    <a:pt x="6378003" y="1908043"/>
                  </a:lnTo>
                  <a:lnTo>
                    <a:pt x="6342372" y="1903321"/>
                  </a:lnTo>
                  <a:lnTo>
                    <a:pt x="6306741" y="1898508"/>
                  </a:lnTo>
                  <a:lnTo>
                    <a:pt x="6271110" y="1893604"/>
                  </a:lnTo>
                  <a:lnTo>
                    <a:pt x="6235478" y="1888605"/>
                  </a:lnTo>
                  <a:lnTo>
                    <a:pt x="6199847" y="1883510"/>
                  </a:lnTo>
                  <a:lnTo>
                    <a:pt x="6164216" y="1878318"/>
                  </a:lnTo>
                  <a:lnTo>
                    <a:pt x="6128584" y="1873027"/>
                  </a:lnTo>
                  <a:lnTo>
                    <a:pt x="6092953" y="1867635"/>
                  </a:lnTo>
                  <a:lnTo>
                    <a:pt x="6057322" y="1862139"/>
                  </a:lnTo>
                  <a:lnTo>
                    <a:pt x="6021690" y="1856538"/>
                  </a:lnTo>
                  <a:lnTo>
                    <a:pt x="5986059" y="1850829"/>
                  </a:lnTo>
                  <a:lnTo>
                    <a:pt x="5950428" y="1845012"/>
                  </a:lnTo>
                  <a:lnTo>
                    <a:pt x="5914796" y="1839083"/>
                  </a:lnTo>
                  <a:lnTo>
                    <a:pt x="5879165" y="1833040"/>
                  </a:lnTo>
                  <a:lnTo>
                    <a:pt x="5843534" y="1826882"/>
                  </a:lnTo>
                  <a:lnTo>
                    <a:pt x="5807903" y="1820606"/>
                  </a:lnTo>
                  <a:lnTo>
                    <a:pt x="5772271" y="1814210"/>
                  </a:lnTo>
                  <a:lnTo>
                    <a:pt x="5736640" y="1807691"/>
                  </a:lnTo>
                  <a:lnTo>
                    <a:pt x="5701009" y="1801048"/>
                  </a:lnTo>
                  <a:lnTo>
                    <a:pt x="5665377" y="1794277"/>
                  </a:lnTo>
                  <a:lnTo>
                    <a:pt x="5629746" y="1787377"/>
                  </a:lnTo>
                  <a:lnTo>
                    <a:pt x="5594115" y="1780345"/>
                  </a:lnTo>
                  <a:lnTo>
                    <a:pt x="5558483" y="1773178"/>
                  </a:lnTo>
                  <a:lnTo>
                    <a:pt x="5522852" y="1765874"/>
                  </a:lnTo>
                  <a:lnTo>
                    <a:pt x="5487221" y="1758430"/>
                  </a:lnTo>
                  <a:lnTo>
                    <a:pt x="5451589" y="1750843"/>
                  </a:lnTo>
                  <a:lnTo>
                    <a:pt x="5415958" y="1743112"/>
                  </a:lnTo>
                  <a:lnTo>
                    <a:pt x="5380327" y="1735232"/>
                  </a:lnTo>
                  <a:lnTo>
                    <a:pt x="5344696" y="1727201"/>
                  </a:lnTo>
                  <a:lnTo>
                    <a:pt x="5309064" y="1719017"/>
                  </a:lnTo>
                  <a:lnTo>
                    <a:pt x="5273433" y="1710676"/>
                  </a:lnTo>
                  <a:lnTo>
                    <a:pt x="5237802" y="1702175"/>
                  </a:lnTo>
                  <a:lnTo>
                    <a:pt x="5202170" y="1693512"/>
                  </a:lnTo>
                  <a:lnTo>
                    <a:pt x="5166539" y="1684682"/>
                  </a:lnTo>
                  <a:lnTo>
                    <a:pt x="5130908" y="1675684"/>
                  </a:lnTo>
                  <a:lnTo>
                    <a:pt x="5095276" y="1666513"/>
                  </a:lnTo>
                  <a:lnTo>
                    <a:pt x="5059645" y="1657167"/>
                  </a:lnTo>
                  <a:lnTo>
                    <a:pt x="5024014" y="1647642"/>
                  </a:lnTo>
                  <a:lnTo>
                    <a:pt x="4988382" y="1637935"/>
                  </a:lnTo>
                  <a:lnTo>
                    <a:pt x="4952751" y="1628042"/>
                  </a:lnTo>
                  <a:lnTo>
                    <a:pt x="4917120" y="1617959"/>
                  </a:lnTo>
                  <a:lnTo>
                    <a:pt x="4881489" y="1607683"/>
                  </a:lnTo>
                  <a:lnTo>
                    <a:pt x="4845857" y="1597211"/>
                  </a:lnTo>
                  <a:lnTo>
                    <a:pt x="4810226" y="1586538"/>
                  </a:lnTo>
                  <a:lnTo>
                    <a:pt x="4774595" y="1575661"/>
                  </a:lnTo>
                  <a:lnTo>
                    <a:pt x="4738963" y="1564575"/>
                  </a:lnTo>
                  <a:lnTo>
                    <a:pt x="4703332" y="1553278"/>
                  </a:lnTo>
                  <a:lnTo>
                    <a:pt x="4667701" y="1541764"/>
                  </a:lnTo>
                  <a:lnTo>
                    <a:pt x="4632069" y="1530029"/>
                  </a:lnTo>
                  <a:lnTo>
                    <a:pt x="4596438" y="1518070"/>
                  </a:lnTo>
                  <a:lnTo>
                    <a:pt x="4560807" y="1505882"/>
                  </a:lnTo>
                  <a:lnTo>
                    <a:pt x="4525175" y="1493461"/>
                  </a:lnTo>
                  <a:lnTo>
                    <a:pt x="4489544" y="1480802"/>
                  </a:lnTo>
                  <a:lnTo>
                    <a:pt x="4453913" y="1467900"/>
                  </a:lnTo>
                  <a:lnTo>
                    <a:pt x="4418282" y="1454752"/>
                  </a:lnTo>
                  <a:lnTo>
                    <a:pt x="4382650" y="1441352"/>
                  </a:lnTo>
                  <a:lnTo>
                    <a:pt x="4347019" y="1427695"/>
                  </a:lnTo>
                  <a:lnTo>
                    <a:pt x="4311388" y="1413777"/>
                  </a:lnTo>
                  <a:lnTo>
                    <a:pt x="4275756" y="1399592"/>
                  </a:lnTo>
                  <a:lnTo>
                    <a:pt x="4240125" y="1385136"/>
                  </a:lnTo>
                  <a:lnTo>
                    <a:pt x="4204494" y="1370403"/>
                  </a:lnTo>
                  <a:lnTo>
                    <a:pt x="4168862" y="1355389"/>
                  </a:lnTo>
                  <a:lnTo>
                    <a:pt x="4133231" y="1347432"/>
                  </a:lnTo>
                  <a:lnTo>
                    <a:pt x="4097600" y="1340570"/>
                  </a:lnTo>
                  <a:lnTo>
                    <a:pt x="4061968" y="1333651"/>
                  </a:lnTo>
                  <a:lnTo>
                    <a:pt x="4026337" y="1326672"/>
                  </a:lnTo>
                  <a:lnTo>
                    <a:pt x="3990706" y="1319635"/>
                  </a:lnTo>
                  <a:lnTo>
                    <a:pt x="3955075" y="1312537"/>
                  </a:lnTo>
                  <a:lnTo>
                    <a:pt x="3919443" y="1305379"/>
                  </a:lnTo>
                  <a:lnTo>
                    <a:pt x="3883812" y="1298161"/>
                  </a:lnTo>
                  <a:lnTo>
                    <a:pt x="3848181" y="1290881"/>
                  </a:lnTo>
                  <a:lnTo>
                    <a:pt x="3812549" y="1283539"/>
                  </a:lnTo>
                  <a:lnTo>
                    <a:pt x="3776918" y="1276135"/>
                  </a:lnTo>
                  <a:lnTo>
                    <a:pt x="3741287" y="1268667"/>
                  </a:lnTo>
                  <a:lnTo>
                    <a:pt x="3705655" y="1261137"/>
                  </a:lnTo>
                  <a:lnTo>
                    <a:pt x="3670024" y="1253542"/>
                  </a:lnTo>
                  <a:lnTo>
                    <a:pt x="3634393" y="1245883"/>
                  </a:lnTo>
                  <a:lnTo>
                    <a:pt x="3598762" y="1238158"/>
                  </a:lnTo>
                  <a:lnTo>
                    <a:pt x="3563130" y="1230368"/>
                  </a:lnTo>
                  <a:lnTo>
                    <a:pt x="3527499" y="1222512"/>
                  </a:lnTo>
                  <a:lnTo>
                    <a:pt x="3491868" y="1214589"/>
                  </a:lnTo>
                  <a:lnTo>
                    <a:pt x="3456236" y="1206599"/>
                  </a:lnTo>
                  <a:lnTo>
                    <a:pt x="3420605" y="1198541"/>
                  </a:lnTo>
                  <a:lnTo>
                    <a:pt x="3384974" y="1190414"/>
                  </a:lnTo>
                  <a:lnTo>
                    <a:pt x="3349342" y="1182218"/>
                  </a:lnTo>
                  <a:lnTo>
                    <a:pt x="3313711" y="1173953"/>
                  </a:lnTo>
                  <a:lnTo>
                    <a:pt x="3278080" y="1165617"/>
                  </a:lnTo>
                  <a:lnTo>
                    <a:pt x="3242448" y="1157211"/>
                  </a:lnTo>
                  <a:lnTo>
                    <a:pt x="3206817" y="1148733"/>
                  </a:lnTo>
                  <a:lnTo>
                    <a:pt x="3171186" y="1140183"/>
                  </a:lnTo>
                  <a:lnTo>
                    <a:pt x="3135555" y="1131560"/>
                  </a:lnTo>
                  <a:lnTo>
                    <a:pt x="3099923" y="1122864"/>
                  </a:lnTo>
                  <a:lnTo>
                    <a:pt x="3064292" y="1114094"/>
                  </a:lnTo>
                  <a:lnTo>
                    <a:pt x="3028661" y="1105250"/>
                  </a:lnTo>
                  <a:lnTo>
                    <a:pt x="2993029" y="1096330"/>
                  </a:lnTo>
                  <a:lnTo>
                    <a:pt x="2957398" y="1087335"/>
                  </a:lnTo>
                  <a:lnTo>
                    <a:pt x="2921767" y="1078263"/>
                  </a:lnTo>
                  <a:lnTo>
                    <a:pt x="2886135" y="1069114"/>
                  </a:lnTo>
                  <a:lnTo>
                    <a:pt x="2850504" y="1059887"/>
                  </a:lnTo>
                  <a:lnTo>
                    <a:pt x="2814873" y="1050582"/>
                  </a:lnTo>
                  <a:lnTo>
                    <a:pt x="2779241" y="1041198"/>
                  </a:lnTo>
                  <a:lnTo>
                    <a:pt x="2743610" y="1031734"/>
                  </a:lnTo>
                  <a:lnTo>
                    <a:pt x="2707979" y="1022190"/>
                  </a:lnTo>
                  <a:lnTo>
                    <a:pt x="2672348" y="1012564"/>
                  </a:lnTo>
                  <a:lnTo>
                    <a:pt x="2636716" y="1002857"/>
                  </a:lnTo>
                  <a:lnTo>
                    <a:pt x="2601085" y="993067"/>
                  </a:lnTo>
                  <a:lnTo>
                    <a:pt x="2565454" y="983194"/>
                  </a:lnTo>
                  <a:lnTo>
                    <a:pt x="2529822" y="973237"/>
                  </a:lnTo>
                  <a:lnTo>
                    <a:pt x="2494191" y="963195"/>
                  </a:lnTo>
                  <a:lnTo>
                    <a:pt x="2458560" y="953068"/>
                  </a:lnTo>
                  <a:lnTo>
                    <a:pt x="2422928" y="942855"/>
                  </a:lnTo>
                  <a:lnTo>
                    <a:pt x="2387297" y="932555"/>
                  </a:lnTo>
                  <a:lnTo>
                    <a:pt x="2351666" y="922168"/>
                  </a:lnTo>
                  <a:lnTo>
                    <a:pt x="2316034" y="911692"/>
                  </a:lnTo>
                  <a:lnTo>
                    <a:pt x="2280403" y="901128"/>
                  </a:lnTo>
                  <a:lnTo>
                    <a:pt x="2244772" y="890473"/>
                  </a:lnTo>
                  <a:lnTo>
                    <a:pt x="2209141" y="879728"/>
                  </a:lnTo>
                  <a:lnTo>
                    <a:pt x="2173509" y="868892"/>
                  </a:lnTo>
                  <a:lnTo>
                    <a:pt x="2137878" y="857963"/>
                  </a:lnTo>
                  <a:lnTo>
                    <a:pt x="2102247" y="846942"/>
                  </a:lnTo>
                  <a:lnTo>
                    <a:pt x="2066615" y="835827"/>
                  </a:lnTo>
                  <a:lnTo>
                    <a:pt x="2030984" y="824618"/>
                  </a:lnTo>
                  <a:lnTo>
                    <a:pt x="1995353" y="813313"/>
                  </a:lnTo>
                  <a:lnTo>
                    <a:pt x="1959721" y="801912"/>
                  </a:lnTo>
                  <a:lnTo>
                    <a:pt x="1924090" y="790414"/>
                  </a:lnTo>
                  <a:lnTo>
                    <a:pt x="1888459" y="778819"/>
                  </a:lnTo>
                  <a:lnTo>
                    <a:pt x="1852827" y="767125"/>
                  </a:lnTo>
                  <a:lnTo>
                    <a:pt x="1817196" y="755332"/>
                  </a:lnTo>
                  <a:lnTo>
                    <a:pt x="1781565" y="743438"/>
                  </a:lnTo>
                  <a:lnTo>
                    <a:pt x="1745934" y="731443"/>
                  </a:lnTo>
                  <a:lnTo>
                    <a:pt x="1710302" y="719347"/>
                  </a:lnTo>
                  <a:lnTo>
                    <a:pt x="1674671" y="707147"/>
                  </a:lnTo>
                  <a:lnTo>
                    <a:pt x="1639040" y="694844"/>
                  </a:lnTo>
                  <a:lnTo>
                    <a:pt x="1603408" y="682436"/>
                  </a:lnTo>
                  <a:lnTo>
                    <a:pt x="1567777" y="669923"/>
                  </a:lnTo>
                  <a:lnTo>
                    <a:pt x="1532146" y="657304"/>
                  </a:lnTo>
                  <a:lnTo>
                    <a:pt x="1496514" y="644577"/>
                  </a:lnTo>
                  <a:lnTo>
                    <a:pt x="1460883" y="631742"/>
                  </a:lnTo>
                  <a:lnTo>
                    <a:pt x="1425252" y="618798"/>
                  </a:lnTo>
                  <a:lnTo>
                    <a:pt x="1389620" y="605744"/>
                  </a:lnTo>
                  <a:lnTo>
                    <a:pt x="1353989" y="592579"/>
                  </a:lnTo>
                  <a:lnTo>
                    <a:pt x="1318358" y="579302"/>
                  </a:lnTo>
                  <a:lnTo>
                    <a:pt x="1282727" y="565912"/>
                  </a:lnTo>
                  <a:lnTo>
                    <a:pt x="1247095" y="552409"/>
                  </a:lnTo>
                  <a:lnTo>
                    <a:pt x="1211464" y="538790"/>
                  </a:lnTo>
                  <a:lnTo>
                    <a:pt x="1175833" y="525056"/>
                  </a:lnTo>
                  <a:lnTo>
                    <a:pt x="1140201" y="511205"/>
                  </a:lnTo>
                  <a:lnTo>
                    <a:pt x="1104570" y="497237"/>
                  </a:lnTo>
                  <a:lnTo>
                    <a:pt x="1068939" y="483150"/>
                  </a:lnTo>
                  <a:lnTo>
                    <a:pt x="1033307" y="468943"/>
                  </a:lnTo>
                  <a:lnTo>
                    <a:pt x="997676" y="454615"/>
                  </a:lnTo>
                  <a:lnTo>
                    <a:pt x="962045" y="440166"/>
                  </a:lnTo>
                  <a:lnTo>
                    <a:pt x="926413" y="425593"/>
                  </a:lnTo>
                  <a:lnTo>
                    <a:pt x="890782" y="410897"/>
                  </a:lnTo>
                  <a:lnTo>
                    <a:pt x="855151" y="396076"/>
                  </a:lnTo>
                  <a:lnTo>
                    <a:pt x="819520" y="381129"/>
                  </a:lnTo>
                  <a:lnTo>
                    <a:pt x="783888" y="366055"/>
                  </a:lnTo>
                  <a:lnTo>
                    <a:pt x="748257" y="350853"/>
                  </a:lnTo>
                  <a:lnTo>
                    <a:pt x="712626" y="335522"/>
                  </a:lnTo>
                  <a:lnTo>
                    <a:pt x="676994" y="320060"/>
                  </a:lnTo>
                  <a:lnTo>
                    <a:pt x="641363" y="304467"/>
                  </a:lnTo>
                  <a:lnTo>
                    <a:pt x="605732" y="288741"/>
                  </a:lnTo>
                  <a:lnTo>
                    <a:pt x="570100" y="272882"/>
                  </a:lnTo>
                  <a:lnTo>
                    <a:pt x="534469" y="256888"/>
                  </a:lnTo>
                  <a:lnTo>
                    <a:pt x="498838" y="240758"/>
                  </a:lnTo>
                  <a:lnTo>
                    <a:pt x="463206" y="224491"/>
                  </a:lnTo>
                  <a:lnTo>
                    <a:pt x="427575" y="208086"/>
                  </a:lnTo>
                  <a:lnTo>
                    <a:pt x="391944" y="191541"/>
                  </a:lnTo>
                  <a:lnTo>
                    <a:pt x="356313" y="174855"/>
                  </a:lnTo>
                  <a:lnTo>
                    <a:pt x="320681" y="158028"/>
                  </a:lnTo>
                  <a:lnTo>
                    <a:pt x="285050" y="141058"/>
                  </a:lnTo>
                  <a:lnTo>
                    <a:pt x="249419" y="123944"/>
                  </a:lnTo>
                  <a:lnTo>
                    <a:pt x="213787" y="106684"/>
                  </a:lnTo>
                  <a:lnTo>
                    <a:pt x="178156" y="89277"/>
                  </a:lnTo>
                  <a:lnTo>
                    <a:pt x="142525" y="71722"/>
                  </a:lnTo>
                  <a:lnTo>
                    <a:pt x="106893" y="54019"/>
                  </a:lnTo>
                  <a:lnTo>
                    <a:pt x="71262" y="36164"/>
                  </a:lnTo>
                  <a:lnTo>
                    <a:pt x="35631" y="181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07262" y="2196947"/>
              <a:ext cx="6655417" cy="3106091"/>
            </a:xfrm>
            <a:custGeom>
              <a:avLst/>
              <a:pathLst>
                <a:path w="6655417" h="3106091">
                  <a:moveTo>
                    <a:pt x="0" y="0"/>
                  </a:moveTo>
                  <a:lnTo>
                    <a:pt x="27994" y="36122"/>
                  </a:lnTo>
                  <a:lnTo>
                    <a:pt x="63625" y="81472"/>
                  </a:lnTo>
                  <a:lnTo>
                    <a:pt x="99256" y="126205"/>
                  </a:lnTo>
                  <a:lnTo>
                    <a:pt x="134888" y="170329"/>
                  </a:lnTo>
                  <a:lnTo>
                    <a:pt x="170519" y="213852"/>
                  </a:lnTo>
                  <a:lnTo>
                    <a:pt x="206150" y="256782"/>
                  </a:lnTo>
                  <a:lnTo>
                    <a:pt x="241782" y="299127"/>
                  </a:lnTo>
                  <a:lnTo>
                    <a:pt x="277413" y="340896"/>
                  </a:lnTo>
                  <a:lnTo>
                    <a:pt x="313044" y="382095"/>
                  </a:lnTo>
                  <a:lnTo>
                    <a:pt x="348676" y="422734"/>
                  </a:lnTo>
                  <a:lnTo>
                    <a:pt x="384307" y="462819"/>
                  </a:lnTo>
                  <a:lnTo>
                    <a:pt x="419938" y="502358"/>
                  </a:lnTo>
                  <a:lnTo>
                    <a:pt x="455569" y="541359"/>
                  </a:lnTo>
                  <a:lnTo>
                    <a:pt x="491201" y="579828"/>
                  </a:lnTo>
                  <a:lnTo>
                    <a:pt x="526832" y="617774"/>
                  </a:lnTo>
                  <a:lnTo>
                    <a:pt x="562463" y="655203"/>
                  </a:lnTo>
                  <a:lnTo>
                    <a:pt x="598095" y="692122"/>
                  </a:lnTo>
                  <a:lnTo>
                    <a:pt x="633726" y="728538"/>
                  </a:lnTo>
                  <a:lnTo>
                    <a:pt x="669357" y="764458"/>
                  </a:lnTo>
                  <a:lnTo>
                    <a:pt x="704989" y="799889"/>
                  </a:lnTo>
                  <a:lnTo>
                    <a:pt x="740620" y="834837"/>
                  </a:lnTo>
                  <a:lnTo>
                    <a:pt x="776251" y="869309"/>
                  </a:lnTo>
                  <a:lnTo>
                    <a:pt x="811883" y="903312"/>
                  </a:lnTo>
                  <a:lnTo>
                    <a:pt x="847514" y="936852"/>
                  </a:lnTo>
                  <a:lnTo>
                    <a:pt x="883145" y="969935"/>
                  </a:lnTo>
                  <a:lnTo>
                    <a:pt x="918776" y="1002567"/>
                  </a:lnTo>
                  <a:lnTo>
                    <a:pt x="954408" y="1034755"/>
                  </a:lnTo>
                  <a:lnTo>
                    <a:pt x="990039" y="1066505"/>
                  </a:lnTo>
                  <a:lnTo>
                    <a:pt x="1025670" y="1097822"/>
                  </a:lnTo>
                  <a:lnTo>
                    <a:pt x="1061302" y="1128713"/>
                  </a:lnTo>
                  <a:lnTo>
                    <a:pt x="1096933" y="1159183"/>
                  </a:lnTo>
                  <a:lnTo>
                    <a:pt x="1132564" y="1189238"/>
                  </a:lnTo>
                  <a:lnTo>
                    <a:pt x="1168196" y="1218883"/>
                  </a:lnTo>
                  <a:lnTo>
                    <a:pt x="1203827" y="1248125"/>
                  </a:lnTo>
                  <a:lnTo>
                    <a:pt x="1239458" y="1276969"/>
                  </a:lnTo>
                  <a:lnTo>
                    <a:pt x="1275090" y="1305419"/>
                  </a:lnTo>
                  <a:lnTo>
                    <a:pt x="1310721" y="1333482"/>
                  </a:lnTo>
                  <a:lnTo>
                    <a:pt x="1346352" y="1361163"/>
                  </a:lnTo>
                  <a:lnTo>
                    <a:pt x="1381983" y="1388467"/>
                  </a:lnTo>
                  <a:lnTo>
                    <a:pt x="1417615" y="1415400"/>
                  </a:lnTo>
                  <a:lnTo>
                    <a:pt x="1453246" y="1441965"/>
                  </a:lnTo>
                  <a:lnTo>
                    <a:pt x="1488877" y="1468168"/>
                  </a:lnTo>
                  <a:lnTo>
                    <a:pt x="1524509" y="1494015"/>
                  </a:lnTo>
                  <a:lnTo>
                    <a:pt x="1560140" y="1519510"/>
                  </a:lnTo>
                  <a:lnTo>
                    <a:pt x="1595771" y="1544657"/>
                  </a:lnTo>
                  <a:lnTo>
                    <a:pt x="1631403" y="1569462"/>
                  </a:lnTo>
                  <a:lnTo>
                    <a:pt x="1667034" y="1593929"/>
                  </a:lnTo>
                  <a:lnTo>
                    <a:pt x="1702665" y="1618063"/>
                  </a:lnTo>
                  <a:lnTo>
                    <a:pt x="1738297" y="1641868"/>
                  </a:lnTo>
                  <a:lnTo>
                    <a:pt x="1773928" y="1665349"/>
                  </a:lnTo>
                  <a:lnTo>
                    <a:pt x="1809559" y="1688510"/>
                  </a:lnTo>
                  <a:lnTo>
                    <a:pt x="1845190" y="1711356"/>
                  </a:lnTo>
                  <a:lnTo>
                    <a:pt x="1880822" y="1733890"/>
                  </a:lnTo>
                  <a:lnTo>
                    <a:pt x="1916453" y="1756118"/>
                  </a:lnTo>
                  <a:lnTo>
                    <a:pt x="1952084" y="1778043"/>
                  </a:lnTo>
                  <a:lnTo>
                    <a:pt x="1987716" y="1799669"/>
                  </a:lnTo>
                  <a:lnTo>
                    <a:pt x="2023347" y="1821001"/>
                  </a:lnTo>
                  <a:lnTo>
                    <a:pt x="2058978" y="1842042"/>
                  </a:lnTo>
                  <a:lnTo>
                    <a:pt x="2094610" y="1862796"/>
                  </a:lnTo>
                  <a:lnTo>
                    <a:pt x="2130241" y="1883268"/>
                  </a:lnTo>
                  <a:lnTo>
                    <a:pt x="2165872" y="1903461"/>
                  </a:lnTo>
                  <a:lnTo>
                    <a:pt x="2201504" y="1923379"/>
                  </a:lnTo>
                  <a:lnTo>
                    <a:pt x="2237135" y="1943026"/>
                  </a:lnTo>
                  <a:lnTo>
                    <a:pt x="2272766" y="1962405"/>
                  </a:lnTo>
                  <a:lnTo>
                    <a:pt x="2308397" y="1981521"/>
                  </a:lnTo>
                  <a:lnTo>
                    <a:pt x="2344029" y="2000376"/>
                  </a:lnTo>
                  <a:lnTo>
                    <a:pt x="2379660" y="2018974"/>
                  </a:lnTo>
                  <a:lnTo>
                    <a:pt x="2415291" y="2037319"/>
                  </a:lnTo>
                  <a:lnTo>
                    <a:pt x="2450923" y="2055414"/>
                  </a:lnTo>
                  <a:lnTo>
                    <a:pt x="2486554" y="2073262"/>
                  </a:lnTo>
                  <a:lnTo>
                    <a:pt x="2522185" y="2090868"/>
                  </a:lnTo>
                  <a:lnTo>
                    <a:pt x="2557817" y="2108233"/>
                  </a:lnTo>
                  <a:lnTo>
                    <a:pt x="2593448" y="2125363"/>
                  </a:lnTo>
                  <a:lnTo>
                    <a:pt x="2629079" y="2142258"/>
                  </a:lnTo>
                  <a:lnTo>
                    <a:pt x="2664711" y="2158924"/>
                  </a:lnTo>
                  <a:lnTo>
                    <a:pt x="2700342" y="2175363"/>
                  </a:lnTo>
                  <a:lnTo>
                    <a:pt x="2735973" y="2191578"/>
                  </a:lnTo>
                  <a:lnTo>
                    <a:pt x="2771604" y="2207572"/>
                  </a:lnTo>
                  <a:lnTo>
                    <a:pt x="2807236" y="2223348"/>
                  </a:lnTo>
                  <a:lnTo>
                    <a:pt x="2842867" y="2238909"/>
                  </a:lnTo>
                  <a:lnTo>
                    <a:pt x="2878498" y="2254259"/>
                  </a:lnTo>
                  <a:lnTo>
                    <a:pt x="2914130" y="2269399"/>
                  </a:lnTo>
                  <a:lnTo>
                    <a:pt x="2949761" y="2284333"/>
                  </a:lnTo>
                  <a:lnTo>
                    <a:pt x="2985392" y="2299064"/>
                  </a:lnTo>
                  <a:lnTo>
                    <a:pt x="3021024" y="2313594"/>
                  </a:lnTo>
                  <a:lnTo>
                    <a:pt x="3056655" y="2327926"/>
                  </a:lnTo>
                  <a:lnTo>
                    <a:pt x="3092286" y="2342064"/>
                  </a:lnTo>
                  <a:lnTo>
                    <a:pt x="3127918" y="2356008"/>
                  </a:lnTo>
                  <a:lnTo>
                    <a:pt x="3163549" y="2369763"/>
                  </a:lnTo>
                  <a:lnTo>
                    <a:pt x="3199180" y="2383330"/>
                  </a:lnTo>
                  <a:lnTo>
                    <a:pt x="3234811" y="2396712"/>
                  </a:lnTo>
                  <a:lnTo>
                    <a:pt x="3270443" y="2409912"/>
                  </a:lnTo>
                  <a:lnTo>
                    <a:pt x="3306074" y="2422933"/>
                  </a:lnTo>
                  <a:lnTo>
                    <a:pt x="3341705" y="2435776"/>
                  </a:lnTo>
                  <a:lnTo>
                    <a:pt x="3377337" y="2448444"/>
                  </a:lnTo>
                  <a:lnTo>
                    <a:pt x="3412968" y="2460940"/>
                  </a:lnTo>
                  <a:lnTo>
                    <a:pt x="3448599" y="2473265"/>
                  </a:lnTo>
                  <a:lnTo>
                    <a:pt x="3484231" y="2485423"/>
                  </a:lnTo>
                  <a:lnTo>
                    <a:pt x="3519862" y="2497415"/>
                  </a:lnTo>
                  <a:lnTo>
                    <a:pt x="3555493" y="2509243"/>
                  </a:lnTo>
                  <a:lnTo>
                    <a:pt x="3591124" y="2520911"/>
                  </a:lnTo>
                  <a:lnTo>
                    <a:pt x="3626756" y="2532419"/>
                  </a:lnTo>
                  <a:lnTo>
                    <a:pt x="3662387" y="2543771"/>
                  </a:lnTo>
                  <a:lnTo>
                    <a:pt x="3698018" y="2554969"/>
                  </a:lnTo>
                  <a:lnTo>
                    <a:pt x="3733650" y="2566013"/>
                  </a:lnTo>
                  <a:lnTo>
                    <a:pt x="3769281" y="2576908"/>
                  </a:lnTo>
                  <a:lnTo>
                    <a:pt x="3804912" y="2587654"/>
                  </a:lnTo>
                  <a:lnTo>
                    <a:pt x="3840544" y="2598253"/>
                  </a:lnTo>
                  <a:lnTo>
                    <a:pt x="3876175" y="2608709"/>
                  </a:lnTo>
                  <a:lnTo>
                    <a:pt x="3911806" y="2619022"/>
                  </a:lnTo>
                  <a:lnTo>
                    <a:pt x="3947438" y="2629194"/>
                  </a:lnTo>
                  <a:lnTo>
                    <a:pt x="3983069" y="2639228"/>
                  </a:lnTo>
                  <a:lnTo>
                    <a:pt x="4018700" y="2649125"/>
                  </a:lnTo>
                  <a:lnTo>
                    <a:pt x="4054331" y="2658887"/>
                  </a:lnTo>
                  <a:lnTo>
                    <a:pt x="4089963" y="2668517"/>
                  </a:lnTo>
                  <a:lnTo>
                    <a:pt x="4125594" y="2678015"/>
                  </a:lnTo>
                  <a:lnTo>
                    <a:pt x="4161225" y="2687384"/>
                  </a:lnTo>
                  <a:lnTo>
                    <a:pt x="4196857" y="2696625"/>
                  </a:lnTo>
                  <a:lnTo>
                    <a:pt x="4232488" y="2705741"/>
                  </a:lnTo>
                  <a:lnTo>
                    <a:pt x="4268119" y="2714732"/>
                  </a:lnTo>
                  <a:lnTo>
                    <a:pt x="4303751" y="2723601"/>
                  </a:lnTo>
                  <a:lnTo>
                    <a:pt x="4339382" y="2732349"/>
                  </a:lnTo>
                  <a:lnTo>
                    <a:pt x="4375013" y="2740978"/>
                  </a:lnTo>
                  <a:lnTo>
                    <a:pt x="4410645" y="2749490"/>
                  </a:lnTo>
                  <a:lnTo>
                    <a:pt x="4446276" y="2757885"/>
                  </a:lnTo>
                  <a:lnTo>
                    <a:pt x="4481907" y="2766166"/>
                  </a:lnTo>
                  <a:lnTo>
                    <a:pt x="4517538" y="2774335"/>
                  </a:lnTo>
                  <a:lnTo>
                    <a:pt x="4553170" y="2782392"/>
                  </a:lnTo>
                  <a:lnTo>
                    <a:pt x="4588801" y="2790339"/>
                  </a:lnTo>
                  <a:lnTo>
                    <a:pt x="4624432" y="2798178"/>
                  </a:lnTo>
                  <a:lnTo>
                    <a:pt x="4660064" y="2805910"/>
                  </a:lnTo>
                  <a:lnTo>
                    <a:pt x="4695695" y="2813538"/>
                  </a:lnTo>
                  <a:lnTo>
                    <a:pt x="4731326" y="2821061"/>
                  </a:lnTo>
                  <a:lnTo>
                    <a:pt x="4766958" y="2828481"/>
                  </a:lnTo>
                  <a:lnTo>
                    <a:pt x="4802589" y="2835801"/>
                  </a:lnTo>
                  <a:lnTo>
                    <a:pt x="4838220" y="2843021"/>
                  </a:lnTo>
                  <a:lnTo>
                    <a:pt x="4873852" y="2850143"/>
                  </a:lnTo>
                  <a:lnTo>
                    <a:pt x="4909483" y="2857167"/>
                  </a:lnTo>
                  <a:lnTo>
                    <a:pt x="4945114" y="2864096"/>
                  </a:lnTo>
                  <a:lnTo>
                    <a:pt x="4980745" y="2870931"/>
                  </a:lnTo>
                  <a:lnTo>
                    <a:pt x="5016377" y="2877672"/>
                  </a:lnTo>
                  <a:lnTo>
                    <a:pt x="5052008" y="2884322"/>
                  </a:lnTo>
                  <a:lnTo>
                    <a:pt x="5087639" y="2890881"/>
                  </a:lnTo>
                  <a:lnTo>
                    <a:pt x="5123271" y="2897351"/>
                  </a:lnTo>
                  <a:lnTo>
                    <a:pt x="5158902" y="2903732"/>
                  </a:lnTo>
                  <a:lnTo>
                    <a:pt x="5194533" y="2910027"/>
                  </a:lnTo>
                  <a:lnTo>
                    <a:pt x="5230165" y="2916236"/>
                  </a:lnTo>
                  <a:lnTo>
                    <a:pt x="5265796" y="2922361"/>
                  </a:lnTo>
                  <a:lnTo>
                    <a:pt x="5301427" y="2928402"/>
                  </a:lnTo>
                  <a:lnTo>
                    <a:pt x="5337059" y="2934360"/>
                  </a:lnTo>
                  <a:lnTo>
                    <a:pt x="5372690" y="2940238"/>
                  </a:lnTo>
                  <a:lnTo>
                    <a:pt x="5408321" y="2946036"/>
                  </a:lnTo>
                  <a:lnTo>
                    <a:pt x="5443952" y="2951754"/>
                  </a:lnTo>
                  <a:lnTo>
                    <a:pt x="5479584" y="2957395"/>
                  </a:lnTo>
                  <a:lnTo>
                    <a:pt x="5515215" y="2962959"/>
                  </a:lnTo>
                  <a:lnTo>
                    <a:pt x="5550846" y="2968447"/>
                  </a:lnTo>
                  <a:lnTo>
                    <a:pt x="5586478" y="2973860"/>
                  </a:lnTo>
                  <a:lnTo>
                    <a:pt x="5622109" y="2979200"/>
                  </a:lnTo>
                  <a:lnTo>
                    <a:pt x="5657740" y="2984467"/>
                  </a:lnTo>
                  <a:lnTo>
                    <a:pt x="5693372" y="2989662"/>
                  </a:lnTo>
                  <a:lnTo>
                    <a:pt x="5729003" y="2994786"/>
                  </a:lnTo>
                  <a:lnTo>
                    <a:pt x="5764634" y="2999841"/>
                  </a:lnTo>
                  <a:lnTo>
                    <a:pt x="5800266" y="3004827"/>
                  </a:lnTo>
                  <a:lnTo>
                    <a:pt x="5835897" y="3009745"/>
                  </a:lnTo>
                  <a:lnTo>
                    <a:pt x="5871528" y="3014596"/>
                  </a:lnTo>
                  <a:lnTo>
                    <a:pt x="5907159" y="3019380"/>
                  </a:lnTo>
                  <a:lnTo>
                    <a:pt x="5942791" y="3024100"/>
                  </a:lnTo>
                  <a:lnTo>
                    <a:pt x="5978422" y="3028755"/>
                  </a:lnTo>
                  <a:lnTo>
                    <a:pt x="6014053" y="3033347"/>
                  </a:lnTo>
                  <a:lnTo>
                    <a:pt x="6049685" y="3037877"/>
                  </a:lnTo>
                  <a:lnTo>
                    <a:pt x="6085316" y="3042345"/>
                  </a:lnTo>
                  <a:lnTo>
                    <a:pt x="6120947" y="3046751"/>
                  </a:lnTo>
                  <a:lnTo>
                    <a:pt x="6156579" y="3051098"/>
                  </a:lnTo>
                  <a:lnTo>
                    <a:pt x="6192210" y="3055386"/>
                  </a:lnTo>
                  <a:lnTo>
                    <a:pt x="6227841" y="3059615"/>
                  </a:lnTo>
                  <a:lnTo>
                    <a:pt x="6263473" y="3063787"/>
                  </a:lnTo>
                  <a:lnTo>
                    <a:pt x="6299104" y="3067902"/>
                  </a:lnTo>
                  <a:lnTo>
                    <a:pt x="6334735" y="3071961"/>
                  </a:lnTo>
                  <a:lnTo>
                    <a:pt x="6370366" y="3075964"/>
                  </a:lnTo>
                  <a:lnTo>
                    <a:pt x="6405998" y="3079913"/>
                  </a:lnTo>
                  <a:lnTo>
                    <a:pt x="6441629" y="3083808"/>
                  </a:lnTo>
                  <a:lnTo>
                    <a:pt x="6477260" y="3087651"/>
                  </a:lnTo>
                  <a:lnTo>
                    <a:pt x="6512892" y="3091440"/>
                  </a:lnTo>
                  <a:lnTo>
                    <a:pt x="6548523" y="3095179"/>
                  </a:lnTo>
                  <a:lnTo>
                    <a:pt x="6584154" y="3098866"/>
                  </a:lnTo>
                  <a:lnTo>
                    <a:pt x="6619786" y="3102503"/>
                  </a:lnTo>
                  <a:lnTo>
                    <a:pt x="6655417" y="310609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1.37 (1.22-1.55),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2.54 (1.78-3.64)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2026-10-05T07:55:19Z</dcterms:modified>
  <cp:category/>
</cp:coreProperties>
</file>