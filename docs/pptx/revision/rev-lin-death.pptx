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248513" y="2196947"/>
              <a:ext cx="7014166" cy="3289702"/>
            </a:xfrm>
            <a:custGeom>
              <a:avLst/>
              <a:pathLst>
                <a:path w="7014166" h="3289702">
                  <a:moveTo>
                    <a:pt x="2302532" y="0"/>
                  </a:moveTo>
                  <a:lnTo>
                    <a:pt x="2310833" y="22635"/>
                  </a:lnTo>
                  <a:lnTo>
                    <a:pt x="2346465" y="117046"/>
                  </a:lnTo>
                  <a:lnTo>
                    <a:pt x="2382096" y="208791"/>
                  </a:lnTo>
                  <a:lnTo>
                    <a:pt x="2417727" y="297945"/>
                  </a:lnTo>
                  <a:lnTo>
                    <a:pt x="2453359" y="384581"/>
                  </a:lnTo>
                  <a:lnTo>
                    <a:pt x="2488990" y="468771"/>
                  </a:lnTo>
                  <a:lnTo>
                    <a:pt x="2524621" y="550584"/>
                  </a:lnTo>
                  <a:lnTo>
                    <a:pt x="2560253" y="630086"/>
                  </a:lnTo>
                  <a:lnTo>
                    <a:pt x="2595884" y="707343"/>
                  </a:lnTo>
                  <a:lnTo>
                    <a:pt x="2631515" y="782419"/>
                  </a:lnTo>
                  <a:lnTo>
                    <a:pt x="2667146" y="855374"/>
                  </a:lnTo>
                  <a:lnTo>
                    <a:pt x="2702778" y="926269"/>
                  </a:lnTo>
                  <a:lnTo>
                    <a:pt x="2738409" y="995162"/>
                  </a:lnTo>
                  <a:lnTo>
                    <a:pt x="2774040" y="1062110"/>
                  </a:lnTo>
                  <a:lnTo>
                    <a:pt x="2809672" y="1127167"/>
                  </a:lnTo>
                  <a:lnTo>
                    <a:pt x="2845303" y="1190387"/>
                  </a:lnTo>
                  <a:lnTo>
                    <a:pt x="2880934" y="1251822"/>
                  </a:lnTo>
                  <a:lnTo>
                    <a:pt x="2916566" y="1311522"/>
                  </a:lnTo>
                  <a:lnTo>
                    <a:pt x="2952197" y="1369536"/>
                  </a:lnTo>
                  <a:lnTo>
                    <a:pt x="2987828" y="1425912"/>
                  </a:lnTo>
                  <a:lnTo>
                    <a:pt x="3023460" y="1480696"/>
                  </a:lnTo>
                  <a:lnTo>
                    <a:pt x="3059091" y="1533932"/>
                  </a:lnTo>
                  <a:lnTo>
                    <a:pt x="3094722" y="1585666"/>
                  </a:lnTo>
                  <a:lnTo>
                    <a:pt x="3130353" y="1635938"/>
                  </a:lnTo>
                  <a:lnTo>
                    <a:pt x="3165985" y="1684791"/>
                  </a:lnTo>
                  <a:lnTo>
                    <a:pt x="3201616" y="1732264"/>
                  </a:lnTo>
                  <a:lnTo>
                    <a:pt x="3237247" y="1778397"/>
                  </a:lnTo>
                  <a:lnTo>
                    <a:pt x="3272879" y="1823227"/>
                  </a:lnTo>
                  <a:lnTo>
                    <a:pt x="3308510" y="1866791"/>
                  </a:lnTo>
                  <a:lnTo>
                    <a:pt x="3344141" y="1909125"/>
                  </a:lnTo>
                  <a:lnTo>
                    <a:pt x="3379773" y="1950263"/>
                  </a:lnTo>
                  <a:lnTo>
                    <a:pt x="3415404" y="1990240"/>
                  </a:lnTo>
                  <a:lnTo>
                    <a:pt x="3451035" y="2029087"/>
                  </a:lnTo>
                  <a:lnTo>
                    <a:pt x="3486667" y="2066838"/>
                  </a:lnTo>
                  <a:lnTo>
                    <a:pt x="3522298" y="2103523"/>
                  </a:lnTo>
                  <a:lnTo>
                    <a:pt x="3557929" y="2139171"/>
                  </a:lnTo>
                  <a:lnTo>
                    <a:pt x="3593560" y="2173813"/>
                  </a:lnTo>
                  <a:lnTo>
                    <a:pt x="3629192" y="2207477"/>
                  </a:lnTo>
                  <a:lnTo>
                    <a:pt x="3664823" y="2240190"/>
                  </a:lnTo>
                  <a:lnTo>
                    <a:pt x="3700454" y="2271980"/>
                  </a:lnTo>
                  <a:lnTo>
                    <a:pt x="3736086" y="2302871"/>
                  </a:lnTo>
                  <a:lnTo>
                    <a:pt x="3771717" y="2332891"/>
                  </a:lnTo>
                  <a:lnTo>
                    <a:pt x="3807348" y="2362062"/>
                  </a:lnTo>
                  <a:lnTo>
                    <a:pt x="3842980" y="2390410"/>
                  </a:lnTo>
                  <a:lnTo>
                    <a:pt x="3878611" y="2417957"/>
                  </a:lnTo>
                  <a:lnTo>
                    <a:pt x="3914242" y="2444727"/>
                  </a:lnTo>
                  <a:lnTo>
                    <a:pt x="3949874" y="2470740"/>
                  </a:lnTo>
                  <a:lnTo>
                    <a:pt x="3985505" y="2496019"/>
                  </a:lnTo>
                  <a:lnTo>
                    <a:pt x="4021136" y="2520584"/>
                  </a:lnTo>
                  <a:lnTo>
                    <a:pt x="4056767" y="2544455"/>
                  </a:lnTo>
                  <a:lnTo>
                    <a:pt x="4092399" y="2565881"/>
                  </a:lnTo>
                  <a:lnTo>
                    <a:pt x="4128030" y="2575827"/>
                  </a:lnTo>
                  <a:lnTo>
                    <a:pt x="4163661" y="2585649"/>
                  </a:lnTo>
                  <a:lnTo>
                    <a:pt x="4199293" y="2595349"/>
                  </a:lnTo>
                  <a:lnTo>
                    <a:pt x="4234924" y="2604929"/>
                  </a:lnTo>
                  <a:lnTo>
                    <a:pt x="4270555" y="2614389"/>
                  </a:lnTo>
                  <a:lnTo>
                    <a:pt x="4306187" y="2623732"/>
                  </a:lnTo>
                  <a:lnTo>
                    <a:pt x="4341818" y="2632959"/>
                  </a:lnTo>
                  <a:lnTo>
                    <a:pt x="4377449" y="2642071"/>
                  </a:lnTo>
                  <a:lnTo>
                    <a:pt x="4413081" y="2651069"/>
                  </a:lnTo>
                  <a:lnTo>
                    <a:pt x="4448712" y="2659956"/>
                  </a:lnTo>
                  <a:lnTo>
                    <a:pt x="4484343" y="2668733"/>
                  </a:lnTo>
                  <a:lnTo>
                    <a:pt x="4519974" y="2677400"/>
                  </a:lnTo>
                  <a:lnTo>
                    <a:pt x="4555606" y="2685959"/>
                  </a:lnTo>
                  <a:lnTo>
                    <a:pt x="4591237" y="2694412"/>
                  </a:lnTo>
                  <a:lnTo>
                    <a:pt x="4626868" y="2702760"/>
                  </a:lnTo>
                  <a:lnTo>
                    <a:pt x="4662500" y="2711004"/>
                  </a:lnTo>
                  <a:lnTo>
                    <a:pt x="4698131" y="2719146"/>
                  </a:lnTo>
                  <a:lnTo>
                    <a:pt x="4733762" y="2727187"/>
                  </a:lnTo>
                  <a:lnTo>
                    <a:pt x="4769394" y="2735127"/>
                  </a:lnTo>
                  <a:lnTo>
                    <a:pt x="4805025" y="2742969"/>
                  </a:lnTo>
                  <a:lnTo>
                    <a:pt x="4840656" y="2750713"/>
                  </a:lnTo>
                  <a:lnTo>
                    <a:pt x="4876287" y="2758361"/>
                  </a:lnTo>
                  <a:lnTo>
                    <a:pt x="4911919" y="2765914"/>
                  </a:lnTo>
                  <a:lnTo>
                    <a:pt x="4947550" y="2773373"/>
                  </a:lnTo>
                  <a:lnTo>
                    <a:pt x="4983181" y="2780740"/>
                  </a:lnTo>
                  <a:lnTo>
                    <a:pt x="5018813" y="2788015"/>
                  </a:lnTo>
                  <a:lnTo>
                    <a:pt x="5054444" y="2795199"/>
                  </a:lnTo>
                  <a:lnTo>
                    <a:pt x="5090075" y="2802294"/>
                  </a:lnTo>
                  <a:lnTo>
                    <a:pt x="5125707" y="2809301"/>
                  </a:lnTo>
                  <a:lnTo>
                    <a:pt x="5161338" y="2816220"/>
                  </a:lnTo>
                  <a:lnTo>
                    <a:pt x="5196969" y="2823054"/>
                  </a:lnTo>
                  <a:lnTo>
                    <a:pt x="5232601" y="2829803"/>
                  </a:lnTo>
                  <a:lnTo>
                    <a:pt x="5268232" y="2836468"/>
                  </a:lnTo>
                  <a:lnTo>
                    <a:pt x="5303863" y="2843050"/>
                  </a:lnTo>
                  <a:lnTo>
                    <a:pt x="5339494" y="2849550"/>
                  </a:lnTo>
                  <a:lnTo>
                    <a:pt x="5375126" y="2855969"/>
                  </a:lnTo>
                  <a:lnTo>
                    <a:pt x="5410757" y="2862309"/>
                  </a:lnTo>
                  <a:lnTo>
                    <a:pt x="5446388" y="2868569"/>
                  </a:lnTo>
                  <a:lnTo>
                    <a:pt x="5482020" y="2874752"/>
                  </a:lnTo>
                  <a:lnTo>
                    <a:pt x="5517651" y="2880858"/>
                  </a:lnTo>
                  <a:lnTo>
                    <a:pt x="5553282" y="2886888"/>
                  </a:lnTo>
                  <a:lnTo>
                    <a:pt x="5588914" y="2892843"/>
                  </a:lnTo>
                  <a:lnTo>
                    <a:pt x="5624545" y="2898725"/>
                  </a:lnTo>
                  <a:lnTo>
                    <a:pt x="5660176" y="2904533"/>
                  </a:lnTo>
                  <a:lnTo>
                    <a:pt x="5695808" y="2910268"/>
                  </a:lnTo>
                  <a:lnTo>
                    <a:pt x="5731439" y="2915933"/>
                  </a:lnTo>
                  <a:lnTo>
                    <a:pt x="5767070" y="2921527"/>
                  </a:lnTo>
                  <a:lnTo>
                    <a:pt x="5802701" y="2927052"/>
                  </a:lnTo>
                  <a:lnTo>
                    <a:pt x="5838333" y="2932507"/>
                  </a:lnTo>
                  <a:lnTo>
                    <a:pt x="5873964" y="2937895"/>
                  </a:lnTo>
                  <a:lnTo>
                    <a:pt x="5909595" y="2943216"/>
                  </a:lnTo>
                  <a:lnTo>
                    <a:pt x="5945227" y="2948471"/>
                  </a:lnTo>
                  <a:lnTo>
                    <a:pt x="5980858" y="2953661"/>
                  </a:lnTo>
                  <a:lnTo>
                    <a:pt x="6016489" y="2958786"/>
                  </a:lnTo>
                  <a:lnTo>
                    <a:pt x="6052121" y="2963847"/>
                  </a:lnTo>
                  <a:lnTo>
                    <a:pt x="6087752" y="2968846"/>
                  </a:lnTo>
                  <a:lnTo>
                    <a:pt x="6123383" y="2973782"/>
                  </a:lnTo>
                  <a:lnTo>
                    <a:pt x="6159015" y="2978657"/>
                  </a:lnTo>
                  <a:lnTo>
                    <a:pt x="6194646" y="2983471"/>
                  </a:lnTo>
                  <a:lnTo>
                    <a:pt x="6230277" y="2988226"/>
                  </a:lnTo>
                  <a:lnTo>
                    <a:pt x="6265908" y="2992921"/>
                  </a:lnTo>
                  <a:lnTo>
                    <a:pt x="6301540" y="2997558"/>
                  </a:lnTo>
                  <a:lnTo>
                    <a:pt x="6337171" y="3002137"/>
                  </a:lnTo>
                  <a:lnTo>
                    <a:pt x="6372802" y="3006660"/>
                  </a:lnTo>
                  <a:lnTo>
                    <a:pt x="6408434" y="3011126"/>
                  </a:lnTo>
                  <a:lnTo>
                    <a:pt x="6444065" y="3015536"/>
                  </a:lnTo>
                  <a:lnTo>
                    <a:pt x="6479696" y="3019892"/>
                  </a:lnTo>
                  <a:lnTo>
                    <a:pt x="6515328" y="3024194"/>
                  </a:lnTo>
                  <a:lnTo>
                    <a:pt x="6550959" y="3028442"/>
                  </a:lnTo>
                  <a:lnTo>
                    <a:pt x="6586590" y="3032638"/>
                  </a:lnTo>
                  <a:lnTo>
                    <a:pt x="6622222" y="3036781"/>
                  </a:lnTo>
                  <a:lnTo>
                    <a:pt x="6657853" y="3040872"/>
                  </a:lnTo>
                  <a:lnTo>
                    <a:pt x="6693484" y="3044913"/>
                  </a:lnTo>
                  <a:lnTo>
                    <a:pt x="6729115" y="3048904"/>
                  </a:lnTo>
                  <a:lnTo>
                    <a:pt x="6764747" y="3052845"/>
                  </a:lnTo>
                  <a:lnTo>
                    <a:pt x="6800378" y="3056737"/>
                  </a:lnTo>
                  <a:lnTo>
                    <a:pt x="6836009" y="3060581"/>
                  </a:lnTo>
                  <a:lnTo>
                    <a:pt x="6871641" y="3064376"/>
                  </a:lnTo>
                  <a:lnTo>
                    <a:pt x="6907272" y="3068125"/>
                  </a:lnTo>
                  <a:lnTo>
                    <a:pt x="6942903" y="3071827"/>
                  </a:lnTo>
                  <a:lnTo>
                    <a:pt x="6978535" y="3075483"/>
                  </a:lnTo>
                  <a:lnTo>
                    <a:pt x="7014166" y="3079094"/>
                  </a:lnTo>
                  <a:lnTo>
                    <a:pt x="7014166" y="3289702"/>
                  </a:lnTo>
                  <a:lnTo>
                    <a:pt x="6978535" y="3287487"/>
                  </a:lnTo>
                  <a:lnTo>
                    <a:pt x="6942903" y="3285208"/>
                  </a:lnTo>
                  <a:lnTo>
                    <a:pt x="6907272" y="3282863"/>
                  </a:lnTo>
                  <a:lnTo>
                    <a:pt x="6871641" y="3280450"/>
                  </a:lnTo>
                  <a:lnTo>
                    <a:pt x="6836009" y="3277966"/>
                  </a:lnTo>
                  <a:lnTo>
                    <a:pt x="6800378" y="3275410"/>
                  </a:lnTo>
                  <a:lnTo>
                    <a:pt x="6764747" y="3272780"/>
                  </a:lnTo>
                  <a:lnTo>
                    <a:pt x="6729115" y="3270074"/>
                  </a:lnTo>
                  <a:lnTo>
                    <a:pt x="6693484" y="3267289"/>
                  </a:lnTo>
                  <a:lnTo>
                    <a:pt x="6657853" y="3264423"/>
                  </a:lnTo>
                  <a:lnTo>
                    <a:pt x="6622222" y="3261474"/>
                  </a:lnTo>
                  <a:lnTo>
                    <a:pt x="6586590" y="3258439"/>
                  </a:lnTo>
                  <a:lnTo>
                    <a:pt x="6550959" y="3255316"/>
                  </a:lnTo>
                  <a:lnTo>
                    <a:pt x="6515328" y="3252102"/>
                  </a:lnTo>
                  <a:lnTo>
                    <a:pt x="6479696" y="3248794"/>
                  </a:lnTo>
                  <a:lnTo>
                    <a:pt x="6444065" y="3245391"/>
                  </a:lnTo>
                  <a:lnTo>
                    <a:pt x="6408434" y="3241889"/>
                  </a:lnTo>
                  <a:lnTo>
                    <a:pt x="6372802" y="3238284"/>
                  </a:lnTo>
                  <a:lnTo>
                    <a:pt x="6337171" y="3234576"/>
                  </a:lnTo>
                  <a:lnTo>
                    <a:pt x="6301540" y="3230759"/>
                  </a:lnTo>
                  <a:lnTo>
                    <a:pt x="6265908" y="3226831"/>
                  </a:lnTo>
                  <a:lnTo>
                    <a:pt x="6230277" y="3222790"/>
                  </a:lnTo>
                  <a:lnTo>
                    <a:pt x="6194646" y="3218631"/>
                  </a:lnTo>
                  <a:lnTo>
                    <a:pt x="6159015" y="3214351"/>
                  </a:lnTo>
                  <a:lnTo>
                    <a:pt x="6123383" y="3209946"/>
                  </a:lnTo>
                  <a:lnTo>
                    <a:pt x="6087752" y="3205414"/>
                  </a:lnTo>
                  <a:lnTo>
                    <a:pt x="6052121" y="3200750"/>
                  </a:lnTo>
                  <a:lnTo>
                    <a:pt x="6016489" y="3195950"/>
                  </a:lnTo>
                  <a:lnTo>
                    <a:pt x="5980858" y="3191011"/>
                  </a:lnTo>
                  <a:lnTo>
                    <a:pt x="5945227" y="3185929"/>
                  </a:lnTo>
                  <a:lnTo>
                    <a:pt x="5909595" y="3180698"/>
                  </a:lnTo>
                  <a:lnTo>
                    <a:pt x="5873964" y="3175316"/>
                  </a:lnTo>
                  <a:lnTo>
                    <a:pt x="5838333" y="3169777"/>
                  </a:lnTo>
                  <a:lnTo>
                    <a:pt x="5802701" y="3164078"/>
                  </a:lnTo>
                  <a:lnTo>
                    <a:pt x="5767070" y="3158212"/>
                  </a:lnTo>
                  <a:lnTo>
                    <a:pt x="5731439" y="3152177"/>
                  </a:lnTo>
                  <a:lnTo>
                    <a:pt x="5695808" y="3145965"/>
                  </a:lnTo>
                  <a:lnTo>
                    <a:pt x="5660176" y="3139574"/>
                  </a:lnTo>
                  <a:lnTo>
                    <a:pt x="5624545" y="3132996"/>
                  </a:lnTo>
                  <a:lnTo>
                    <a:pt x="5588914" y="3126228"/>
                  </a:lnTo>
                  <a:lnTo>
                    <a:pt x="5553282" y="3119263"/>
                  </a:lnTo>
                  <a:lnTo>
                    <a:pt x="5517651" y="3112095"/>
                  </a:lnTo>
                  <a:lnTo>
                    <a:pt x="5482020" y="3104719"/>
                  </a:lnTo>
                  <a:lnTo>
                    <a:pt x="5446388" y="3097129"/>
                  </a:lnTo>
                  <a:lnTo>
                    <a:pt x="5410757" y="3089318"/>
                  </a:lnTo>
                  <a:lnTo>
                    <a:pt x="5375126" y="3081281"/>
                  </a:lnTo>
                  <a:lnTo>
                    <a:pt x="5339494" y="3073009"/>
                  </a:lnTo>
                  <a:lnTo>
                    <a:pt x="5303863" y="3064498"/>
                  </a:lnTo>
                  <a:lnTo>
                    <a:pt x="5268232" y="3055738"/>
                  </a:lnTo>
                  <a:lnTo>
                    <a:pt x="5232601" y="3046725"/>
                  </a:lnTo>
                  <a:lnTo>
                    <a:pt x="5196969" y="3037449"/>
                  </a:lnTo>
                  <a:lnTo>
                    <a:pt x="5161338" y="3027904"/>
                  </a:lnTo>
                  <a:lnTo>
                    <a:pt x="5125707" y="3018082"/>
                  </a:lnTo>
                  <a:lnTo>
                    <a:pt x="5090075" y="3007974"/>
                  </a:lnTo>
                  <a:lnTo>
                    <a:pt x="5054444" y="2997572"/>
                  </a:lnTo>
                  <a:lnTo>
                    <a:pt x="5018813" y="2986869"/>
                  </a:lnTo>
                  <a:lnTo>
                    <a:pt x="4983181" y="2975854"/>
                  </a:lnTo>
                  <a:lnTo>
                    <a:pt x="4947550" y="2964519"/>
                  </a:lnTo>
                  <a:lnTo>
                    <a:pt x="4911919" y="2952854"/>
                  </a:lnTo>
                  <a:lnTo>
                    <a:pt x="4876287" y="2940851"/>
                  </a:lnTo>
                  <a:lnTo>
                    <a:pt x="4840656" y="2928499"/>
                  </a:lnTo>
                  <a:lnTo>
                    <a:pt x="4805025" y="2915788"/>
                  </a:lnTo>
                  <a:lnTo>
                    <a:pt x="4769394" y="2902707"/>
                  </a:lnTo>
                  <a:lnTo>
                    <a:pt x="4733762" y="2889247"/>
                  </a:lnTo>
                  <a:lnTo>
                    <a:pt x="4698131" y="2875395"/>
                  </a:lnTo>
                  <a:lnTo>
                    <a:pt x="4662500" y="2861140"/>
                  </a:lnTo>
                  <a:lnTo>
                    <a:pt x="4626868" y="2846472"/>
                  </a:lnTo>
                  <a:lnTo>
                    <a:pt x="4591237" y="2831377"/>
                  </a:lnTo>
                  <a:lnTo>
                    <a:pt x="4555606" y="2815844"/>
                  </a:lnTo>
                  <a:lnTo>
                    <a:pt x="4519974" y="2799859"/>
                  </a:lnTo>
                  <a:lnTo>
                    <a:pt x="4484343" y="2783409"/>
                  </a:lnTo>
                  <a:lnTo>
                    <a:pt x="4448712" y="2766482"/>
                  </a:lnTo>
                  <a:lnTo>
                    <a:pt x="4413081" y="2749063"/>
                  </a:lnTo>
                  <a:lnTo>
                    <a:pt x="4377449" y="2731137"/>
                  </a:lnTo>
                  <a:lnTo>
                    <a:pt x="4341818" y="2712691"/>
                  </a:lnTo>
                  <a:lnTo>
                    <a:pt x="4306187" y="2693709"/>
                  </a:lnTo>
                  <a:lnTo>
                    <a:pt x="4270555" y="2674175"/>
                  </a:lnTo>
                  <a:lnTo>
                    <a:pt x="4234924" y="2654073"/>
                  </a:lnTo>
                  <a:lnTo>
                    <a:pt x="4199293" y="2633387"/>
                  </a:lnTo>
                  <a:lnTo>
                    <a:pt x="4163661" y="2612100"/>
                  </a:lnTo>
                  <a:lnTo>
                    <a:pt x="4128030" y="2590194"/>
                  </a:lnTo>
                  <a:lnTo>
                    <a:pt x="4092399" y="2567652"/>
                  </a:lnTo>
                  <a:lnTo>
                    <a:pt x="4056767" y="2555810"/>
                  </a:lnTo>
                  <a:lnTo>
                    <a:pt x="4021136" y="2545612"/>
                  </a:lnTo>
                  <a:lnTo>
                    <a:pt x="3985505" y="2535286"/>
                  </a:lnTo>
                  <a:lnTo>
                    <a:pt x="3949874" y="2524830"/>
                  </a:lnTo>
                  <a:lnTo>
                    <a:pt x="3914242" y="2514242"/>
                  </a:lnTo>
                  <a:lnTo>
                    <a:pt x="3878611" y="2503521"/>
                  </a:lnTo>
                  <a:lnTo>
                    <a:pt x="3842980" y="2492665"/>
                  </a:lnTo>
                  <a:lnTo>
                    <a:pt x="3807348" y="2481672"/>
                  </a:lnTo>
                  <a:lnTo>
                    <a:pt x="3771717" y="2470541"/>
                  </a:lnTo>
                  <a:lnTo>
                    <a:pt x="3736086" y="2459270"/>
                  </a:lnTo>
                  <a:lnTo>
                    <a:pt x="3700454" y="2447857"/>
                  </a:lnTo>
                  <a:lnTo>
                    <a:pt x="3664823" y="2436300"/>
                  </a:lnTo>
                  <a:lnTo>
                    <a:pt x="3629192" y="2424598"/>
                  </a:lnTo>
                  <a:lnTo>
                    <a:pt x="3593560" y="2412748"/>
                  </a:lnTo>
                  <a:lnTo>
                    <a:pt x="3557929" y="2400749"/>
                  </a:lnTo>
                  <a:lnTo>
                    <a:pt x="3522298" y="2388600"/>
                  </a:lnTo>
                  <a:lnTo>
                    <a:pt x="3486667" y="2376297"/>
                  </a:lnTo>
                  <a:lnTo>
                    <a:pt x="3451035" y="2363839"/>
                  </a:lnTo>
                  <a:lnTo>
                    <a:pt x="3415404" y="2351225"/>
                  </a:lnTo>
                  <a:lnTo>
                    <a:pt x="3379773" y="2338452"/>
                  </a:lnTo>
                  <a:lnTo>
                    <a:pt x="3344141" y="2325518"/>
                  </a:lnTo>
                  <a:lnTo>
                    <a:pt x="3308510" y="2312421"/>
                  </a:lnTo>
                  <a:lnTo>
                    <a:pt x="3272879" y="2299159"/>
                  </a:lnTo>
                  <a:lnTo>
                    <a:pt x="3237247" y="2285731"/>
                  </a:lnTo>
                  <a:lnTo>
                    <a:pt x="3201616" y="2272133"/>
                  </a:lnTo>
                  <a:lnTo>
                    <a:pt x="3165985" y="2258364"/>
                  </a:lnTo>
                  <a:lnTo>
                    <a:pt x="3130353" y="2244422"/>
                  </a:lnTo>
                  <a:lnTo>
                    <a:pt x="3094722" y="2230304"/>
                  </a:lnTo>
                  <a:lnTo>
                    <a:pt x="3059091" y="2216009"/>
                  </a:lnTo>
                  <a:lnTo>
                    <a:pt x="3023460" y="2201534"/>
                  </a:lnTo>
                  <a:lnTo>
                    <a:pt x="2987828" y="2186876"/>
                  </a:lnTo>
                  <a:lnTo>
                    <a:pt x="2952197" y="2172034"/>
                  </a:lnTo>
                  <a:lnTo>
                    <a:pt x="2916566" y="2157005"/>
                  </a:lnTo>
                  <a:lnTo>
                    <a:pt x="2880934" y="2141787"/>
                  </a:lnTo>
                  <a:lnTo>
                    <a:pt x="2845303" y="2126377"/>
                  </a:lnTo>
                  <a:lnTo>
                    <a:pt x="2809672" y="2110774"/>
                  </a:lnTo>
                  <a:lnTo>
                    <a:pt x="2774040" y="2094973"/>
                  </a:lnTo>
                  <a:lnTo>
                    <a:pt x="2738409" y="2078974"/>
                  </a:lnTo>
                  <a:lnTo>
                    <a:pt x="2702778" y="2062774"/>
                  </a:lnTo>
                  <a:lnTo>
                    <a:pt x="2667146" y="2046370"/>
                  </a:lnTo>
                  <a:lnTo>
                    <a:pt x="2631515" y="2029759"/>
                  </a:lnTo>
                  <a:lnTo>
                    <a:pt x="2595884" y="2012939"/>
                  </a:lnTo>
                  <a:lnTo>
                    <a:pt x="2560253" y="1995907"/>
                  </a:lnTo>
                  <a:lnTo>
                    <a:pt x="2524621" y="1978661"/>
                  </a:lnTo>
                  <a:lnTo>
                    <a:pt x="2488990" y="1961198"/>
                  </a:lnTo>
                  <a:lnTo>
                    <a:pt x="2453359" y="1943515"/>
                  </a:lnTo>
                  <a:lnTo>
                    <a:pt x="2417727" y="1925610"/>
                  </a:lnTo>
                  <a:lnTo>
                    <a:pt x="2382096" y="1907479"/>
                  </a:lnTo>
                  <a:lnTo>
                    <a:pt x="2346465" y="1889119"/>
                  </a:lnTo>
                  <a:lnTo>
                    <a:pt x="2310833" y="1870529"/>
                  </a:lnTo>
                  <a:lnTo>
                    <a:pt x="2275202" y="1851705"/>
                  </a:lnTo>
                  <a:lnTo>
                    <a:pt x="2239571" y="1832643"/>
                  </a:lnTo>
                  <a:lnTo>
                    <a:pt x="2203939" y="1813342"/>
                  </a:lnTo>
                  <a:lnTo>
                    <a:pt x="2168308" y="1793798"/>
                  </a:lnTo>
                  <a:lnTo>
                    <a:pt x="2132677" y="1774008"/>
                  </a:lnTo>
                  <a:lnTo>
                    <a:pt x="2097046" y="1753968"/>
                  </a:lnTo>
                  <a:lnTo>
                    <a:pt x="2061414" y="1733677"/>
                  </a:lnTo>
                  <a:lnTo>
                    <a:pt x="2025783" y="1713129"/>
                  </a:lnTo>
                  <a:lnTo>
                    <a:pt x="1990152" y="1692324"/>
                  </a:lnTo>
                  <a:lnTo>
                    <a:pt x="1954520" y="1671256"/>
                  </a:lnTo>
                  <a:lnTo>
                    <a:pt x="1918889" y="1649923"/>
                  </a:lnTo>
                  <a:lnTo>
                    <a:pt x="1883258" y="1628322"/>
                  </a:lnTo>
                  <a:lnTo>
                    <a:pt x="1847626" y="1606448"/>
                  </a:lnTo>
                  <a:lnTo>
                    <a:pt x="1811995" y="1584300"/>
                  </a:lnTo>
                  <a:lnTo>
                    <a:pt x="1776364" y="1561872"/>
                  </a:lnTo>
                  <a:lnTo>
                    <a:pt x="1740732" y="1539162"/>
                  </a:lnTo>
                  <a:lnTo>
                    <a:pt x="1705101" y="1516167"/>
                  </a:lnTo>
                  <a:lnTo>
                    <a:pt x="1669470" y="1492882"/>
                  </a:lnTo>
                  <a:lnTo>
                    <a:pt x="1633839" y="1469303"/>
                  </a:lnTo>
                  <a:lnTo>
                    <a:pt x="1598207" y="1445428"/>
                  </a:lnTo>
                  <a:lnTo>
                    <a:pt x="1562576" y="1421252"/>
                  </a:lnTo>
                  <a:lnTo>
                    <a:pt x="1526945" y="1396772"/>
                  </a:lnTo>
                  <a:lnTo>
                    <a:pt x="1491313" y="1371984"/>
                  </a:lnTo>
                  <a:lnTo>
                    <a:pt x="1455682" y="1346884"/>
                  </a:lnTo>
                  <a:lnTo>
                    <a:pt x="1420051" y="1321468"/>
                  </a:lnTo>
                  <a:lnTo>
                    <a:pt x="1384419" y="1295732"/>
                  </a:lnTo>
                  <a:lnTo>
                    <a:pt x="1348788" y="1269672"/>
                  </a:lnTo>
                  <a:lnTo>
                    <a:pt x="1313157" y="1243284"/>
                  </a:lnTo>
                  <a:lnTo>
                    <a:pt x="1277525" y="1216563"/>
                  </a:lnTo>
                  <a:lnTo>
                    <a:pt x="1241894" y="1189507"/>
                  </a:lnTo>
                  <a:lnTo>
                    <a:pt x="1206263" y="1162109"/>
                  </a:lnTo>
                  <a:lnTo>
                    <a:pt x="1170632" y="1134367"/>
                  </a:lnTo>
                  <a:lnTo>
                    <a:pt x="1135000" y="1106276"/>
                  </a:lnTo>
                  <a:lnTo>
                    <a:pt x="1099369" y="1077831"/>
                  </a:lnTo>
                  <a:lnTo>
                    <a:pt x="1063738" y="1049028"/>
                  </a:lnTo>
                  <a:lnTo>
                    <a:pt x="1028106" y="1019862"/>
                  </a:lnTo>
                  <a:lnTo>
                    <a:pt x="992475" y="990329"/>
                  </a:lnTo>
                  <a:lnTo>
                    <a:pt x="956844" y="960425"/>
                  </a:lnTo>
                  <a:lnTo>
                    <a:pt x="921212" y="930144"/>
                  </a:lnTo>
                  <a:lnTo>
                    <a:pt x="885581" y="899481"/>
                  </a:lnTo>
                  <a:lnTo>
                    <a:pt x="849950" y="868433"/>
                  </a:lnTo>
                  <a:lnTo>
                    <a:pt x="814318" y="836994"/>
                  </a:lnTo>
                  <a:lnTo>
                    <a:pt x="778687" y="805159"/>
                  </a:lnTo>
                  <a:lnTo>
                    <a:pt x="743056" y="772924"/>
                  </a:lnTo>
                  <a:lnTo>
                    <a:pt x="707425" y="740283"/>
                  </a:lnTo>
                  <a:lnTo>
                    <a:pt x="671793" y="707230"/>
                  </a:lnTo>
                  <a:lnTo>
                    <a:pt x="636162" y="673762"/>
                  </a:lnTo>
                  <a:lnTo>
                    <a:pt x="600531" y="639872"/>
                  </a:lnTo>
                  <a:lnTo>
                    <a:pt x="564899" y="605556"/>
                  </a:lnTo>
                  <a:lnTo>
                    <a:pt x="529268" y="570808"/>
                  </a:lnTo>
                  <a:lnTo>
                    <a:pt x="493637" y="535622"/>
                  </a:lnTo>
                  <a:lnTo>
                    <a:pt x="458005" y="499994"/>
                  </a:lnTo>
                  <a:lnTo>
                    <a:pt x="422374" y="463917"/>
                  </a:lnTo>
                  <a:lnTo>
                    <a:pt x="386743" y="427385"/>
                  </a:lnTo>
                  <a:lnTo>
                    <a:pt x="351112" y="390394"/>
                  </a:lnTo>
                  <a:lnTo>
                    <a:pt x="315480" y="352938"/>
                  </a:lnTo>
                  <a:lnTo>
                    <a:pt x="279849" y="315009"/>
                  </a:lnTo>
                  <a:lnTo>
                    <a:pt x="244218" y="276604"/>
                  </a:lnTo>
                  <a:lnTo>
                    <a:pt x="208586" y="237714"/>
                  </a:lnTo>
                  <a:lnTo>
                    <a:pt x="172955" y="198336"/>
                  </a:lnTo>
                  <a:lnTo>
                    <a:pt x="137324" y="158461"/>
                  </a:lnTo>
                  <a:lnTo>
                    <a:pt x="101692" y="118085"/>
                  </a:lnTo>
                  <a:lnTo>
                    <a:pt x="66061" y="77200"/>
                  </a:lnTo>
                  <a:lnTo>
                    <a:pt x="30430" y="35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551045" y="2196947"/>
              <a:ext cx="4711633" cy="3079094"/>
            </a:xfrm>
            <a:custGeom>
              <a:avLst/>
              <a:pathLst>
                <a:path w="4711633" h="3079094">
                  <a:moveTo>
                    <a:pt x="0" y="0"/>
                  </a:moveTo>
                  <a:lnTo>
                    <a:pt x="8301" y="22635"/>
                  </a:lnTo>
                  <a:lnTo>
                    <a:pt x="43932" y="117046"/>
                  </a:lnTo>
                  <a:lnTo>
                    <a:pt x="79564" y="208791"/>
                  </a:lnTo>
                  <a:lnTo>
                    <a:pt x="115195" y="297945"/>
                  </a:lnTo>
                  <a:lnTo>
                    <a:pt x="150826" y="384581"/>
                  </a:lnTo>
                  <a:lnTo>
                    <a:pt x="186457" y="468771"/>
                  </a:lnTo>
                  <a:lnTo>
                    <a:pt x="222089" y="550584"/>
                  </a:lnTo>
                  <a:lnTo>
                    <a:pt x="257720" y="630086"/>
                  </a:lnTo>
                  <a:lnTo>
                    <a:pt x="293351" y="707343"/>
                  </a:lnTo>
                  <a:lnTo>
                    <a:pt x="328983" y="782419"/>
                  </a:lnTo>
                  <a:lnTo>
                    <a:pt x="364614" y="855374"/>
                  </a:lnTo>
                  <a:lnTo>
                    <a:pt x="400245" y="926269"/>
                  </a:lnTo>
                  <a:lnTo>
                    <a:pt x="435877" y="995162"/>
                  </a:lnTo>
                  <a:lnTo>
                    <a:pt x="471508" y="1062110"/>
                  </a:lnTo>
                  <a:lnTo>
                    <a:pt x="507139" y="1127167"/>
                  </a:lnTo>
                  <a:lnTo>
                    <a:pt x="542771" y="1190387"/>
                  </a:lnTo>
                  <a:lnTo>
                    <a:pt x="578402" y="1251822"/>
                  </a:lnTo>
                  <a:lnTo>
                    <a:pt x="614033" y="1311522"/>
                  </a:lnTo>
                  <a:lnTo>
                    <a:pt x="649664" y="1369536"/>
                  </a:lnTo>
                  <a:lnTo>
                    <a:pt x="685296" y="1425912"/>
                  </a:lnTo>
                  <a:lnTo>
                    <a:pt x="720927" y="1480696"/>
                  </a:lnTo>
                  <a:lnTo>
                    <a:pt x="756558" y="1533932"/>
                  </a:lnTo>
                  <a:lnTo>
                    <a:pt x="792190" y="1585666"/>
                  </a:lnTo>
                  <a:lnTo>
                    <a:pt x="827821" y="1635938"/>
                  </a:lnTo>
                  <a:lnTo>
                    <a:pt x="863452" y="1684791"/>
                  </a:lnTo>
                  <a:lnTo>
                    <a:pt x="899084" y="1732264"/>
                  </a:lnTo>
                  <a:lnTo>
                    <a:pt x="934715" y="1778397"/>
                  </a:lnTo>
                  <a:lnTo>
                    <a:pt x="970346" y="1823227"/>
                  </a:lnTo>
                  <a:lnTo>
                    <a:pt x="1005978" y="1866791"/>
                  </a:lnTo>
                  <a:lnTo>
                    <a:pt x="1041609" y="1909125"/>
                  </a:lnTo>
                  <a:lnTo>
                    <a:pt x="1077240" y="1950263"/>
                  </a:lnTo>
                  <a:lnTo>
                    <a:pt x="1112871" y="1990240"/>
                  </a:lnTo>
                  <a:lnTo>
                    <a:pt x="1148503" y="2029087"/>
                  </a:lnTo>
                  <a:lnTo>
                    <a:pt x="1184134" y="2066838"/>
                  </a:lnTo>
                  <a:lnTo>
                    <a:pt x="1219765" y="2103523"/>
                  </a:lnTo>
                  <a:lnTo>
                    <a:pt x="1255397" y="2139171"/>
                  </a:lnTo>
                  <a:lnTo>
                    <a:pt x="1291028" y="2173813"/>
                  </a:lnTo>
                  <a:lnTo>
                    <a:pt x="1326659" y="2207477"/>
                  </a:lnTo>
                  <a:lnTo>
                    <a:pt x="1362291" y="2240190"/>
                  </a:lnTo>
                  <a:lnTo>
                    <a:pt x="1397922" y="2271980"/>
                  </a:lnTo>
                  <a:lnTo>
                    <a:pt x="1433553" y="2302871"/>
                  </a:lnTo>
                  <a:lnTo>
                    <a:pt x="1469185" y="2332891"/>
                  </a:lnTo>
                  <a:lnTo>
                    <a:pt x="1504816" y="2362062"/>
                  </a:lnTo>
                  <a:lnTo>
                    <a:pt x="1540447" y="2390410"/>
                  </a:lnTo>
                  <a:lnTo>
                    <a:pt x="1576078" y="2417957"/>
                  </a:lnTo>
                  <a:lnTo>
                    <a:pt x="1611710" y="2444727"/>
                  </a:lnTo>
                  <a:lnTo>
                    <a:pt x="1647341" y="2470740"/>
                  </a:lnTo>
                  <a:lnTo>
                    <a:pt x="1682972" y="2496019"/>
                  </a:lnTo>
                  <a:lnTo>
                    <a:pt x="1718604" y="2520584"/>
                  </a:lnTo>
                  <a:lnTo>
                    <a:pt x="1754235" y="2544455"/>
                  </a:lnTo>
                  <a:lnTo>
                    <a:pt x="1789866" y="2565881"/>
                  </a:lnTo>
                  <a:lnTo>
                    <a:pt x="1825498" y="2575827"/>
                  </a:lnTo>
                  <a:lnTo>
                    <a:pt x="1861129" y="2585649"/>
                  </a:lnTo>
                  <a:lnTo>
                    <a:pt x="1896760" y="2595349"/>
                  </a:lnTo>
                  <a:lnTo>
                    <a:pt x="1932392" y="2604929"/>
                  </a:lnTo>
                  <a:lnTo>
                    <a:pt x="1968023" y="2614389"/>
                  </a:lnTo>
                  <a:lnTo>
                    <a:pt x="2003654" y="2623732"/>
                  </a:lnTo>
                  <a:lnTo>
                    <a:pt x="2039285" y="2632959"/>
                  </a:lnTo>
                  <a:lnTo>
                    <a:pt x="2074917" y="2642071"/>
                  </a:lnTo>
                  <a:lnTo>
                    <a:pt x="2110548" y="2651069"/>
                  </a:lnTo>
                  <a:lnTo>
                    <a:pt x="2146179" y="2659956"/>
                  </a:lnTo>
                  <a:lnTo>
                    <a:pt x="2181811" y="2668733"/>
                  </a:lnTo>
                  <a:lnTo>
                    <a:pt x="2217442" y="2677400"/>
                  </a:lnTo>
                  <a:lnTo>
                    <a:pt x="2253073" y="2685959"/>
                  </a:lnTo>
                  <a:lnTo>
                    <a:pt x="2288705" y="2694412"/>
                  </a:lnTo>
                  <a:lnTo>
                    <a:pt x="2324336" y="2702760"/>
                  </a:lnTo>
                  <a:lnTo>
                    <a:pt x="2359967" y="2711004"/>
                  </a:lnTo>
                  <a:lnTo>
                    <a:pt x="2395599" y="2719146"/>
                  </a:lnTo>
                  <a:lnTo>
                    <a:pt x="2431230" y="2727187"/>
                  </a:lnTo>
                  <a:lnTo>
                    <a:pt x="2466861" y="2735127"/>
                  </a:lnTo>
                  <a:lnTo>
                    <a:pt x="2502492" y="2742969"/>
                  </a:lnTo>
                  <a:lnTo>
                    <a:pt x="2538124" y="2750713"/>
                  </a:lnTo>
                  <a:lnTo>
                    <a:pt x="2573755" y="2758361"/>
                  </a:lnTo>
                  <a:lnTo>
                    <a:pt x="2609386" y="2765914"/>
                  </a:lnTo>
                  <a:lnTo>
                    <a:pt x="2645018" y="2773373"/>
                  </a:lnTo>
                  <a:lnTo>
                    <a:pt x="2680649" y="2780740"/>
                  </a:lnTo>
                  <a:lnTo>
                    <a:pt x="2716280" y="2788015"/>
                  </a:lnTo>
                  <a:lnTo>
                    <a:pt x="2751912" y="2795199"/>
                  </a:lnTo>
                  <a:lnTo>
                    <a:pt x="2787543" y="2802294"/>
                  </a:lnTo>
                  <a:lnTo>
                    <a:pt x="2823174" y="2809301"/>
                  </a:lnTo>
                  <a:lnTo>
                    <a:pt x="2858806" y="2816220"/>
                  </a:lnTo>
                  <a:lnTo>
                    <a:pt x="2894437" y="2823054"/>
                  </a:lnTo>
                  <a:lnTo>
                    <a:pt x="2930068" y="2829803"/>
                  </a:lnTo>
                  <a:lnTo>
                    <a:pt x="2965699" y="2836468"/>
                  </a:lnTo>
                  <a:lnTo>
                    <a:pt x="3001331" y="2843050"/>
                  </a:lnTo>
                  <a:lnTo>
                    <a:pt x="3036962" y="2849550"/>
                  </a:lnTo>
                  <a:lnTo>
                    <a:pt x="3072593" y="2855969"/>
                  </a:lnTo>
                  <a:lnTo>
                    <a:pt x="3108225" y="2862309"/>
                  </a:lnTo>
                  <a:lnTo>
                    <a:pt x="3143856" y="2868569"/>
                  </a:lnTo>
                  <a:lnTo>
                    <a:pt x="3179487" y="2874752"/>
                  </a:lnTo>
                  <a:lnTo>
                    <a:pt x="3215119" y="2880858"/>
                  </a:lnTo>
                  <a:lnTo>
                    <a:pt x="3250750" y="2886888"/>
                  </a:lnTo>
                  <a:lnTo>
                    <a:pt x="3286381" y="2892843"/>
                  </a:lnTo>
                  <a:lnTo>
                    <a:pt x="3322013" y="2898725"/>
                  </a:lnTo>
                  <a:lnTo>
                    <a:pt x="3357644" y="2904533"/>
                  </a:lnTo>
                  <a:lnTo>
                    <a:pt x="3393275" y="2910268"/>
                  </a:lnTo>
                  <a:lnTo>
                    <a:pt x="3428906" y="2915933"/>
                  </a:lnTo>
                  <a:lnTo>
                    <a:pt x="3464538" y="2921527"/>
                  </a:lnTo>
                  <a:lnTo>
                    <a:pt x="3500169" y="2927052"/>
                  </a:lnTo>
                  <a:lnTo>
                    <a:pt x="3535800" y="2932507"/>
                  </a:lnTo>
                  <a:lnTo>
                    <a:pt x="3571432" y="2937895"/>
                  </a:lnTo>
                  <a:lnTo>
                    <a:pt x="3607063" y="2943216"/>
                  </a:lnTo>
                  <a:lnTo>
                    <a:pt x="3642694" y="2948471"/>
                  </a:lnTo>
                  <a:lnTo>
                    <a:pt x="3678326" y="2953661"/>
                  </a:lnTo>
                  <a:lnTo>
                    <a:pt x="3713957" y="2958786"/>
                  </a:lnTo>
                  <a:lnTo>
                    <a:pt x="3749588" y="2963847"/>
                  </a:lnTo>
                  <a:lnTo>
                    <a:pt x="3785220" y="2968846"/>
                  </a:lnTo>
                  <a:lnTo>
                    <a:pt x="3820851" y="2973782"/>
                  </a:lnTo>
                  <a:lnTo>
                    <a:pt x="3856482" y="2978657"/>
                  </a:lnTo>
                  <a:lnTo>
                    <a:pt x="3892113" y="2983471"/>
                  </a:lnTo>
                  <a:lnTo>
                    <a:pt x="3927745" y="2988226"/>
                  </a:lnTo>
                  <a:lnTo>
                    <a:pt x="3963376" y="2992921"/>
                  </a:lnTo>
                  <a:lnTo>
                    <a:pt x="3999007" y="2997558"/>
                  </a:lnTo>
                  <a:lnTo>
                    <a:pt x="4034639" y="3002137"/>
                  </a:lnTo>
                  <a:lnTo>
                    <a:pt x="4070270" y="3006660"/>
                  </a:lnTo>
                  <a:lnTo>
                    <a:pt x="4105901" y="3011126"/>
                  </a:lnTo>
                  <a:lnTo>
                    <a:pt x="4141533" y="3015536"/>
                  </a:lnTo>
                  <a:lnTo>
                    <a:pt x="4177164" y="3019892"/>
                  </a:lnTo>
                  <a:lnTo>
                    <a:pt x="4212795" y="3024194"/>
                  </a:lnTo>
                  <a:lnTo>
                    <a:pt x="4248426" y="3028442"/>
                  </a:lnTo>
                  <a:lnTo>
                    <a:pt x="4284058" y="3032638"/>
                  </a:lnTo>
                  <a:lnTo>
                    <a:pt x="4319689" y="3036781"/>
                  </a:lnTo>
                  <a:lnTo>
                    <a:pt x="4355320" y="3040872"/>
                  </a:lnTo>
                  <a:lnTo>
                    <a:pt x="4390952" y="3044913"/>
                  </a:lnTo>
                  <a:lnTo>
                    <a:pt x="4426583" y="3048904"/>
                  </a:lnTo>
                  <a:lnTo>
                    <a:pt x="4462214" y="3052845"/>
                  </a:lnTo>
                  <a:lnTo>
                    <a:pt x="4497846" y="3056737"/>
                  </a:lnTo>
                  <a:lnTo>
                    <a:pt x="4533477" y="3060581"/>
                  </a:lnTo>
                  <a:lnTo>
                    <a:pt x="4569108" y="3064376"/>
                  </a:lnTo>
                  <a:lnTo>
                    <a:pt x="4604740" y="3068125"/>
                  </a:lnTo>
                  <a:lnTo>
                    <a:pt x="4640371" y="3071827"/>
                  </a:lnTo>
                  <a:lnTo>
                    <a:pt x="4676002" y="3075483"/>
                  </a:lnTo>
                  <a:lnTo>
                    <a:pt x="4711633" y="30790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48513" y="2196947"/>
              <a:ext cx="7014166" cy="3289702"/>
            </a:xfrm>
            <a:custGeom>
              <a:avLst/>
              <a:pathLst>
                <a:path w="7014166" h="3289702">
                  <a:moveTo>
                    <a:pt x="7014166" y="3289702"/>
                  </a:moveTo>
                  <a:lnTo>
                    <a:pt x="6978535" y="3287487"/>
                  </a:lnTo>
                  <a:lnTo>
                    <a:pt x="6942903" y="3285208"/>
                  </a:lnTo>
                  <a:lnTo>
                    <a:pt x="6907272" y="3282863"/>
                  </a:lnTo>
                  <a:lnTo>
                    <a:pt x="6871641" y="3280450"/>
                  </a:lnTo>
                  <a:lnTo>
                    <a:pt x="6836009" y="3277966"/>
                  </a:lnTo>
                  <a:lnTo>
                    <a:pt x="6800378" y="3275410"/>
                  </a:lnTo>
                  <a:lnTo>
                    <a:pt x="6764747" y="3272780"/>
                  </a:lnTo>
                  <a:lnTo>
                    <a:pt x="6729115" y="3270074"/>
                  </a:lnTo>
                  <a:lnTo>
                    <a:pt x="6693484" y="3267289"/>
                  </a:lnTo>
                  <a:lnTo>
                    <a:pt x="6657853" y="3264423"/>
                  </a:lnTo>
                  <a:lnTo>
                    <a:pt x="6622222" y="3261474"/>
                  </a:lnTo>
                  <a:lnTo>
                    <a:pt x="6586590" y="3258439"/>
                  </a:lnTo>
                  <a:lnTo>
                    <a:pt x="6550959" y="3255316"/>
                  </a:lnTo>
                  <a:lnTo>
                    <a:pt x="6515328" y="3252102"/>
                  </a:lnTo>
                  <a:lnTo>
                    <a:pt x="6479696" y="3248794"/>
                  </a:lnTo>
                  <a:lnTo>
                    <a:pt x="6444065" y="3245391"/>
                  </a:lnTo>
                  <a:lnTo>
                    <a:pt x="6408434" y="3241889"/>
                  </a:lnTo>
                  <a:lnTo>
                    <a:pt x="6372802" y="3238284"/>
                  </a:lnTo>
                  <a:lnTo>
                    <a:pt x="6337171" y="3234576"/>
                  </a:lnTo>
                  <a:lnTo>
                    <a:pt x="6301540" y="3230759"/>
                  </a:lnTo>
                  <a:lnTo>
                    <a:pt x="6265908" y="3226831"/>
                  </a:lnTo>
                  <a:lnTo>
                    <a:pt x="6230277" y="3222790"/>
                  </a:lnTo>
                  <a:lnTo>
                    <a:pt x="6194646" y="3218631"/>
                  </a:lnTo>
                  <a:lnTo>
                    <a:pt x="6159015" y="3214351"/>
                  </a:lnTo>
                  <a:lnTo>
                    <a:pt x="6123383" y="3209946"/>
                  </a:lnTo>
                  <a:lnTo>
                    <a:pt x="6087752" y="3205414"/>
                  </a:lnTo>
                  <a:lnTo>
                    <a:pt x="6052121" y="3200750"/>
                  </a:lnTo>
                  <a:lnTo>
                    <a:pt x="6016489" y="3195950"/>
                  </a:lnTo>
                  <a:lnTo>
                    <a:pt x="5980858" y="3191011"/>
                  </a:lnTo>
                  <a:lnTo>
                    <a:pt x="5945227" y="3185929"/>
                  </a:lnTo>
                  <a:lnTo>
                    <a:pt x="5909595" y="3180698"/>
                  </a:lnTo>
                  <a:lnTo>
                    <a:pt x="5873964" y="3175316"/>
                  </a:lnTo>
                  <a:lnTo>
                    <a:pt x="5838333" y="3169777"/>
                  </a:lnTo>
                  <a:lnTo>
                    <a:pt x="5802701" y="3164078"/>
                  </a:lnTo>
                  <a:lnTo>
                    <a:pt x="5767070" y="3158212"/>
                  </a:lnTo>
                  <a:lnTo>
                    <a:pt x="5731439" y="3152177"/>
                  </a:lnTo>
                  <a:lnTo>
                    <a:pt x="5695808" y="3145965"/>
                  </a:lnTo>
                  <a:lnTo>
                    <a:pt x="5660176" y="3139574"/>
                  </a:lnTo>
                  <a:lnTo>
                    <a:pt x="5624545" y="3132996"/>
                  </a:lnTo>
                  <a:lnTo>
                    <a:pt x="5588914" y="3126228"/>
                  </a:lnTo>
                  <a:lnTo>
                    <a:pt x="5553282" y="3119263"/>
                  </a:lnTo>
                  <a:lnTo>
                    <a:pt x="5517651" y="3112095"/>
                  </a:lnTo>
                  <a:lnTo>
                    <a:pt x="5482020" y="3104719"/>
                  </a:lnTo>
                  <a:lnTo>
                    <a:pt x="5446388" y="3097129"/>
                  </a:lnTo>
                  <a:lnTo>
                    <a:pt x="5410757" y="3089318"/>
                  </a:lnTo>
                  <a:lnTo>
                    <a:pt x="5375126" y="3081281"/>
                  </a:lnTo>
                  <a:lnTo>
                    <a:pt x="5339494" y="3073009"/>
                  </a:lnTo>
                  <a:lnTo>
                    <a:pt x="5303863" y="3064498"/>
                  </a:lnTo>
                  <a:lnTo>
                    <a:pt x="5268232" y="3055738"/>
                  </a:lnTo>
                  <a:lnTo>
                    <a:pt x="5232601" y="3046725"/>
                  </a:lnTo>
                  <a:lnTo>
                    <a:pt x="5196969" y="3037449"/>
                  </a:lnTo>
                  <a:lnTo>
                    <a:pt x="5161338" y="3027904"/>
                  </a:lnTo>
                  <a:lnTo>
                    <a:pt x="5125707" y="3018082"/>
                  </a:lnTo>
                  <a:lnTo>
                    <a:pt x="5090075" y="3007974"/>
                  </a:lnTo>
                  <a:lnTo>
                    <a:pt x="5054444" y="2997572"/>
                  </a:lnTo>
                  <a:lnTo>
                    <a:pt x="5018813" y="2986869"/>
                  </a:lnTo>
                  <a:lnTo>
                    <a:pt x="4983181" y="2975854"/>
                  </a:lnTo>
                  <a:lnTo>
                    <a:pt x="4947550" y="2964519"/>
                  </a:lnTo>
                  <a:lnTo>
                    <a:pt x="4911919" y="2952854"/>
                  </a:lnTo>
                  <a:lnTo>
                    <a:pt x="4876287" y="2940851"/>
                  </a:lnTo>
                  <a:lnTo>
                    <a:pt x="4840656" y="2928499"/>
                  </a:lnTo>
                  <a:lnTo>
                    <a:pt x="4805025" y="2915788"/>
                  </a:lnTo>
                  <a:lnTo>
                    <a:pt x="4769394" y="2902707"/>
                  </a:lnTo>
                  <a:lnTo>
                    <a:pt x="4733762" y="2889247"/>
                  </a:lnTo>
                  <a:lnTo>
                    <a:pt x="4698131" y="2875395"/>
                  </a:lnTo>
                  <a:lnTo>
                    <a:pt x="4662500" y="2861140"/>
                  </a:lnTo>
                  <a:lnTo>
                    <a:pt x="4626868" y="2846472"/>
                  </a:lnTo>
                  <a:lnTo>
                    <a:pt x="4591237" y="2831377"/>
                  </a:lnTo>
                  <a:lnTo>
                    <a:pt x="4555606" y="2815844"/>
                  </a:lnTo>
                  <a:lnTo>
                    <a:pt x="4519974" y="2799859"/>
                  </a:lnTo>
                  <a:lnTo>
                    <a:pt x="4484343" y="2783409"/>
                  </a:lnTo>
                  <a:lnTo>
                    <a:pt x="4448712" y="2766482"/>
                  </a:lnTo>
                  <a:lnTo>
                    <a:pt x="4413081" y="2749063"/>
                  </a:lnTo>
                  <a:lnTo>
                    <a:pt x="4377449" y="2731137"/>
                  </a:lnTo>
                  <a:lnTo>
                    <a:pt x="4341818" y="2712691"/>
                  </a:lnTo>
                  <a:lnTo>
                    <a:pt x="4306187" y="2693709"/>
                  </a:lnTo>
                  <a:lnTo>
                    <a:pt x="4270555" y="2674175"/>
                  </a:lnTo>
                  <a:lnTo>
                    <a:pt x="4234924" y="2654073"/>
                  </a:lnTo>
                  <a:lnTo>
                    <a:pt x="4199293" y="2633387"/>
                  </a:lnTo>
                  <a:lnTo>
                    <a:pt x="4163661" y="2612100"/>
                  </a:lnTo>
                  <a:lnTo>
                    <a:pt x="4128030" y="2590194"/>
                  </a:lnTo>
                  <a:lnTo>
                    <a:pt x="4092399" y="2567652"/>
                  </a:lnTo>
                  <a:lnTo>
                    <a:pt x="4056767" y="2555810"/>
                  </a:lnTo>
                  <a:lnTo>
                    <a:pt x="4021136" y="2545612"/>
                  </a:lnTo>
                  <a:lnTo>
                    <a:pt x="3985505" y="2535286"/>
                  </a:lnTo>
                  <a:lnTo>
                    <a:pt x="3949874" y="2524830"/>
                  </a:lnTo>
                  <a:lnTo>
                    <a:pt x="3914242" y="2514242"/>
                  </a:lnTo>
                  <a:lnTo>
                    <a:pt x="3878611" y="2503521"/>
                  </a:lnTo>
                  <a:lnTo>
                    <a:pt x="3842980" y="2492665"/>
                  </a:lnTo>
                  <a:lnTo>
                    <a:pt x="3807348" y="2481672"/>
                  </a:lnTo>
                  <a:lnTo>
                    <a:pt x="3771717" y="2470541"/>
                  </a:lnTo>
                  <a:lnTo>
                    <a:pt x="3736086" y="2459270"/>
                  </a:lnTo>
                  <a:lnTo>
                    <a:pt x="3700454" y="2447857"/>
                  </a:lnTo>
                  <a:lnTo>
                    <a:pt x="3664823" y="2436300"/>
                  </a:lnTo>
                  <a:lnTo>
                    <a:pt x="3629192" y="2424598"/>
                  </a:lnTo>
                  <a:lnTo>
                    <a:pt x="3593560" y="2412748"/>
                  </a:lnTo>
                  <a:lnTo>
                    <a:pt x="3557929" y="2400749"/>
                  </a:lnTo>
                  <a:lnTo>
                    <a:pt x="3522298" y="2388600"/>
                  </a:lnTo>
                  <a:lnTo>
                    <a:pt x="3486667" y="2376297"/>
                  </a:lnTo>
                  <a:lnTo>
                    <a:pt x="3451035" y="2363839"/>
                  </a:lnTo>
                  <a:lnTo>
                    <a:pt x="3415404" y="2351225"/>
                  </a:lnTo>
                  <a:lnTo>
                    <a:pt x="3379773" y="2338452"/>
                  </a:lnTo>
                  <a:lnTo>
                    <a:pt x="3344141" y="2325518"/>
                  </a:lnTo>
                  <a:lnTo>
                    <a:pt x="3308510" y="2312421"/>
                  </a:lnTo>
                  <a:lnTo>
                    <a:pt x="3272879" y="2299159"/>
                  </a:lnTo>
                  <a:lnTo>
                    <a:pt x="3237247" y="2285731"/>
                  </a:lnTo>
                  <a:lnTo>
                    <a:pt x="3201616" y="2272133"/>
                  </a:lnTo>
                  <a:lnTo>
                    <a:pt x="3165985" y="2258364"/>
                  </a:lnTo>
                  <a:lnTo>
                    <a:pt x="3130353" y="2244422"/>
                  </a:lnTo>
                  <a:lnTo>
                    <a:pt x="3094722" y="2230304"/>
                  </a:lnTo>
                  <a:lnTo>
                    <a:pt x="3059091" y="2216009"/>
                  </a:lnTo>
                  <a:lnTo>
                    <a:pt x="3023460" y="2201534"/>
                  </a:lnTo>
                  <a:lnTo>
                    <a:pt x="2987828" y="2186876"/>
                  </a:lnTo>
                  <a:lnTo>
                    <a:pt x="2952197" y="2172034"/>
                  </a:lnTo>
                  <a:lnTo>
                    <a:pt x="2916566" y="2157005"/>
                  </a:lnTo>
                  <a:lnTo>
                    <a:pt x="2880934" y="2141787"/>
                  </a:lnTo>
                  <a:lnTo>
                    <a:pt x="2845303" y="2126377"/>
                  </a:lnTo>
                  <a:lnTo>
                    <a:pt x="2809672" y="2110774"/>
                  </a:lnTo>
                  <a:lnTo>
                    <a:pt x="2774040" y="2094973"/>
                  </a:lnTo>
                  <a:lnTo>
                    <a:pt x="2738409" y="2078974"/>
                  </a:lnTo>
                  <a:lnTo>
                    <a:pt x="2702778" y="2062774"/>
                  </a:lnTo>
                  <a:lnTo>
                    <a:pt x="2667146" y="2046370"/>
                  </a:lnTo>
                  <a:lnTo>
                    <a:pt x="2631515" y="2029759"/>
                  </a:lnTo>
                  <a:lnTo>
                    <a:pt x="2595884" y="2012939"/>
                  </a:lnTo>
                  <a:lnTo>
                    <a:pt x="2560253" y="1995907"/>
                  </a:lnTo>
                  <a:lnTo>
                    <a:pt x="2524621" y="1978661"/>
                  </a:lnTo>
                  <a:lnTo>
                    <a:pt x="2488990" y="1961198"/>
                  </a:lnTo>
                  <a:lnTo>
                    <a:pt x="2453359" y="1943515"/>
                  </a:lnTo>
                  <a:lnTo>
                    <a:pt x="2417727" y="1925610"/>
                  </a:lnTo>
                  <a:lnTo>
                    <a:pt x="2382096" y="1907479"/>
                  </a:lnTo>
                  <a:lnTo>
                    <a:pt x="2346465" y="1889119"/>
                  </a:lnTo>
                  <a:lnTo>
                    <a:pt x="2310833" y="1870529"/>
                  </a:lnTo>
                  <a:lnTo>
                    <a:pt x="2275202" y="1851705"/>
                  </a:lnTo>
                  <a:lnTo>
                    <a:pt x="2239571" y="1832643"/>
                  </a:lnTo>
                  <a:lnTo>
                    <a:pt x="2203939" y="1813342"/>
                  </a:lnTo>
                  <a:lnTo>
                    <a:pt x="2168308" y="1793798"/>
                  </a:lnTo>
                  <a:lnTo>
                    <a:pt x="2132677" y="1774008"/>
                  </a:lnTo>
                  <a:lnTo>
                    <a:pt x="2097046" y="1753968"/>
                  </a:lnTo>
                  <a:lnTo>
                    <a:pt x="2061414" y="1733677"/>
                  </a:lnTo>
                  <a:lnTo>
                    <a:pt x="2025783" y="1713129"/>
                  </a:lnTo>
                  <a:lnTo>
                    <a:pt x="1990152" y="1692324"/>
                  </a:lnTo>
                  <a:lnTo>
                    <a:pt x="1954520" y="1671256"/>
                  </a:lnTo>
                  <a:lnTo>
                    <a:pt x="1918889" y="1649923"/>
                  </a:lnTo>
                  <a:lnTo>
                    <a:pt x="1883258" y="1628322"/>
                  </a:lnTo>
                  <a:lnTo>
                    <a:pt x="1847626" y="1606448"/>
                  </a:lnTo>
                  <a:lnTo>
                    <a:pt x="1811995" y="1584300"/>
                  </a:lnTo>
                  <a:lnTo>
                    <a:pt x="1776364" y="1561872"/>
                  </a:lnTo>
                  <a:lnTo>
                    <a:pt x="1740732" y="1539162"/>
                  </a:lnTo>
                  <a:lnTo>
                    <a:pt x="1705101" y="1516167"/>
                  </a:lnTo>
                  <a:lnTo>
                    <a:pt x="1669470" y="1492882"/>
                  </a:lnTo>
                  <a:lnTo>
                    <a:pt x="1633839" y="1469303"/>
                  </a:lnTo>
                  <a:lnTo>
                    <a:pt x="1598207" y="1445428"/>
                  </a:lnTo>
                  <a:lnTo>
                    <a:pt x="1562576" y="1421252"/>
                  </a:lnTo>
                  <a:lnTo>
                    <a:pt x="1526945" y="1396772"/>
                  </a:lnTo>
                  <a:lnTo>
                    <a:pt x="1491313" y="1371984"/>
                  </a:lnTo>
                  <a:lnTo>
                    <a:pt x="1455682" y="1346884"/>
                  </a:lnTo>
                  <a:lnTo>
                    <a:pt x="1420051" y="1321468"/>
                  </a:lnTo>
                  <a:lnTo>
                    <a:pt x="1384419" y="1295732"/>
                  </a:lnTo>
                  <a:lnTo>
                    <a:pt x="1348788" y="1269672"/>
                  </a:lnTo>
                  <a:lnTo>
                    <a:pt x="1313157" y="1243284"/>
                  </a:lnTo>
                  <a:lnTo>
                    <a:pt x="1277525" y="1216563"/>
                  </a:lnTo>
                  <a:lnTo>
                    <a:pt x="1241894" y="1189507"/>
                  </a:lnTo>
                  <a:lnTo>
                    <a:pt x="1206263" y="1162109"/>
                  </a:lnTo>
                  <a:lnTo>
                    <a:pt x="1170632" y="1134367"/>
                  </a:lnTo>
                  <a:lnTo>
                    <a:pt x="1135000" y="1106276"/>
                  </a:lnTo>
                  <a:lnTo>
                    <a:pt x="1099369" y="1077831"/>
                  </a:lnTo>
                  <a:lnTo>
                    <a:pt x="1063738" y="1049028"/>
                  </a:lnTo>
                  <a:lnTo>
                    <a:pt x="1028106" y="1019862"/>
                  </a:lnTo>
                  <a:lnTo>
                    <a:pt x="992475" y="990329"/>
                  </a:lnTo>
                  <a:lnTo>
                    <a:pt x="956844" y="960425"/>
                  </a:lnTo>
                  <a:lnTo>
                    <a:pt x="921212" y="930144"/>
                  </a:lnTo>
                  <a:lnTo>
                    <a:pt x="885581" y="899481"/>
                  </a:lnTo>
                  <a:lnTo>
                    <a:pt x="849950" y="868433"/>
                  </a:lnTo>
                  <a:lnTo>
                    <a:pt x="814318" y="836994"/>
                  </a:lnTo>
                  <a:lnTo>
                    <a:pt x="778687" y="805159"/>
                  </a:lnTo>
                  <a:lnTo>
                    <a:pt x="743056" y="772924"/>
                  </a:lnTo>
                  <a:lnTo>
                    <a:pt x="707425" y="740283"/>
                  </a:lnTo>
                  <a:lnTo>
                    <a:pt x="671793" y="707230"/>
                  </a:lnTo>
                  <a:lnTo>
                    <a:pt x="636162" y="673762"/>
                  </a:lnTo>
                  <a:lnTo>
                    <a:pt x="600531" y="639872"/>
                  </a:lnTo>
                  <a:lnTo>
                    <a:pt x="564899" y="605556"/>
                  </a:lnTo>
                  <a:lnTo>
                    <a:pt x="529268" y="570808"/>
                  </a:lnTo>
                  <a:lnTo>
                    <a:pt x="493637" y="535622"/>
                  </a:lnTo>
                  <a:lnTo>
                    <a:pt x="458005" y="499994"/>
                  </a:lnTo>
                  <a:lnTo>
                    <a:pt x="422374" y="463917"/>
                  </a:lnTo>
                  <a:lnTo>
                    <a:pt x="386743" y="427385"/>
                  </a:lnTo>
                  <a:lnTo>
                    <a:pt x="351112" y="390394"/>
                  </a:lnTo>
                  <a:lnTo>
                    <a:pt x="315480" y="352938"/>
                  </a:lnTo>
                  <a:lnTo>
                    <a:pt x="279849" y="315009"/>
                  </a:lnTo>
                  <a:lnTo>
                    <a:pt x="244218" y="276604"/>
                  </a:lnTo>
                  <a:lnTo>
                    <a:pt x="208586" y="237714"/>
                  </a:lnTo>
                  <a:lnTo>
                    <a:pt x="172955" y="198336"/>
                  </a:lnTo>
                  <a:lnTo>
                    <a:pt x="137324" y="158461"/>
                  </a:lnTo>
                  <a:lnTo>
                    <a:pt x="101692" y="118085"/>
                  </a:lnTo>
                  <a:lnTo>
                    <a:pt x="66061" y="77200"/>
                  </a:lnTo>
                  <a:lnTo>
                    <a:pt x="30430" y="358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851123" y="2196947"/>
              <a:ext cx="5411556" cy="3218066"/>
            </a:xfrm>
            <a:custGeom>
              <a:avLst/>
              <a:pathLst>
                <a:path w="5411556" h="3218066">
                  <a:moveTo>
                    <a:pt x="0" y="0"/>
                  </a:moveTo>
                  <a:lnTo>
                    <a:pt x="31228" y="60235"/>
                  </a:lnTo>
                  <a:lnTo>
                    <a:pt x="66860" y="127563"/>
                  </a:lnTo>
                  <a:lnTo>
                    <a:pt x="102491" y="193519"/>
                  </a:lnTo>
                  <a:lnTo>
                    <a:pt x="138122" y="258133"/>
                  </a:lnTo>
                  <a:lnTo>
                    <a:pt x="173754" y="321430"/>
                  </a:lnTo>
                  <a:lnTo>
                    <a:pt x="209385" y="383438"/>
                  </a:lnTo>
                  <a:lnTo>
                    <a:pt x="245016" y="444183"/>
                  </a:lnTo>
                  <a:lnTo>
                    <a:pt x="280647" y="503690"/>
                  </a:lnTo>
                  <a:lnTo>
                    <a:pt x="316279" y="561986"/>
                  </a:lnTo>
                  <a:lnTo>
                    <a:pt x="351910" y="619095"/>
                  </a:lnTo>
                  <a:lnTo>
                    <a:pt x="387541" y="675040"/>
                  </a:lnTo>
                  <a:lnTo>
                    <a:pt x="423173" y="729846"/>
                  </a:lnTo>
                  <a:lnTo>
                    <a:pt x="458804" y="783535"/>
                  </a:lnTo>
                  <a:lnTo>
                    <a:pt x="494435" y="836131"/>
                  </a:lnTo>
                  <a:lnTo>
                    <a:pt x="530067" y="887656"/>
                  </a:lnTo>
                  <a:lnTo>
                    <a:pt x="565698" y="938132"/>
                  </a:lnTo>
                  <a:lnTo>
                    <a:pt x="601329" y="987579"/>
                  </a:lnTo>
                  <a:lnTo>
                    <a:pt x="636960" y="1036019"/>
                  </a:lnTo>
                  <a:lnTo>
                    <a:pt x="672592" y="1083473"/>
                  </a:lnTo>
                  <a:lnTo>
                    <a:pt x="708223" y="1129960"/>
                  </a:lnTo>
                  <a:lnTo>
                    <a:pt x="743854" y="1175501"/>
                  </a:lnTo>
                  <a:lnTo>
                    <a:pt x="779486" y="1220113"/>
                  </a:lnTo>
                  <a:lnTo>
                    <a:pt x="815117" y="1263818"/>
                  </a:lnTo>
                  <a:lnTo>
                    <a:pt x="850748" y="1306632"/>
                  </a:lnTo>
                  <a:lnTo>
                    <a:pt x="886380" y="1348574"/>
                  </a:lnTo>
                  <a:lnTo>
                    <a:pt x="922011" y="1389661"/>
                  </a:lnTo>
                  <a:lnTo>
                    <a:pt x="957642" y="1429912"/>
                  </a:lnTo>
                  <a:lnTo>
                    <a:pt x="993274" y="1469343"/>
                  </a:lnTo>
                  <a:lnTo>
                    <a:pt x="1028905" y="1507971"/>
                  </a:lnTo>
                  <a:lnTo>
                    <a:pt x="1064536" y="1545813"/>
                  </a:lnTo>
                  <a:lnTo>
                    <a:pt x="1100167" y="1582883"/>
                  </a:lnTo>
                  <a:lnTo>
                    <a:pt x="1135799" y="1619199"/>
                  </a:lnTo>
                  <a:lnTo>
                    <a:pt x="1171430" y="1654775"/>
                  </a:lnTo>
                  <a:lnTo>
                    <a:pt x="1207061" y="1689626"/>
                  </a:lnTo>
                  <a:lnTo>
                    <a:pt x="1242693" y="1723767"/>
                  </a:lnTo>
                  <a:lnTo>
                    <a:pt x="1278324" y="1757214"/>
                  </a:lnTo>
                  <a:lnTo>
                    <a:pt x="1313955" y="1789978"/>
                  </a:lnTo>
                  <a:lnTo>
                    <a:pt x="1349587" y="1822076"/>
                  </a:lnTo>
                  <a:lnTo>
                    <a:pt x="1385218" y="1853520"/>
                  </a:lnTo>
                  <a:lnTo>
                    <a:pt x="1420849" y="1884323"/>
                  </a:lnTo>
                  <a:lnTo>
                    <a:pt x="1456481" y="1914499"/>
                  </a:lnTo>
                  <a:lnTo>
                    <a:pt x="1492112" y="1944061"/>
                  </a:lnTo>
                  <a:lnTo>
                    <a:pt x="1527743" y="1973020"/>
                  </a:lnTo>
                  <a:lnTo>
                    <a:pt x="1563374" y="2001389"/>
                  </a:lnTo>
                  <a:lnTo>
                    <a:pt x="1599006" y="2029181"/>
                  </a:lnTo>
                  <a:lnTo>
                    <a:pt x="1634637" y="2056407"/>
                  </a:lnTo>
                  <a:lnTo>
                    <a:pt x="1670268" y="2083078"/>
                  </a:lnTo>
                  <a:lnTo>
                    <a:pt x="1705900" y="2109206"/>
                  </a:lnTo>
                  <a:lnTo>
                    <a:pt x="1741531" y="2134801"/>
                  </a:lnTo>
                  <a:lnTo>
                    <a:pt x="1777162" y="2159876"/>
                  </a:lnTo>
                  <a:lnTo>
                    <a:pt x="1812794" y="2184440"/>
                  </a:lnTo>
                  <a:lnTo>
                    <a:pt x="1848425" y="2208503"/>
                  </a:lnTo>
                  <a:lnTo>
                    <a:pt x="1884056" y="2232076"/>
                  </a:lnTo>
                  <a:lnTo>
                    <a:pt x="1919688" y="2255170"/>
                  </a:lnTo>
                  <a:lnTo>
                    <a:pt x="1955319" y="2277792"/>
                  </a:lnTo>
                  <a:lnTo>
                    <a:pt x="1990950" y="2299955"/>
                  </a:lnTo>
                  <a:lnTo>
                    <a:pt x="2026581" y="2321665"/>
                  </a:lnTo>
                  <a:lnTo>
                    <a:pt x="2062213" y="2342934"/>
                  </a:lnTo>
                  <a:lnTo>
                    <a:pt x="2097844" y="2363769"/>
                  </a:lnTo>
                  <a:lnTo>
                    <a:pt x="2133475" y="2384180"/>
                  </a:lnTo>
                  <a:lnTo>
                    <a:pt x="2169107" y="2404175"/>
                  </a:lnTo>
                  <a:lnTo>
                    <a:pt x="2204738" y="2423763"/>
                  </a:lnTo>
                  <a:lnTo>
                    <a:pt x="2240369" y="2442952"/>
                  </a:lnTo>
                  <a:lnTo>
                    <a:pt x="2276001" y="2461751"/>
                  </a:lnTo>
                  <a:lnTo>
                    <a:pt x="2311632" y="2480166"/>
                  </a:lnTo>
                  <a:lnTo>
                    <a:pt x="2347263" y="2498206"/>
                  </a:lnTo>
                  <a:lnTo>
                    <a:pt x="2382895" y="2515879"/>
                  </a:lnTo>
                  <a:lnTo>
                    <a:pt x="2418526" y="2533192"/>
                  </a:lnTo>
                  <a:lnTo>
                    <a:pt x="2454157" y="2550152"/>
                  </a:lnTo>
                  <a:lnTo>
                    <a:pt x="2489788" y="2566767"/>
                  </a:lnTo>
                  <a:lnTo>
                    <a:pt x="2525420" y="2583044"/>
                  </a:lnTo>
                  <a:lnTo>
                    <a:pt x="2561051" y="2598989"/>
                  </a:lnTo>
                  <a:lnTo>
                    <a:pt x="2596682" y="2614609"/>
                  </a:lnTo>
                  <a:lnTo>
                    <a:pt x="2632314" y="2629911"/>
                  </a:lnTo>
                  <a:lnTo>
                    <a:pt x="2667945" y="2644901"/>
                  </a:lnTo>
                  <a:lnTo>
                    <a:pt x="2703576" y="2659586"/>
                  </a:lnTo>
                  <a:lnTo>
                    <a:pt x="2739208" y="2673972"/>
                  </a:lnTo>
                  <a:lnTo>
                    <a:pt x="2774839" y="2688065"/>
                  </a:lnTo>
                  <a:lnTo>
                    <a:pt x="2810470" y="2701871"/>
                  </a:lnTo>
                  <a:lnTo>
                    <a:pt x="2846102" y="2715396"/>
                  </a:lnTo>
                  <a:lnTo>
                    <a:pt x="2881733" y="2728645"/>
                  </a:lnTo>
                  <a:lnTo>
                    <a:pt x="2917364" y="2741625"/>
                  </a:lnTo>
                  <a:lnTo>
                    <a:pt x="2952995" y="2754340"/>
                  </a:lnTo>
                  <a:lnTo>
                    <a:pt x="2988627" y="2766796"/>
                  </a:lnTo>
                  <a:lnTo>
                    <a:pt x="3024258" y="2778998"/>
                  </a:lnTo>
                  <a:lnTo>
                    <a:pt x="3059889" y="2790952"/>
                  </a:lnTo>
                  <a:lnTo>
                    <a:pt x="3095521" y="2802663"/>
                  </a:lnTo>
                  <a:lnTo>
                    <a:pt x="3131152" y="2814135"/>
                  </a:lnTo>
                  <a:lnTo>
                    <a:pt x="3166783" y="2825373"/>
                  </a:lnTo>
                  <a:lnTo>
                    <a:pt x="3202415" y="2836382"/>
                  </a:lnTo>
                  <a:lnTo>
                    <a:pt x="3238046" y="2847167"/>
                  </a:lnTo>
                  <a:lnTo>
                    <a:pt x="3273677" y="2857733"/>
                  </a:lnTo>
                  <a:lnTo>
                    <a:pt x="3309309" y="2868083"/>
                  </a:lnTo>
                  <a:lnTo>
                    <a:pt x="3344940" y="2878222"/>
                  </a:lnTo>
                  <a:lnTo>
                    <a:pt x="3380571" y="2888155"/>
                  </a:lnTo>
                  <a:lnTo>
                    <a:pt x="3416202" y="2897886"/>
                  </a:lnTo>
                  <a:lnTo>
                    <a:pt x="3451834" y="2907419"/>
                  </a:lnTo>
                  <a:lnTo>
                    <a:pt x="3487465" y="2916757"/>
                  </a:lnTo>
                  <a:lnTo>
                    <a:pt x="3523096" y="2925905"/>
                  </a:lnTo>
                  <a:lnTo>
                    <a:pt x="3558728" y="2934867"/>
                  </a:lnTo>
                  <a:lnTo>
                    <a:pt x="3594359" y="2943646"/>
                  </a:lnTo>
                  <a:lnTo>
                    <a:pt x="3629990" y="2952246"/>
                  </a:lnTo>
                  <a:lnTo>
                    <a:pt x="3665622" y="2960672"/>
                  </a:lnTo>
                  <a:lnTo>
                    <a:pt x="3701253" y="2968925"/>
                  </a:lnTo>
                  <a:lnTo>
                    <a:pt x="3736884" y="2977011"/>
                  </a:lnTo>
                  <a:lnTo>
                    <a:pt x="3772516" y="2984932"/>
                  </a:lnTo>
                  <a:lnTo>
                    <a:pt x="3808147" y="2992691"/>
                  </a:lnTo>
                  <a:lnTo>
                    <a:pt x="3843778" y="3000293"/>
                  </a:lnTo>
                  <a:lnTo>
                    <a:pt x="3879409" y="3007740"/>
                  </a:lnTo>
                  <a:lnTo>
                    <a:pt x="3915041" y="3015035"/>
                  </a:lnTo>
                  <a:lnTo>
                    <a:pt x="3950672" y="3022181"/>
                  </a:lnTo>
                  <a:lnTo>
                    <a:pt x="3986303" y="3029182"/>
                  </a:lnTo>
                  <a:lnTo>
                    <a:pt x="4021935" y="3036040"/>
                  </a:lnTo>
                  <a:lnTo>
                    <a:pt x="4057566" y="3042759"/>
                  </a:lnTo>
                  <a:lnTo>
                    <a:pt x="4093197" y="3049341"/>
                  </a:lnTo>
                  <a:lnTo>
                    <a:pt x="4128829" y="3055789"/>
                  </a:lnTo>
                  <a:lnTo>
                    <a:pt x="4164460" y="3062105"/>
                  </a:lnTo>
                  <a:lnTo>
                    <a:pt x="4200091" y="3068293"/>
                  </a:lnTo>
                  <a:lnTo>
                    <a:pt x="4235723" y="3074354"/>
                  </a:lnTo>
                  <a:lnTo>
                    <a:pt x="4271354" y="3080293"/>
                  </a:lnTo>
                  <a:lnTo>
                    <a:pt x="4306985" y="3086110"/>
                  </a:lnTo>
                  <a:lnTo>
                    <a:pt x="4342616" y="3091809"/>
                  </a:lnTo>
                  <a:lnTo>
                    <a:pt x="4378248" y="3097392"/>
                  </a:lnTo>
                  <a:lnTo>
                    <a:pt x="4413879" y="3102861"/>
                  </a:lnTo>
                  <a:lnTo>
                    <a:pt x="4449510" y="3108218"/>
                  </a:lnTo>
                  <a:lnTo>
                    <a:pt x="4485142" y="3113467"/>
                  </a:lnTo>
                  <a:lnTo>
                    <a:pt x="4520773" y="3118609"/>
                  </a:lnTo>
                  <a:lnTo>
                    <a:pt x="4556404" y="3123646"/>
                  </a:lnTo>
                  <a:lnTo>
                    <a:pt x="4592036" y="3128580"/>
                  </a:lnTo>
                  <a:lnTo>
                    <a:pt x="4627667" y="3133414"/>
                  </a:lnTo>
                  <a:lnTo>
                    <a:pt x="4663298" y="3138149"/>
                  </a:lnTo>
                  <a:lnTo>
                    <a:pt x="4698929" y="3142788"/>
                  </a:lnTo>
                  <a:lnTo>
                    <a:pt x="4734561" y="3147333"/>
                  </a:lnTo>
                  <a:lnTo>
                    <a:pt x="4770192" y="3151784"/>
                  </a:lnTo>
                  <a:lnTo>
                    <a:pt x="4805823" y="3156146"/>
                  </a:lnTo>
                  <a:lnTo>
                    <a:pt x="4841455" y="3160418"/>
                  </a:lnTo>
                  <a:lnTo>
                    <a:pt x="4877086" y="3164603"/>
                  </a:lnTo>
                  <a:lnTo>
                    <a:pt x="4912717" y="3168704"/>
                  </a:lnTo>
                  <a:lnTo>
                    <a:pt x="4948349" y="3172720"/>
                  </a:lnTo>
                  <a:lnTo>
                    <a:pt x="4983980" y="3176655"/>
                  </a:lnTo>
                  <a:lnTo>
                    <a:pt x="5019611" y="3180510"/>
                  </a:lnTo>
                  <a:lnTo>
                    <a:pt x="5055243" y="3184286"/>
                  </a:lnTo>
                  <a:lnTo>
                    <a:pt x="5090874" y="3187985"/>
                  </a:lnTo>
                  <a:lnTo>
                    <a:pt x="5126505" y="3191609"/>
                  </a:lnTo>
                  <a:lnTo>
                    <a:pt x="5162136" y="3195159"/>
                  </a:lnTo>
                  <a:lnTo>
                    <a:pt x="5197768" y="3198637"/>
                  </a:lnTo>
                  <a:lnTo>
                    <a:pt x="5233399" y="3202044"/>
                  </a:lnTo>
                  <a:lnTo>
                    <a:pt x="5269030" y="3205382"/>
                  </a:lnTo>
                  <a:lnTo>
                    <a:pt x="5304662" y="3208651"/>
                  </a:lnTo>
                  <a:lnTo>
                    <a:pt x="5340293" y="3211854"/>
                  </a:lnTo>
                  <a:lnTo>
                    <a:pt x="5375924" y="3214992"/>
                  </a:lnTo>
                  <a:lnTo>
                    <a:pt x="5411556" y="32180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181100" y="3909935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75708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 (log scale): 1.61 (1.33-1.94),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4.06 (2.34-7.03)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2026-10-08T16:28:02Z</dcterms:modified>
  <cp:category/>
</cp:coreProperties>
</file>