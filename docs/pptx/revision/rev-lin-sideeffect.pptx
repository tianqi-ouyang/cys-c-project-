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6215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6074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55934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75793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3821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6098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8376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0653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2931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75208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486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9763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041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6286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96004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15863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35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2682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4960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237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69515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179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34070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6347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8624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80902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196947"/>
              <a:ext cx="7090630" cy="3182062"/>
            </a:xfrm>
            <a:custGeom>
              <a:avLst/>
              <a:pathLst>
                <a:path w="7090630" h="3182062">
                  <a:moveTo>
                    <a:pt x="1311221" y="0"/>
                  </a:moveTo>
                  <a:lnTo>
                    <a:pt x="1318358" y="12148"/>
                  </a:lnTo>
                  <a:lnTo>
                    <a:pt x="1353989" y="71726"/>
                  </a:lnTo>
                  <a:lnTo>
                    <a:pt x="1389620" y="130246"/>
                  </a:lnTo>
                  <a:lnTo>
                    <a:pt x="1425252" y="187725"/>
                  </a:lnTo>
                  <a:lnTo>
                    <a:pt x="1460883" y="244184"/>
                  </a:lnTo>
                  <a:lnTo>
                    <a:pt x="1496514" y="299640"/>
                  </a:lnTo>
                  <a:lnTo>
                    <a:pt x="1532146" y="354111"/>
                  </a:lnTo>
                  <a:lnTo>
                    <a:pt x="1567777" y="407614"/>
                  </a:lnTo>
                  <a:lnTo>
                    <a:pt x="1603408" y="460166"/>
                  </a:lnTo>
                  <a:lnTo>
                    <a:pt x="1639040" y="511785"/>
                  </a:lnTo>
                  <a:lnTo>
                    <a:pt x="1674671" y="562487"/>
                  </a:lnTo>
                  <a:lnTo>
                    <a:pt x="1710302" y="612289"/>
                  </a:lnTo>
                  <a:lnTo>
                    <a:pt x="1745934" y="661205"/>
                  </a:lnTo>
                  <a:lnTo>
                    <a:pt x="1781565" y="709253"/>
                  </a:lnTo>
                  <a:lnTo>
                    <a:pt x="1817196" y="756447"/>
                  </a:lnTo>
                  <a:lnTo>
                    <a:pt x="1852827" y="802803"/>
                  </a:lnTo>
                  <a:lnTo>
                    <a:pt x="1888459" y="848335"/>
                  </a:lnTo>
                  <a:lnTo>
                    <a:pt x="1924090" y="893058"/>
                  </a:lnTo>
                  <a:lnTo>
                    <a:pt x="1959721" y="936987"/>
                  </a:lnTo>
                  <a:lnTo>
                    <a:pt x="1995353" y="980136"/>
                  </a:lnTo>
                  <a:lnTo>
                    <a:pt x="2030984" y="1022518"/>
                  </a:lnTo>
                  <a:lnTo>
                    <a:pt x="2066615" y="1064147"/>
                  </a:lnTo>
                  <a:lnTo>
                    <a:pt x="2102247" y="1105037"/>
                  </a:lnTo>
                  <a:lnTo>
                    <a:pt x="2137878" y="1145200"/>
                  </a:lnTo>
                  <a:lnTo>
                    <a:pt x="2173509" y="1184650"/>
                  </a:lnTo>
                  <a:lnTo>
                    <a:pt x="2209141" y="1223399"/>
                  </a:lnTo>
                  <a:lnTo>
                    <a:pt x="2244772" y="1261459"/>
                  </a:lnTo>
                  <a:lnTo>
                    <a:pt x="2280403" y="1298844"/>
                  </a:lnTo>
                  <a:lnTo>
                    <a:pt x="2316034" y="1335564"/>
                  </a:lnTo>
                  <a:lnTo>
                    <a:pt x="2351666" y="1371632"/>
                  </a:lnTo>
                  <a:lnTo>
                    <a:pt x="2387297" y="1407059"/>
                  </a:lnTo>
                  <a:lnTo>
                    <a:pt x="2422928" y="1441857"/>
                  </a:lnTo>
                  <a:lnTo>
                    <a:pt x="2458560" y="1476037"/>
                  </a:lnTo>
                  <a:lnTo>
                    <a:pt x="2494191" y="1509610"/>
                  </a:lnTo>
                  <a:lnTo>
                    <a:pt x="2529822" y="1542586"/>
                  </a:lnTo>
                  <a:lnTo>
                    <a:pt x="2565454" y="1574976"/>
                  </a:lnTo>
                  <a:lnTo>
                    <a:pt x="2601085" y="1606791"/>
                  </a:lnTo>
                  <a:lnTo>
                    <a:pt x="2636716" y="1638041"/>
                  </a:lnTo>
                  <a:lnTo>
                    <a:pt x="2672348" y="1668736"/>
                  </a:lnTo>
                  <a:lnTo>
                    <a:pt x="2707979" y="1698885"/>
                  </a:lnTo>
                  <a:lnTo>
                    <a:pt x="2743610" y="1728499"/>
                  </a:lnTo>
                  <a:lnTo>
                    <a:pt x="2779241" y="1757587"/>
                  </a:lnTo>
                  <a:lnTo>
                    <a:pt x="2814873" y="1786158"/>
                  </a:lnTo>
                  <a:lnTo>
                    <a:pt x="2850504" y="1814221"/>
                  </a:lnTo>
                  <a:lnTo>
                    <a:pt x="2886135" y="1841786"/>
                  </a:lnTo>
                  <a:lnTo>
                    <a:pt x="2921767" y="1868862"/>
                  </a:lnTo>
                  <a:lnTo>
                    <a:pt x="2957398" y="1895456"/>
                  </a:lnTo>
                  <a:lnTo>
                    <a:pt x="2993029" y="1921578"/>
                  </a:lnTo>
                  <a:lnTo>
                    <a:pt x="3028661" y="1947236"/>
                  </a:lnTo>
                  <a:lnTo>
                    <a:pt x="3064292" y="1972438"/>
                  </a:lnTo>
                  <a:lnTo>
                    <a:pt x="3099923" y="1997192"/>
                  </a:lnTo>
                  <a:lnTo>
                    <a:pt x="3135555" y="2021507"/>
                  </a:lnTo>
                  <a:lnTo>
                    <a:pt x="3171186" y="2045389"/>
                  </a:lnTo>
                  <a:lnTo>
                    <a:pt x="3206817" y="2068848"/>
                  </a:lnTo>
                  <a:lnTo>
                    <a:pt x="3242448" y="2091889"/>
                  </a:lnTo>
                  <a:lnTo>
                    <a:pt x="3278080" y="2114522"/>
                  </a:lnTo>
                  <a:lnTo>
                    <a:pt x="3313711" y="2136752"/>
                  </a:lnTo>
                  <a:lnTo>
                    <a:pt x="3349342" y="2158587"/>
                  </a:lnTo>
                  <a:lnTo>
                    <a:pt x="3384974" y="2180035"/>
                  </a:lnTo>
                  <a:lnTo>
                    <a:pt x="3420605" y="2201101"/>
                  </a:lnTo>
                  <a:lnTo>
                    <a:pt x="3456236" y="2221794"/>
                  </a:lnTo>
                  <a:lnTo>
                    <a:pt x="3491868" y="2242118"/>
                  </a:lnTo>
                  <a:lnTo>
                    <a:pt x="3527499" y="2262082"/>
                  </a:lnTo>
                  <a:lnTo>
                    <a:pt x="3563130" y="2281691"/>
                  </a:lnTo>
                  <a:lnTo>
                    <a:pt x="3598762" y="2300951"/>
                  </a:lnTo>
                  <a:lnTo>
                    <a:pt x="3634393" y="2319870"/>
                  </a:lnTo>
                  <a:lnTo>
                    <a:pt x="3670024" y="2338452"/>
                  </a:lnTo>
                  <a:lnTo>
                    <a:pt x="3705655" y="2356705"/>
                  </a:lnTo>
                  <a:lnTo>
                    <a:pt x="3741287" y="2374633"/>
                  </a:lnTo>
                  <a:lnTo>
                    <a:pt x="3776918" y="2392242"/>
                  </a:lnTo>
                  <a:lnTo>
                    <a:pt x="3812549" y="2409539"/>
                  </a:lnTo>
                  <a:lnTo>
                    <a:pt x="3848181" y="2426528"/>
                  </a:lnTo>
                  <a:lnTo>
                    <a:pt x="3883812" y="2443216"/>
                  </a:lnTo>
                  <a:lnTo>
                    <a:pt x="3919443" y="2459607"/>
                  </a:lnTo>
                  <a:lnTo>
                    <a:pt x="3955075" y="2475707"/>
                  </a:lnTo>
                  <a:lnTo>
                    <a:pt x="3990706" y="2491521"/>
                  </a:lnTo>
                  <a:lnTo>
                    <a:pt x="4026337" y="2507054"/>
                  </a:lnTo>
                  <a:lnTo>
                    <a:pt x="4061968" y="2522312"/>
                  </a:lnTo>
                  <a:lnTo>
                    <a:pt x="4097600" y="2537298"/>
                  </a:lnTo>
                  <a:lnTo>
                    <a:pt x="4133231" y="2552018"/>
                  </a:lnTo>
                  <a:lnTo>
                    <a:pt x="4168862" y="2565555"/>
                  </a:lnTo>
                  <a:lnTo>
                    <a:pt x="4204494" y="2573158"/>
                  </a:lnTo>
                  <a:lnTo>
                    <a:pt x="4240125" y="2580689"/>
                  </a:lnTo>
                  <a:lnTo>
                    <a:pt x="4275756" y="2588148"/>
                  </a:lnTo>
                  <a:lnTo>
                    <a:pt x="4311388" y="2595536"/>
                  </a:lnTo>
                  <a:lnTo>
                    <a:pt x="4347019" y="2602854"/>
                  </a:lnTo>
                  <a:lnTo>
                    <a:pt x="4382650" y="2610103"/>
                  </a:lnTo>
                  <a:lnTo>
                    <a:pt x="4418282" y="2617283"/>
                  </a:lnTo>
                  <a:lnTo>
                    <a:pt x="4453913" y="2624394"/>
                  </a:lnTo>
                  <a:lnTo>
                    <a:pt x="4489544" y="2631438"/>
                  </a:lnTo>
                  <a:lnTo>
                    <a:pt x="4525175" y="2638415"/>
                  </a:lnTo>
                  <a:lnTo>
                    <a:pt x="4560807" y="2645326"/>
                  </a:lnTo>
                  <a:lnTo>
                    <a:pt x="4596438" y="2652171"/>
                  </a:lnTo>
                  <a:lnTo>
                    <a:pt x="4632069" y="2658951"/>
                  </a:lnTo>
                  <a:lnTo>
                    <a:pt x="4667701" y="2665667"/>
                  </a:lnTo>
                  <a:lnTo>
                    <a:pt x="4703332" y="2672319"/>
                  </a:lnTo>
                  <a:lnTo>
                    <a:pt x="4738963" y="2678907"/>
                  </a:lnTo>
                  <a:lnTo>
                    <a:pt x="4774595" y="2685434"/>
                  </a:lnTo>
                  <a:lnTo>
                    <a:pt x="4810226" y="2691898"/>
                  </a:lnTo>
                  <a:lnTo>
                    <a:pt x="4845857" y="2698300"/>
                  </a:lnTo>
                  <a:lnTo>
                    <a:pt x="4881489" y="2704642"/>
                  </a:lnTo>
                  <a:lnTo>
                    <a:pt x="4917120" y="2710924"/>
                  </a:lnTo>
                  <a:lnTo>
                    <a:pt x="4952751" y="2717146"/>
                  </a:lnTo>
                  <a:lnTo>
                    <a:pt x="4988382" y="2723309"/>
                  </a:lnTo>
                  <a:lnTo>
                    <a:pt x="5024014" y="2729413"/>
                  </a:lnTo>
                  <a:lnTo>
                    <a:pt x="5059645" y="2735459"/>
                  </a:lnTo>
                  <a:lnTo>
                    <a:pt x="5095276" y="2741448"/>
                  </a:lnTo>
                  <a:lnTo>
                    <a:pt x="5130908" y="2747380"/>
                  </a:lnTo>
                  <a:lnTo>
                    <a:pt x="5166539" y="2753256"/>
                  </a:lnTo>
                  <a:lnTo>
                    <a:pt x="5202170" y="2759076"/>
                  </a:lnTo>
                  <a:lnTo>
                    <a:pt x="5237802" y="2764840"/>
                  </a:lnTo>
                  <a:lnTo>
                    <a:pt x="5273433" y="2770550"/>
                  </a:lnTo>
                  <a:lnTo>
                    <a:pt x="5309064" y="2776206"/>
                  </a:lnTo>
                  <a:lnTo>
                    <a:pt x="5344696" y="2781808"/>
                  </a:lnTo>
                  <a:lnTo>
                    <a:pt x="5380327" y="2787356"/>
                  </a:lnTo>
                  <a:lnTo>
                    <a:pt x="5415958" y="2792852"/>
                  </a:lnTo>
                  <a:lnTo>
                    <a:pt x="5451589" y="2798296"/>
                  </a:lnTo>
                  <a:lnTo>
                    <a:pt x="5487221" y="2803688"/>
                  </a:lnTo>
                  <a:lnTo>
                    <a:pt x="5522852" y="2809029"/>
                  </a:lnTo>
                  <a:lnTo>
                    <a:pt x="5558483" y="2814319"/>
                  </a:lnTo>
                  <a:lnTo>
                    <a:pt x="5594115" y="2819559"/>
                  </a:lnTo>
                  <a:lnTo>
                    <a:pt x="5629746" y="2824749"/>
                  </a:lnTo>
                  <a:lnTo>
                    <a:pt x="5665377" y="2829889"/>
                  </a:lnTo>
                  <a:lnTo>
                    <a:pt x="5701009" y="2834981"/>
                  </a:lnTo>
                  <a:lnTo>
                    <a:pt x="5736640" y="2840025"/>
                  </a:lnTo>
                  <a:lnTo>
                    <a:pt x="5772271" y="2845020"/>
                  </a:lnTo>
                  <a:lnTo>
                    <a:pt x="5807903" y="2849968"/>
                  </a:lnTo>
                  <a:lnTo>
                    <a:pt x="5843534" y="2854870"/>
                  </a:lnTo>
                  <a:lnTo>
                    <a:pt x="5879165" y="2859724"/>
                  </a:lnTo>
                  <a:lnTo>
                    <a:pt x="5914796" y="2864533"/>
                  </a:lnTo>
                  <a:lnTo>
                    <a:pt x="5950428" y="2869295"/>
                  </a:lnTo>
                  <a:lnTo>
                    <a:pt x="5986059" y="2874013"/>
                  </a:lnTo>
                  <a:lnTo>
                    <a:pt x="6021690" y="2878686"/>
                  </a:lnTo>
                  <a:lnTo>
                    <a:pt x="6057322" y="2883314"/>
                  </a:lnTo>
                  <a:lnTo>
                    <a:pt x="6092953" y="2887898"/>
                  </a:lnTo>
                  <a:lnTo>
                    <a:pt x="6128584" y="2892439"/>
                  </a:lnTo>
                  <a:lnTo>
                    <a:pt x="6164216" y="2896937"/>
                  </a:lnTo>
                  <a:lnTo>
                    <a:pt x="6199847" y="2901392"/>
                  </a:lnTo>
                  <a:lnTo>
                    <a:pt x="6235478" y="2905805"/>
                  </a:lnTo>
                  <a:lnTo>
                    <a:pt x="6271110" y="2910175"/>
                  </a:lnTo>
                  <a:lnTo>
                    <a:pt x="6306741" y="2914505"/>
                  </a:lnTo>
                  <a:lnTo>
                    <a:pt x="6342372" y="2918793"/>
                  </a:lnTo>
                  <a:lnTo>
                    <a:pt x="6378003" y="2923040"/>
                  </a:lnTo>
                  <a:lnTo>
                    <a:pt x="6413635" y="2927247"/>
                  </a:lnTo>
                  <a:lnTo>
                    <a:pt x="6449266" y="2931414"/>
                  </a:lnTo>
                  <a:lnTo>
                    <a:pt x="6484897" y="2935542"/>
                  </a:lnTo>
                  <a:lnTo>
                    <a:pt x="6520529" y="2939630"/>
                  </a:lnTo>
                  <a:lnTo>
                    <a:pt x="6556160" y="2943679"/>
                  </a:lnTo>
                  <a:lnTo>
                    <a:pt x="6591791" y="2947690"/>
                  </a:lnTo>
                  <a:lnTo>
                    <a:pt x="6627423" y="2951663"/>
                  </a:lnTo>
                  <a:lnTo>
                    <a:pt x="6663054" y="2955598"/>
                  </a:lnTo>
                  <a:lnTo>
                    <a:pt x="6698685" y="2959496"/>
                  </a:lnTo>
                  <a:lnTo>
                    <a:pt x="6734317" y="2963357"/>
                  </a:lnTo>
                  <a:lnTo>
                    <a:pt x="6769948" y="2967181"/>
                  </a:lnTo>
                  <a:lnTo>
                    <a:pt x="6805579" y="2970968"/>
                  </a:lnTo>
                  <a:lnTo>
                    <a:pt x="6841210" y="2974720"/>
                  </a:lnTo>
                  <a:lnTo>
                    <a:pt x="6876842" y="2978436"/>
                  </a:lnTo>
                  <a:lnTo>
                    <a:pt x="6912473" y="2982117"/>
                  </a:lnTo>
                  <a:lnTo>
                    <a:pt x="6948104" y="2985763"/>
                  </a:lnTo>
                  <a:lnTo>
                    <a:pt x="6983736" y="2989374"/>
                  </a:lnTo>
                  <a:lnTo>
                    <a:pt x="7019367" y="2992951"/>
                  </a:lnTo>
                  <a:lnTo>
                    <a:pt x="7054998" y="2996494"/>
                  </a:lnTo>
                  <a:lnTo>
                    <a:pt x="7090630" y="3000003"/>
                  </a:lnTo>
                  <a:lnTo>
                    <a:pt x="7090630" y="3182062"/>
                  </a:lnTo>
                  <a:lnTo>
                    <a:pt x="7054998" y="3178737"/>
                  </a:lnTo>
                  <a:lnTo>
                    <a:pt x="7019367" y="3175351"/>
                  </a:lnTo>
                  <a:lnTo>
                    <a:pt x="6983736" y="3171905"/>
                  </a:lnTo>
                  <a:lnTo>
                    <a:pt x="6948104" y="3168396"/>
                  </a:lnTo>
                  <a:lnTo>
                    <a:pt x="6912473" y="3164824"/>
                  </a:lnTo>
                  <a:lnTo>
                    <a:pt x="6876842" y="3161187"/>
                  </a:lnTo>
                  <a:lnTo>
                    <a:pt x="6841210" y="3157484"/>
                  </a:lnTo>
                  <a:lnTo>
                    <a:pt x="6805579" y="3153715"/>
                  </a:lnTo>
                  <a:lnTo>
                    <a:pt x="6769948" y="3149877"/>
                  </a:lnTo>
                  <a:lnTo>
                    <a:pt x="6734317" y="3145970"/>
                  </a:lnTo>
                  <a:lnTo>
                    <a:pt x="6698685" y="3141992"/>
                  </a:lnTo>
                  <a:lnTo>
                    <a:pt x="6663054" y="3137942"/>
                  </a:lnTo>
                  <a:lnTo>
                    <a:pt x="6627423" y="3133819"/>
                  </a:lnTo>
                  <a:lnTo>
                    <a:pt x="6591791" y="3129622"/>
                  </a:lnTo>
                  <a:lnTo>
                    <a:pt x="6556160" y="3125348"/>
                  </a:lnTo>
                  <a:lnTo>
                    <a:pt x="6520529" y="3120997"/>
                  </a:lnTo>
                  <a:lnTo>
                    <a:pt x="6484897" y="3116568"/>
                  </a:lnTo>
                  <a:lnTo>
                    <a:pt x="6449266" y="3112058"/>
                  </a:lnTo>
                  <a:lnTo>
                    <a:pt x="6413635" y="3107467"/>
                  </a:lnTo>
                  <a:lnTo>
                    <a:pt x="6378003" y="3102793"/>
                  </a:lnTo>
                  <a:lnTo>
                    <a:pt x="6342372" y="3098034"/>
                  </a:lnTo>
                  <a:lnTo>
                    <a:pt x="6306741" y="3093189"/>
                  </a:lnTo>
                  <a:lnTo>
                    <a:pt x="6271110" y="3088257"/>
                  </a:lnTo>
                  <a:lnTo>
                    <a:pt x="6235478" y="3083235"/>
                  </a:lnTo>
                  <a:lnTo>
                    <a:pt x="6199847" y="3078123"/>
                  </a:lnTo>
                  <a:lnTo>
                    <a:pt x="6164216" y="3072918"/>
                  </a:lnTo>
                  <a:lnTo>
                    <a:pt x="6128584" y="3067619"/>
                  </a:lnTo>
                  <a:lnTo>
                    <a:pt x="6092953" y="3062224"/>
                  </a:lnTo>
                  <a:lnTo>
                    <a:pt x="6057322" y="3056732"/>
                  </a:lnTo>
                  <a:lnTo>
                    <a:pt x="6021690" y="3051140"/>
                  </a:lnTo>
                  <a:lnTo>
                    <a:pt x="5986059" y="3045447"/>
                  </a:lnTo>
                  <a:lnTo>
                    <a:pt x="5950428" y="3039651"/>
                  </a:lnTo>
                  <a:lnTo>
                    <a:pt x="5914796" y="3033750"/>
                  </a:lnTo>
                  <a:lnTo>
                    <a:pt x="5879165" y="3027743"/>
                  </a:lnTo>
                  <a:lnTo>
                    <a:pt x="5843534" y="3021627"/>
                  </a:lnTo>
                  <a:lnTo>
                    <a:pt x="5807903" y="3015400"/>
                  </a:lnTo>
                  <a:lnTo>
                    <a:pt x="5772271" y="3009061"/>
                  </a:lnTo>
                  <a:lnTo>
                    <a:pt x="5736640" y="3002607"/>
                  </a:lnTo>
                  <a:lnTo>
                    <a:pt x="5701009" y="2996036"/>
                  </a:lnTo>
                  <a:lnTo>
                    <a:pt x="5665377" y="2989347"/>
                  </a:lnTo>
                  <a:lnTo>
                    <a:pt x="5629746" y="2982536"/>
                  </a:lnTo>
                  <a:lnTo>
                    <a:pt x="5594115" y="2975603"/>
                  </a:lnTo>
                  <a:lnTo>
                    <a:pt x="5558483" y="2968544"/>
                  </a:lnTo>
                  <a:lnTo>
                    <a:pt x="5522852" y="2961357"/>
                  </a:lnTo>
                  <a:lnTo>
                    <a:pt x="5487221" y="2954040"/>
                  </a:lnTo>
                  <a:lnTo>
                    <a:pt x="5451589" y="2946591"/>
                  </a:lnTo>
                  <a:lnTo>
                    <a:pt x="5415958" y="2939008"/>
                  </a:lnTo>
                  <a:lnTo>
                    <a:pt x="5380327" y="2931287"/>
                  </a:lnTo>
                  <a:lnTo>
                    <a:pt x="5344696" y="2923426"/>
                  </a:lnTo>
                  <a:lnTo>
                    <a:pt x="5309064" y="2915423"/>
                  </a:lnTo>
                  <a:lnTo>
                    <a:pt x="5273433" y="2907276"/>
                  </a:lnTo>
                  <a:lnTo>
                    <a:pt x="5237802" y="2898981"/>
                  </a:lnTo>
                  <a:lnTo>
                    <a:pt x="5202170" y="2890536"/>
                  </a:lnTo>
                  <a:lnTo>
                    <a:pt x="5166539" y="2881939"/>
                  </a:lnTo>
                  <a:lnTo>
                    <a:pt x="5130908" y="2873186"/>
                  </a:lnTo>
                  <a:lnTo>
                    <a:pt x="5095276" y="2864274"/>
                  </a:lnTo>
                  <a:lnTo>
                    <a:pt x="5059645" y="2855202"/>
                  </a:lnTo>
                  <a:lnTo>
                    <a:pt x="5024014" y="2845965"/>
                  </a:lnTo>
                  <a:lnTo>
                    <a:pt x="4988382" y="2836562"/>
                  </a:lnTo>
                  <a:lnTo>
                    <a:pt x="4952751" y="2826988"/>
                  </a:lnTo>
                  <a:lnTo>
                    <a:pt x="4917120" y="2817241"/>
                  </a:lnTo>
                  <a:lnTo>
                    <a:pt x="4881489" y="2807318"/>
                  </a:lnTo>
                  <a:lnTo>
                    <a:pt x="4845857" y="2797215"/>
                  </a:lnTo>
                  <a:lnTo>
                    <a:pt x="4810226" y="2786930"/>
                  </a:lnTo>
                  <a:lnTo>
                    <a:pt x="4774595" y="2776459"/>
                  </a:lnTo>
                  <a:lnTo>
                    <a:pt x="4738963" y="2765798"/>
                  </a:lnTo>
                  <a:lnTo>
                    <a:pt x="4703332" y="2754944"/>
                  </a:lnTo>
                  <a:lnTo>
                    <a:pt x="4667701" y="2743895"/>
                  </a:lnTo>
                  <a:lnTo>
                    <a:pt x="4632069" y="2732645"/>
                  </a:lnTo>
                  <a:lnTo>
                    <a:pt x="4596438" y="2721192"/>
                  </a:lnTo>
                  <a:lnTo>
                    <a:pt x="4560807" y="2709531"/>
                  </a:lnTo>
                  <a:lnTo>
                    <a:pt x="4525175" y="2697660"/>
                  </a:lnTo>
                  <a:lnTo>
                    <a:pt x="4489544" y="2685574"/>
                  </a:lnTo>
                  <a:lnTo>
                    <a:pt x="4453913" y="2673270"/>
                  </a:lnTo>
                  <a:lnTo>
                    <a:pt x="4418282" y="2660743"/>
                  </a:lnTo>
                  <a:lnTo>
                    <a:pt x="4382650" y="2647990"/>
                  </a:lnTo>
                  <a:lnTo>
                    <a:pt x="4347019" y="2635005"/>
                  </a:lnTo>
                  <a:lnTo>
                    <a:pt x="4311388" y="2621786"/>
                  </a:lnTo>
                  <a:lnTo>
                    <a:pt x="4275756" y="2608328"/>
                  </a:lnTo>
                  <a:lnTo>
                    <a:pt x="4240125" y="2594627"/>
                  </a:lnTo>
                  <a:lnTo>
                    <a:pt x="4204494" y="2580678"/>
                  </a:lnTo>
                  <a:lnTo>
                    <a:pt x="4168862" y="2566476"/>
                  </a:lnTo>
                  <a:lnTo>
                    <a:pt x="4133231" y="2557880"/>
                  </a:lnTo>
                  <a:lnTo>
                    <a:pt x="4097600" y="2550130"/>
                  </a:lnTo>
                  <a:lnTo>
                    <a:pt x="4061968" y="2542306"/>
                  </a:lnTo>
                  <a:lnTo>
                    <a:pt x="4026337" y="2534408"/>
                  </a:lnTo>
                  <a:lnTo>
                    <a:pt x="3990706" y="2526433"/>
                  </a:lnTo>
                  <a:lnTo>
                    <a:pt x="3955075" y="2518382"/>
                  </a:lnTo>
                  <a:lnTo>
                    <a:pt x="3919443" y="2510254"/>
                  </a:lnTo>
                  <a:lnTo>
                    <a:pt x="3883812" y="2502048"/>
                  </a:lnTo>
                  <a:lnTo>
                    <a:pt x="3848181" y="2493763"/>
                  </a:lnTo>
                  <a:lnTo>
                    <a:pt x="3812549" y="2485399"/>
                  </a:lnTo>
                  <a:lnTo>
                    <a:pt x="3776918" y="2476954"/>
                  </a:lnTo>
                  <a:lnTo>
                    <a:pt x="3741287" y="2468428"/>
                  </a:lnTo>
                  <a:lnTo>
                    <a:pt x="3705655" y="2459821"/>
                  </a:lnTo>
                  <a:lnTo>
                    <a:pt x="3670024" y="2451131"/>
                  </a:lnTo>
                  <a:lnTo>
                    <a:pt x="3634393" y="2442358"/>
                  </a:lnTo>
                  <a:lnTo>
                    <a:pt x="3598762" y="2433501"/>
                  </a:lnTo>
                  <a:lnTo>
                    <a:pt x="3563130" y="2424559"/>
                  </a:lnTo>
                  <a:lnTo>
                    <a:pt x="3527499" y="2415531"/>
                  </a:lnTo>
                  <a:lnTo>
                    <a:pt x="3491868" y="2406416"/>
                  </a:lnTo>
                  <a:lnTo>
                    <a:pt x="3456236" y="2397214"/>
                  </a:lnTo>
                  <a:lnTo>
                    <a:pt x="3420605" y="2387924"/>
                  </a:lnTo>
                  <a:lnTo>
                    <a:pt x="3384974" y="2378544"/>
                  </a:lnTo>
                  <a:lnTo>
                    <a:pt x="3349342" y="2369075"/>
                  </a:lnTo>
                  <a:lnTo>
                    <a:pt x="3313711" y="2359515"/>
                  </a:lnTo>
                  <a:lnTo>
                    <a:pt x="3278080" y="2349863"/>
                  </a:lnTo>
                  <a:lnTo>
                    <a:pt x="3242448" y="2340119"/>
                  </a:lnTo>
                  <a:lnTo>
                    <a:pt x="3206817" y="2330281"/>
                  </a:lnTo>
                  <a:lnTo>
                    <a:pt x="3171186" y="2320349"/>
                  </a:lnTo>
                  <a:lnTo>
                    <a:pt x="3135555" y="2310321"/>
                  </a:lnTo>
                  <a:lnTo>
                    <a:pt x="3099923" y="2300198"/>
                  </a:lnTo>
                  <a:lnTo>
                    <a:pt x="3064292" y="2289977"/>
                  </a:lnTo>
                  <a:lnTo>
                    <a:pt x="3028661" y="2279658"/>
                  </a:lnTo>
                  <a:lnTo>
                    <a:pt x="2993029" y="2269240"/>
                  </a:lnTo>
                  <a:lnTo>
                    <a:pt x="2957398" y="2258723"/>
                  </a:lnTo>
                  <a:lnTo>
                    <a:pt x="2921767" y="2248104"/>
                  </a:lnTo>
                  <a:lnTo>
                    <a:pt x="2886135" y="2237384"/>
                  </a:lnTo>
                  <a:lnTo>
                    <a:pt x="2850504" y="2226561"/>
                  </a:lnTo>
                  <a:lnTo>
                    <a:pt x="2814873" y="2215634"/>
                  </a:lnTo>
                  <a:lnTo>
                    <a:pt x="2779241" y="2204602"/>
                  </a:lnTo>
                  <a:lnTo>
                    <a:pt x="2743610" y="2193465"/>
                  </a:lnTo>
                  <a:lnTo>
                    <a:pt x="2707979" y="2182221"/>
                  </a:lnTo>
                  <a:lnTo>
                    <a:pt x="2672348" y="2170868"/>
                  </a:lnTo>
                  <a:lnTo>
                    <a:pt x="2636716" y="2159407"/>
                  </a:lnTo>
                  <a:lnTo>
                    <a:pt x="2601085" y="2147836"/>
                  </a:lnTo>
                  <a:lnTo>
                    <a:pt x="2565454" y="2136154"/>
                  </a:lnTo>
                  <a:lnTo>
                    <a:pt x="2529822" y="2124361"/>
                  </a:lnTo>
                  <a:lnTo>
                    <a:pt x="2494191" y="2112453"/>
                  </a:lnTo>
                  <a:lnTo>
                    <a:pt x="2458560" y="2100432"/>
                  </a:lnTo>
                  <a:lnTo>
                    <a:pt x="2422928" y="2088296"/>
                  </a:lnTo>
                  <a:lnTo>
                    <a:pt x="2387297" y="2076043"/>
                  </a:lnTo>
                  <a:lnTo>
                    <a:pt x="2351666" y="2063672"/>
                  </a:lnTo>
                  <a:lnTo>
                    <a:pt x="2316034" y="2051183"/>
                  </a:lnTo>
                  <a:lnTo>
                    <a:pt x="2280403" y="2038574"/>
                  </a:lnTo>
                  <a:lnTo>
                    <a:pt x="2244772" y="2025845"/>
                  </a:lnTo>
                  <a:lnTo>
                    <a:pt x="2209141" y="2012993"/>
                  </a:lnTo>
                  <a:lnTo>
                    <a:pt x="2173509" y="2000018"/>
                  </a:lnTo>
                  <a:lnTo>
                    <a:pt x="2137878" y="1986918"/>
                  </a:lnTo>
                  <a:lnTo>
                    <a:pt x="2102247" y="1973693"/>
                  </a:lnTo>
                  <a:lnTo>
                    <a:pt x="2066615" y="1960341"/>
                  </a:lnTo>
                  <a:lnTo>
                    <a:pt x="2030984" y="1946861"/>
                  </a:lnTo>
                  <a:lnTo>
                    <a:pt x="1995353" y="1933251"/>
                  </a:lnTo>
                  <a:lnTo>
                    <a:pt x="1959721" y="1919511"/>
                  </a:lnTo>
                  <a:lnTo>
                    <a:pt x="1924090" y="1905640"/>
                  </a:lnTo>
                  <a:lnTo>
                    <a:pt x="1888459" y="1891635"/>
                  </a:lnTo>
                  <a:lnTo>
                    <a:pt x="1852827" y="1877496"/>
                  </a:lnTo>
                  <a:lnTo>
                    <a:pt x="1817196" y="1863221"/>
                  </a:lnTo>
                  <a:lnTo>
                    <a:pt x="1781565" y="1848810"/>
                  </a:lnTo>
                  <a:lnTo>
                    <a:pt x="1745934" y="1834260"/>
                  </a:lnTo>
                  <a:lnTo>
                    <a:pt x="1710302" y="1819571"/>
                  </a:lnTo>
                  <a:lnTo>
                    <a:pt x="1674671" y="1804741"/>
                  </a:lnTo>
                  <a:lnTo>
                    <a:pt x="1639040" y="1789768"/>
                  </a:lnTo>
                  <a:lnTo>
                    <a:pt x="1603408" y="1774652"/>
                  </a:lnTo>
                  <a:lnTo>
                    <a:pt x="1567777" y="1759392"/>
                  </a:lnTo>
                  <a:lnTo>
                    <a:pt x="1532146" y="1743984"/>
                  </a:lnTo>
                  <a:lnTo>
                    <a:pt x="1496514" y="1728429"/>
                  </a:lnTo>
                  <a:lnTo>
                    <a:pt x="1460883" y="1712725"/>
                  </a:lnTo>
                  <a:lnTo>
                    <a:pt x="1425252" y="1696870"/>
                  </a:lnTo>
                  <a:lnTo>
                    <a:pt x="1389620" y="1680863"/>
                  </a:lnTo>
                  <a:lnTo>
                    <a:pt x="1353989" y="1664703"/>
                  </a:lnTo>
                  <a:lnTo>
                    <a:pt x="1318358" y="1648388"/>
                  </a:lnTo>
                  <a:lnTo>
                    <a:pt x="1282727" y="1631916"/>
                  </a:lnTo>
                  <a:lnTo>
                    <a:pt x="1247095" y="1615286"/>
                  </a:lnTo>
                  <a:lnTo>
                    <a:pt x="1211464" y="1598497"/>
                  </a:lnTo>
                  <a:lnTo>
                    <a:pt x="1175833" y="1581546"/>
                  </a:lnTo>
                  <a:lnTo>
                    <a:pt x="1140201" y="1564433"/>
                  </a:lnTo>
                  <a:lnTo>
                    <a:pt x="1104570" y="1547156"/>
                  </a:lnTo>
                  <a:lnTo>
                    <a:pt x="1068939" y="1529714"/>
                  </a:lnTo>
                  <a:lnTo>
                    <a:pt x="1033307" y="1512104"/>
                  </a:lnTo>
                  <a:lnTo>
                    <a:pt x="997676" y="1494325"/>
                  </a:lnTo>
                  <a:lnTo>
                    <a:pt x="962045" y="1476375"/>
                  </a:lnTo>
                  <a:lnTo>
                    <a:pt x="926413" y="1458254"/>
                  </a:lnTo>
                  <a:lnTo>
                    <a:pt x="890782" y="1439958"/>
                  </a:lnTo>
                  <a:lnTo>
                    <a:pt x="855151" y="1421488"/>
                  </a:lnTo>
                  <a:lnTo>
                    <a:pt x="819520" y="1402840"/>
                  </a:lnTo>
                  <a:lnTo>
                    <a:pt x="783888" y="1384013"/>
                  </a:lnTo>
                  <a:lnTo>
                    <a:pt x="748257" y="1365006"/>
                  </a:lnTo>
                  <a:lnTo>
                    <a:pt x="712626" y="1345816"/>
                  </a:lnTo>
                  <a:lnTo>
                    <a:pt x="676994" y="1326442"/>
                  </a:lnTo>
                  <a:lnTo>
                    <a:pt x="641363" y="1306883"/>
                  </a:lnTo>
                  <a:lnTo>
                    <a:pt x="605732" y="1287136"/>
                  </a:lnTo>
                  <a:lnTo>
                    <a:pt x="570100" y="1267199"/>
                  </a:lnTo>
                  <a:lnTo>
                    <a:pt x="534469" y="1247072"/>
                  </a:lnTo>
                  <a:lnTo>
                    <a:pt x="498838" y="1226751"/>
                  </a:lnTo>
                  <a:lnTo>
                    <a:pt x="463206" y="1206236"/>
                  </a:lnTo>
                  <a:lnTo>
                    <a:pt x="427575" y="1185523"/>
                  </a:lnTo>
                  <a:lnTo>
                    <a:pt x="391944" y="1164612"/>
                  </a:lnTo>
                  <a:lnTo>
                    <a:pt x="356313" y="1143501"/>
                  </a:lnTo>
                  <a:lnTo>
                    <a:pt x="320681" y="1122187"/>
                  </a:lnTo>
                  <a:lnTo>
                    <a:pt x="285050" y="1100669"/>
                  </a:lnTo>
                  <a:lnTo>
                    <a:pt x="249419" y="1078944"/>
                  </a:lnTo>
                  <a:lnTo>
                    <a:pt x="213787" y="1057011"/>
                  </a:lnTo>
                  <a:lnTo>
                    <a:pt x="178156" y="1034867"/>
                  </a:lnTo>
                  <a:lnTo>
                    <a:pt x="142525" y="1012511"/>
                  </a:lnTo>
                  <a:lnTo>
                    <a:pt x="106893" y="989941"/>
                  </a:lnTo>
                  <a:lnTo>
                    <a:pt x="71262" y="967155"/>
                  </a:lnTo>
                  <a:lnTo>
                    <a:pt x="35631" y="944149"/>
                  </a:lnTo>
                  <a:lnTo>
                    <a:pt x="0" y="92092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483271" y="2196947"/>
              <a:ext cx="5779408" cy="3000003"/>
            </a:xfrm>
            <a:custGeom>
              <a:avLst/>
              <a:pathLst>
                <a:path w="5779408" h="3000003">
                  <a:moveTo>
                    <a:pt x="0" y="0"/>
                  </a:moveTo>
                  <a:lnTo>
                    <a:pt x="7136" y="12148"/>
                  </a:lnTo>
                  <a:lnTo>
                    <a:pt x="42767" y="71726"/>
                  </a:lnTo>
                  <a:lnTo>
                    <a:pt x="78399" y="130246"/>
                  </a:lnTo>
                  <a:lnTo>
                    <a:pt x="114030" y="187725"/>
                  </a:lnTo>
                  <a:lnTo>
                    <a:pt x="149661" y="244184"/>
                  </a:lnTo>
                  <a:lnTo>
                    <a:pt x="185293" y="299640"/>
                  </a:lnTo>
                  <a:lnTo>
                    <a:pt x="220924" y="354111"/>
                  </a:lnTo>
                  <a:lnTo>
                    <a:pt x="256555" y="407614"/>
                  </a:lnTo>
                  <a:lnTo>
                    <a:pt x="292187" y="460166"/>
                  </a:lnTo>
                  <a:lnTo>
                    <a:pt x="327818" y="511785"/>
                  </a:lnTo>
                  <a:lnTo>
                    <a:pt x="363449" y="562487"/>
                  </a:lnTo>
                  <a:lnTo>
                    <a:pt x="399081" y="612289"/>
                  </a:lnTo>
                  <a:lnTo>
                    <a:pt x="434712" y="661205"/>
                  </a:lnTo>
                  <a:lnTo>
                    <a:pt x="470343" y="709253"/>
                  </a:lnTo>
                  <a:lnTo>
                    <a:pt x="505974" y="756447"/>
                  </a:lnTo>
                  <a:lnTo>
                    <a:pt x="541606" y="802803"/>
                  </a:lnTo>
                  <a:lnTo>
                    <a:pt x="577237" y="848335"/>
                  </a:lnTo>
                  <a:lnTo>
                    <a:pt x="612868" y="893058"/>
                  </a:lnTo>
                  <a:lnTo>
                    <a:pt x="648500" y="936987"/>
                  </a:lnTo>
                  <a:lnTo>
                    <a:pt x="684131" y="980136"/>
                  </a:lnTo>
                  <a:lnTo>
                    <a:pt x="719762" y="1022518"/>
                  </a:lnTo>
                  <a:lnTo>
                    <a:pt x="755394" y="1064147"/>
                  </a:lnTo>
                  <a:lnTo>
                    <a:pt x="791025" y="1105037"/>
                  </a:lnTo>
                  <a:lnTo>
                    <a:pt x="826656" y="1145200"/>
                  </a:lnTo>
                  <a:lnTo>
                    <a:pt x="862288" y="1184650"/>
                  </a:lnTo>
                  <a:lnTo>
                    <a:pt x="897919" y="1223399"/>
                  </a:lnTo>
                  <a:lnTo>
                    <a:pt x="933550" y="1261459"/>
                  </a:lnTo>
                  <a:lnTo>
                    <a:pt x="969181" y="1298844"/>
                  </a:lnTo>
                  <a:lnTo>
                    <a:pt x="1004813" y="1335564"/>
                  </a:lnTo>
                  <a:lnTo>
                    <a:pt x="1040444" y="1371632"/>
                  </a:lnTo>
                  <a:lnTo>
                    <a:pt x="1076075" y="1407059"/>
                  </a:lnTo>
                  <a:lnTo>
                    <a:pt x="1111707" y="1441857"/>
                  </a:lnTo>
                  <a:lnTo>
                    <a:pt x="1147338" y="1476037"/>
                  </a:lnTo>
                  <a:lnTo>
                    <a:pt x="1182969" y="1509610"/>
                  </a:lnTo>
                  <a:lnTo>
                    <a:pt x="1218601" y="1542586"/>
                  </a:lnTo>
                  <a:lnTo>
                    <a:pt x="1254232" y="1574976"/>
                  </a:lnTo>
                  <a:lnTo>
                    <a:pt x="1289863" y="1606791"/>
                  </a:lnTo>
                  <a:lnTo>
                    <a:pt x="1325495" y="1638041"/>
                  </a:lnTo>
                  <a:lnTo>
                    <a:pt x="1361126" y="1668736"/>
                  </a:lnTo>
                  <a:lnTo>
                    <a:pt x="1396757" y="1698885"/>
                  </a:lnTo>
                  <a:lnTo>
                    <a:pt x="1432388" y="1728499"/>
                  </a:lnTo>
                  <a:lnTo>
                    <a:pt x="1468020" y="1757587"/>
                  </a:lnTo>
                  <a:lnTo>
                    <a:pt x="1503651" y="1786158"/>
                  </a:lnTo>
                  <a:lnTo>
                    <a:pt x="1539282" y="1814221"/>
                  </a:lnTo>
                  <a:lnTo>
                    <a:pt x="1574914" y="1841786"/>
                  </a:lnTo>
                  <a:lnTo>
                    <a:pt x="1610545" y="1868862"/>
                  </a:lnTo>
                  <a:lnTo>
                    <a:pt x="1646176" y="1895456"/>
                  </a:lnTo>
                  <a:lnTo>
                    <a:pt x="1681808" y="1921578"/>
                  </a:lnTo>
                  <a:lnTo>
                    <a:pt x="1717439" y="1947236"/>
                  </a:lnTo>
                  <a:lnTo>
                    <a:pt x="1753070" y="1972438"/>
                  </a:lnTo>
                  <a:lnTo>
                    <a:pt x="1788702" y="1997192"/>
                  </a:lnTo>
                  <a:lnTo>
                    <a:pt x="1824333" y="2021507"/>
                  </a:lnTo>
                  <a:lnTo>
                    <a:pt x="1859964" y="2045389"/>
                  </a:lnTo>
                  <a:lnTo>
                    <a:pt x="1895595" y="2068848"/>
                  </a:lnTo>
                  <a:lnTo>
                    <a:pt x="1931227" y="2091889"/>
                  </a:lnTo>
                  <a:lnTo>
                    <a:pt x="1966858" y="2114522"/>
                  </a:lnTo>
                  <a:lnTo>
                    <a:pt x="2002489" y="2136752"/>
                  </a:lnTo>
                  <a:lnTo>
                    <a:pt x="2038121" y="2158587"/>
                  </a:lnTo>
                  <a:lnTo>
                    <a:pt x="2073752" y="2180035"/>
                  </a:lnTo>
                  <a:lnTo>
                    <a:pt x="2109383" y="2201101"/>
                  </a:lnTo>
                  <a:lnTo>
                    <a:pt x="2145015" y="2221794"/>
                  </a:lnTo>
                  <a:lnTo>
                    <a:pt x="2180646" y="2242118"/>
                  </a:lnTo>
                  <a:lnTo>
                    <a:pt x="2216277" y="2262082"/>
                  </a:lnTo>
                  <a:lnTo>
                    <a:pt x="2251909" y="2281691"/>
                  </a:lnTo>
                  <a:lnTo>
                    <a:pt x="2287540" y="2300951"/>
                  </a:lnTo>
                  <a:lnTo>
                    <a:pt x="2323171" y="2319870"/>
                  </a:lnTo>
                  <a:lnTo>
                    <a:pt x="2358802" y="2338452"/>
                  </a:lnTo>
                  <a:lnTo>
                    <a:pt x="2394434" y="2356705"/>
                  </a:lnTo>
                  <a:lnTo>
                    <a:pt x="2430065" y="2374633"/>
                  </a:lnTo>
                  <a:lnTo>
                    <a:pt x="2465696" y="2392242"/>
                  </a:lnTo>
                  <a:lnTo>
                    <a:pt x="2501328" y="2409539"/>
                  </a:lnTo>
                  <a:lnTo>
                    <a:pt x="2536959" y="2426528"/>
                  </a:lnTo>
                  <a:lnTo>
                    <a:pt x="2572590" y="2443216"/>
                  </a:lnTo>
                  <a:lnTo>
                    <a:pt x="2608222" y="2459607"/>
                  </a:lnTo>
                  <a:lnTo>
                    <a:pt x="2643853" y="2475707"/>
                  </a:lnTo>
                  <a:lnTo>
                    <a:pt x="2679484" y="2491521"/>
                  </a:lnTo>
                  <a:lnTo>
                    <a:pt x="2715116" y="2507054"/>
                  </a:lnTo>
                  <a:lnTo>
                    <a:pt x="2750747" y="2522312"/>
                  </a:lnTo>
                  <a:lnTo>
                    <a:pt x="2786378" y="2537298"/>
                  </a:lnTo>
                  <a:lnTo>
                    <a:pt x="2822009" y="2552018"/>
                  </a:lnTo>
                  <a:lnTo>
                    <a:pt x="2857641" y="2565555"/>
                  </a:lnTo>
                  <a:lnTo>
                    <a:pt x="2893272" y="2573158"/>
                  </a:lnTo>
                  <a:lnTo>
                    <a:pt x="2928903" y="2580689"/>
                  </a:lnTo>
                  <a:lnTo>
                    <a:pt x="2964535" y="2588148"/>
                  </a:lnTo>
                  <a:lnTo>
                    <a:pt x="3000166" y="2595536"/>
                  </a:lnTo>
                  <a:lnTo>
                    <a:pt x="3035797" y="2602854"/>
                  </a:lnTo>
                  <a:lnTo>
                    <a:pt x="3071429" y="2610103"/>
                  </a:lnTo>
                  <a:lnTo>
                    <a:pt x="3107060" y="2617283"/>
                  </a:lnTo>
                  <a:lnTo>
                    <a:pt x="3142691" y="2624394"/>
                  </a:lnTo>
                  <a:lnTo>
                    <a:pt x="3178323" y="2631438"/>
                  </a:lnTo>
                  <a:lnTo>
                    <a:pt x="3213954" y="2638415"/>
                  </a:lnTo>
                  <a:lnTo>
                    <a:pt x="3249585" y="2645326"/>
                  </a:lnTo>
                  <a:lnTo>
                    <a:pt x="3285216" y="2652171"/>
                  </a:lnTo>
                  <a:lnTo>
                    <a:pt x="3320848" y="2658951"/>
                  </a:lnTo>
                  <a:lnTo>
                    <a:pt x="3356479" y="2665667"/>
                  </a:lnTo>
                  <a:lnTo>
                    <a:pt x="3392110" y="2672319"/>
                  </a:lnTo>
                  <a:lnTo>
                    <a:pt x="3427742" y="2678907"/>
                  </a:lnTo>
                  <a:lnTo>
                    <a:pt x="3463373" y="2685434"/>
                  </a:lnTo>
                  <a:lnTo>
                    <a:pt x="3499004" y="2691898"/>
                  </a:lnTo>
                  <a:lnTo>
                    <a:pt x="3534636" y="2698300"/>
                  </a:lnTo>
                  <a:lnTo>
                    <a:pt x="3570267" y="2704642"/>
                  </a:lnTo>
                  <a:lnTo>
                    <a:pt x="3605898" y="2710924"/>
                  </a:lnTo>
                  <a:lnTo>
                    <a:pt x="3641530" y="2717146"/>
                  </a:lnTo>
                  <a:lnTo>
                    <a:pt x="3677161" y="2723309"/>
                  </a:lnTo>
                  <a:lnTo>
                    <a:pt x="3712792" y="2729413"/>
                  </a:lnTo>
                  <a:lnTo>
                    <a:pt x="3748423" y="2735459"/>
                  </a:lnTo>
                  <a:lnTo>
                    <a:pt x="3784055" y="2741448"/>
                  </a:lnTo>
                  <a:lnTo>
                    <a:pt x="3819686" y="2747380"/>
                  </a:lnTo>
                  <a:lnTo>
                    <a:pt x="3855317" y="2753256"/>
                  </a:lnTo>
                  <a:lnTo>
                    <a:pt x="3890949" y="2759076"/>
                  </a:lnTo>
                  <a:lnTo>
                    <a:pt x="3926580" y="2764840"/>
                  </a:lnTo>
                  <a:lnTo>
                    <a:pt x="3962211" y="2770550"/>
                  </a:lnTo>
                  <a:lnTo>
                    <a:pt x="3997843" y="2776206"/>
                  </a:lnTo>
                  <a:lnTo>
                    <a:pt x="4033474" y="2781808"/>
                  </a:lnTo>
                  <a:lnTo>
                    <a:pt x="4069105" y="2787356"/>
                  </a:lnTo>
                  <a:lnTo>
                    <a:pt x="4104736" y="2792852"/>
                  </a:lnTo>
                  <a:lnTo>
                    <a:pt x="4140368" y="2798296"/>
                  </a:lnTo>
                  <a:lnTo>
                    <a:pt x="4175999" y="2803688"/>
                  </a:lnTo>
                  <a:lnTo>
                    <a:pt x="4211630" y="2809029"/>
                  </a:lnTo>
                  <a:lnTo>
                    <a:pt x="4247262" y="2814319"/>
                  </a:lnTo>
                  <a:lnTo>
                    <a:pt x="4282893" y="2819559"/>
                  </a:lnTo>
                  <a:lnTo>
                    <a:pt x="4318524" y="2824749"/>
                  </a:lnTo>
                  <a:lnTo>
                    <a:pt x="4354156" y="2829889"/>
                  </a:lnTo>
                  <a:lnTo>
                    <a:pt x="4389787" y="2834981"/>
                  </a:lnTo>
                  <a:lnTo>
                    <a:pt x="4425418" y="2840025"/>
                  </a:lnTo>
                  <a:lnTo>
                    <a:pt x="4461050" y="2845020"/>
                  </a:lnTo>
                  <a:lnTo>
                    <a:pt x="4496681" y="2849968"/>
                  </a:lnTo>
                  <a:lnTo>
                    <a:pt x="4532312" y="2854870"/>
                  </a:lnTo>
                  <a:lnTo>
                    <a:pt x="4567943" y="2859724"/>
                  </a:lnTo>
                  <a:lnTo>
                    <a:pt x="4603575" y="2864533"/>
                  </a:lnTo>
                  <a:lnTo>
                    <a:pt x="4639206" y="2869295"/>
                  </a:lnTo>
                  <a:lnTo>
                    <a:pt x="4674837" y="2874013"/>
                  </a:lnTo>
                  <a:lnTo>
                    <a:pt x="4710469" y="2878686"/>
                  </a:lnTo>
                  <a:lnTo>
                    <a:pt x="4746100" y="2883314"/>
                  </a:lnTo>
                  <a:lnTo>
                    <a:pt x="4781731" y="2887898"/>
                  </a:lnTo>
                  <a:lnTo>
                    <a:pt x="4817363" y="2892439"/>
                  </a:lnTo>
                  <a:lnTo>
                    <a:pt x="4852994" y="2896937"/>
                  </a:lnTo>
                  <a:lnTo>
                    <a:pt x="4888625" y="2901392"/>
                  </a:lnTo>
                  <a:lnTo>
                    <a:pt x="4924257" y="2905805"/>
                  </a:lnTo>
                  <a:lnTo>
                    <a:pt x="4959888" y="2910175"/>
                  </a:lnTo>
                  <a:lnTo>
                    <a:pt x="4995519" y="2914505"/>
                  </a:lnTo>
                  <a:lnTo>
                    <a:pt x="5031150" y="2918793"/>
                  </a:lnTo>
                  <a:lnTo>
                    <a:pt x="5066782" y="2923040"/>
                  </a:lnTo>
                  <a:lnTo>
                    <a:pt x="5102413" y="2927247"/>
                  </a:lnTo>
                  <a:lnTo>
                    <a:pt x="5138044" y="2931414"/>
                  </a:lnTo>
                  <a:lnTo>
                    <a:pt x="5173676" y="2935542"/>
                  </a:lnTo>
                  <a:lnTo>
                    <a:pt x="5209307" y="2939630"/>
                  </a:lnTo>
                  <a:lnTo>
                    <a:pt x="5244938" y="2943679"/>
                  </a:lnTo>
                  <a:lnTo>
                    <a:pt x="5280570" y="2947690"/>
                  </a:lnTo>
                  <a:lnTo>
                    <a:pt x="5316201" y="2951663"/>
                  </a:lnTo>
                  <a:lnTo>
                    <a:pt x="5351832" y="2955598"/>
                  </a:lnTo>
                  <a:lnTo>
                    <a:pt x="5387464" y="2959496"/>
                  </a:lnTo>
                  <a:lnTo>
                    <a:pt x="5423095" y="2963357"/>
                  </a:lnTo>
                  <a:lnTo>
                    <a:pt x="5458726" y="2967181"/>
                  </a:lnTo>
                  <a:lnTo>
                    <a:pt x="5494357" y="2970968"/>
                  </a:lnTo>
                  <a:lnTo>
                    <a:pt x="5529989" y="2974720"/>
                  </a:lnTo>
                  <a:lnTo>
                    <a:pt x="5565620" y="2978436"/>
                  </a:lnTo>
                  <a:lnTo>
                    <a:pt x="5601251" y="2982117"/>
                  </a:lnTo>
                  <a:lnTo>
                    <a:pt x="5636883" y="2985763"/>
                  </a:lnTo>
                  <a:lnTo>
                    <a:pt x="5672514" y="2989374"/>
                  </a:lnTo>
                  <a:lnTo>
                    <a:pt x="5708145" y="2992951"/>
                  </a:lnTo>
                  <a:lnTo>
                    <a:pt x="5743777" y="2996494"/>
                  </a:lnTo>
                  <a:lnTo>
                    <a:pt x="5779408" y="300000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117871"/>
              <a:ext cx="7090630" cy="2261138"/>
            </a:xfrm>
            <a:custGeom>
              <a:avLst/>
              <a:pathLst>
                <a:path w="7090630" h="2261138">
                  <a:moveTo>
                    <a:pt x="7090630" y="2261138"/>
                  </a:moveTo>
                  <a:lnTo>
                    <a:pt x="7054998" y="2257813"/>
                  </a:lnTo>
                  <a:lnTo>
                    <a:pt x="7019367" y="2254427"/>
                  </a:lnTo>
                  <a:lnTo>
                    <a:pt x="6983736" y="2250981"/>
                  </a:lnTo>
                  <a:lnTo>
                    <a:pt x="6948104" y="2247472"/>
                  </a:lnTo>
                  <a:lnTo>
                    <a:pt x="6912473" y="2243900"/>
                  </a:lnTo>
                  <a:lnTo>
                    <a:pt x="6876842" y="2240263"/>
                  </a:lnTo>
                  <a:lnTo>
                    <a:pt x="6841210" y="2236560"/>
                  </a:lnTo>
                  <a:lnTo>
                    <a:pt x="6805579" y="2232791"/>
                  </a:lnTo>
                  <a:lnTo>
                    <a:pt x="6769948" y="2228953"/>
                  </a:lnTo>
                  <a:lnTo>
                    <a:pt x="6734317" y="2225046"/>
                  </a:lnTo>
                  <a:lnTo>
                    <a:pt x="6698685" y="2221068"/>
                  </a:lnTo>
                  <a:lnTo>
                    <a:pt x="6663054" y="2217018"/>
                  </a:lnTo>
                  <a:lnTo>
                    <a:pt x="6627423" y="2212895"/>
                  </a:lnTo>
                  <a:lnTo>
                    <a:pt x="6591791" y="2208698"/>
                  </a:lnTo>
                  <a:lnTo>
                    <a:pt x="6556160" y="2204424"/>
                  </a:lnTo>
                  <a:lnTo>
                    <a:pt x="6520529" y="2200073"/>
                  </a:lnTo>
                  <a:lnTo>
                    <a:pt x="6484897" y="2195644"/>
                  </a:lnTo>
                  <a:lnTo>
                    <a:pt x="6449266" y="2191134"/>
                  </a:lnTo>
                  <a:lnTo>
                    <a:pt x="6413635" y="2186543"/>
                  </a:lnTo>
                  <a:lnTo>
                    <a:pt x="6378003" y="2181869"/>
                  </a:lnTo>
                  <a:lnTo>
                    <a:pt x="6342372" y="2177110"/>
                  </a:lnTo>
                  <a:lnTo>
                    <a:pt x="6306741" y="2172265"/>
                  </a:lnTo>
                  <a:lnTo>
                    <a:pt x="6271110" y="2167333"/>
                  </a:lnTo>
                  <a:lnTo>
                    <a:pt x="6235478" y="2162311"/>
                  </a:lnTo>
                  <a:lnTo>
                    <a:pt x="6199847" y="2157199"/>
                  </a:lnTo>
                  <a:lnTo>
                    <a:pt x="6164216" y="2151994"/>
                  </a:lnTo>
                  <a:lnTo>
                    <a:pt x="6128584" y="2146695"/>
                  </a:lnTo>
                  <a:lnTo>
                    <a:pt x="6092953" y="2141300"/>
                  </a:lnTo>
                  <a:lnTo>
                    <a:pt x="6057322" y="2135808"/>
                  </a:lnTo>
                  <a:lnTo>
                    <a:pt x="6021690" y="2130216"/>
                  </a:lnTo>
                  <a:lnTo>
                    <a:pt x="5986059" y="2124523"/>
                  </a:lnTo>
                  <a:lnTo>
                    <a:pt x="5950428" y="2118727"/>
                  </a:lnTo>
                  <a:lnTo>
                    <a:pt x="5914796" y="2112826"/>
                  </a:lnTo>
                  <a:lnTo>
                    <a:pt x="5879165" y="2106819"/>
                  </a:lnTo>
                  <a:lnTo>
                    <a:pt x="5843534" y="2100703"/>
                  </a:lnTo>
                  <a:lnTo>
                    <a:pt x="5807903" y="2094476"/>
                  </a:lnTo>
                  <a:lnTo>
                    <a:pt x="5772271" y="2088137"/>
                  </a:lnTo>
                  <a:lnTo>
                    <a:pt x="5736640" y="2081683"/>
                  </a:lnTo>
                  <a:lnTo>
                    <a:pt x="5701009" y="2075112"/>
                  </a:lnTo>
                  <a:lnTo>
                    <a:pt x="5665377" y="2068423"/>
                  </a:lnTo>
                  <a:lnTo>
                    <a:pt x="5629746" y="2061612"/>
                  </a:lnTo>
                  <a:lnTo>
                    <a:pt x="5594115" y="2054679"/>
                  </a:lnTo>
                  <a:lnTo>
                    <a:pt x="5558483" y="2047620"/>
                  </a:lnTo>
                  <a:lnTo>
                    <a:pt x="5522852" y="2040433"/>
                  </a:lnTo>
                  <a:lnTo>
                    <a:pt x="5487221" y="2033116"/>
                  </a:lnTo>
                  <a:lnTo>
                    <a:pt x="5451589" y="2025667"/>
                  </a:lnTo>
                  <a:lnTo>
                    <a:pt x="5415958" y="2018083"/>
                  </a:lnTo>
                  <a:lnTo>
                    <a:pt x="5380327" y="2010363"/>
                  </a:lnTo>
                  <a:lnTo>
                    <a:pt x="5344696" y="2002502"/>
                  </a:lnTo>
                  <a:lnTo>
                    <a:pt x="5309064" y="1994499"/>
                  </a:lnTo>
                  <a:lnTo>
                    <a:pt x="5273433" y="1986352"/>
                  </a:lnTo>
                  <a:lnTo>
                    <a:pt x="5237802" y="1978057"/>
                  </a:lnTo>
                  <a:lnTo>
                    <a:pt x="5202170" y="1969612"/>
                  </a:lnTo>
                  <a:lnTo>
                    <a:pt x="5166539" y="1961015"/>
                  </a:lnTo>
                  <a:lnTo>
                    <a:pt x="5130908" y="1952262"/>
                  </a:lnTo>
                  <a:lnTo>
                    <a:pt x="5095276" y="1943350"/>
                  </a:lnTo>
                  <a:lnTo>
                    <a:pt x="5059645" y="1934278"/>
                  </a:lnTo>
                  <a:lnTo>
                    <a:pt x="5024014" y="1925041"/>
                  </a:lnTo>
                  <a:lnTo>
                    <a:pt x="4988382" y="1915638"/>
                  </a:lnTo>
                  <a:lnTo>
                    <a:pt x="4952751" y="1906064"/>
                  </a:lnTo>
                  <a:lnTo>
                    <a:pt x="4917120" y="1896317"/>
                  </a:lnTo>
                  <a:lnTo>
                    <a:pt x="4881489" y="1886394"/>
                  </a:lnTo>
                  <a:lnTo>
                    <a:pt x="4845857" y="1876291"/>
                  </a:lnTo>
                  <a:lnTo>
                    <a:pt x="4810226" y="1866006"/>
                  </a:lnTo>
                  <a:lnTo>
                    <a:pt x="4774595" y="1855535"/>
                  </a:lnTo>
                  <a:lnTo>
                    <a:pt x="4738963" y="1844874"/>
                  </a:lnTo>
                  <a:lnTo>
                    <a:pt x="4703332" y="1834020"/>
                  </a:lnTo>
                  <a:lnTo>
                    <a:pt x="4667701" y="1822970"/>
                  </a:lnTo>
                  <a:lnTo>
                    <a:pt x="4632069" y="1811721"/>
                  </a:lnTo>
                  <a:lnTo>
                    <a:pt x="4596438" y="1800268"/>
                  </a:lnTo>
                  <a:lnTo>
                    <a:pt x="4560807" y="1788607"/>
                  </a:lnTo>
                  <a:lnTo>
                    <a:pt x="4525175" y="1776736"/>
                  </a:lnTo>
                  <a:lnTo>
                    <a:pt x="4489544" y="1764650"/>
                  </a:lnTo>
                  <a:lnTo>
                    <a:pt x="4453913" y="1752346"/>
                  </a:lnTo>
                  <a:lnTo>
                    <a:pt x="4418282" y="1739819"/>
                  </a:lnTo>
                  <a:lnTo>
                    <a:pt x="4382650" y="1727066"/>
                  </a:lnTo>
                  <a:lnTo>
                    <a:pt x="4347019" y="1714081"/>
                  </a:lnTo>
                  <a:lnTo>
                    <a:pt x="4311388" y="1700862"/>
                  </a:lnTo>
                  <a:lnTo>
                    <a:pt x="4275756" y="1687404"/>
                  </a:lnTo>
                  <a:lnTo>
                    <a:pt x="4240125" y="1673703"/>
                  </a:lnTo>
                  <a:lnTo>
                    <a:pt x="4204494" y="1659753"/>
                  </a:lnTo>
                  <a:lnTo>
                    <a:pt x="4168862" y="1645552"/>
                  </a:lnTo>
                  <a:lnTo>
                    <a:pt x="4133231" y="1636955"/>
                  </a:lnTo>
                  <a:lnTo>
                    <a:pt x="4097600" y="1629206"/>
                  </a:lnTo>
                  <a:lnTo>
                    <a:pt x="4061968" y="1621382"/>
                  </a:lnTo>
                  <a:lnTo>
                    <a:pt x="4026337" y="1613484"/>
                  </a:lnTo>
                  <a:lnTo>
                    <a:pt x="3990706" y="1605509"/>
                  </a:lnTo>
                  <a:lnTo>
                    <a:pt x="3955075" y="1597458"/>
                  </a:lnTo>
                  <a:lnTo>
                    <a:pt x="3919443" y="1589330"/>
                  </a:lnTo>
                  <a:lnTo>
                    <a:pt x="3883812" y="1581124"/>
                  </a:lnTo>
                  <a:lnTo>
                    <a:pt x="3848181" y="1572839"/>
                  </a:lnTo>
                  <a:lnTo>
                    <a:pt x="3812549" y="1564474"/>
                  </a:lnTo>
                  <a:lnTo>
                    <a:pt x="3776918" y="1556030"/>
                  </a:lnTo>
                  <a:lnTo>
                    <a:pt x="3741287" y="1547504"/>
                  </a:lnTo>
                  <a:lnTo>
                    <a:pt x="3705655" y="1538897"/>
                  </a:lnTo>
                  <a:lnTo>
                    <a:pt x="3670024" y="1530207"/>
                  </a:lnTo>
                  <a:lnTo>
                    <a:pt x="3634393" y="1521434"/>
                  </a:lnTo>
                  <a:lnTo>
                    <a:pt x="3598762" y="1512577"/>
                  </a:lnTo>
                  <a:lnTo>
                    <a:pt x="3563130" y="1503635"/>
                  </a:lnTo>
                  <a:lnTo>
                    <a:pt x="3527499" y="1494606"/>
                  </a:lnTo>
                  <a:lnTo>
                    <a:pt x="3491868" y="1485492"/>
                  </a:lnTo>
                  <a:lnTo>
                    <a:pt x="3456236" y="1476290"/>
                  </a:lnTo>
                  <a:lnTo>
                    <a:pt x="3420605" y="1467000"/>
                  </a:lnTo>
                  <a:lnTo>
                    <a:pt x="3384974" y="1457620"/>
                  </a:lnTo>
                  <a:lnTo>
                    <a:pt x="3349342" y="1448151"/>
                  </a:lnTo>
                  <a:lnTo>
                    <a:pt x="3313711" y="1438591"/>
                  </a:lnTo>
                  <a:lnTo>
                    <a:pt x="3278080" y="1428939"/>
                  </a:lnTo>
                  <a:lnTo>
                    <a:pt x="3242448" y="1419195"/>
                  </a:lnTo>
                  <a:lnTo>
                    <a:pt x="3206817" y="1409357"/>
                  </a:lnTo>
                  <a:lnTo>
                    <a:pt x="3171186" y="1399425"/>
                  </a:lnTo>
                  <a:lnTo>
                    <a:pt x="3135555" y="1389397"/>
                  </a:lnTo>
                  <a:lnTo>
                    <a:pt x="3099923" y="1379273"/>
                  </a:lnTo>
                  <a:lnTo>
                    <a:pt x="3064292" y="1369053"/>
                  </a:lnTo>
                  <a:lnTo>
                    <a:pt x="3028661" y="1358734"/>
                  </a:lnTo>
                  <a:lnTo>
                    <a:pt x="2993029" y="1348316"/>
                  </a:lnTo>
                  <a:lnTo>
                    <a:pt x="2957398" y="1337799"/>
                  </a:lnTo>
                  <a:lnTo>
                    <a:pt x="2921767" y="1327180"/>
                  </a:lnTo>
                  <a:lnTo>
                    <a:pt x="2886135" y="1316460"/>
                  </a:lnTo>
                  <a:lnTo>
                    <a:pt x="2850504" y="1305637"/>
                  </a:lnTo>
                  <a:lnTo>
                    <a:pt x="2814873" y="1294710"/>
                  </a:lnTo>
                  <a:lnTo>
                    <a:pt x="2779241" y="1283678"/>
                  </a:lnTo>
                  <a:lnTo>
                    <a:pt x="2743610" y="1272541"/>
                  </a:lnTo>
                  <a:lnTo>
                    <a:pt x="2707979" y="1261296"/>
                  </a:lnTo>
                  <a:lnTo>
                    <a:pt x="2672348" y="1249944"/>
                  </a:lnTo>
                  <a:lnTo>
                    <a:pt x="2636716" y="1238483"/>
                  </a:lnTo>
                  <a:lnTo>
                    <a:pt x="2601085" y="1226912"/>
                  </a:lnTo>
                  <a:lnTo>
                    <a:pt x="2565454" y="1215230"/>
                  </a:lnTo>
                  <a:lnTo>
                    <a:pt x="2529822" y="1203436"/>
                  </a:lnTo>
                  <a:lnTo>
                    <a:pt x="2494191" y="1191529"/>
                  </a:lnTo>
                  <a:lnTo>
                    <a:pt x="2458560" y="1179508"/>
                  </a:lnTo>
                  <a:lnTo>
                    <a:pt x="2422928" y="1167372"/>
                  </a:lnTo>
                  <a:lnTo>
                    <a:pt x="2387297" y="1155119"/>
                  </a:lnTo>
                  <a:lnTo>
                    <a:pt x="2351666" y="1142748"/>
                  </a:lnTo>
                  <a:lnTo>
                    <a:pt x="2316034" y="1130259"/>
                  </a:lnTo>
                  <a:lnTo>
                    <a:pt x="2280403" y="1117650"/>
                  </a:lnTo>
                  <a:lnTo>
                    <a:pt x="2244772" y="1104920"/>
                  </a:lnTo>
                  <a:lnTo>
                    <a:pt x="2209141" y="1092069"/>
                  </a:lnTo>
                  <a:lnTo>
                    <a:pt x="2173509" y="1079093"/>
                  </a:lnTo>
                  <a:lnTo>
                    <a:pt x="2137878" y="1065994"/>
                  </a:lnTo>
                  <a:lnTo>
                    <a:pt x="2102247" y="1052769"/>
                  </a:lnTo>
                  <a:lnTo>
                    <a:pt x="2066615" y="1039417"/>
                  </a:lnTo>
                  <a:lnTo>
                    <a:pt x="2030984" y="1025937"/>
                  </a:lnTo>
                  <a:lnTo>
                    <a:pt x="1995353" y="1012327"/>
                  </a:lnTo>
                  <a:lnTo>
                    <a:pt x="1959721" y="998587"/>
                  </a:lnTo>
                  <a:lnTo>
                    <a:pt x="1924090" y="984716"/>
                  </a:lnTo>
                  <a:lnTo>
                    <a:pt x="1888459" y="970711"/>
                  </a:lnTo>
                  <a:lnTo>
                    <a:pt x="1852827" y="956572"/>
                  </a:lnTo>
                  <a:lnTo>
                    <a:pt x="1817196" y="942297"/>
                  </a:lnTo>
                  <a:lnTo>
                    <a:pt x="1781565" y="927886"/>
                  </a:lnTo>
                  <a:lnTo>
                    <a:pt x="1745934" y="913336"/>
                  </a:lnTo>
                  <a:lnTo>
                    <a:pt x="1710302" y="898647"/>
                  </a:lnTo>
                  <a:lnTo>
                    <a:pt x="1674671" y="883817"/>
                  </a:lnTo>
                  <a:lnTo>
                    <a:pt x="1639040" y="868844"/>
                  </a:lnTo>
                  <a:lnTo>
                    <a:pt x="1603408" y="853728"/>
                  </a:lnTo>
                  <a:lnTo>
                    <a:pt x="1567777" y="838468"/>
                  </a:lnTo>
                  <a:lnTo>
                    <a:pt x="1532146" y="823060"/>
                  </a:lnTo>
                  <a:lnTo>
                    <a:pt x="1496514" y="807505"/>
                  </a:lnTo>
                  <a:lnTo>
                    <a:pt x="1460883" y="791801"/>
                  </a:lnTo>
                  <a:lnTo>
                    <a:pt x="1425252" y="775946"/>
                  </a:lnTo>
                  <a:lnTo>
                    <a:pt x="1389620" y="759939"/>
                  </a:lnTo>
                  <a:lnTo>
                    <a:pt x="1353989" y="743779"/>
                  </a:lnTo>
                  <a:lnTo>
                    <a:pt x="1318358" y="727463"/>
                  </a:lnTo>
                  <a:lnTo>
                    <a:pt x="1282727" y="710992"/>
                  </a:lnTo>
                  <a:lnTo>
                    <a:pt x="1247095" y="694362"/>
                  </a:lnTo>
                  <a:lnTo>
                    <a:pt x="1211464" y="677572"/>
                  </a:lnTo>
                  <a:lnTo>
                    <a:pt x="1175833" y="660622"/>
                  </a:lnTo>
                  <a:lnTo>
                    <a:pt x="1140201" y="643509"/>
                  </a:lnTo>
                  <a:lnTo>
                    <a:pt x="1104570" y="626232"/>
                  </a:lnTo>
                  <a:lnTo>
                    <a:pt x="1068939" y="608789"/>
                  </a:lnTo>
                  <a:lnTo>
                    <a:pt x="1033307" y="591179"/>
                  </a:lnTo>
                  <a:lnTo>
                    <a:pt x="997676" y="573401"/>
                  </a:lnTo>
                  <a:lnTo>
                    <a:pt x="962045" y="555451"/>
                  </a:lnTo>
                  <a:lnTo>
                    <a:pt x="926413" y="537330"/>
                  </a:lnTo>
                  <a:lnTo>
                    <a:pt x="890782" y="519034"/>
                  </a:lnTo>
                  <a:lnTo>
                    <a:pt x="855151" y="500564"/>
                  </a:lnTo>
                  <a:lnTo>
                    <a:pt x="819520" y="481916"/>
                  </a:lnTo>
                  <a:lnTo>
                    <a:pt x="783888" y="463089"/>
                  </a:lnTo>
                  <a:lnTo>
                    <a:pt x="748257" y="444082"/>
                  </a:lnTo>
                  <a:lnTo>
                    <a:pt x="712626" y="424892"/>
                  </a:lnTo>
                  <a:lnTo>
                    <a:pt x="676994" y="405518"/>
                  </a:lnTo>
                  <a:lnTo>
                    <a:pt x="641363" y="385959"/>
                  </a:lnTo>
                  <a:lnTo>
                    <a:pt x="605732" y="366212"/>
                  </a:lnTo>
                  <a:lnTo>
                    <a:pt x="570100" y="346275"/>
                  </a:lnTo>
                  <a:lnTo>
                    <a:pt x="534469" y="326148"/>
                  </a:lnTo>
                  <a:lnTo>
                    <a:pt x="498838" y="305827"/>
                  </a:lnTo>
                  <a:lnTo>
                    <a:pt x="463206" y="285311"/>
                  </a:lnTo>
                  <a:lnTo>
                    <a:pt x="427575" y="264599"/>
                  </a:lnTo>
                  <a:lnTo>
                    <a:pt x="391944" y="243688"/>
                  </a:lnTo>
                  <a:lnTo>
                    <a:pt x="356313" y="222577"/>
                  </a:lnTo>
                  <a:lnTo>
                    <a:pt x="320681" y="201263"/>
                  </a:lnTo>
                  <a:lnTo>
                    <a:pt x="285050" y="179744"/>
                  </a:lnTo>
                  <a:lnTo>
                    <a:pt x="249419" y="158020"/>
                  </a:lnTo>
                  <a:lnTo>
                    <a:pt x="213787" y="136087"/>
                  </a:lnTo>
                  <a:lnTo>
                    <a:pt x="178156" y="113943"/>
                  </a:lnTo>
                  <a:lnTo>
                    <a:pt x="142525" y="91587"/>
                  </a:lnTo>
                  <a:lnTo>
                    <a:pt x="106893" y="69017"/>
                  </a:lnTo>
                  <a:lnTo>
                    <a:pt x="71262" y="46231"/>
                  </a:lnTo>
                  <a:lnTo>
                    <a:pt x="35631" y="2322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613032" y="2196947"/>
              <a:ext cx="6649647" cy="3106543"/>
            </a:xfrm>
            <a:custGeom>
              <a:avLst/>
              <a:pathLst>
                <a:path w="6649647" h="3106543">
                  <a:moveTo>
                    <a:pt x="0" y="0"/>
                  </a:moveTo>
                  <a:lnTo>
                    <a:pt x="22224" y="28784"/>
                  </a:lnTo>
                  <a:lnTo>
                    <a:pt x="57855" y="74304"/>
                  </a:lnTo>
                  <a:lnTo>
                    <a:pt x="93486" y="119204"/>
                  </a:lnTo>
                  <a:lnTo>
                    <a:pt x="129117" y="163491"/>
                  </a:lnTo>
                  <a:lnTo>
                    <a:pt x="164749" y="207174"/>
                  </a:lnTo>
                  <a:lnTo>
                    <a:pt x="200380" y="250261"/>
                  </a:lnTo>
                  <a:lnTo>
                    <a:pt x="236011" y="292760"/>
                  </a:lnTo>
                  <a:lnTo>
                    <a:pt x="271643" y="334679"/>
                  </a:lnTo>
                  <a:lnTo>
                    <a:pt x="307274" y="376027"/>
                  </a:lnTo>
                  <a:lnTo>
                    <a:pt x="342905" y="416811"/>
                  </a:lnTo>
                  <a:lnTo>
                    <a:pt x="378537" y="457038"/>
                  </a:lnTo>
                  <a:lnTo>
                    <a:pt x="414168" y="496717"/>
                  </a:lnTo>
                  <a:lnTo>
                    <a:pt x="449799" y="535854"/>
                  </a:lnTo>
                  <a:lnTo>
                    <a:pt x="485431" y="574458"/>
                  </a:lnTo>
                  <a:lnTo>
                    <a:pt x="521062" y="612535"/>
                  </a:lnTo>
                  <a:lnTo>
                    <a:pt x="556693" y="650093"/>
                  </a:lnTo>
                  <a:lnTo>
                    <a:pt x="592324" y="687138"/>
                  </a:lnTo>
                  <a:lnTo>
                    <a:pt x="627956" y="723678"/>
                  </a:lnTo>
                  <a:lnTo>
                    <a:pt x="663587" y="759719"/>
                  </a:lnTo>
                  <a:lnTo>
                    <a:pt x="699218" y="795269"/>
                  </a:lnTo>
                  <a:lnTo>
                    <a:pt x="734850" y="830334"/>
                  </a:lnTo>
                  <a:lnTo>
                    <a:pt x="770481" y="864921"/>
                  </a:lnTo>
                  <a:lnTo>
                    <a:pt x="806112" y="899036"/>
                  </a:lnTo>
                  <a:lnTo>
                    <a:pt x="841744" y="932686"/>
                  </a:lnTo>
                  <a:lnTo>
                    <a:pt x="877375" y="965876"/>
                  </a:lnTo>
                  <a:lnTo>
                    <a:pt x="913006" y="998614"/>
                  </a:lnTo>
                  <a:lnTo>
                    <a:pt x="948637" y="1030905"/>
                  </a:lnTo>
                  <a:lnTo>
                    <a:pt x="984269" y="1062756"/>
                  </a:lnTo>
                  <a:lnTo>
                    <a:pt x="1019900" y="1094173"/>
                  </a:lnTo>
                  <a:lnTo>
                    <a:pt x="1055531" y="1125160"/>
                  </a:lnTo>
                  <a:lnTo>
                    <a:pt x="1091163" y="1155725"/>
                  </a:lnTo>
                  <a:lnTo>
                    <a:pt x="1126794" y="1185874"/>
                  </a:lnTo>
                  <a:lnTo>
                    <a:pt x="1162425" y="1215611"/>
                  </a:lnTo>
                  <a:lnTo>
                    <a:pt x="1198057" y="1244942"/>
                  </a:lnTo>
                  <a:lnTo>
                    <a:pt x="1233688" y="1273873"/>
                  </a:lnTo>
                  <a:lnTo>
                    <a:pt x="1269319" y="1302410"/>
                  </a:lnTo>
                  <a:lnTo>
                    <a:pt x="1304951" y="1330557"/>
                  </a:lnTo>
                  <a:lnTo>
                    <a:pt x="1340582" y="1358321"/>
                  </a:lnTo>
                  <a:lnTo>
                    <a:pt x="1376213" y="1385705"/>
                  </a:lnTo>
                  <a:lnTo>
                    <a:pt x="1411844" y="1412716"/>
                  </a:lnTo>
                  <a:lnTo>
                    <a:pt x="1447476" y="1439359"/>
                  </a:lnTo>
                  <a:lnTo>
                    <a:pt x="1483107" y="1465638"/>
                  </a:lnTo>
                  <a:lnTo>
                    <a:pt x="1518738" y="1491559"/>
                  </a:lnTo>
                  <a:lnTo>
                    <a:pt x="1554370" y="1517126"/>
                  </a:lnTo>
                  <a:lnTo>
                    <a:pt x="1590001" y="1542345"/>
                  </a:lnTo>
                  <a:lnTo>
                    <a:pt x="1625632" y="1567219"/>
                  </a:lnTo>
                  <a:lnTo>
                    <a:pt x="1661264" y="1591755"/>
                  </a:lnTo>
                  <a:lnTo>
                    <a:pt x="1696895" y="1615955"/>
                  </a:lnTo>
                  <a:lnTo>
                    <a:pt x="1732526" y="1639826"/>
                  </a:lnTo>
                  <a:lnTo>
                    <a:pt x="1768158" y="1663370"/>
                  </a:lnTo>
                  <a:lnTo>
                    <a:pt x="1803789" y="1686594"/>
                  </a:lnTo>
                  <a:lnTo>
                    <a:pt x="1839420" y="1709501"/>
                  </a:lnTo>
                  <a:lnTo>
                    <a:pt x="1875051" y="1732095"/>
                  </a:lnTo>
                  <a:lnTo>
                    <a:pt x="1910683" y="1754381"/>
                  </a:lnTo>
                  <a:lnTo>
                    <a:pt x="1946314" y="1776364"/>
                  </a:lnTo>
                  <a:lnTo>
                    <a:pt x="1981945" y="1798046"/>
                  </a:lnTo>
                  <a:lnTo>
                    <a:pt x="2017577" y="1819433"/>
                  </a:lnTo>
                  <a:lnTo>
                    <a:pt x="2053208" y="1840527"/>
                  </a:lnTo>
                  <a:lnTo>
                    <a:pt x="2088839" y="1861335"/>
                  </a:lnTo>
                  <a:lnTo>
                    <a:pt x="2124471" y="1881858"/>
                  </a:lnTo>
                  <a:lnTo>
                    <a:pt x="2160102" y="1902101"/>
                  </a:lnTo>
                  <a:lnTo>
                    <a:pt x="2195733" y="1922068"/>
                  </a:lnTo>
                  <a:lnTo>
                    <a:pt x="2231365" y="1941763"/>
                  </a:lnTo>
                  <a:lnTo>
                    <a:pt x="2266996" y="1961189"/>
                  </a:lnTo>
                  <a:lnTo>
                    <a:pt x="2302627" y="1980351"/>
                  </a:lnTo>
                  <a:lnTo>
                    <a:pt x="2338258" y="1999251"/>
                  </a:lnTo>
                  <a:lnTo>
                    <a:pt x="2373890" y="2017893"/>
                  </a:lnTo>
                  <a:lnTo>
                    <a:pt x="2409521" y="2036280"/>
                  </a:lnTo>
                  <a:lnTo>
                    <a:pt x="2445152" y="2054417"/>
                  </a:lnTo>
                  <a:lnTo>
                    <a:pt x="2480784" y="2072307"/>
                  </a:lnTo>
                  <a:lnTo>
                    <a:pt x="2516415" y="2089952"/>
                  </a:lnTo>
                  <a:lnTo>
                    <a:pt x="2552046" y="2107357"/>
                  </a:lnTo>
                  <a:lnTo>
                    <a:pt x="2587678" y="2124525"/>
                  </a:lnTo>
                  <a:lnTo>
                    <a:pt x="2623309" y="2141458"/>
                  </a:lnTo>
                  <a:lnTo>
                    <a:pt x="2658940" y="2158160"/>
                  </a:lnTo>
                  <a:lnTo>
                    <a:pt x="2694572" y="2174635"/>
                  </a:lnTo>
                  <a:lnTo>
                    <a:pt x="2730203" y="2190884"/>
                  </a:lnTo>
                  <a:lnTo>
                    <a:pt x="2765834" y="2206912"/>
                  </a:lnTo>
                  <a:lnTo>
                    <a:pt x="2801465" y="2222722"/>
                  </a:lnTo>
                  <a:lnTo>
                    <a:pt x="2837097" y="2238315"/>
                  </a:lnTo>
                  <a:lnTo>
                    <a:pt x="2872728" y="2253697"/>
                  </a:lnTo>
                  <a:lnTo>
                    <a:pt x="2908359" y="2268868"/>
                  </a:lnTo>
                  <a:lnTo>
                    <a:pt x="2943991" y="2283832"/>
                  </a:lnTo>
                  <a:lnTo>
                    <a:pt x="2979622" y="2298592"/>
                  </a:lnTo>
                  <a:lnTo>
                    <a:pt x="3015253" y="2313151"/>
                  </a:lnTo>
                  <a:lnTo>
                    <a:pt x="3050885" y="2327511"/>
                  </a:lnTo>
                  <a:lnTo>
                    <a:pt x="3086516" y="2341676"/>
                  </a:lnTo>
                  <a:lnTo>
                    <a:pt x="3122147" y="2355647"/>
                  </a:lnTo>
                  <a:lnTo>
                    <a:pt x="3157779" y="2369428"/>
                  </a:lnTo>
                  <a:lnTo>
                    <a:pt x="3193410" y="2383020"/>
                  </a:lnTo>
                  <a:lnTo>
                    <a:pt x="3229041" y="2396427"/>
                  </a:lnTo>
                  <a:lnTo>
                    <a:pt x="3264672" y="2409652"/>
                  </a:lnTo>
                  <a:lnTo>
                    <a:pt x="3300304" y="2422696"/>
                  </a:lnTo>
                  <a:lnTo>
                    <a:pt x="3335935" y="2435562"/>
                  </a:lnTo>
                  <a:lnTo>
                    <a:pt x="3371566" y="2448252"/>
                  </a:lnTo>
                  <a:lnTo>
                    <a:pt x="3407198" y="2460770"/>
                  </a:lnTo>
                  <a:lnTo>
                    <a:pt x="3442829" y="2473116"/>
                  </a:lnTo>
                  <a:lnTo>
                    <a:pt x="3478460" y="2485295"/>
                  </a:lnTo>
                  <a:lnTo>
                    <a:pt x="3514092" y="2497307"/>
                  </a:lnTo>
                  <a:lnTo>
                    <a:pt x="3549723" y="2509155"/>
                  </a:lnTo>
                  <a:lnTo>
                    <a:pt x="3585354" y="2520842"/>
                  </a:lnTo>
                  <a:lnTo>
                    <a:pt x="3620986" y="2532369"/>
                  </a:lnTo>
                  <a:lnTo>
                    <a:pt x="3656617" y="2543739"/>
                  </a:lnTo>
                  <a:lnTo>
                    <a:pt x="3692248" y="2554954"/>
                  </a:lnTo>
                  <a:lnTo>
                    <a:pt x="3727879" y="2566016"/>
                  </a:lnTo>
                  <a:lnTo>
                    <a:pt x="3763511" y="2576927"/>
                  </a:lnTo>
                  <a:lnTo>
                    <a:pt x="3799142" y="2587689"/>
                  </a:lnTo>
                  <a:lnTo>
                    <a:pt x="3834773" y="2598304"/>
                  </a:lnTo>
                  <a:lnTo>
                    <a:pt x="3870405" y="2608775"/>
                  </a:lnTo>
                  <a:lnTo>
                    <a:pt x="3906036" y="2619103"/>
                  </a:lnTo>
                  <a:lnTo>
                    <a:pt x="3941667" y="2629290"/>
                  </a:lnTo>
                  <a:lnTo>
                    <a:pt x="3977299" y="2639338"/>
                  </a:lnTo>
                  <a:lnTo>
                    <a:pt x="4012930" y="2649249"/>
                  </a:lnTo>
                  <a:lnTo>
                    <a:pt x="4048561" y="2659024"/>
                  </a:lnTo>
                  <a:lnTo>
                    <a:pt x="4084193" y="2668667"/>
                  </a:lnTo>
                  <a:lnTo>
                    <a:pt x="4119824" y="2678178"/>
                  </a:lnTo>
                  <a:lnTo>
                    <a:pt x="4155455" y="2687559"/>
                  </a:lnTo>
                  <a:lnTo>
                    <a:pt x="4191086" y="2696812"/>
                  </a:lnTo>
                  <a:lnTo>
                    <a:pt x="4226718" y="2705939"/>
                  </a:lnTo>
                  <a:lnTo>
                    <a:pt x="4262349" y="2714941"/>
                  </a:lnTo>
                  <a:lnTo>
                    <a:pt x="4297980" y="2723821"/>
                  </a:lnTo>
                  <a:lnTo>
                    <a:pt x="4333612" y="2732579"/>
                  </a:lnTo>
                  <a:lnTo>
                    <a:pt x="4369243" y="2741218"/>
                  </a:lnTo>
                  <a:lnTo>
                    <a:pt x="4404874" y="2749740"/>
                  </a:lnTo>
                  <a:lnTo>
                    <a:pt x="4440506" y="2758144"/>
                  </a:lnTo>
                  <a:lnTo>
                    <a:pt x="4476137" y="2766435"/>
                  </a:lnTo>
                  <a:lnTo>
                    <a:pt x="4511768" y="2774612"/>
                  </a:lnTo>
                  <a:lnTo>
                    <a:pt x="4547400" y="2782678"/>
                  </a:lnTo>
                  <a:lnTo>
                    <a:pt x="4583031" y="2790633"/>
                  </a:lnTo>
                  <a:lnTo>
                    <a:pt x="4618662" y="2798480"/>
                  </a:lnTo>
                  <a:lnTo>
                    <a:pt x="4654293" y="2806221"/>
                  </a:lnTo>
                  <a:lnTo>
                    <a:pt x="4689925" y="2813855"/>
                  </a:lnTo>
                  <a:lnTo>
                    <a:pt x="4725556" y="2821385"/>
                  </a:lnTo>
                  <a:lnTo>
                    <a:pt x="4761187" y="2828813"/>
                  </a:lnTo>
                  <a:lnTo>
                    <a:pt x="4796819" y="2836140"/>
                  </a:lnTo>
                  <a:lnTo>
                    <a:pt x="4832450" y="2843366"/>
                  </a:lnTo>
                  <a:lnTo>
                    <a:pt x="4868081" y="2850494"/>
                  </a:lnTo>
                  <a:lnTo>
                    <a:pt x="4903713" y="2857524"/>
                  </a:lnTo>
                  <a:lnTo>
                    <a:pt x="4939344" y="2864459"/>
                  </a:lnTo>
                  <a:lnTo>
                    <a:pt x="4974975" y="2871299"/>
                  </a:lnTo>
                  <a:lnTo>
                    <a:pt x="5010606" y="2878046"/>
                  </a:lnTo>
                  <a:lnTo>
                    <a:pt x="5046238" y="2884701"/>
                  </a:lnTo>
                  <a:lnTo>
                    <a:pt x="5081869" y="2891265"/>
                  </a:lnTo>
                  <a:lnTo>
                    <a:pt x="5117500" y="2897739"/>
                  </a:lnTo>
                  <a:lnTo>
                    <a:pt x="5153132" y="2904125"/>
                  </a:lnTo>
                  <a:lnTo>
                    <a:pt x="5188763" y="2910424"/>
                  </a:lnTo>
                  <a:lnTo>
                    <a:pt x="5224394" y="2916638"/>
                  </a:lnTo>
                  <a:lnTo>
                    <a:pt x="5260026" y="2922766"/>
                  </a:lnTo>
                  <a:lnTo>
                    <a:pt x="5295657" y="2928811"/>
                  </a:lnTo>
                  <a:lnTo>
                    <a:pt x="5331288" y="2934773"/>
                  </a:lnTo>
                  <a:lnTo>
                    <a:pt x="5366920" y="2940654"/>
                  </a:lnTo>
                  <a:lnTo>
                    <a:pt x="5402551" y="2946455"/>
                  </a:lnTo>
                  <a:lnTo>
                    <a:pt x="5438182" y="2952177"/>
                  </a:lnTo>
                  <a:lnTo>
                    <a:pt x="5473813" y="2957820"/>
                  </a:lnTo>
                  <a:lnTo>
                    <a:pt x="5509445" y="2963387"/>
                  </a:lnTo>
                  <a:lnTo>
                    <a:pt x="5545076" y="2968877"/>
                  </a:lnTo>
                  <a:lnTo>
                    <a:pt x="5580707" y="2974293"/>
                  </a:lnTo>
                  <a:lnTo>
                    <a:pt x="5616339" y="2979635"/>
                  </a:lnTo>
                  <a:lnTo>
                    <a:pt x="5651970" y="2984904"/>
                  </a:lnTo>
                  <a:lnTo>
                    <a:pt x="5687601" y="2990101"/>
                  </a:lnTo>
                  <a:lnTo>
                    <a:pt x="5723233" y="2995228"/>
                  </a:lnTo>
                  <a:lnTo>
                    <a:pt x="5758864" y="3000284"/>
                  </a:lnTo>
                  <a:lnTo>
                    <a:pt x="5794495" y="3005271"/>
                  </a:lnTo>
                  <a:lnTo>
                    <a:pt x="5830127" y="3010191"/>
                  </a:lnTo>
                  <a:lnTo>
                    <a:pt x="5865758" y="3015043"/>
                  </a:lnTo>
                  <a:lnTo>
                    <a:pt x="5901389" y="3019829"/>
                  </a:lnTo>
                  <a:lnTo>
                    <a:pt x="5937020" y="3024550"/>
                  </a:lnTo>
                  <a:lnTo>
                    <a:pt x="5972652" y="3029206"/>
                  </a:lnTo>
                  <a:lnTo>
                    <a:pt x="6008283" y="3033799"/>
                  </a:lnTo>
                  <a:lnTo>
                    <a:pt x="6043914" y="3038329"/>
                  </a:lnTo>
                  <a:lnTo>
                    <a:pt x="6079546" y="3042798"/>
                  </a:lnTo>
                  <a:lnTo>
                    <a:pt x="6115177" y="3047205"/>
                  </a:lnTo>
                  <a:lnTo>
                    <a:pt x="6150808" y="3051553"/>
                  </a:lnTo>
                  <a:lnTo>
                    <a:pt x="6186440" y="3055841"/>
                  </a:lnTo>
                  <a:lnTo>
                    <a:pt x="6222071" y="3060070"/>
                  </a:lnTo>
                  <a:lnTo>
                    <a:pt x="6257702" y="3064242"/>
                  </a:lnTo>
                  <a:lnTo>
                    <a:pt x="6293334" y="3068357"/>
                  </a:lnTo>
                  <a:lnTo>
                    <a:pt x="6328965" y="3072416"/>
                  </a:lnTo>
                  <a:lnTo>
                    <a:pt x="6364596" y="3076419"/>
                  </a:lnTo>
                  <a:lnTo>
                    <a:pt x="6400227" y="3080368"/>
                  </a:lnTo>
                  <a:lnTo>
                    <a:pt x="6435859" y="3084263"/>
                  </a:lnTo>
                  <a:lnTo>
                    <a:pt x="6471490" y="3088105"/>
                  </a:lnTo>
                  <a:lnTo>
                    <a:pt x="6507121" y="3091895"/>
                  </a:lnTo>
                  <a:lnTo>
                    <a:pt x="6542753" y="3095632"/>
                  </a:lnTo>
                  <a:lnTo>
                    <a:pt x="6578384" y="3099319"/>
                  </a:lnTo>
                  <a:lnTo>
                    <a:pt x="6614015" y="3102956"/>
                  </a:lnTo>
                  <a:lnTo>
                    <a:pt x="6649647" y="310654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33601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228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7214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91999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11858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31717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1460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6881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1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14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43713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096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10129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9240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74684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743814" y="5925448"/>
              <a:ext cx="39470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difference, log scale (%): 100 × ln(CKD-EPI Cr-Cys / CG)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909935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3941338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 (log scale): 1.37 (1.25-1.51), p_Bonf = &lt;0.001 (n = 6)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2020007"/>
              <a:ext cx="324639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per IQR decline (Δ = 29.5): 2.55 (1.91-3.39)  |  IQR: [-15.8, 13.7]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42105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2026-10-08T16:28:02Z</dcterms:modified>
  <cp:category/>
</cp:coreProperties>
</file>