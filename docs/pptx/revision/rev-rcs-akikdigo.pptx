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952304"/>
            </a:xfrm>
            <a:custGeom>
              <a:avLst/>
              <a:pathLst>
                <a:path w="7090630" h="2952304">
                  <a:moveTo>
                    <a:pt x="1175037" y="0"/>
                  </a:moveTo>
                  <a:lnTo>
                    <a:pt x="1175833" y="1155"/>
                  </a:lnTo>
                  <a:lnTo>
                    <a:pt x="1211464" y="51637"/>
                  </a:lnTo>
                  <a:lnTo>
                    <a:pt x="1247095" y="100852"/>
                  </a:lnTo>
                  <a:lnTo>
                    <a:pt x="1282727" y="148826"/>
                  </a:lnTo>
                  <a:lnTo>
                    <a:pt x="1318358" y="195590"/>
                  </a:lnTo>
                  <a:lnTo>
                    <a:pt x="1353989" y="241172"/>
                  </a:lnTo>
                  <a:lnTo>
                    <a:pt x="1389620" y="285602"/>
                  </a:lnTo>
                  <a:lnTo>
                    <a:pt x="1425252" y="328910"/>
                  </a:lnTo>
                  <a:lnTo>
                    <a:pt x="1460883" y="371127"/>
                  </a:lnTo>
                  <a:lnTo>
                    <a:pt x="1496514" y="412284"/>
                  </a:lnTo>
                  <a:lnTo>
                    <a:pt x="1532146" y="452413"/>
                  </a:lnTo>
                  <a:lnTo>
                    <a:pt x="1567777" y="491546"/>
                  </a:lnTo>
                  <a:lnTo>
                    <a:pt x="1603408" y="529715"/>
                  </a:lnTo>
                  <a:lnTo>
                    <a:pt x="1639040" y="566953"/>
                  </a:lnTo>
                  <a:lnTo>
                    <a:pt x="1674671" y="603292"/>
                  </a:lnTo>
                  <a:lnTo>
                    <a:pt x="1710302" y="638766"/>
                  </a:lnTo>
                  <a:lnTo>
                    <a:pt x="1745934" y="673408"/>
                  </a:lnTo>
                  <a:lnTo>
                    <a:pt x="1781565" y="707251"/>
                  </a:lnTo>
                  <a:lnTo>
                    <a:pt x="1817196" y="740328"/>
                  </a:lnTo>
                  <a:lnTo>
                    <a:pt x="1852827" y="772673"/>
                  </a:lnTo>
                  <a:lnTo>
                    <a:pt x="1888459" y="804318"/>
                  </a:lnTo>
                  <a:lnTo>
                    <a:pt x="1924090" y="835296"/>
                  </a:lnTo>
                  <a:lnTo>
                    <a:pt x="1959721" y="865641"/>
                  </a:lnTo>
                  <a:lnTo>
                    <a:pt x="1995353" y="895383"/>
                  </a:lnTo>
                  <a:lnTo>
                    <a:pt x="2030984" y="924555"/>
                  </a:lnTo>
                  <a:lnTo>
                    <a:pt x="2066615" y="953188"/>
                  </a:lnTo>
                  <a:lnTo>
                    <a:pt x="2102247" y="981313"/>
                  </a:lnTo>
                  <a:lnTo>
                    <a:pt x="2137878" y="1008960"/>
                  </a:lnTo>
                  <a:lnTo>
                    <a:pt x="2173509" y="1036158"/>
                  </a:lnTo>
                  <a:lnTo>
                    <a:pt x="2209141" y="1062936"/>
                  </a:lnTo>
                  <a:lnTo>
                    <a:pt x="2244772" y="1089323"/>
                  </a:lnTo>
                  <a:lnTo>
                    <a:pt x="2280403" y="1115344"/>
                  </a:lnTo>
                  <a:lnTo>
                    <a:pt x="2316034" y="1141027"/>
                  </a:lnTo>
                  <a:lnTo>
                    <a:pt x="2351666" y="1166397"/>
                  </a:lnTo>
                  <a:lnTo>
                    <a:pt x="2387297" y="1191478"/>
                  </a:lnTo>
                  <a:lnTo>
                    <a:pt x="2422928" y="1216294"/>
                  </a:lnTo>
                  <a:lnTo>
                    <a:pt x="2458560" y="1240867"/>
                  </a:lnTo>
                  <a:lnTo>
                    <a:pt x="2494191" y="1265218"/>
                  </a:lnTo>
                  <a:lnTo>
                    <a:pt x="2529822" y="1289369"/>
                  </a:lnTo>
                  <a:lnTo>
                    <a:pt x="2565454" y="1313337"/>
                  </a:lnTo>
                  <a:lnTo>
                    <a:pt x="2601085" y="1337141"/>
                  </a:lnTo>
                  <a:lnTo>
                    <a:pt x="2636716" y="1360799"/>
                  </a:lnTo>
                  <a:lnTo>
                    <a:pt x="2672348" y="1384325"/>
                  </a:lnTo>
                  <a:lnTo>
                    <a:pt x="2707979" y="1407736"/>
                  </a:lnTo>
                  <a:lnTo>
                    <a:pt x="2743610" y="1431045"/>
                  </a:lnTo>
                  <a:lnTo>
                    <a:pt x="2779241" y="1454264"/>
                  </a:lnTo>
                  <a:lnTo>
                    <a:pt x="2814873" y="1477405"/>
                  </a:lnTo>
                  <a:lnTo>
                    <a:pt x="2850504" y="1500479"/>
                  </a:lnTo>
                  <a:lnTo>
                    <a:pt x="2886135" y="1523494"/>
                  </a:lnTo>
                  <a:lnTo>
                    <a:pt x="2921767" y="1546460"/>
                  </a:lnTo>
                  <a:lnTo>
                    <a:pt x="2957398" y="1569384"/>
                  </a:lnTo>
                  <a:lnTo>
                    <a:pt x="2993029" y="1592271"/>
                  </a:lnTo>
                  <a:lnTo>
                    <a:pt x="3028661" y="1615128"/>
                  </a:lnTo>
                  <a:lnTo>
                    <a:pt x="3064292" y="1637958"/>
                  </a:lnTo>
                  <a:lnTo>
                    <a:pt x="3099923" y="1660766"/>
                  </a:lnTo>
                  <a:lnTo>
                    <a:pt x="3135555" y="1683552"/>
                  </a:lnTo>
                  <a:lnTo>
                    <a:pt x="3171186" y="1706320"/>
                  </a:lnTo>
                  <a:lnTo>
                    <a:pt x="3206817" y="1729068"/>
                  </a:lnTo>
                  <a:lnTo>
                    <a:pt x="3242448" y="1751798"/>
                  </a:lnTo>
                  <a:lnTo>
                    <a:pt x="3278080" y="1774509"/>
                  </a:lnTo>
                  <a:lnTo>
                    <a:pt x="3313711" y="1797197"/>
                  </a:lnTo>
                  <a:lnTo>
                    <a:pt x="3349342" y="1819861"/>
                  </a:lnTo>
                  <a:lnTo>
                    <a:pt x="3384974" y="1842498"/>
                  </a:lnTo>
                  <a:lnTo>
                    <a:pt x="3420605" y="1865102"/>
                  </a:lnTo>
                  <a:lnTo>
                    <a:pt x="3456236" y="1887670"/>
                  </a:lnTo>
                  <a:lnTo>
                    <a:pt x="3491868" y="1910195"/>
                  </a:lnTo>
                  <a:lnTo>
                    <a:pt x="3527499" y="1932663"/>
                  </a:lnTo>
                  <a:lnTo>
                    <a:pt x="3563130" y="1955038"/>
                  </a:lnTo>
                  <a:lnTo>
                    <a:pt x="3598762" y="1977284"/>
                  </a:lnTo>
                  <a:lnTo>
                    <a:pt x="3634393" y="1999368"/>
                  </a:lnTo>
                  <a:lnTo>
                    <a:pt x="3670024" y="2021258"/>
                  </a:lnTo>
                  <a:lnTo>
                    <a:pt x="3705655" y="2042924"/>
                  </a:lnTo>
                  <a:lnTo>
                    <a:pt x="3741287" y="2064338"/>
                  </a:lnTo>
                  <a:lnTo>
                    <a:pt x="3776918" y="2085476"/>
                  </a:lnTo>
                  <a:lnTo>
                    <a:pt x="3812549" y="2106313"/>
                  </a:lnTo>
                  <a:lnTo>
                    <a:pt x="3848181" y="2126829"/>
                  </a:lnTo>
                  <a:lnTo>
                    <a:pt x="3883812" y="2147005"/>
                  </a:lnTo>
                  <a:lnTo>
                    <a:pt x="3919443" y="2166825"/>
                  </a:lnTo>
                  <a:lnTo>
                    <a:pt x="3955075" y="2186272"/>
                  </a:lnTo>
                  <a:lnTo>
                    <a:pt x="3990706" y="2205334"/>
                  </a:lnTo>
                  <a:lnTo>
                    <a:pt x="4026337" y="2224001"/>
                  </a:lnTo>
                  <a:lnTo>
                    <a:pt x="4061968" y="2242262"/>
                  </a:lnTo>
                  <a:lnTo>
                    <a:pt x="4097600" y="2260111"/>
                  </a:lnTo>
                  <a:lnTo>
                    <a:pt x="4133231" y="2277541"/>
                  </a:lnTo>
                  <a:lnTo>
                    <a:pt x="4168862" y="2292180"/>
                  </a:lnTo>
                  <a:lnTo>
                    <a:pt x="4204494" y="2291849"/>
                  </a:lnTo>
                  <a:lnTo>
                    <a:pt x="4240125" y="2291684"/>
                  </a:lnTo>
                  <a:lnTo>
                    <a:pt x="4275756" y="2291705"/>
                  </a:lnTo>
                  <a:lnTo>
                    <a:pt x="4311388" y="2291931"/>
                  </a:lnTo>
                  <a:lnTo>
                    <a:pt x="4347019" y="2292377"/>
                  </a:lnTo>
                  <a:lnTo>
                    <a:pt x="4382650" y="2293062"/>
                  </a:lnTo>
                  <a:lnTo>
                    <a:pt x="4418282" y="2294000"/>
                  </a:lnTo>
                  <a:lnTo>
                    <a:pt x="4453913" y="2295205"/>
                  </a:lnTo>
                  <a:lnTo>
                    <a:pt x="4489544" y="2296687"/>
                  </a:lnTo>
                  <a:lnTo>
                    <a:pt x="4525175" y="2298458"/>
                  </a:lnTo>
                  <a:lnTo>
                    <a:pt x="4560807" y="2300525"/>
                  </a:lnTo>
                  <a:lnTo>
                    <a:pt x="4596438" y="2302894"/>
                  </a:lnTo>
                  <a:lnTo>
                    <a:pt x="4632069" y="2305568"/>
                  </a:lnTo>
                  <a:lnTo>
                    <a:pt x="4667701" y="2308547"/>
                  </a:lnTo>
                  <a:lnTo>
                    <a:pt x="4703332" y="2311829"/>
                  </a:lnTo>
                  <a:lnTo>
                    <a:pt x="4738963" y="2315406"/>
                  </a:lnTo>
                  <a:lnTo>
                    <a:pt x="4774595" y="2319271"/>
                  </a:lnTo>
                  <a:lnTo>
                    <a:pt x="4810226" y="2323408"/>
                  </a:lnTo>
                  <a:lnTo>
                    <a:pt x="4845857" y="2327789"/>
                  </a:lnTo>
                  <a:lnTo>
                    <a:pt x="4881489" y="2332371"/>
                  </a:lnTo>
                  <a:lnTo>
                    <a:pt x="4917120" y="2337112"/>
                  </a:lnTo>
                  <a:lnTo>
                    <a:pt x="4952751" y="2341971"/>
                  </a:lnTo>
                  <a:lnTo>
                    <a:pt x="4988382" y="2346907"/>
                  </a:lnTo>
                  <a:lnTo>
                    <a:pt x="5024014" y="2351881"/>
                  </a:lnTo>
                  <a:lnTo>
                    <a:pt x="5059645" y="2356854"/>
                  </a:lnTo>
                  <a:lnTo>
                    <a:pt x="5095276" y="2361791"/>
                  </a:lnTo>
                  <a:lnTo>
                    <a:pt x="5130908" y="2366658"/>
                  </a:lnTo>
                  <a:lnTo>
                    <a:pt x="5166539" y="2371422"/>
                  </a:lnTo>
                  <a:lnTo>
                    <a:pt x="5202170" y="2376056"/>
                  </a:lnTo>
                  <a:lnTo>
                    <a:pt x="5237802" y="2380534"/>
                  </a:lnTo>
                  <a:lnTo>
                    <a:pt x="5273433" y="2384831"/>
                  </a:lnTo>
                  <a:lnTo>
                    <a:pt x="5309064" y="2388928"/>
                  </a:lnTo>
                  <a:lnTo>
                    <a:pt x="5344696" y="2392808"/>
                  </a:lnTo>
                  <a:lnTo>
                    <a:pt x="5380327" y="2396456"/>
                  </a:lnTo>
                  <a:lnTo>
                    <a:pt x="5415958" y="2399859"/>
                  </a:lnTo>
                  <a:lnTo>
                    <a:pt x="5451589" y="2403011"/>
                  </a:lnTo>
                  <a:lnTo>
                    <a:pt x="5487221" y="2405902"/>
                  </a:lnTo>
                  <a:lnTo>
                    <a:pt x="5522852" y="2408529"/>
                  </a:lnTo>
                  <a:lnTo>
                    <a:pt x="5558483" y="2410889"/>
                  </a:lnTo>
                  <a:lnTo>
                    <a:pt x="5594115" y="2412982"/>
                  </a:lnTo>
                  <a:lnTo>
                    <a:pt x="5629746" y="2414808"/>
                  </a:lnTo>
                  <a:lnTo>
                    <a:pt x="5665377" y="2416368"/>
                  </a:lnTo>
                  <a:lnTo>
                    <a:pt x="5701009" y="2417667"/>
                  </a:lnTo>
                  <a:lnTo>
                    <a:pt x="5736640" y="2418708"/>
                  </a:lnTo>
                  <a:lnTo>
                    <a:pt x="5772271" y="2419496"/>
                  </a:lnTo>
                  <a:lnTo>
                    <a:pt x="5807903" y="2420036"/>
                  </a:lnTo>
                  <a:lnTo>
                    <a:pt x="5843534" y="2420335"/>
                  </a:lnTo>
                  <a:lnTo>
                    <a:pt x="5879165" y="2420397"/>
                  </a:lnTo>
                  <a:lnTo>
                    <a:pt x="5914796" y="2420231"/>
                  </a:lnTo>
                  <a:lnTo>
                    <a:pt x="5950428" y="2419843"/>
                  </a:lnTo>
                  <a:lnTo>
                    <a:pt x="5986059" y="2419239"/>
                  </a:lnTo>
                  <a:lnTo>
                    <a:pt x="6021690" y="2418427"/>
                  </a:lnTo>
                  <a:lnTo>
                    <a:pt x="6057322" y="2417414"/>
                  </a:lnTo>
                  <a:lnTo>
                    <a:pt x="6092953" y="2416207"/>
                  </a:lnTo>
                  <a:lnTo>
                    <a:pt x="6128584" y="2414813"/>
                  </a:lnTo>
                  <a:lnTo>
                    <a:pt x="6164216" y="2413238"/>
                  </a:lnTo>
                  <a:lnTo>
                    <a:pt x="6199847" y="2411491"/>
                  </a:lnTo>
                  <a:lnTo>
                    <a:pt x="6235478" y="2409578"/>
                  </a:lnTo>
                  <a:lnTo>
                    <a:pt x="6271110" y="2407506"/>
                  </a:lnTo>
                  <a:lnTo>
                    <a:pt x="6306741" y="2405283"/>
                  </a:lnTo>
                  <a:lnTo>
                    <a:pt x="6342372" y="2402915"/>
                  </a:lnTo>
                  <a:lnTo>
                    <a:pt x="6378003" y="2400409"/>
                  </a:lnTo>
                  <a:lnTo>
                    <a:pt x="6413635" y="2397773"/>
                  </a:lnTo>
                  <a:lnTo>
                    <a:pt x="6449266" y="2395013"/>
                  </a:lnTo>
                  <a:lnTo>
                    <a:pt x="6484897" y="2392137"/>
                  </a:lnTo>
                  <a:lnTo>
                    <a:pt x="6520529" y="2389151"/>
                  </a:lnTo>
                  <a:lnTo>
                    <a:pt x="6556160" y="2386063"/>
                  </a:lnTo>
                  <a:lnTo>
                    <a:pt x="6591791" y="2382880"/>
                  </a:lnTo>
                  <a:lnTo>
                    <a:pt x="6627423" y="2379609"/>
                  </a:lnTo>
                  <a:lnTo>
                    <a:pt x="6663054" y="2376258"/>
                  </a:lnTo>
                  <a:lnTo>
                    <a:pt x="6698685" y="2372835"/>
                  </a:lnTo>
                  <a:lnTo>
                    <a:pt x="6734317" y="2369345"/>
                  </a:lnTo>
                  <a:lnTo>
                    <a:pt x="6769948" y="2365796"/>
                  </a:lnTo>
                  <a:lnTo>
                    <a:pt x="6805579" y="2362189"/>
                  </a:lnTo>
                  <a:lnTo>
                    <a:pt x="6841210" y="2358525"/>
                  </a:lnTo>
                  <a:lnTo>
                    <a:pt x="6876842" y="2354807"/>
                  </a:lnTo>
                  <a:lnTo>
                    <a:pt x="6912473" y="2351036"/>
                  </a:lnTo>
                  <a:lnTo>
                    <a:pt x="6948104" y="2347214"/>
                  </a:lnTo>
                  <a:lnTo>
                    <a:pt x="6983736" y="2343340"/>
                  </a:lnTo>
                  <a:lnTo>
                    <a:pt x="7019367" y="2339417"/>
                  </a:lnTo>
                  <a:lnTo>
                    <a:pt x="7054998" y="2335446"/>
                  </a:lnTo>
                  <a:lnTo>
                    <a:pt x="7090630" y="2331427"/>
                  </a:lnTo>
                  <a:lnTo>
                    <a:pt x="7090630" y="2952304"/>
                  </a:lnTo>
                  <a:lnTo>
                    <a:pt x="7054998" y="2949895"/>
                  </a:lnTo>
                  <a:lnTo>
                    <a:pt x="7019367" y="2947385"/>
                  </a:lnTo>
                  <a:lnTo>
                    <a:pt x="6983736" y="2944770"/>
                  </a:lnTo>
                  <a:lnTo>
                    <a:pt x="6948104" y="2942046"/>
                  </a:lnTo>
                  <a:lnTo>
                    <a:pt x="6912473" y="2939208"/>
                  </a:lnTo>
                  <a:lnTo>
                    <a:pt x="6876842" y="2936253"/>
                  </a:lnTo>
                  <a:lnTo>
                    <a:pt x="6841210" y="2933175"/>
                  </a:lnTo>
                  <a:lnTo>
                    <a:pt x="6805579" y="2929971"/>
                  </a:lnTo>
                  <a:lnTo>
                    <a:pt x="6769948" y="2926634"/>
                  </a:lnTo>
                  <a:lnTo>
                    <a:pt x="6734317" y="2923162"/>
                  </a:lnTo>
                  <a:lnTo>
                    <a:pt x="6698685" y="2919547"/>
                  </a:lnTo>
                  <a:lnTo>
                    <a:pt x="6663054" y="2915787"/>
                  </a:lnTo>
                  <a:lnTo>
                    <a:pt x="6627423" y="2911878"/>
                  </a:lnTo>
                  <a:lnTo>
                    <a:pt x="6591791" y="2907815"/>
                  </a:lnTo>
                  <a:lnTo>
                    <a:pt x="6556160" y="2903596"/>
                  </a:lnTo>
                  <a:lnTo>
                    <a:pt x="6520529" y="2899216"/>
                  </a:lnTo>
                  <a:lnTo>
                    <a:pt x="6484897" y="2894675"/>
                  </a:lnTo>
                  <a:lnTo>
                    <a:pt x="6449266" y="2889967"/>
                  </a:lnTo>
                  <a:lnTo>
                    <a:pt x="6413635" y="2885092"/>
                  </a:lnTo>
                  <a:lnTo>
                    <a:pt x="6378003" y="2880046"/>
                  </a:lnTo>
                  <a:lnTo>
                    <a:pt x="6342372" y="2874828"/>
                  </a:lnTo>
                  <a:lnTo>
                    <a:pt x="6306741" y="2869436"/>
                  </a:lnTo>
                  <a:lnTo>
                    <a:pt x="6271110" y="2863869"/>
                  </a:lnTo>
                  <a:lnTo>
                    <a:pt x="6235478" y="2858128"/>
                  </a:lnTo>
                  <a:lnTo>
                    <a:pt x="6199847" y="2852210"/>
                  </a:lnTo>
                  <a:lnTo>
                    <a:pt x="6164216" y="2846118"/>
                  </a:lnTo>
                  <a:lnTo>
                    <a:pt x="6128584" y="2839852"/>
                  </a:lnTo>
                  <a:lnTo>
                    <a:pt x="6092953" y="2833414"/>
                  </a:lnTo>
                  <a:lnTo>
                    <a:pt x="6057322" y="2826806"/>
                  </a:lnTo>
                  <a:lnTo>
                    <a:pt x="6021690" y="2820030"/>
                  </a:lnTo>
                  <a:lnTo>
                    <a:pt x="5986059" y="2813091"/>
                  </a:lnTo>
                  <a:lnTo>
                    <a:pt x="5950428" y="2805993"/>
                  </a:lnTo>
                  <a:lnTo>
                    <a:pt x="5914796" y="2798742"/>
                  </a:lnTo>
                  <a:lnTo>
                    <a:pt x="5879165" y="2791342"/>
                  </a:lnTo>
                  <a:lnTo>
                    <a:pt x="5843534" y="2783800"/>
                  </a:lnTo>
                  <a:lnTo>
                    <a:pt x="5807903" y="2776123"/>
                  </a:lnTo>
                  <a:lnTo>
                    <a:pt x="5772271" y="2768320"/>
                  </a:lnTo>
                  <a:lnTo>
                    <a:pt x="5736640" y="2760399"/>
                  </a:lnTo>
                  <a:lnTo>
                    <a:pt x="5701009" y="2752368"/>
                  </a:lnTo>
                  <a:lnTo>
                    <a:pt x="5665377" y="2744237"/>
                  </a:lnTo>
                  <a:lnTo>
                    <a:pt x="5629746" y="2736015"/>
                  </a:lnTo>
                  <a:lnTo>
                    <a:pt x="5594115" y="2727712"/>
                  </a:lnTo>
                  <a:lnTo>
                    <a:pt x="5558483" y="2719337"/>
                  </a:lnTo>
                  <a:lnTo>
                    <a:pt x="5522852" y="2710900"/>
                  </a:lnTo>
                  <a:lnTo>
                    <a:pt x="5487221" y="2702409"/>
                  </a:lnTo>
                  <a:lnTo>
                    <a:pt x="5451589" y="2693873"/>
                  </a:lnTo>
                  <a:lnTo>
                    <a:pt x="5415958" y="2685298"/>
                  </a:lnTo>
                  <a:lnTo>
                    <a:pt x="5380327" y="2676690"/>
                  </a:lnTo>
                  <a:lnTo>
                    <a:pt x="5344696" y="2668055"/>
                  </a:lnTo>
                  <a:lnTo>
                    <a:pt x="5309064" y="2659393"/>
                  </a:lnTo>
                  <a:lnTo>
                    <a:pt x="5273433" y="2650708"/>
                  </a:lnTo>
                  <a:lnTo>
                    <a:pt x="5237802" y="2641996"/>
                  </a:lnTo>
                  <a:lnTo>
                    <a:pt x="5202170" y="2633255"/>
                  </a:lnTo>
                  <a:lnTo>
                    <a:pt x="5166539" y="2624479"/>
                  </a:lnTo>
                  <a:lnTo>
                    <a:pt x="5130908" y="2615659"/>
                  </a:lnTo>
                  <a:lnTo>
                    <a:pt x="5095276" y="2606786"/>
                  </a:lnTo>
                  <a:lnTo>
                    <a:pt x="5059645" y="2597845"/>
                  </a:lnTo>
                  <a:lnTo>
                    <a:pt x="5024014" y="2588822"/>
                  </a:lnTo>
                  <a:lnTo>
                    <a:pt x="4988382" y="2579698"/>
                  </a:lnTo>
                  <a:lnTo>
                    <a:pt x="4952751" y="2570454"/>
                  </a:lnTo>
                  <a:lnTo>
                    <a:pt x="4917120" y="2561067"/>
                  </a:lnTo>
                  <a:lnTo>
                    <a:pt x="4881489" y="2551515"/>
                  </a:lnTo>
                  <a:lnTo>
                    <a:pt x="4845857" y="2541770"/>
                  </a:lnTo>
                  <a:lnTo>
                    <a:pt x="4810226" y="2531807"/>
                  </a:lnTo>
                  <a:lnTo>
                    <a:pt x="4774595" y="2521595"/>
                  </a:lnTo>
                  <a:lnTo>
                    <a:pt x="4738963" y="2511109"/>
                  </a:lnTo>
                  <a:lnTo>
                    <a:pt x="4703332" y="2500331"/>
                  </a:lnTo>
                  <a:lnTo>
                    <a:pt x="4667701" y="2489242"/>
                  </a:lnTo>
                  <a:lnTo>
                    <a:pt x="4632069" y="2477827"/>
                  </a:lnTo>
                  <a:lnTo>
                    <a:pt x="4596438" y="2466069"/>
                  </a:lnTo>
                  <a:lnTo>
                    <a:pt x="4560807" y="2453957"/>
                  </a:lnTo>
                  <a:lnTo>
                    <a:pt x="4525175" y="2441476"/>
                  </a:lnTo>
                  <a:lnTo>
                    <a:pt x="4489544" y="2428617"/>
                  </a:lnTo>
                  <a:lnTo>
                    <a:pt x="4453913" y="2415368"/>
                  </a:lnTo>
                  <a:lnTo>
                    <a:pt x="4418282" y="2401721"/>
                  </a:lnTo>
                  <a:lnTo>
                    <a:pt x="4382650" y="2387668"/>
                  </a:lnTo>
                  <a:lnTo>
                    <a:pt x="4347019" y="2373203"/>
                  </a:lnTo>
                  <a:lnTo>
                    <a:pt x="4311388" y="2358321"/>
                  </a:lnTo>
                  <a:lnTo>
                    <a:pt x="4275756" y="2343016"/>
                  </a:lnTo>
                  <a:lnTo>
                    <a:pt x="4240125" y="2327286"/>
                  </a:lnTo>
                  <a:lnTo>
                    <a:pt x="4204494" y="2311131"/>
                  </a:lnTo>
                  <a:lnTo>
                    <a:pt x="4168862" y="2294549"/>
                  </a:lnTo>
                  <a:lnTo>
                    <a:pt x="4133231" y="2292658"/>
                  </a:lnTo>
                  <a:lnTo>
                    <a:pt x="4097600" y="2293262"/>
                  </a:lnTo>
                  <a:lnTo>
                    <a:pt x="4061968" y="2293971"/>
                  </a:lnTo>
                  <a:lnTo>
                    <a:pt x="4026337" y="2294763"/>
                  </a:lnTo>
                  <a:lnTo>
                    <a:pt x="3990706" y="2295617"/>
                  </a:lnTo>
                  <a:lnTo>
                    <a:pt x="3955075" y="2296511"/>
                  </a:lnTo>
                  <a:lnTo>
                    <a:pt x="3919443" y="2297423"/>
                  </a:lnTo>
                  <a:lnTo>
                    <a:pt x="3883812" y="2298330"/>
                  </a:lnTo>
                  <a:lnTo>
                    <a:pt x="3848181" y="2299210"/>
                  </a:lnTo>
                  <a:lnTo>
                    <a:pt x="3812549" y="2300042"/>
                  </a:lnTo>
                  <a:lnTo>
                    <a:pt x="3776918" y="2300802"/>
                  </a:lnTo>
                  <a:lnTo>
                    <a:pt x="3741287" y="2301468"/>
                  </a:lnTo>
                  <a:lnTo>
                    <a:pt x="3705655" y="2302018"/>
                  </a:lnTo>
                  <a:lnTo>
                    <a:pt x="3670024" y="2302430"/>
                  </a:lnTo>
                  <a:lnTo>
                    <a:pt x="3634393" y="2302682"/>
                  </a:lnTo>
                  <a:lnTo>
                    <a:pt x="3598762" y="2302751"/>
                  </a:lnTo>
                  <a:lnTo>
                    <a:pt x="3563130" y="2302614"/>
                  </a:lnTo>
                  <a:lnTo>
                    <a:pt x="3527499" y="2302251"/>
                  </a:lnTo>
                  <a:lnTo>
                    <a:pt x="3491868" y="2301638"/>
                  </a:lnTo>
                  <a:lnTo>
                    <a:pt x="3456236" y="2300756"/>
                  </a:lnTo>
                  <a:lnTo>
                    <a:pt x="3420605" y="2299601"/>
                  </a:lnTo>
                  <a:lnTo>
                    <a:pt x="3384974" y="2298180"/>
                  </a:lnTo>
                  <a:lnTo>
                    <a:pt x="3349342" y="2296497"/>
                  </a:lnTo>
                  <a:lnTo>
                    <a:pt x="3313711" y="2294556"/>
                  </a:lnTo>
                  <a:lnTo>
                    <a:pt x="3278080" y="2292364"/>
                  </a:lnTo>
                  <a:lnTo>
                    <a:pt x="3242448" y="2289924"/>
                  </a:lnTo>
                  <a:lnTo>
                    <a:pt x="3206817" y="2287241"/>
                  </a:lnTo>
                  <a:lnTo>
                    <a:pt x="3171186" y="2284320"/>
                  </a:lnTo>
                  <a:lnTo>
                    <a:pt x="3135555" y="2281166"/>
                  </a:lnTo>
                  <a:lnTo>
                    <a:pt x="3099923" y="2277783"/>
                  </a:lnTo>
                  <a:lnTo>
                    <a:pt x="3064292" y="2274175"/>
                  </a:lnTo>
                  <a:lnTo>
                    <a:pt x="3028661" y="2270348"/>
                  </a:lnTo>
                  <a:lnTo>
                    <a:pt x="2993029" y="2266307"/>
                  </a:lnTo>
                  <a:lnTo>
                    <a:pt x="2957398" y="2262055"/>
                  </a:lnTo>
                  <a:lnTo>
                    <a:pt x="2921767" y="2257599"/>
                  </a:lnTo>
                  <a:lnTo>
                    <a:pt x="2886135" y="2252942"/>
                  </a:lnTo>
                  <a:lnTo>
                    <a:pt x="2850504" y="2248091"/>
                  </a:lnTo>
                  <a:lnTo>
                    <a:pt x="2814873" y="2243051"/>
                  </a:lnTo>
                  <a:lnTo>
                    <a:pt x="2779241" y="2237826"/>
                  </a:lnTo>
                  <a:lnTo>
                    <a:pt x="2743610" y="2232424"/>
                  </a:lnTo>
                  <a:lnTo>
                    <a:pt x="2707979" y="2226850"/>
                  </a:lnTo>
                  <a:lnTo>
                    <a:pt x="2672348" y="2221110"/>
                  </a:lnTo>
                  <a:lnTo>
                    <a:pt x="2636716" y="2215211"/>
                  </a:lnTo>
                  <a:lnTo>
                    <a:pt x="2601085" y="2209158"/>
                  </a:lnTo>
                  <a:lnTo>
                    <a:pt x="2565454" y="2202960"/>
                  </a:lnTo>
                  <a:lnTo>
                    <a:pt x="2529822" y="2196623"/>
                  </a:lnTo>
                  <a:lnTo>
                    <a:pt x="2494191" y="2190155"/>
                  </a:lnTo>
                  <a:lnTo>
                    <a:pt x="2458560" y="2183563"/>
                  </a:lnTo>
                  <a:lnTo>
                    <a:pt x="2422928" y="2176856"/>
                  </a:lnTo>
                  <a:lnTo>
                    <a:pt x="2387297" y="2170040"/>
                  </a:lnTo>
                  <a:lnTo>
                    <a:pt x="2351666" y="2163126"/>
                  </a:lnTo>
                  <a:lnTo>
                    <a:pt x="2316034" y="2156121"/>
                  </a:lnTo>
                  <a:lnTo>
                    <a:pt x="2280403" y="2149035"/>
                  </a:lnTo>
                  <a:lnTo>
                    <a:pt x="2244772" y="2141876"/>
                  </a:lnTo>
                  <a:lnTo>
                    <a:pt x="2209141" y="2134654"/>
                  </a:lnTo>
                  <a:lnTo>
                    <a:pt x="2173509" y="2127378"/>
                  </a:lnTo>
                  <a:lnTo>
                    <a:pt x="2137878" y="2120058"/>
                  </a:lnTo>
                  <a:lnTo>
                    <a:pt x="2102247" y="2112703"/>
                  </a:lnTo>
                  <a:lnTo>
                    <a:pt x="2066615" y="2105323"/>
                  </a:lnTo>
                  <a:lnTo>
                    <a:pt x="2030984" y="2097928"/>
                  </a:lnTo>
                  <a:lnTo>
                    <a:pt x="1995353" y="2090528"/>
                  </a:lnTo>
                  <a:lnTo>
                    <a:pt x="1959721" y="2083131"/>
                  </a:lnTo>
                  <a:lnTo>
                    <a:pt x="1924090" y="2075747"/>
                  </a:lnTo>
                  <a:lnTo>
                    <a:pt x="1888459" y="2068387"/>
                  </a:lnTo>
                  <a:lnTo>
                    <a:pt x="1852827" y="2061059"/>
                  </a:lnTo>
                  <a:lnTo>
                    <a:pt x="1817196" y="2053771"/>
                  </a:lnTo>
                  <a:lnTo>
                    <a:pt x="1781565" y="2046534"/>
                  </a:lnTo>
                  <a:lnTo>
                    <a:pt x="1745934" y="2039354"/>
                  </a:lnTo>
                  <a:lnTo>
                    <a:pt x="1710302" y="2032240"/>
                  </a:lnTo>
                  <a:lnTo>
                    <a:pt x="1674671" y="2025200"/>
                  </a:lnTo>
                  <a:lnTo>
                    <a:pt x="1639040" y="2018240"/>
                  </a:lnTo>
                  <a:lnTo>
                    <a:pt x="1603408" y="2011368"/>
                  </a:lnTo>
                  <a:lnTo>
                    <a:pt x="1567777" y="2004589"/>
                  </a:lnTo>
                  <a:lnTo>
                    <a:pt x="1532146" y="1997909"/>
                  </a:lnTo>
                  <a:lnTo>
                    <a:pt x="1496514" y="1991333"/>
                  </a:lnTo>
                  <a:lnTo>
                    <a:pt x="1460883" y="1984866"/>
                  </a:lnTo>
                  <a:lnTo>
                    <a:pt x="1425252" y="1978511"/>
                  </a:lnTo>
                  <a:lnTo>
                    <a:pt x="1389620" y="1972272"/>
                  </a:lnTo>
                  <a:lnTo>
                    <a:pt x="1353989" y="1966152"/>
                  </a:lnTo>
                  <a:lnTo>
                    <a:pt x="1318358" y="1960152"/>
                  </a:lnTo>
                  <a:lnTo>
                    <a:pt x="1282727" y="1954275"/>
                  </a:lnTo>
                  <a:lnTo>
                    <a:pt x="1247095" y="1948521"/>
                  </a:lnTo>
                  <a:lnTo>
                    <a:pt x="1211464" y="1942890"/>
                  </a:lnTo>
                  <a:lnTo>
                    <a:pt x="1175833" y="1937383"/>
                  </a:lnTo>
                  <a:lnTo>
                    <a:pt x="1140201" y="1931999"/>
                  </a:lnTo>
                  <a:lnTo>
                    <a:pt x="1104570" y="1926736"/>
                  </a:lnTo>
                  <a:lnTo>
                    <a:pt x="1068939" y="1921593"/>
                  </a:lnTo>
                  <a:lnTo>
                    <a:pt x="1033307" y="1916568"/>
                  </a:lnTo>
                  <a:lnTo>
                    <a:pt x="997676" y="1911657"/>
                  </a:lnTo>
                  <a:lnTo>
                    <a:pt x="962045" y="1906858"/>
                  </a:lnTo>
                  <a:lnTo>
                    <a:pt x="926413" y="1902167"/>
                  </a:lnTo>
                  <a:lnTo>
                    <a:pt x="890782" y="1897582"/>
                  </a:lnTo>
                  <a:lnTo>
                    <a:pt x="855151" y="1893100"/>
                  </a:lnTo>
                  <a:lnTo>
                    <a:pt x="819520" y="1888717"/>
                  </a:lnTo>
                  <a:lnTo>
                    <a:pt x="783888" y="1884430"/>
                  </a:lnTo>
                  <a:lnTo>
                    <a:pt x="748257" y="1880237"/>
                  </a:lnTo>
                  <a:lnTo>
                    <a:pt x="712626" y="1876134"/>
                  </a:lnTo>
                  <a:lnTo>
                    <a:pt x="676994" y="1872119"/>
                  </a:lnTo>
                  <a:lnTo>
                    <a:pt x="641363" y="1868190"/>
                  </a:lnTo>
                  <a:lnTo>
                    <a:pt x="605732" y="1864343"/>
                  </a:lnTo>
                  <a:lnTo>
                    <a:pt x="570100" y="1860576"/>
                  </a:lnTo>
                  <a:lnTo>
                    <a:pt x="534469" y="1856886"/>
                  </a:lnTo>
                  <a:lnTo>
                    <a:pt x="498838" y="1853272"/>
                  </a:lnTo>
                  <a:lnTo>
                    <a:pt x="463206" y="1849730"/>
                  </a:lnTo>
                  <a:lnTo>
                    <a:pt x="427575" y="1846259"/>
                  </a:lnTo>
                  <a:lnTo>
                    <a:pt x="391944" y="1842855"/>
                  </a:lnTo>
                  <a:lnTo>
                    <a:pt x="356313" y="1839518"/>
                  </a:lnTo>
                  <a:lnTo>
                    <a:pt x="320681" y="1836245"/>
                  </a:lnTo>
                  <a:lnTo>
                    <a:pt x="285050" y="1833033"/>
                  </a:lnTo>
                  <a:lnTo>
                    <a:pt x="249419" y="1829882"/>
                  </a:lnTo>
                  <a:lnTo>
                    <a:pt x="213787" y="1826789"/>
                  </a:lnTo>
                  <a:lnTo>
                    <a:pt x="178156" y="1823751"/>
                  </a:lnTo>
                  <a:lnTo>
                    <a:pt x="142525" y="1820769"/>
                  </a:lnTo>
                  <a:lnTo>
                    <a:pt x="106893" y="1817839"/>
                  </a:lnTo>
                  <a:lnTo>
                    <a:pt x="71262" y="1814960"/>
                  </a:lnTo>
                  <a:lnTo>
                    <a:pt x="35631" y="1812131"/>
                  </a:lnTo>
                  <a:lnTo>
                    <a:pt x="0" y="1809350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47087" y="2571315"/>
              <a:ext cx="5915592" cy="2420397"/>
            </a:xfrm>
            <a:custGeom>
              <a:avLst/>
              <a:pathLst>
                <a:path w="5915592" h="2420397">
                  <a:moveTo>
                    <a:pt x="0" y="0"/>
                  </a:moveTo>
                  <a:lnTo>
                    <a:pt x="795" y="1155"/>
                  </a:lnTo>
                  <a:lnTo>
                    <a:pt x="36426" y="51637"/>
                  </a:lnTo>
                  <a:lnTo>
                    <a:pt x="72057" y="100852"/>
                  </a:lnTo>
                  <a:lnTo>
                    <a:pt x="107689" y="148826"/>
                  </a:lnTo>
                  <a:lnTo>
                    <a:pt x="143320" y="195590"/>
                  </a:lnTo>
                  <a:lnTo>
                    <a:pt x="178951" y="241172"/>
                  </a:lnTo>
                  <a:lnTo>
                    <a:pt x="214583" y="285602"/>
                  </a:lnTo>
                  <a:lnTo>
                    <a:pt x="250214" y="328910"/>
                  </a:lnTo>
                  <a:lnTo>
                    <a:pt x="285845" y="371127"/>
                  </a:lnTo>
                  <a:lnTo>
                    <a:pt x="321477" y="412284"/>
                  </a:lnTo>
                  <a:lnTo>
                    <a:pt x="357108" y="452413"/>
                  </a:lnTo>
                  <a:lnTo>
                    <a:pt x="392739" y="491546"/>
                  </a:lnTo>
                  <a:lnTo>
                    <a:pt x="428370" y="529715"/>
                  </a:lnTo>
                  <a:lnTo>
                    <a:pt x="464002" y="566953"/>
                  </a:lnTo>
                  <a:lnTo>
                    <a:pt x="499633" y="603292"/>
                  </a:lnTo>
                  <a:lnTo>
                    <a:pt x="535264" y="638766"/>
                  </a:lnTo>
                  <a:lnTo>
                    <a:pt x="570896" y="673408"/>
                  </a:lnTo>
                  <a:lnTo>
                    <a:pt x="606527" y="707251"/>
                  </a:lnTo>
                  <a:lnTo>
                    <a:pt x="642158" y="740328"/>
                  </a:lnTo>
                  <a:lnTo>
                    <a:pt x="677790" y="772673"/>
                  </a:lnTo>
                  <a:lnTo>
                    <a:pt x="713421" y="804318"/>
                  </a:lnTo>
                  <a:lnTo>
                    <a:pt x="749052" y="835296"/>
                  </a:lnTo>
                  <a:lnTo>
                    <a:pt x="784684" y="865641"/>
                  </a:lnTo>
                  <a:lnTo>
                    <a:pt x="820315" y="895383"/>
                  </a:lnTo>
                  <a:lnTo>
                    <a:pt x="855946" y="924555"/>
                  </a:lnTo>
                  <a:lnTo>
                    <a:pt x="891577" y="953188"/>
                  </a:lnTo>
                  <a:lnTo>
                    <a:pt x="927209" y="981313"/>
                  </a:lnTo>
                  <a:lnTo>
                    <a:pt x="962840" y="1008960"/>
                  </a:lnTo>
                  <a:lnTo>
                    <a:pt x="998471" y="1036158"/>
                  </a:lnTo>
                  <a:lnTo>
                    <a:pt x="1034103" y="1062936"/>
                  </a:lnTo>
                  <a:lnTo>
                    <a:pt x="1069734" y="1089323"/>
                  </a:lnTo>
                  <a:lnTo>
                    <a:pt x="1105365" y="1115344"/>
                  </a:lnTo>
                  <a:lnTo>
                    <a:pt x="1140997" y="1141027"/>
                  </a:lnTo>
                  <a:lnTo>
                    <a:pt x="1176628" y="1166397"/>
                  </a:lnTo>
                  <a:lnTo>
                    <a:pt x="1212259" y="1191478"/>
                  </a:lnTo>
                  <a:lnTo>
                    <a:pt x="1247891" y="1216294"/>
                  </a:lnTo>
                  <a:lnTo>
                    <a:pt x="1283522" y="1240867"/>
                  </a:lnTo>
                  <a:lnTo>
                    <a:pt x="1319153" y="1265218"/>
                  </a:lnTo>
                  <a:lnTo>
                    <a:pt x="1354784" y="1289369"/>
                  </a:lnTo>
                  <a:lnTo>
                    <a:pt x="1390416" y="1313337"/>
                  </a:lnTo>
                  <a:lnTo>
                    <a:pt x="1426047" y="1337141"/>
                  </a:lnTo>
                  <a:lnTo>
                    <a:pt x="1461678" y="1360799"/>
                  </a:lnTo>
                  <a:lnTo>
                    <a:pt x="1497310" y="1384325"/>
                  </a:lnTo>
                  <a:lnTo>
                    <a:pt x="1532941" y="1407736"/>
                  </a:lnTo>
                  <a:lnTo>
                    <a:pt x="1568572" y="1431045"/>
                  </a:lnTo>
                  <a:lnTo>
                    <a:pt x="1604204" y="1454264"/>
                  </a:lnTo>
                  <a:lnTo>
                    <a:pt x="1639835" y="1477405"/>
                  </a:lnTo>
                  <a:lnTo>
                    <a:pt x="1675466" y="1500479"/>
                  </a:lnTo>
                  <a:lnTo>
                    <a:pt x="1711098" y="1523494"/>
                  </a:lnTo>
                  <a:lnTo>
                    <a:pt x="1746729" y="1546460"/>
                  </a:lnTo>
                  <a:lnTo>
                    <a:pt x="1782360" y="1569384"/>
                  </a:lnTo>
                  <a:lnTo>
                    <a:pt x="1817991" y="1592271"/>
                  </a:lnTo>
                  <a:lnTo>
                    <a:pt x="1853623" y="1615128"/>
                  </a:lnTo>
                  <a:lnTo>
                    <a:pt x="1889254" y="1637958"/>
                  </a:lnTo>
                  <a:lnTo>
                    <a:pt x="1924885" y="1660766"/>
                  </a:lnTo>
                  <a:lnTo>
                    <a:pt x="1960517" y="1683552"/>
                  </a:lnTo>
                  <a:lnTo>
                    <a:pt x="1996148" y="1706320"/>
                  </a:lnTo>
                  <a:lnTo>
                    <a:pt x="2031779" y="1729068"/>
                  </a:lnTo>
                  <a:lnTo>
                    <a:pt x="2067411" y="1751798"/>
                  </a:lnTo>
                  <a:lnTo>
                    <a:pt x="2103042" y="1774509"/>
                  </a:lnTo>
                  <a:lnTo>
                    <a:pt x="2138673" y="1797197"/>
                  </a:lnTo>
                  <a:lnTo>
                    <a:pt x="2174305" y="1819861"/>
                  </a:lnTo>
                  <a:lnTo>
                    <a:pt x="2209936" y="1842498"/>
                  </a:lnTo>
                  <a:lnTo>
                    <a:pt x="2245567" y="1865102"/>
                  </a:lnTo>
                  <a:lnTo>
                    <a:pt x="2281198" y="1887670"/>
                  </a:lnTo>
                  <a:lnTo>
                    <a:pt x="2316830" y="1910195"/>
                  </a:lnTo>
                  <a:lnTo>
                    <a:pt x="2352461" y="1932663"/>
                  </a:lnTo>
                  <a:lnTo>
                    <a:pt x="2388092" y="1955038"/>
                  </a:lnTo>
                  <a:lnTo>
                    <a:pt x="2423724" y="1977284"/>
                  </a:lnTo>
                  <a:lnTo>
                    <a:pt x="2459355" y="1999368"/>
                  </a:lnTo>
                  <a:lnTo>
                    <a:pt x="2494986" y="2021258"/>
                  </a:lnTo>
                  <a:lnTo>
                    <a:pt x="2530618" y="2042924"/>
                  </a:lnTo>
                  <a:lnTo>
                    <a:pt x="2566249" y="2064338"/>
                  </a:lnTo>
                  <a:lnTo>
                    <a:pt x="2601880" y="2085476"/>
                  </a:lnTo>
                  <a:lnTo>
                    <a:pt x="2637512" y="2106313"/>
                  </a:lnTo>
                  <a:lnTo>
                    <a:pt x="2673143" y="2126829"/>
                  </a:lnTo>
                  <a:lnTo>
                    <a:pt x="2708774" y="2147005"/>
                  </a:lnTo>
                  <a:lnTo>
                    <a:pt x="2744405" y="2166825"/>
                  </a:lnTo>
                  <a:lnTo>
                    <a:pt x="2780037" y="2186272"/>
                  </a:lnTo>
                  <a:lnTo>
                    <a:pt x="2815668" y="2205334"/>
                  </a:lnTo>
                  <a:lnTo>
                    <a:pt x="2851299" y="2224001"/>
                  </a:lnTo>
                  <a:lnTo>
                    <a:pt x="2886931" y="2242262"/>
                  </a:lnTo>
                  <a:lnTo>
                    <a:pt x="2922562" y="2260111"/>
                  </a:lnTo>
                  <a:lnTo>
                    <a:pt x="2958193" y="2277541"/>
                  </a:lnTo>
                  <a:lnTo>
                    <a:pt x="2993825" y="2292180"/>
                  </a:lnTo>
                  <a:lnTo>
                    <a:pt x="3029456" y="2291849"/>
                  </a:lnTo>
                  <a:lnTo>
                    <a:pt x="3065087" y="2291684"/>
                  </a:lnTo>
                  <a:lnTo>
                    <a:pt x="3100719" y="2291705"/>
                  </a:lnTo>
                  <a:lnTo>
                    <a:pt x="3136350" y="2291931"/>
                  </a:lnTo>
                  <a:lnTo>
                    <a:pt x="3171981" y="2292377"/>
                  </a:lnTo>
                  <a:lnTo>
                    <a:pt x="3207612" y="2293062"/>
                  </a:lnTo>
                  <a:lnTo>
                    <a:pt x="3243244" y="2294000"/>
                  </a:lnTo>
                  <a:lnTo>
                    <a:pt x="3278875" y="2295205"/>
                  </a:lnTo>
                  <a:lnTo>
                    <a:pt x="3314506" y="2296687"/>
                  </a:lnTo>
                  <a:lnTo>
                    <a:pt x="3350138" y="2298458"/>
                  </a:lnTo>
                  <a:lnTo>
                    <a:pt x="3385769" y="2300525"/>
                  </a:lnTo>
                  <a:lnTo>
                    <a:pt x="3421400" y="2302894"/>
                  </a:lnTo>
                  <a:lnTo>
                    <a:pt x="3457032" y="2305568"/>
                  </a:lnTo>
                  <a:lnTo>
                    <a:pt x="3492663" y="2308547"/>
                  </a:lnTo>
                  <a:lnTo>
                    <a:pt x="3528294" y="2311829"/>
                  </a:lnTo>
                  <a:lnTo>
                    <a:pt x="3563925" y="2315406"/>
                  </a:lnTo>
                  <a:lnTo>
                    <a:pt x="3599557" y="2319271"/>
                  </a:lnTo>
                  <a:lnTo>
                    <a:pt x="3635188" y="2323408"/>
                  </a:lnTo>
                  <a:lnTo>
                    <a:pt x="3670819" y="2327789"/>
                  </a:lnTo>
                  <a:lnTo>
                    <a:pt x="3706451" y="2332371"/>
                  </a:lnTo>
                  <a:lnTo>
                    <a:pt x="3742082" y="2337112"/>
                  </a:lnTo>
                  <a:lnTo>
                    <a:pt x="3777713" y="2341971"/>
                  </a:lnTo>
                  <a:lnTo>
                    <a:pt x="3813345" y="2346907"/>
                  </a:lnTo>
                  <a:lnTo>
                    <a:pt x="3848976" y="2351881"/>
                  </a:lnTo>
                  <a:lnTo>
                    <a:pt x="3884607" y="2356854"/>
                  </a:lnTo>
                  <a:lnTo>
                    <a:pt x="3920239" y="2361791"/>
                  </a:lnTo>
                  <a:lnTo>
                    <a:pt x="3955870" y="2366658"/>
                  </a:lnTo>
                  <a:lnTo>
                    <a:pt x="3991501" y="2371422"/>
                  </a:lnTo>
                  <a:lnTo>
                    <a:pt x="4027132" y="2376056"/>
                  </a:lnTo>
                  <a:lnTo>
                    <a:pt x="4062764" y="2380534"/>
                  </a:lnTo>
                  <a:lnTo>
                    <a:pt x="4098395" y="2384831"/>
                  </a:lnTo>
                  <a:lnTo>
                    <a:pt x="4134026" y="2388928"/>
                  </a:lnTo>
                  <a:lnTo>
                    <a:pt x="4169658" y="2392808"/>
                  </a:lnTo>
                  <a:lnTo>
                    <a:pt x="4205289" y="2396456"/>
                  </a:lnTo>
                  <a:lnTo>
                    <a:pt x="4240920" y="2399859"/>
                  </a:lnTo>
                  <a:lnTo>
                    <a:pt x="4276552" y="2403011"/>
                  </a:lnTo>
                  <a:lnTo>
                    <a:pt x="4312183" y="2405902"/>
                  </a:lnTo>
                  <a:lnTo>
                    <a:pt x="4347814" y="2408529"/>
                  </a:lnTo>
                  <a:lnTo>
                    <a:pt x="4383446" y="2410889"/>
                  </a:lnTo>
                  <a:lnTo>
                    <a:pt x="4419077" y="2412982"/>
                  </a:lnTo>
                  <a:lnTo>
                    <a:pt x="4454708" y="2414808"/>
                  </a:lnTo>
                  <a:lnTo>
                    <a:pt x="4490339" y="2416368"/>
                  </a:lnTo>
                  <a:lnTo>
                    <a:pt x="4525971" y="2417667"/>
                  </a:lnTo>
                  <a:lnTo>
                    <a:pt x="4561602" y="2418708"/>
                  </a:lnTo>
                  <a:lnTo>
                    <a:pt x="4597233" y="2419496"/>
                  </a:lnTo>
                  <a:lnTo>
                    <a:pt x="4632865" y="2420036"/>
                  </a:lnTo>
                  <a:lnTo>
                    <a:pt x="4668496" y="2420335"/>
                  </a:lnTo>
                  <a:lnTo>
                    <a:pt x="4704127" y="2420397"/>
                  </a:lnTo>
                  <a:lnTo>
                    <a:pt x="4739759" y="2420231"/>
                  </a:lnTo>
                  <a:lnTo>
                    <a:pt x="4775390" y="2419843"/>
                  </a:lnTo>
                  <a:lnTo>
                    <a:pt x="4811021" y="2419239"/>
                  </a:lnTo>
                  <a:lnTo>
                    <a:pt x="4846653" y="2418427"/>
                  </a:lnTo>
                  <a:lnTo>
                    <a:pt x="4882284" y="2417414"/>
                  </a:lnTo>
                  <a:lnTo>
                    <a:pt x="4917915" y="2416207"/>
                  </a:lnTo>
                  <a:lnTo>
                    <a:pt x="4953546" y="2414813"/>
                  </a:lnTo>
                  <a:lnTo>
                    <a:pt x="4989178" y="2413238"/>
                  </a:lnTo>
                  <a:lnTo>
                    <a:pt x="5024809" y="2411491"/>
                  </a:lnTo>
                  <a:lnTo>
                    <a:pt x="5060440" y="2409578"/>
                  </a:lnTo>
                  <a:lnTo>
                    <a:pt x="5096072" y="2407506"/>
                  </a:lnTo>
                  <a:lnTo>
                    <a:pt x="5131703" y="2405283"/>
                  </a:lnTo>
                  <a:lnTo>
                    <a:pt x="5167334" y="2402915"/>
                  </a:lnTo>
                  <a:lnTo>
                    <a:pt x="5202966" y="2400409"/>
                  </a:lnTo>
                  <a:lnTo>
                    <a:pt x="5238597" y="2397773"/>
                  </a:lnTo>
                  <a:lnTo>
                    <a:pt x="5274228" y="2395013"/>
                  </a:lnTo>
                  <a:lnTo>
                    <a:pt x="5309860" y="2392137"/>
                  </a:lnTo>
                  <a:lnTo>
                    <a:pt x="5345491" y="2389151"/>
                  </a:lnTo>
                  <a:lnTo>
                    <a:pt x="5381122" y="2386063"/>
                  </a:lnTo>
                  <a:lnTo>
                    <a:pt x="5416753" y="2382880"/>
                  </a:lnTo>
                  <a:lnTo>
                    <a:pt x="5452385" y="2379609"/>
                  </a:lnTo>
                  <a:lnTo>
                    <a:pt x="5488016" y="2376258"/>
                  </a:lnTo>
                  <a:lnTo>
                    <a:pt x="5523647" y="2372835"/>
                  </a:lnTo>
                  <a:lnTo>
                    <a:pt x="5559279" y="2369345"/>
                  </a:lnTo>
                  <a:lnTo>
                    <a:pt x="5594910" y="2365796"/>
                  </a:lnTo>
                  <a:lnTo>
                    <a:pt x="5630541" y="2362189"/>
                  </a:lnTo>
                  <a:lnTo>
                    <a:pt x="5666173" y="2358525"/>
                  </a:lnTo>
                  <a:lnTo>
                    <a:pt x="5701804" y="2354807"/>
                  </a:lnTo>
                  <a:lnTo>
                    <a:pt x="5737435" y="2351036"/>
                  </a:lnTo>
                  <a:lnTo>
                    <a:pt x="5773067" y="2347214"/>
                  </a:lnTo>
                  <a:lnTo>
                    <a:pt x="5808698" y="2343340"/>
                  </a:lnTo>
                  <a:lnTo>
                    <a:pt x="5844329" y="2339417"/>
                  </a:lnTo>
                  <a:lnTo>
                    <a:pt x="5879960" y="2335446"/>
                  </a:lnTo>
                  <a:lnTo>
                    <a:pt x="5915592" y="23314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80665"/>
              <a:ext cx="7090630" cy="1142954"/>
            </a:xfrm>
            <a:custGeom>
              <a:avLst/>
              <a:pathLst>
                <a:path w="7090630" h="1142954">
                  <a:moveTo>
                    <a:pt x="7090630" y="1142954"/>
                  </a:moveTo>
                  <a:lnTo>
                    <a:pt x="7054998" y="1140545"/>
                  </a:lnTo>
                  <a:lnTo>
                    <a:pt x="7019367" y="1138035"/>
                  </a:lnTo>
                  <a:lnTo>
                    <a:pt x="6983736" y="1135420"/>
                  </a:lnTo>
                  <a:lnTo>
                    <a:pt x="6948104" y="1132695"/>
                  </a:lnTo>
                  <a:lnTo>
                    <a:pt x="6912473" y="1129858"/>
                  </a:lnTo>
                  <a:lnTo>
                    <a:pt x="6876842" y="1126902"/>
                  </a:lnTo>
                  <a:lnTo>
                    <a:pt x="6841210" y="1123825"/>
                  </a:lnTo>
                  <a:lnTo>
                    <a:pt x="6805579" y="1120620"/>
                  </a:lnTo>
                  <a:lnTo>
                    <a:pt x="6769948" y="1117284"/>
                  </a:lnTo>
                  <a:lnTo>
                    <a:pt x="6734317" y="1113811"/>
                  </a:lnTo>
                  <a:lnTo>
                    <a:pt x="6698685" y="1110197"/>
                  </a:lnTo>
                  <a:lnTo>
                    <a:pt x="6663054" y="1106437"/>
                  </a:lnTo>
                  <a:lnTo>
                    <a:pt x="6627423" y="1102527"/>
                  </a:lnTo>
                  <a:lnTo>
                    <a:pt x="6591791" y="1098464"/>
                  </a:lnTo>
                  <a:lnTo>
                    <a:pt x="6556160" y="1094245"/>
                  </a:lnTo>
                  <a:lnTo>
                    <a:pt x="6520529" y="1089866"/>
                  </a:lnTo>
                  <a:lnTo>
                    <a:pt x="6484897" y="1085324"/>
                  </a:lnTo>
                  <a:lnTo>
                    <a:pt x="6449266" y="1080617"/>
                  </a:lnTo>
                  <a:lnTo>
                    <a:pt x="6413635" y="1075741"/>
                  </a:lnTo>
                  <a:lnTo>
                    <a:pt x="6378003" y="1070695"/>
                  </a:lnTo>
                  <a:lnTo>
                    <a:pt x="6342372" y="1065477"/>
                  </a:lnTo>
                  <a:lnTo>
                    <a:pt x="6306741" y="1060085"/>
                  </a:lnTo>
                  <a:lnTo>
                    <a:pt x="6271110" y="1054519"/>
                  </a:lnTo>
                  <a:lnTo>
                    <a:pt x="6235478" y="1048777"/>
                  </a:lnTo>
                  <a:lnTo>
                    <a:pt x="6199847" y="1042860"/>
                  </a:lnTo>
                  <a:lnTo>
                    <a:pt x="6164216" y="1036768"/>
                  </a:lnTo>
                  <a:lnTo>
                    <a:pt x="6128584" y="1030502"/>
                  </a:lnTo>
                  <a:lnTo>
                    <a:pt x="6092953" y="1024064"/>
                  </a:lnTo>
                  <a:lnTo>
                    <a:pt x="6057322" y="1017455"/>
                  </a:lnTo>
                  <a:lnTo>
                    <a:pt x="6021690" y="1010680"/>
                  </a:lnTo>
                  <a:lnTo>
                    <a:pt x="5986059" y="1003741"/>
                  </a:lnTo>
                  <a:lnTo>
                    <a:pt x="5950428" y="996643"/>
                  </a:lnTo>
                  <a:lnTo>
                    <a:pt x="5914796" y="989391"/>
                  </a:lnTo>
                  <a:lnTo>
                    <a:pt x="5879165" y="981991"/>
                  </a:lnTo>
                  <a:lnTo>
                    <a:pt x="5843534" y="974449"/>
                  </a:lnTo>
                  <a:lnTo>
                    <a:pt x="5807903" y="966773"/>
                  </a:lnTo>
                  <a:lnTo>
                    <a:pt x="5772271" y="958970"/>
                  </a:lnTo>
                  <a:lnTo>
                    <a:pt x="5736640" y="951049"/>
                  </a:lnTo>
                  <a:lnTo>
                    <a:pt x="5701009" y="943018"/>
                  </a:lnTo>
                  <a:lnTo>
                    <a:pt x="5665377" y="934887"/>
                  </a:lnTo>
                  <a:lnTo>
                    <a:pt x="5629746" y="926665"/>
                  </a:lnTo>
                  <a:lnTo>
                    <a:pt x="5594115" y="918362"/>
                  </a:lnTo>
                  <a:lnTo>
                    <a:pt x="5558483" y="909987"/>
                  </a:lnTo>
                  <a:lnTo>
                    <a:pt x="5522852" y="901550"/>
                  </a:lnTo>
                  <a:lnTo>
                    <a:pt x="5487221" y="893059"/>
                  </a:lnTo>
                  <a:lnTo>
                    <a:pt x="5451589" y="884522"/>
                  </a:lnTo>
                  <a:lnTo>
                    <a:pt x="5415958" y="875947"/>
                  </a:lnTo>
                  <a:lnTo>
                    <a:pt x="5380327" y="867340"/>
                  </a:lnTo>
                  <a:lnTo>
                    <a:pt x="5344696" y="858704"/>
                  </a:lnTo>
                  <a:lnTo>
                    <a:pt x="5309064" y="850043"/>
                  </a:lnTo>
                  <a:lnTo>
                    <a:pt x="5273433" y="841357"/>
                  </a:lnTo>
                  <a:lnTo>
                    <a:pt x="5237802" y="832646"/>
                  </a:lnTo>
                  <a:lnTo>
                    <a:pt x="5202170" y="823905"/>
                  </a:lnTo>
                  <a:lnTo>
                    <a:pt x="5166539" y="815129"/>
                  </a:lnTo>
                  <a:lnTo>
                    <a:pt x="5130908" y="806309"/>
                  </a:lnTo>
                  <a:lnTo>
                    <a:pt x="5095276" y="797435"/>
                  </a:lnTo>
                  <a:lnTo>
                    <a:pt x="5059645" y="788495"/>
                  </a:lnTo>
                  <a:lnTo>
                    <a:pt x="5024014" y="779471"/>
                  </a:lnTo>
                  <a:lnTo>
                    <a:pt x="4988382" y="770347"/>
                  </a:lnTo>
                  <a:lnTo>
                    <a:pt x="4952751" y="761103"/>
                  </a:lnTo>
                  <a:lnTo>
                    <a:pt x="4917120" y="751717"/>
                  </a:lnTo>
                  <a:lnTo>
                    <a:pt x="4881489" y="742164"/>
                  </a:lnTo>
                  <a:lnTo>
                    <a:pt x="4845857" y="732420"/>
                  </a:lnTo>
                  <a:lnTo>
                    <a:pt x="4810226" y="722456"/>
                  </a:lnTo>
                  <a:lnTo>
                    <a:pt x="4774595" y="712244"/>
                  </a:lnTo>
                  <a:lnTo>
                    <a:pt x="4738963" y="701759"/>
                  </a:lnTo>
                  <a:lnTo>
                    <a:pt x="4703332" y="690981"/>
                  </a:lnTo>
                  <a:lnTo>
                    <a:pt x="4667701" y="679892"/>
                  </a:lnTo>
                  <a:lnTo>
                    <a:pt x="4632069" y="668476"/>
                  </a:lnTo>
                  <a:lnTo>
                    <a:pt x="4596438" y="656719"/>
                  </a:lnTo>
                  <a:lnTo>
                    <a:pt x="4560807" y="644606"/>
                  </a:lnTo>
                  <a:lnTo>
                    <a:pt x="4525175" y="632126"/>
                  </a:lnTo>
                  <a:lnTo>
                    <a:pt x="4489544" y="619266"/>
                  </a:lnTo>
                  <a:lnTo>
                    <a:pt x="4453913" y="606017"/>
                  </a:lnTo>
                  <a:lnTo>
                    <a:pt x="4418282" y="592371"/>
                  </a:lnTo>
                  <a:lnTo>
                    <a:pt x="4382650" y="578318"/>
                  </a:lnTo>
                  <a:lnTo>
                    <a:pt x="4347019" y="563853"/>
                  </a:lnTo>
                  <a:lnTo>
                    <a:pt x="4311388" y="548970"/>
                  </a:lnTo>
                  <a:lnTo>
                    <a:pt x="4275756" y="533666"/>
                  </a:lnTo>
                  <a:lnTo>
                    <a:pt x="4240125" y="517936"/>
                  </a:lnTo>
                  <a:lnTo>
                    <a:pt x="4204494" y="501780"/>
                  </a:lnTo>
                  <a:lnTo>
                    <a:pt x="4168862" y="485198"/>
                  </a:lnTo>
                  <a:lnTo>
                    <a:pt x="4133231" y="483308"/>
                  </a:lnTo>
                  <a:lnTo>
                    <a:pt x="4097600" y="483912"/>
                  </a:lnTo>
                  <a:lnTo>
                    <a:pt x="4061968" y="484620"/>
                  </a:lnTo>
                  <a:lnTo>
                    <a:pt x="4026337" y="485413"/>
                  </a:lnTo>
                  <a:lnTo>
                    <a:pt x="3990706" y="486267"/>
                  </a:lnTo>
                  <a:lnTo>
                    <a:pt x="3955075" y="487161"/>
                  </a:lnTo>
                  <a:lnTo>
                    <a:pt x="3919443" y="488072"/>
                  </a:lnTo>
                  <a:lnTo>
                    <a:pt x="3883812" y="488980"/>
                  </a:lnTo>
                  <a:lnTo>
                    <a:pt x="3848181" y="489860"/>
                  </a:lnTo>
                  <a:lnTo>
                    <a:pt x="3812549" y="490691"/>
                  </a:lnTo>
                  <a:lnTo>
                    <a:pt x="3776918" y="491451"/>
                  </a:lnTo>
                  <a:lnTo>
                    <a:pt x="3741287" y="492118"/>
                  </a:lnTo>
                  <a:lnTo>
                    <a:pt x="3705655" y="492668"/>
                  </a:lnTo>
                  <a:lnTo>
                    <a:pt x="3670024" y="493080"/>
                  </a:lnTo>
                  <a:lnTo>
                    <a:pt x="3634393" y="493331"/>
                  </a:lnTo>
                  <a:lnTo>
                    <a:pt x="3598762" y="493400"/>
                  </a:lnTo>
                  <a:lnTo>
                    <a:pt x="3563130" y="493264"/>
                  </a:lnTo>
                  <a:lnTo>
                    <a:pt x="3527499" y="492901"/>
                  </a:lnTo>
                  <a:lnTo>
                    <a:pt x="3491868" y="492288"/>
                  </a:lnTo>
                  <a:lnTo>
                    <a:pt x="3456236" y="491405"/>
                  </a:lnTo>
                  <a:lnTo>
                    <a:pt x="3420605" y="490251"/>
                  </a:lnTo>
                  <a:lnTo>
                    <a:pt x="3384974" y="488830"/>
                  </a:lnTo>
                  <a:lnTo>
                    <a:pt x="3349342" y="487146"/>
                  </a:lnTo>
                  <a:lnTo>
                    <a:pt x="3313711" y="485206"/>
                  </a:lnTo>
                  <a:lnTo>
                    <a:pt x="3278080" y="483014"/>
                  </a:lnTo>
                  <a:lnTo>
                    <a:pt x="3242448" y="480574"/>
                  </a:lnTo>
                  <a:lnTo>
                    <a:pt x="3206817" y="477891"/>
                  </a:lnTo>
                  <a:lnTo>
                    <a:pt x="3171186" y="474970"/>
                  </a:lnTo>
                  <a:lnTo>
                    <a:pt x="3135555" y="471816"/>
                  </a:lnTo>
                  <a:lnTo>
                    <a:pt x="3099923" y="468432"/>
                  </a:lnTo>
                  <a:lnTo>
                    <a:pt x="3064292" y="464825"/>
                  </a:lnTo>
                  <a:lnTo>
                    <a:pt x="3028661" y="460998"/>
                  </a:lnTo>
                  <a:lnTo>
                    <a:pt x="2993029" y="456956"/>
                  </a:lnTo>
                  <a:lnTo>
                    <a:pt x="2957398" y="452705"/>
                  </a:lnTo>
                  <a:lnTo>
                    <a:pt x="2921767" y="448248"/>
                  </a:lnTo>
                  <a:lnTo>
                    <a:pt x="2886135" y="443592"/>
                  </a:lnTo>
                  <a:lnTo>
                    <a:pt x="2850504" y="438741"/>
                  </a:lnTo>
                  <a:lnTo>
                    <a:pt x="2814873" y="433700"/>
                  </a:lnTo>
                  <a:lnTo>
                    <a:pt x="2779241" y="428476"/>
                  </a:lnTo>
                  <a:lnTo>
                    <a:pt x="2743610" y="423074"/>
                  </a:lnTo>
                  <a:lnTo>
                    <a:pt x="2707979" y="417500"/>
                  </a:lnTo>
                  <a:lnTo>
                    <a:pt x="2672348" y="411760"/>
                  </a:lnTo>
                  <a:lnTo>
                    <a:pt x="2636716" y="405860"/>
                  </a:lnTo>
                  <a:lnTo>
                    <a:pt x="2601085" y="399808"/>
                  </a:lnTo>
                  <a:lnTo>
                    <a:pt x="2565454" y="393610"/>
                  </a:lnTo>
                  <a:lnTo>
                    <a:pt x="2529822" y="387273"/>
                  </a:lnTo>
                  <a:lnTo>
                    <a:pt x="2494191" y="380805"/>
                  </a:lnTo>
                  <a:lnTo>
                    <a:pt x="2458560" y="374213"/>
                  </a:lnTo>
                  <a:lnTo>
                    <a:pt x="2422928" y="367505"/>
                  </a:lnTo>
                  <a:lnTo>
                    <a:pt x="2387297" y="360690"/>
                  </a:lnTo>
                  <a:lnTo>
                    <a:pt x="2351666" y="353776"/>
                  </a:lnTo>
                  <a:lnTo>
                    <a:pt x="2316034" y="346771"/>
                  </a:lnTo>
                  <a:lnTo>
                    <a:pt x="2280403" y="339685"/>
                  </a:lnTo>
                  <a:lnTo>
                    <a:pt x="2244772" y="332526"/>
                  </a:lnTo>
                  <a:lnTo>
                    <a:pt x="2209141" y="325304"/>
                  </a:lnTo>
                  <a:lnTo>
                    <a:pt x="2173509" y="318028"/>
                  </a:lnTo>
                  <a:lnTo>
                    <a:pt x="2137878" y="310708"/>
                  </a:lnTo>
                  <a:lnTo>
                    <a:pt x="2102247" y="303353"/>
                  </a:lnTo>
                  <a:lnTo>
                    <a:pt x="2066615" y="295973"/>
                  </a:lnTo>
                  <a:lnTo>
                    <a:pt x="2030984" y="288578"/>
                  </a:lnTo>
                  <a:lnTo>
                    <a:pt x="1995353" y="281177"/>
                  </a:lnTo>
                  <a:lnTo>
                    <a:pt x="1959721" y="273780"/>
                  </a:lnTo>
                  <a:lnTo>
                    <a:pt x="1924090" y="266397"/>
                  </a:lnTo>
                  <a:lnTo>
                    <a:pt x="1888459" y="259037"/>
                  </a:lnTo>
                  <a:lnTo>
                    <a:pt x="1852827" y="251708"/>
                  </a:lnTo>
                  <a:lnTo>
                    <a:pt x="1817196" y="244421"/>
                  </a:lnTo>
                  <a:lnTo>
                    <a:pt x="1781565" y="237183"/>
                  </a:lnTo>
                  <a:lnTo>
                    <a:pt x="1745934" y="230003"/>
                  </a:lnTo>
                  <a:lnTo>
                    <a:pt x="1710302" y="222890"/>
                  </a:lnTo>
                  <a:lnTo>
                    <a:pt x="1674671" y="215849"/>
                  </a:lnTo>
                  <a:lnTo>
                    <a:pt x="1639040" y="208890"/>
                  </a:lnTo>
                  <a:lnTo>
                    <a:pt x="1603408" y="202017"/>
                  </a:lnTo>
                  <a:lnTo>
                    <a:pt x="1567777" y="195238"/>
                  </a:lnTo>
                  <a:lnTo>
                    <a:pt x="1532146" y="188558"/>
                  </a:lnTo>
                  <a:lnTo>
                    <a:pt x="1496514" y="181983"/>
                  </a:lnTo>
                  <a:lnTo>
                    <a:pt x="1460883" y="175515"/>
                  </a:lnTo>
                  <a:lnTo>
                    <a:pt x="1425252" y="169161"/>
                  </a:lnTo>
                  <a:lnTo>
                    <a:pt x="1389620" y="162922"/>
                  </a:lnTo>
                  <a:lnTo>
                    <a:pt x="1353989" y="156801"/>
                  </a:lnTo>
                  <a:lnTo>
                    <a:pt x="1318358" y="150802"/>
                  </a:lnTo>
                  <a:lnTo>
                    <a:pt x="1282727" y="144925"/>
                  </a:lnTo>
                  <a:lnTo>
                    <a:pt x="1247095" y="139171"/>
                  </a:lnTo>
                  <a:lnTo>
                    <a:pt x="1211464" y="133540"/>
                  </a:lnTo>
                  <a:lnTo>
                    <a:pt x="1175833" y="128033"/>
                  </a:lnTo>
                  <a:lnTo>
                    <a:pt x="1140201" y="122649"/>
                  </a:lnTo>
                  <a:lnTo>
                    <a:pt x="1104570" y="117386"/>
                  </a:lnTo>
                  <a:lnTo>
                    <a:pt x="1068939" y="112243"/>
                  </a:lnTo>
                  <a:lnTo>
                    <a:pt x="1033307" y="107217"/>
                  </a:lnTo>
                  <a:lnTo>
                    <a:pt x="997676" y="102307"/>
                  </a:lnTo>
                  <a:lnTo>
                    <a:pt x="962045" y="97508"/>
                  </a:lnTo>
                  <a:lnTo>
                    <a:pt x="926413" y="92817"/>
                  </a:lnTo>
                  <a:lnTo>
                    <a:pt x="890782" y="88232"/>
                  </a:lnTo>
                  <a:lnTo>
                    <a:pt x="855151" y="83749"/>
                  </a:lnTo>
                  <a:lnTo>
                    <a:pt x="819520" y="79366"/>
                  </a:lnTo>
                  <a:lnTo>
                    <a:pt x="783888" y="75080"/>
                  </a:lnTo>
                  <a:lnTo>
                    <a:pt x="748257" y="70886"/>
                  </a:lnTo>
                  <a:lnTo>
                    <a:pt x="712626" y="66784"/>
                  </a:lnTo>
                  <a:lnTo>
                    <a:pt x="676994" y="62769"/>
                  </a:lnTo>
                  <a:lnTo>
                    <a:pt x="641363" y="58839"/>
                  </a:lnTo>
                  <a:lnTo>
                    <a:pt x="605732" y="54993"/>
                  </a:lnTo>
                  <a:lnTo>
                    <a:pt x="570100" y="51226"/>
                  </a:lnTo>
                  <a:lnTo>
                    <a:pt x="534469" y="47536"/>
                  </a:lnTo>
                  <a:lnTo>
                    <a:pt x="498838" y="43922"/>
                  </a:lnTo>
                  <a:lnTo>
                    <a:pt x="463206" y="40380"/>
                  </a:lnTo>
                  <a:lnTo>
                    <a:pt x="427575" y="36908"/>
                  </a:lnTo>
                  <a:lnTo>
                    <a:pt x="391944" y="33505"/>
                  </a:lnTo>
                  <a:lnTo>
                    <a:pt x="356313" y="30168"/>
                  </a:lnTo>
                  <a:lnTo>
                    <a:pt x="320681" y="26894"/>
                  </a:lnTo>
                  <a:lnTo>
                    <a:pt x="285050" y="23683"/>
                  </a:lnTo>
                  <a:lnTo>
                    <a:pt x="249419" y="20532"/>
                  </a:lnTo>
                  <a:lnTo>
                    <a:pt x="213787" y="17438"/>
                  </a:lnTo>
                  <a:lnTo>
                    <a:pt x="178156" y="14401"/>
                  </a:lnTo>
                  <a:lnTo>
                    <a:pt x="142525" y="11418"/>
                  </a:lnTo>
                  <a:lnTo>
                    <a:pt x="106893" y="8489"/>
                  </a:lnTo>
                  <a:lnTo>
                    <a:pt x="71262" y="5610"/>
                  </a:lnTo>
                  <a:lnTo>
                    <a:pt x="35631" y="27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688909"/>
              <a:ext cx="7090630" cy="2622293"/>
            </a:xfrm>
            <a:custGeom>
              <a:avLst/>
              <a:pathLst>
                <a:path w="7090630" h="2622293">
                  <a:moveTo>
                    <a:pt x="0" y="0"/>
                  </a:moveTo>
                  <a:lnTo>
                    <a:pt x="35631" y="34309"/>
                  </a:lnTo>
                  <a:lnTo>
                    <a:pt x="71262" y="68212"/>
                  </a:lnTo>
                  <a:lnTo>
                    <a:pt x="106893" y="101712"/>
                  </a:lnTo>
                  <a:lnTo>
                    <a:pt x="142525" y="134815"/>
                  </a:lnTo>
                  <a:lnTo>
                    <a:pt x="178156" y="167525"/>
                  </a:lnTo>
                  <a:lnTo>
                    <a:pt x="213787" y="199846"/>
                  </a:lnTo>
                  <a:lnTo>
                    <a:pt x="249419" y="231784"/>
                  </a:lnTo>
                  <a:lnTo>
                    <a:pt x="285050" y="263343"/>
                  </a:lnTo>
                  <a:lnTo>
                    <a:pt x="320681" y="294528"/>
                  </a:lnTo>
                  <a:lnTo>
                    <a:pt x="356313" y="325342"/>
                  </a:lnTo>
                  <a:lnTo>
                    <a:pt x="391944" y="355791"/>
                  </a:lnTo>
                  <a:lnTo>
                    <a:pt x="427575" y="385878"/>
                  </a:lnTo>
                  <a:lnTo>
                    <a:pt x="463206" y="415609"/>
                  </a:lnTo>
                  <a:lnTo>
                    <a:pt x="498838" y="444986"/>
                  </a:lnTo>
                  <a:lnTo>
                    <a:pt x="534469" y="474015"/>
                  </a:lnTo>
                  <a:lnTo>
                    <a:pt x="570100" y="502699"/>
                  </a:lnTo>
                  <a:lnTo>
                    <a:pt x="605732" y="531043"/>
                  </a:lnTo>
                  <a:lnTo>
                    <a:pt x="641363" y="559050"/>
                  </a:lnTo>
                  <a:lnTo>
                    <a:pt x="676994" y="586725"/>
                  </a:lnTo>
                  <a:lnTo>
                    <a:pt x="712626" y="614072"/>
                  </a:lnTo>
                  <a:lnTo>
                    <a:pt x="748257" y="641094"/>
                  </a:lnTo>
                  <a:lnTo>
                    <a:pt x="783888" y="667795"/>
                  </a:lnTo>
                  <a:lnTo>
                    <a:pt x="819520" y="694180"/>
                  </a:lnTo>
                  <a:lnTo>
                    <a:pt x="855151" y="720251"/>
                  </a:lnTo>
                  <a:lnTo>
                    <a:pt x="890782" y="746013"/>
                  </a:lnTo>
                  <a:lnTo>
                    <a:pt x="926413" y="771469"/>
                  </a:lnTo>
                  <a:lnTo>
                    <a:pt x="962045" y="796623"/>
                  </a:lnTo>
                  <a:lnTo>
                    <a:pt x="997676" y="821479"/>
                  </a:lnTo>
                  <a:lnTo>
                    <a:pt x="1033307" y="846039"/>
                  </a:lnTo>
                  <a:lnTo>
                    <a:pt x="1068939" y="870308"/>
                  </a:lnTo>
                  <a:lnTo>
                    <a:pt x="1104570" y="894289"/>
                  </a:lnTo>
                  <a:lnTo>
                    <a:pt x="1140201" y="917986"/>
                  </a:lnTo>
                  <a:lnTo>
                    <a:pt x="1175833" y="941401"/>
                  </a:lnTo>
                  <a:lnTo>
                    <a:pt x="1211464" y="964538"/>
                  </a:lnTo>
                  <a:lnTo>
                    <a:pt x="1247095" y="987401"/>
                  </a:lnTo>
                  <a:lnTo>
                    <a:pt x="1282727" y="1009993"/>
                  </a:lnTo>
                  <a:lnTo>
                    <a:pt x="1318358" y="1032316"/>
                  </a:lnTo>
                  <a:lnTo>
                    <a:pt x="1353989" y="1054374"/>
                  </a:lnTo>
                  <a:lnTo>
                    <a:pt x="1389620" y="1076171"/>
                  </a:lnTo>
                  <a:lnTo>
                    <a:pt x="1425252" y="1097709"/>
                  </a:lnTo>
                  <a:lnTo>
                    <a:pt x="1460883" y="1118991"/>
                  </a:lnTo>
                  <a:lnTo>
                    <a:pt x="1496514" y="1140021"/>
                  </a:lnTo>
                  <a:lnTo>
                    <a:pt x="1532146" y="1160801"/>
                  </a:lnTo>
                  <a:lnTo>
                    <a:pt x="1567777" y="1181334"/>
                  </a:lnTo>
                  <a:lnTo>
                    <a:pt x="1603408" y="1201624"/>
                  </a:lnTo>
                  <a:lnTo>
                    <a:pt x="1639040" y="1221673"/>
                  </a:lnTo>
                  <a:lnTo>
                    <a:pt x="1674671" y="1241484"/>
                  </a:lnTo>
                  <a:lnTo>
                    <a:pt x="1710302" y="1261060"/>
                  </a:lnTo>
                  <a:lnTo>
                    <a:pt x="1745934" y="1280404"/>
                  </a:lnTo>
                  <a:lnTo>
                    <a:pt x="1781565" y="1299518"/>
                  </a:lnTo>
                  <a:lnTo>
                    <a:pt x="1817196" y="1318405"/>
                  </a:lnTo>
                  <a:lnTo>
                    <a:pt x="1852827" y="1337068"/>
                  </a:lnTo>
                  <a:lnTo>
                    <a:pt x="1888459" y="1355510"/>
                  </a:lnTo>
                  <a:lnTo>
                    <a:pt x="1924090" y="1373733"/>
                  </a:lnTo>
                  <a:lnTo>
                    <a:pt x="1959721" y="1391739"/>
                  </a:lnTo>
                  <a:lnTo>
                    <a:pt x="1995353" y="1409532"/>
                  </a:lnTo>
                  <a:lnTo>
                    <a:pt x="2030984" y="1427113"/>
                  </a:lnTo>
                  <a:lnTo>
                    <a:pt x="2066615" y="1444486"/>
                  </a:lnTo>
                  <a:lnTo>
                    <a:pt x="2102247" y="1461653"/>
                  </a:lnTo>
                  <a:lnTo>
                    <a:pt x="2137878" y="1478616"/>
                  </a:lnTo>
                  <a:lnTo>
                    <a:pt x="2173509" y="1495378"/>
                  </a:lnTo>
                  <a:lnTo>
                    <a:pt x="2209141" y="1511940"/>
                  </a:lnTo>
                  <a:lnTo>
                    <a:pt x="2244772" y="1528307"/>
                  </a:lnTo>
                  <a:lnTo>
                    <a:pt x="2280403" y="1544479"/>
                  </a:lnTo>
                  <a:lnTo>
                    <a:pt x="2316034" y="1560459"/>
                  </a:lnTo>
                  <a:lnTo>
                    <a:pt x="2351666" y="1576249"/>
                  </a:lnTo>
                  <a:lnTo>
                    <a:pt x="2387297" y="1591852"/>
                  </a:lnTo>
                  <a:lnTo>
                    <a:pt x="2422928" y="1607270"/>
                  </a:lnTo>
                  <a:lnTo>
                    <a:pt x="2458560" y="1622505"/>
                  </a:lnTo>
                  <a:lnTo>
                    <a:pt x="2494191" y="1637559"/>
                  </a:lnTo>
                  <a:lnTo>
                    <a:pt x="2529822" y="1652434"/>
                  </a:lnTo>
                  <a:lnTo>
                    <a:pt x="2565454" y="1667133"/>
                  </a:lnTo>
                  <a:lnTo>
                    <a:pt x="2601085" y="1681657"/>
                  </a:lnTo>
                  <a:lnTo>
                    <a:pt x="2636716" y="1696009"/>
                  </a:lnTo>
                  <a:lnTo>
                    <a:pt x="2672348" y="1710191"/>
                  </a:lnTo>
                  <a:lnTo>
                    <a:pt x="2707979" y="1724205"/>
                  </a:lnTo>
                  <a:lnTo>
                    <a:pt x="2743610" y="1738052"/>
                  </a:lnTo>
                  <a:lnTo>
                    <a:pt x="2779241" y="1751734"/>
                  </a:lnTo>
                  <a:lnTo>
                    <a:pt x="2814873" y="1765255"/>
                  </a:lnTo>
                  <a:lnTo>
                    <a:pt x="2850504" y="1778615"/>
                  </a:lnTo>
                  <a:lnTo>
                    <a:pt x="2886135" y="1791816"/>
                  </a:lnTo>
                  <a:lnTo>
                    <a:pt x="2921767" y="1804861"/>
                  </a:lnTo>
                  <a:lnTo>
                    <a:pt x="2957398" y="1817750"/>
                  </a:lnTo>
                  <a:lnTo>
                    <a:pt x="2993029" y="1830487"/>
                  </a:lnTo>
                  <a:lnTo>
                    <a:pt x="3028661" y="1843073"/>
                  </a:lnTo>
                  <a:lnTo>
                    <a:pt x="3064292" y="1855509"/>
                  </a:lnTo>
                  <a:lnTo>
                    <a:pt x="3099923" y="1867798"/>
                  </a:lnTo>
                  <a:lnTo>
                    <a:pt x="3135555" y="1879941"/>
                  </a:lnTo>
                  <a:lnTo>
                    <a:pt x="3171186" y="1891940"/>
                  </a:lnTo>
                  <a:lnTo>
                    <a:pt x="3206817" y="1903796"/>
                  </a:lnTo>
                  <a:lnTo>
                    <a:pt x="3242448" y="1915512"/>
                  </a:lnTo>
                  <a:lnTo>
                    <a:pt x="3278080" y="1927089"/>
                  </a:lnTo>
                  <a:lnTo>
                    <a:pt x="3313711" y="1938528"/>
                  </a:lnTo>
                  <a:lnTo>
                    <a:pt x="3349342" y="1949831"/>
                  </a:lnTo>
                  <a:lnTo>
                    <a:pt x="3384974" y="1961001"/>
                  </a:lnTo>
                  <a:lnTo>
                    <a:pt x="3420605" y="1972037"/>
                  </a:lnTo>
                  <a:lnTo>
                    <a:pt x="3456236" y="1982943"/>
                  </a:lnTo>
                  <a:lnTo>
                    <a:pt x="3491868" y="1993720"/>
                  </a:lnTo>
                  <a:lnTo>
                    <a:pt x="3527499" y="2004368"/>
                  </a:lnTo>
                  <a:lnTo>
                    <a:pt x="3563130" y="2014890"/>
                  </a:lnTo>
                  <a:lnTo>
                    <a:pt x="3598762" y="2025287"/>
                  </a:lnTo>
                  <a:lnTo>
                    <a:pt x="3634393" y="2035561"/>
                  </a:lnTo>
                  <a:lnTo>
                    <a:pt x="3670024" y="2045713"/>
                  </a:lnTo>
                  <a:lnTo>
                    <a:pt x="3705655" y="2055745"/>
                  </a:lnTo>
                  <a:lnTo>
                    <a:pt x="3741287" y="2065657"/>
                  </a:lnTo>
                  <a:lnTo>
                    <a:pt x="3776918" y="2075452"/>
                  </a:lnTo>
                  <a:lnTo>
                    <a:pt x="3812549" y="2085130"/>
                  </a:lnTo>
                  <a:lnTo>
                    <a:pt x="3848181" y="2094694"/>
                  </a:lnTo>
                  <a:lnTo>
                    <a:pt x="3883812" y="2104144"/>
                  </a:lnTo>
                  <a:lnTo>
                    <a:pt x="3919443" y="2113482"/>
                  </a:lnTo>
                  <a:lnTo>
                    <a:pt x="3955075" y="2122709"/>
                  </a:lnTo>
                  <a:lnTo>
                    <a:pt x="3990706" y="2131827"/>
                  </a:lnTo>
                  <a:lnTo>
                    <a:pt x="4026337" y="2140836"/>
                  </a:lnTo>
                  <a:lnTo>
                    <a:pt x="4061968" y="2149739"/>
                  </a:lnTo>
                  <a:lnTo>
                    <a:pt x="4097600" y="2158536"/>
                  </a:lnTo>
                  <a:lnTo>
                    <a:pt x="4133231" y="2167228"/>
                  </a:lnTo>
                  <a:lnTo>
                    <a:pt x="4168862" y="2175817"/>
                  </a:lnTo>
                  <a:lnTo>
                    <a:pt x="4204494" y="2184305"/>
                  </a:lnTo>
                  <a:lnTo>
                    <a:pt x="4240125" y="2192691"/>
                  </a:lnTo>
                  <a:lnTo>
                    <a:pt x="4275756" y="2200978"/>
                  </a:lnTo>
                  <a:lnTo>
                    <a:pt x="4311388" y="2209167"/>
                  </a:lnTo>
                  <a:lnTo>
                    <a:pt x="4347019" y="2217259"/>
                  </a:lnTo>
                  <a:lnTo>
                    <a:pt x="4382650" y="2225254"/>
                  </a:lnTo>
                  <a:lnTo>
                    <a:pt x="4418282" y="2233155"/>
                  </a:lnTo>
                  <a:lnTo>
                    <a:pt x="4453913" y="2240962"/>
                  </a:lnTo>
                  <a:lnTo>
                    <a:pt x="4489544" y="2248676"/>
                  </a:lnTo>
                  <a:lnTo>
                    <a:pt x="4525175" y="2256299"/>
                  </a:lnTo>
                  <a:lnTo>
                    <a:pt x="4560807" y="2263831"/>
                  </a:lnTo>
                  <a:lnTo>
                    <a:pt x="4596438" y="2271274"/>
                  </a:lnTo>
                  <a:lnTo>
                    <a:pt x="4632069" y="2278628"/>
                  </a:lnTo>
                  <a:lnTo>
                    <a:pt x="4667701" y="2285895"/>
                  </a:lnTo>
                  <a:lnTo>
                    <a:pt x="4703332" y="2293076"/>
                  </a:lnTo>
                  <a:lnTo>
                    <a:pt x="4738963" y="2300172"/>
                  </a:lnTo>
                  <a:lnTo>
                    <a:pt x="4774595" y="2307184"/>
                  </a:lnTo>
                  <a:lnTo>
                    <a:pt x="4810226" y="2314112"/>
                  </a:lnTo>
                  <a:lnTo>
                    <a:pt x="4845857" y="2320958"/>
                  </a:lnTo>
                  <a:lnTo>
                    <a:pt x="4881489" y="2327723"/>
                  </a:lnTo>
                  <a:lnTo>
                    <a:pt x="4917120" y="2334408"/>
                  </a:lnTo>
                  <a:lnTo>
                    <a:pt x="4952751" y="2341013"/>
                  </a:lnTo>
                  <a:lnTo>
                    <a:pt x="4988382" y="2347540"/>
                  </a:lnTo>
                  <a:lnTo>
                    <a:pt x="5024014" y="2353989"/>
                  </a:lnTo>
                  <a:lnTo>
                    <a:pt x="5059645" y="2360362"/>
                  </a:lnTo>
                  <a:lnTo>
                    <a:pt x="5095276" y="2366659"/>
                  </a:lnTo>
                  <a:lnTo>
                    <a:pt x="5130908" y="2372881"/>
                  </a:lnTo>
                  <a:lnTo>
                    <a:pt x="5166539" y="2379030"/>
                  </a:lnTo>
                  <a:lnTo>
                    <a:pt x="5202170" y="2385106"/>
                  </a:lnTo>
                  <a:lnTo>
                    <a:pt x="5237802" y="2391109"/>
                  </a:lnTo>
                  <a:lnTo>
                    <a:pt x="5273433" y="2397042"/>
                  </a:lnTo>
                  <a:lnTo>
                    <a:pt x="5309064" y="2402903"/>
                  </a:lnTo>
                  <a:lnTo>
                    <a:pt x="5344696" y="2408696"/>
                  </a:lnTo>
                  <a:lnTo>
                    <a:pt x="5380327" y="2414419"/>
                  </a:lnTo>
                  <a:lnTo>
                    <a:pt x="5415958" y="2420075"/>
                  </a:lnTo>
                  <a:lnTo>
                    <a:pt x="5451589" y="2425663"/>
                  </a:lnTo>
                  <a:lnTo>
                    <a:pt x="5487221" y="2431186"/>
                  </a:lnTo>
                  <a:lnTo>
                    <a:pt x="5522852" y="2436642"/>
                  </a:lnTo>
                  <a:lnTo>
                    <a:pt x="5558483" y="2442034"/>
                  </a:lnTo>
                  <a:lnTo>
                    <a:pt x="5594115" y="2447362"/>
                  </a:lnTo>
                  <a:lnTo>
                    <a:pt x="5629746" y="2452627"/>
                  </a:lnTo>
                  <a:lnTo>
                    <a:pt x="5665377" y="2457829"/>
                  </a:lnTo>
                  <a:lnTo>
                    <a:pt x="5701009" y="2462970"/>
                  </a:lnTo>
                  <a:lnTo>
                    <a:pt x="5736640" y="2468049"/>
                  </a:lnTo>
                  <a:lnTo>
                    <a:pt x="5772271" y="2473068"/>
                  </a:lnTo>
                  <a:lnTo>
                    <a:pt x="5807903" y="2478028"/>
                  </a:lnTo>
                  <a:lnTo>
                    <a:pt x="5843534" y="2482929"/>
                  </a:lnTo>
                  <a:lnTo>
                    <a:pt x="5879165" y="2487771"/>
                  </a:lnTo>
                  <a:lnTo>
                    <a:pt x="5914796" y="2492556"/>
                  </a:lnTo>
                  <a:lnTo>
                    <a:pt x="5950428" y="2497285"/>
                  </a:lnTo>
                  <a:lnTo>
                    <a:pt x="5986059" y="2501957"/>
                  </a:lnTo>
                  <a:lnTo>
                    <a:pt x="6021690" y="2506574"/>
                  </a:lnTo>
                  <a:lnTo>
                    <a:pt x="6057322" y="2511135"/>
                  </a:lnTo>
                  <a:lnTo>
                    <a:pt x="6092953" y="2515643"/>
                  </a:lnTo>
                  <a:lnTo>
                    <a:pt x="6128584" y="2520098"/>
                  </a:lnTo>
                  <a:lnTo>
                    <a:pt x="6164216" y="2524499"/>
                  </a:lnTo>
                  <a:lnTo>
                    <a:pt x="6199847" y="2528848"/>
                  </a:lnTo>
                  <a:lnTo>
                    <a:pt x="6235478" y="2533146"/>
                  </a:lnTo>
                  <a:lnTo>
                    <a:pt x="6271110" y="2537393"/>
                  </a:lnTo>
                  <a:lnTo>
                    <a:pt x="6306741" y="2541589"/>
                  </a:lnTo>
                  <a:lnTo>
                    <a:pt x="6342372" y="2545735"/>
                  </a:lnTo>
                  <a:lnTo>
                    <a:pt x="6378003" y="2549832"/>
                  </a:lnTo>
                  <a:lnTo>
                    <a:pt x="6413635" y="2553881"/>
                  </a:lnTo>
                  <a:lnTo>
                    <a:pt x="6449266" y="2557881"/>
                  </a:lnTo>
                  <a:lnTo>
                    <a:pt x="6484897" y="2561835"/>
                  </a:lnTo>
                  <a:lnTo>
                    <a:pt x="6520529" y="2565741"/>
                  </a:lnTo>
                  <a:lnTo>
                    <a:pt x="6556160" y="2569600"/>
                  </a:lnTo>
                  <a:lnTo>
                    <a:pt x="6591791" y="2573414"/>
                  </a:lnTo>
                  <a:lnTo>
                    <a:pt x="6627423" y="2577183"/>
                  </a:lnTo>
                  <a:lnTo>
                    <a:pt x="6663054" y="2580907"/>
                  </a:lnTo>
                  <a:lnTo>
                    <a:pt x="6698685" y="2584587"/>
                  </a:lnTo>
                  <a:lnTo>
                    <a:pt x="6734317" y="2588223"/>
                  </a:lnTo>
                  <a:lnTo>
                    <a:pt x="6769948" y="2591816"/>
                  </a:lnTo>
                  <a:lnTo>
                    <a:pt x="6805579" y="2595366"/>
                  </a:lnTo>
                  <a:lnTo>
                    <a:pt x="6841210" y="2598874"/>
                  </a:lnTo>
                  <a:lnTo>
                    <a:pt x="6876842" y="2602341"/>
                  </a:lnTo>
                  <a:lnTo>
                    <a:pt x="6912473" y="2605766"/>
                  </a:lnTo>
                  <a:lnTo>
                    <a:pt x="6948104" y="2609151"/>
                  </a:lnTo>
                  <a:lnTo>
                    <a:pt x="6983736" y="2612496"/>
                  </a:lnTo>
                  <a:lnTo>
                    <a:pt x="7019367" y="2615801"/>
                  </a:lnTo>
                  <a:lnTo>
                    <a:pt x="7054998" y="2619066"/>
                  </a:lnTo>
                  <a:lnTo>
                    <a:pt x="7090630" y="26222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995877"/>
              <a:ext cx="7090630" cy="2388822"/>
            </a:xfrm>
            <a:custGeom>
              <a:avLst/>
              <a:pathLst>
                <a:path w="7090630" h="2388822">
                  <a:moveTo>
                    <a:pt x="0" y="0"/>
                  </a:moveTo>
                  <a:lnTo>
                    <a:pt x="35631" y="28378"/>
                  </a:lnTo>
                  <a:lnTo>
                    <a:pt x="71262" y="56445"/>
                  </a:lnTo>
                  <a:lnTo>
                    <a:pt x="106893" y="84203"/>
                  </a:lnTo>
                  <a:lnTo>
                    <a:pt x="142525" y="111657"/>
                  </a:lnTo>
                  <a:lnTo>
                    <a:pt x="178156" y="138809"/>
                  </a:lnTo>
                  <a:lnTo>
                    <a:pt x="213787" y="165663"/>
                  </a:lnTo>
                  <a:lnTo>
                    <a:pt x="249419" y="192222"/>
                  </a:lnTo>
                  <a:lnTo>
                    <a:pt x="285050" y="218489"/>
                  </a:lnTo>
                  <a:lnTo>
                    <a:pt x="320681" y="244468"/>
                  </a:lnTo>
                  <a:lnTo>
                    <a:pt x="356313" y="270162"/>
                  </a:lnTo>
                  <a:lnTo>
                    <a:pt x="391944" y="295573"/>
                  </a:lnTo>
                  <a:lnTo>
                    <a:pt x="427575" y="320705"/>
                  </a:lnTo>
                  <a:lnTo>
                    <a:pt x="463206" y="345561"/>
                  </a:lnTo>
                  <a:lnTo>
                    <a:pt x="498838" y="370145"/>
                  </a:lnTo>
                  <a:lnTo>
                    <a:pt x="534469" y="394458"/>
                  </a:lnTo>
                  <a:lnTo>
                    <a:pt x="570100" y="418504"/>
                  </a:lnTo>
                  <a:lnTo>
                    <a:pt x="605732" y="442287"/>
                  </a:lnTo>
                  <a:lnTo>
                    <a:pt x="641363" y="465808"/>
                  </a:lnTo>
                  <a:lnTo>
                    <a:pt x="676994" y="489070"/>
                  </a:lnTo>
                  <a:lnTo>
                    <a:pt x="712626" y="512078"/>
                  </a:lnTo>
                  <a:lnTo>
                    <a:pt x="748257" y="534832"/>
                  </a:lnTo>
                  <a:lnTo>
                    <a:pt x="783888" y="557337"/>
                  </a:lnTo>
                  <a:lnTo>
                    <a:pt x="819520" y="579594"/>
                  </a:lnTo>
                  <a:lnTo>
                    <a:pt x="855151" y="601607"/>
                  </a:lnTo>
                  <a:lnTo>
                    <a:pt x="890782" y="623379"/>
                  </a:lnTo>
                  <a:lnTo>
                    <a:pt x="926413" y="644911"/>
                  </a:lnTo>
                  <a:lnTo>
                    <a:pt x="962045" y="666207"/>
                  </a:lnTo>
                  <a:lnTo>
                    <a:pt x="997676" y="687269"/>
                  </a:lnTo>
                  <a:lnTo>
                    <a:pt x="1033307" y="708099"/>
                  </a:lnTo>
                  <a:lnTo>
                    <a:pt x="1068939" y="728701"/>
                  </a:lnTo>
                  <a:lnTo>
                    <a:pt x="1104570" y="749075"/>
                  </a:lnTo>
                  <a:lnTo>
                    <a:pt x="1140201" y="769226"/>
                  </a:lnTo>
                  <a:lnTo>
                    <a:pt x="1175833" y="789154"/>
                  </a:lnTo>
                  <a:lnTo>
                    <a:pt x="1211464" y="808863"/>
                  </a:lnTo>
                  <a:lnTo>
                    <a:pt x="1247095" y="828354"/>
                  </a:lnTo>
                  <a:lnTo>
                    <a:pt x="1282727" y="847629"/>
                  </a:lnTo>
                  <a:lnTo>
                    <a:pt x="1318358" y="866691"/>
                  </a:lnTo>
                  <a:lnTo>
                    <a:pt x="1353989" y="885543"/>
                  </a:lnTo>
                  <a:lnTo>
                    <a:pt x="1389620" y="904185"/>
                  </a:lnTo>
                  <a:lnTo>
                    <a:pt x="1425252" y="922621"/>
                  </a:lnTo>
                  <a:lnTo>
                    <a:pt x="1460883" y="940852"/>
                  </a:lnTo>
                  <a:lnTo>
                    <a:pt x="1496514" y="958881"/>
                  </a:lnTo>
                  <a:lnTo>
                    <a:pt x="1532146" y="976710"/>
                  </a:lnTo>
                  <a:lnTo>
                    <a:pt x="1567777" y="994340"/>
                  </a:lnTo>
                  <a:lnTo>
                    <a:pt x="1603408" y="1011774"/>
                  </a:lnTo>
                  <a:lnTo>
                    <a:pt x="1639040" y="1029014"/>
                  </a:lnTo>
                  <a:lnTo>
                    <a:pt x="1674671" y="1046062"/>
                  </a:lnTo>
                  <a:lnTo>
                    <a:pt x="1710302" y="1062920"/>
                  </a:lnTo>
                  <a:lnTo>
                    <a:pt x="1745934" y="1079589"/>
                  </a:lnTo>
                  <a:lnTo>
                    <a:pt x="1781565" y="1096072"/>
                  </a:lnTo>
                  <a:lnTo>
                    <a:pt x="1817196" y="1112372"/>
                  </a:lnTo>
                  <a:lnTo>
                    <a:pt x="1852827" y="1128488"/>
                  </a:lnTo>
                  <a:lnTo>
                    <a:pt x="1888459" y="1144425"/>
                  </a:lnTo>
                  <a:lnTo>
                    <a:pt x="1924090" y="1160183"/>
                  </a:lnTo>
                  <a:lnTo>
                    <a:pt x="1959721" y="1175764"/>
                  </a:lnTo>
                  <a:lnTo>
                    <a:pt x="1995353" y="1191171"/>
                  </a:lnTo>
                  <a:lnTo>
                    <a:pt x="2030984" y="1206405"/>
                  </a:lnTo>
                  <a:lnTo>
                    <a:pt x="2066615" y="1221468"/>
                  </a:lnTo>
                  <a:lnTo>
                    <a:pt x="2102247" y="1236361"/>
                  </a:lnTo>
                  <a:lnTo>
                    <a:pt x="2137878" y="1251088"/>
                  </a:lnTo>
                  <a:lnTo>
                    <a:pt x="2173509" y="1265648"/>
                  </a:lnTo>
                  <a:lnTo>
                    <a:pt x="2209141" y="1280045"/>
                  </a:lnTo>
                  <a:lnTo>
                    <a:pt x="2244772" y="1294280"/>
                  </a:lnTo>
                  <a:lnTo>
                    <a:pt x="2280403" y="1308354"/>
                  </a:lnTo>
                  <a:lnTo>
                    <a:pt x="2316034" y="1322270"/>
                  </a:lnTo>
                  <a:lnTo>
                    <a:pt x="2351666" y="1336028"/>
                  </a:lnTo>
                  <a:lnTo>
                    <a:pt x="2387297" y="1349632"/>
                  </a:lnTo>
                  <a:lnTo>
                    <a:pt x="2422928" y="1363082"/>
                  </a:lnTo>
                  <a:lnTo>
                    <a:pt x="2458560" y="1376379"/>
                  </a:lnTo>
                  <a:lnTo>
                    <a:pt x="2494191" y="1389527"/>
                  </a:lnTo>
                  <a:lnTo>
                    <a:pt x="2529822" y="1402526"/>
                  </a:lnTo>
                  <a:lnTo>
                    <a:pt x="2565454" y="1415378"/>
                  </a:lnTo>
                  <a:lnTo>
                    <a:pt x="2601085" y="1428084"/>
                  </a:lnTo>
                  <a:lnTo>
                    <a:pt x="2636716" y="1440647"/>
                  </a:lnTo>
                  <a:lnTo>
                    <a:pt x="2672348" y="1453067"/>
                  </a:lnTo>
                  <a:lnTo>
                    <a:pt x="2707979" y="1465347"/>
                  </a:lnTo>
                  <a:lnTo>
                    <a:pt x="2743610" y="1477487"/>
                  </a:lnTo>
                  <a:lnTo>
                    <a:pt x="2779241" y="1489489"/>
                  </a:lnTo>
                  <a:lnTo>
                    <a:pt x="2814873" y="1501355"/>
                  </a:lnTo>
                  <a:lnTo>
                    <a:pt x="2850504" y="1513087"/>
                  </a:lnTo>
                  <a:lnTo>
                    <a:pt x="2886135" y="1524685"/>
                  </a:lnTo>
                  <a:lnTo>
                    <a:pt x="2921767" y="1536152"/>
                  </a:lnTo>
                  <a:lnTo>
                    <a:pt x="2957398" y="1547488"/>
                  </a:lnTo>
                  <a:lnTo>
                    <a:pt x="2993029" y="1558695"/>
                  </a:lnTo>
                  <a:lnTo>
                    <a:pt x="3028661" y="1569775"/>
                  </a:lnTo>
                  <a:lnTo>
                    <a:pt x="3064292" y="1580728"/>
                  </a:lnTo>
                  <a:lnTo>
                    <a:pt x="3099923" y="1591557"/>
                  </a:lnTo>
                  <a:lnTo>
                    <a:pt x="3135555" y="1602263"/>
                  </a:lnTo>
                  <a:lnTo>
                    <a:pt x="3171186" y="1612847"/>
                  </a:lnTo>
                  <a:lnTo>
                    <a:pt x="3206817" y="1623310"/>
                  </a:lnTo>
                  <a:lnTo>
                    <a:pt x="3242448" y="1633653"/>
                  </a:lnTo>
                  <a:lnTo>
                    <a:pt x="3278080" y="1643879"/>
                  </a:lnTo>
                  <a:lnTo>
                    <a:pt x="3313711" y="1653988"/>
                  </a:lnTo>
                  <a:lnTo>
                    <a:pt x="3349342" y="1663982"/>
                  </a:lnTo>
                  <a:lnTo>
                    <a:pt x="3384974" y="1673862"/>
                  </a:lnTo>
                  <a:lnTo>
                    <a:pt x="3420605" y="1683628"/>
                  </a:lnTo>
                  <a:lnTo>
                    <a:pt x="3456236" y="1693284"/>
                  </a:lnTo>
                  <a:lnTo>
                    <a:pt x="3491868" y="1702829"/>
                  </a:lnTo>
                  <a:lnTo>
                    <a:pt x="3527499" y="1712266"/>
                  </a:lnTo>
                  <a:lnTo>
                    <a:pt x="3563130" y="1721600"/>
                  </a:lnTo>
                  <a:lnTo>
                    <a:pt x="3598762" y="1730836"/>
                  </a:lnTo>
                  <a:lnTo>
                    <a:pt x="3634393" y="1739979"/>
                  </a:lnTo>
                  <a:lnTo>
                    <a:pt x="3670024" y="1749035"/>
                  </a:lnTo>
                  <a:lnTo>
                    <a:pt x="3705655" y="1758006"/>
                  </a:lnTo>
                  <a:lnTo>
                    <a:pt x="3741287" y="1766898"/>
                  </a:lnTo>
                  <a:lnTo>
                    <a:pt x="3776918" y="1775715"/>
                  </a:lnTo>
                  <a:lnTo>
                    <a:pt x="3812549" y="1784461"/>
                  </a:lnTo>
                  <a:lnTo>
                    <a:pt x="3848181" y="1793140"/>
                  </a:lnTo>
                  <a:lnTo>
                    <a:pt x="3883812" y="1801756"/>
                  </a:lnTo>
                  <a:lnTo>
                    <a:pt x="3919443" y="1810312"/>
                  </a:lnTo>
                  <a:lnTo>
                    <a:pt x="3955075" y="1818812"/>
                  </a:lnTo>
                  <a:lnTo>
                    <a:pt x="3990706" y="1827258"/>
                  </a:lnTo>
                  <a:lnTo>
                    <a:pt x="4026337" y="1835655"/>
                  </a:lnTo>
                  <a:lnTo>
                    <a:pt x="4061968" y="1844005"/>
                  </a:lnTo>
                  <a:lnTo>
                    <a:pt x="4097600" y="1852312"/>
                  </a:lnTo>
                  <a:lnTo>
                    <a:pt x="4133231" y="1860577"/>
                  </a:lnTo>
                  <a:lnTo>
                    <a:pt x="4168862" y="1868803"/>
                  </a:lnTo>
                  <a:lnTo>
                    <a:pt x="4204494" y="1876993"/>
                  </a:lnTo>
                  <a:lnTo>
                    <a:pt x="4240125" y="1885150"/>
                  </a:lnTo>
                  <a:lnTo>
                    <a:pt x="4275756" y="1893274"/>
                  </a:lnTo>
                  <a:lnTo>
                    <a:pt x="4311388" y="1901370"/>
                  </a:lnTo>
                  <a:lnTo>
                    <a:pt x="4347019" y="1909437"/>
                  </a:lnTo>
                  <a:lnTo>
                    <a:pt x="4382650" y="1917479"/>
                  </a:lnTo>
                  <a:lnTo>
                    <a:pt x="4418282" y="1925497"/>
                  </a:lnTo>
                  <a:lnTo>
                    <a:pt x="4453913" y="1933492"/>
                  </a:lnTo>
                  <a:lnTo>
                    <a:pt x="4489544" y="1941467"/>
                  </a:lnTo>
                  <a:lnTo>
                    <a:pt x="4525175" y="1949421"/>
                  </a:lnTo>
                  <a:lnTo>
                    <a:pt x="4560807" y="1957357"/>
                  </a:lnTo>
                  <a:lnTo>
                    <a:pt x="4596438" y="1965275"/>
                  </a:lnTo>
                  <a:lnTo>
                    <a:pt x="4632069" y="1973177"/>
                  </a:lnTo>
                  <a:lnTo>
                    <a:pt x="4667701" y="1981064"/>
                  </a:lnTo>
                  <a:lnTo>
                    <a:pt x="4703332" y="1988935"/>
                  </a:lnTo>
                  <a:lnTo>
                    <a:pt x="4738963" y="1996792"/>
                  </a:lnTo>
                  <a:lnTo>
                    <a:pt x="4774595" y="2004636"/>
                  </a:lnTo>
                  <a:lnTo>
                    <a:pt x="4810226" y="2012466"/>
                  </a:lnTo>
                  <a:lnTo>
                    <a:pt x="4845857" y="2020280"/>
                  </a:lnTo>
                  <a:lnTo>
                    <a:pt x="4881489" y="2028076"/>
                  </a:lnTo>
                  <a:lnTo>
                    <a:pt x="4917120" y="2035848"/>
                  </a:lnTo>
                  <a:lnTo>
                    <a:pt x="4952751" y="2043593"/>
                  </a:lnTo>
                  <a:lnTo>
                    <a:pt x="4988382" y="2051308"/>
                  </a:lnTo>
                  <a:lnTo>
                    <a:pt x="5024014" y="2058989"/>
                  </a:lnTo>
                  <a:lnTo>
                    <a:pt x="5059645" y="2066634"/>
                  </a:lnTo>
                  <a:lnTo>
                    <a:pt x="5095276" y="2074238"/>
                  </a:lnTo>
                  <a:lnTo>
                    <a:pt x="5130908" y="2081798"/>
                  </a:lnTo>
                  <a:lnTo>
                    <a:pt x="5166539" y="2089313"/>
                  </a:lnTo>
                  <a:lnTo>
                    <a:pt x="5202170" y="2096779"/>
                  </a:lnTo>
                  <a:lnTo>
                    <a:pt x="5237802" y="2104194"/>
                  </a:lnTo>
                  <a:lnTo>
                    <a:pt x="5273433" y="2111554"/>
                  </a:lnTo>
                  <a:lnTo>
                    <a:pt x="5309064" y="2118858"/>
                  </a:lnTo>
                  <a:lnTo>
                    <a:pt x="5344696" y="2126103"/>
                  </a:lnTo>
                  <a:lnTo>
                    <a:pt x="5380327" y="2133288"/>
                  </a:lnTo>
                  <a:lnTo>
                    <a:pt x="5415958" y="2140410"/>
                  </a:lnTo>
                  <a:lnTo>
                    <a:pt x="5451589" y="2147467"/>
                  </a:lnTo>
                  <a:lnTo>
                    <a:pt x="5487221" y="2154458"/>
                  </a:lnTo>
                  <a:lnTo>
                    <a:pt x="5522852" y="2161380"/>
                  </a:lnTo>
                  <a:lnTo>
                    <a:pt x="5558483" y="2168233"/>
                  </a:lnTo>
                  <a:lnTo>
                    <a:pt x="5594115" y="2175015"/>
                  </a:lnTo>
                  <a:lnTo>
                    <a:pt x="5629746" y="2181724"/>
                  </a:lnTo>
                  <a:lnTo>
                    <a:pt x="5665377" y="2188359"/>
                  </a:lnTo>
                  <a:lnTo>
                    <a:pt x="5701009" y="2194919"/>
                  </a:lnTo>
                  <a:lnTo>
                    <a:pt x="5736640" y="2201403"/>
                  </a:lnTo>
                  <a:lnTo>
                    <a:pt x="5772271" y="2207811"/>
                  </a:lnTo>
                  <a:lnTo>
                    <a:pt x="5807903" y="2214140"/>
                  </a:lnTo>
                  <a:lnTo>
                    <a:pt x="5843534" y="2220391"/>
                  </a:lnTo>
                  <a:lnTo>
                    <a:pt x="5879165" y="2226562"/>
                  </a:lnTo>
                  <a:lnTo>
                    <a:pt x="5914796" y="2232654"/>
                  </a:lnTo>
                  <a:lnTo>
                    <a:pt x="5950428" y="2238665"/>
                  </a:lnTo>
                  <a:lnTo>
                    <a:pt x="5986059" y="2244595"/>
                  </a:lnTo>
                  <a:lnTo>
                    <a:pt x="6021690" y="2250444"/>
                  </a:lnTo>
                  <a:lnTo>
                    <a:pt x="6057322" y="2256212"/>
                  </a:lnTo>
                  <a:lnTo>
                    <a:pt x="6092953" y="2261897"/>
                  </a:lnTo>
                  <a:lnTo>
                    <a:pt x="6128584" y="2267501"/>
                  </a:lnTo>
                  <a:lnTo>
                    <a:pt x="6164216" y="2273023"/>
                  </a:lnTo>
                  <a:lnTo>
                    <a:pt x="6199847" y="2278462"/>
                  </a:lnTo>
                  <a:lnTo>
                    <a:pt x="6235478" y="2283820"/>
                  </a:lnTo>
                  <a:lnTo>
                    <a:pt x="6271110" y="2289096"/>
                  </a:lnTo>
                  <a:lnTo>
                    <a:pt x="6306741" y="2294289"/>
                  </a:lnTo>
                  <a:lnTo>
                    <a:pt x="6342372" y="2299402"/>
                  </a:lnTo>
                  <a:lnTo>
                    <a:pt x="6378003" y="2304433"/>
                  </a:lnTo>
                  <a:lnTo>
                    <a:pt x="6413635" y="2309383"/>
                  </a:lnTo>
                  <a:lnTo>
                    <a:pt x="6449266" y="2314252"/>
                  </a:lnTo>
                  <a:lnTo>
                    <a:pt x="6484897" y="2319041"/>
                  </a:lnTo>
                  <a:lnTo>
                    <a:pt x="6520529" y="2323750"/>
                  </a:lnTo>
                  <a:lnTo>
                    <a:pt x="6556160" y="2328380"/>
                  </a:lnTo>
                  <a:lnTo>
                    <a:pt x="6591791" y="2332930"/>
                  </a:lnTo>
                  <a:lnTo>
                    <a:pt x="6627423" y="2337403"/>
                  </a:lnTo>
                  <a:lnTo>
                    <a:pt x="6663054" y="2341798"/>
                  </a:lnTo>
                  <a:lnTo>
                    <a:pt x="6698685" y="2346115"/>
                  </a:lnTo>
                  <a:lnTo>
                    <a:pt x="6734317" y="2350356"/>
                  </a:lnTo>
                  <a:lnTo>
                    <a:pt x="6769948" y="2354521"/>
                  </a:lnTo>
                  <a:lnTo>
                    <a:pt x="6805579" y="2358612"/>
                  </a:lnTo>
                  <a:lnTo>
                    <a:pt x="6841210" y="2362631"/>
                  </a:lnTo>
                  <a:lnTo>
                    <a:pt x="6876842" y="2366577"/>
                  </a:lnTo>
                  <a:lnTo>
                    <a:pt x="6912473" y="2370453"/>
                  </a:lnTo>
                  <a:lnTo>
                    <a:pt x="6948104" y="2374260"/>
                  </a:lnTo>
                  <a:lnTo>
                    <a:pt x="6983736" y="2378000"/>
                  </a:lnTo>
                  <a:lnTo>
                    <a:pt x="7019367" y="2381672"/>
                  </a:lnTo>
                  <a:lnTo>
                    <a:pt x="7054998" y="2385279"/>
                  </a:lnTo>
                  <a:lnTo>
                    <a:pt x="7090630" y="2388822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0.838 (2 df), p overall = &lt;0.001 (3 df)  |  Linear: subHR per 10 % decline = 1.32 (1.16-1.49)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2026-10-08T16:28:03Z</dcterms:modified>
  <cp:category/>
</cp:coreProperties>
</file>