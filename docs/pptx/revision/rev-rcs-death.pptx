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22171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5053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78906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307274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38215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60989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83764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06538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929313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752087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4862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97636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0410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7987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8635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14722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43090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71458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26828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49602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2376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695151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17925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340700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163474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86249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809023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571315"/>
              <a:ext cx="7090630" cy="3004226"/>
            </a:xfrm>
            <a:custGeom>
              <a:avLst/>
              <a:pathLst>
                <a:path w="7090630" h="3004226">
                  <a:moveTo>
                    <a:pt x="2071067" y="0"/>
                  </a:moveTo>
                  <a:lnTo>
                    <a:pt x="2102247" y="72878"/>
                  </a:lnTo>
                  <a:lnTo>
                    <a:pt x="2137878" y="153225"/>
                  </a:lnTo>
                  <a:lnTo>
                    <a:pt x="2173509" y="230769"/>
                  </a:lnTo>
                  <a:lnTo>
                    <a:pt x="2209141" y="305634"/>
                  </a:lnTo>
                  <a:lnTo>
                    <a:pt x="2244772" y="377941"/>
                  </a:lnTo>
                  <a:lnTo>
                    <a:pt x="2280403" y="447805"/>
                  </a:lnTo>
                  <a:lnTo>
                    <a:pt x="2316034" y="515332"/>
                  </a:lnTo>
                  <a:lnTo>
                    <a:pt x="2351666" y="580626"/>
                  </a:lnTo>
                  <a:lnTo>
                    <a:pt x="2387297" y="643783"/>
                  </a:lnTo>
                  <a:lnTo>
                    <a:pt x="2422928" y="704897"/>
                  </a:lnTo>
                  <a:lnTo>
                    <a:pt x="2458560" y="764056"/>
                  </a:lnTo>
                  <a:lnTo>
                    <a:pt x="2494191" y="821341"/>
                  </a:lnTo>
                  <a:lnTo>
                    <a:pt x="2529822" y="876834"/>
                  </a:lnTo>
                  <a:lnTo>
                    <a:pt x="2565454" y="930608"/>
                  </a:lnTo>
                  <a:lnTo>
                    <a:pt x="2601085" y="982734"/>
                  </a:lnTo>
                  <a:lnTo>
                    <a:pt x="2636716" y="1033281"/>
                  </a:lnTo>
                  <a:lnTo>
                    <a:pt x="2672348" y="1082313"/>
                  </a:lnTo>
                  <a:lnTo>
                    <a:pt x="2707979" y="1129891"/>
                  </a:lnTo>
                  <a:lnTo>
                    <a:pt x="2743610" y="1176071"/>
                  </a:lnTo>
                  <a:lnTo>
                    <a:pt x="2779241" y="1220911"/>
                  </a:lnTo>
                  <a:lnTo>
                    <a:pt x="2814873" y="1264461"/>
                  </a:lnTo>
                  <a:lnTo>
                    <a:pt x="2850504" y="1306771"/>
                  </a:lnTo>
                  <a:lnTo>
                    <a:pt x="2886135" y="1347889"/>
                  </a:lnTo>
                  <a:lnTo>
                    <a:pt x="2921767" y="1387860"/>
                  </a:lnTo>
                  <a:lnTo>
                    <a:pt x="2957398" y="1426725"/>
                  </a:lnTo>
                  <a:lnTo>
                    <a:pt x="2993029" y="1464526"/>
                  </a:lnTo>
                  <a:lnTo>
                    <a:pt x="3028661" y="1501302"/>
                  </a:lnTo>
                  <a:lnTo>
                    <a:pt x="3064292" y="1537088"/>
                  </a:lnTo>
                  <a:lnTo>
                    <a:pt x="3099923" y="1571921"/>
                  </a:lnTo>
                  <a:lnTo>
                    <a:pt x="3135555" y="1605833"/>
                  </a:lnTo>
                  <a:lnTo>
                    <a:pt x="3171186" y="1638857"/>
                  </a:lnTo>
                  <a:lnTo>
                    <a:pt x="3206817" y="1671022"/>
                  </a:lnTo>
                  <a:lnTo>
                    <a:pt x="3242448" y="1702357"/>
                  </a:lnTo>
                  <a:lnTo>
                    <a:pt x="3278080" y="1732890"/>
                  </a:lnTo>
                  <a:lnTo>
                    <a:pt x="3313711" y="1762647"/>
                  </a:lnTo>
                  <a:lnTo>
                    <a:pt x="3349342" y="1791653"/>
                  </a:lnTo>
                  <a:lnTo>
                    <a:pt x="3384974" y="1819932"/>
                  </a:lnTo>
                  <a:lnTo>
                    <a:pt x="3420605" y="1847507"/>
                  </a:lnTo>
                  <a:lnTo>
                    <a:pt x="3456236" y="1874399"/>
                  </a:lnTo>
                  <a:lnTo>
                    <a:pt x="3491868" y="1900629"/>
                  </a:lnTo>
                  <a:lnTo>
                    <a:pt x="3527499" y="1926216"/>
                  </a:lnTo>
                  <a:lnTo>
                    <a:pt x="3563130" y="1951177"/>
                  </a:lnTo>
                  <a:lnTo>
                    <a:pt x="3598762" y="1975528"/>
                  </a:lnTo>
                  <a:lnTo>
                    <a:pt x="3634393" y="1999287"/>
                  </a:lnTo>
                  <a:lnTo>
                    <a:pt x="3670024" y="2022467"/>
                  </a:lnTo>
                  <a:lnTo>
                    <a:pt x="3705655" y="2045085"/>
                  </a:lnTo>
                  <a:lnTo>
                    <a:pt x="3741287" y="2067154"/>
                  </a:lnTo>
                  <a:lnTo>
                    <a:pt x="3776918" y="2088690"/>
                  </a:lnTo>
                  <a:lnTo>
                    <a:pt x="3812549" y="2109708"/>
                  </a:lnTo>
                  <a:lnTo>
                    <a:pt x="3848181" y="2130220"/>
                  </a:lnTo>
                  <a:lnTo>
                    <a:pt x="3883812" y="2150243"/>
                  </a:lnTo>
                  <a:lnTo>
                    <a:pt x="3919443" y="2169789"/>
                  </a:lnTo>
                  <a:lnTo>
                    <a:pt x="3955075" y="2188873"/>
                  </a:lnTo>
                  <a:lnTo>
                    <a:pt x="3990706" y="2207511"/>
                  </a:lnTo>
                  <a:lnTo>
                    <a:pt x="4026337" y="2225715"/>
                  </a:lnTo>
                  <a:lnTo>
                    <a:pt x="4061968" y="2243501"/>
                  </a:lnTo>
                  <a:lnTo>
                    <a:pt x="4097600" y="2260883"/>
                  </a:lnTo>
                  <a:lnTo>
                    <a:pt x="4133231" y="2277878"/>
                  </a:lnTo>
                  <a:lnTo>
                    <a:pt x="4168862" y="2290258"/>
                  </a:lnTo>
                  <a:lnTo>
                    <a:pt x="4204494" y="2275925"/>
                  </a:lnTo>
                  <a:lnTo>
                    <a:pt x="4240125" y="2261793"/>
                  </a:lnTo>
                  <a:lnTo>
                    <a:pt x="4275756" y="2247955"/>
                  </a:lnTo>
                  <a:lnTo>
                    <a:pt x="4311388" y="2234504"/>
                  </a:lnTo>
                  <a:lnTo>
                    <a:pt x="4347019" y="2221535"/>
                  </a:lnTo>
                  <a:lnTo>
                    <a:pt x="4382650" y="2209146"/>
                  </a:lnTo>
                  <a:lnTo>
                    <a:pt x="4418282" y="2197434"/>
                  </a:lnTo>
                  <a:lnTo>
                    <a:pt x="4453913" y="2186496"/>
                  </a:lnTo>
                  <a:lnTo>
                    <a:pt x="4489544" y="2176426"/>
                  </a:lnTo>
                  <a:lnTo>
                    <a:pt x="4525175" y="2167313"/>
                  </a:lnTo>
                  <a:lnTo>
                    <a:pt x="4560807" y="2159244"/>
                  </a:lnTo>
                  <a:lnTo>
                    <a:pt x="4596438" y="2152296"/>
                  </a:lnTo>
                  <a:lnTo>
                    <a:pt x="4632069" y="2146538"/>
                  </a:lnTo>
                  <a:lnTo>
                    <a:pt x="4667701" y="2142030"/>
                  </a:lnTo>
                  <a:lnTo>
                    <a:pt x="4703332" y="2138818"/>
                  </a:lnTo>
                  <a:lnTo>
                    <a:pt x="4738963" y="2136937"/>
                  </a:lnTo>
                  <a:lnTo>
                    <a:pt x="4774595" y="2136405"/>
                  </a:lnTo>
                  <a:lnTo>
                    <a:pt x="4810226" y="2137222"/>
                  </a:lnTo>
                  <a:lnTo>
                    <a:pt x="4845857" y="2139320"/>
                  </a:lnTo>
                  <a:lnTo>
                    <a:pt x="4881489" y="2142573"/>
                  </a:lnTo>
                  <a:lnTo>
                    <a:pt x="4917120" y="2146851"/>
                  </a:lnTo>
                  <a:lnTo>
                    <a:pt x="4952751" y="2152021"/>
                  </a:lnTo>
                  <a:lnTo>
                    <a:pt x="4988382" y="2157952"/>
                  </a:lnTo>
                  <a:lnTo>
                    <a:pt x="5024014" y="2164514"/>
                  </a:lnTo>
                  <a:lnTo>
                    <a:pt x="5059645" y="2171583"/>
                  </a:lnTo>
                  <a:lnTo>
                    <a:pt x="5095276" y="2179043"/>
                  </a:lnTo>
                  <a:lnTo>
                    <a:pt x="5130908" y="2186784"/>
                  </a:lnTo>
                  <a:lnTo>
                    <a:pt x="5166539" y="2194707"/>
                  </a:lnTo>
                  <a:lnTo>
                    <a:pt x="5202170" y="2202721"/>
                  </a:lnTo>
                  <a:lnTo>
                    <a:pt x="5237802" y="2210745"/>
                  </a:lnTo>
                  <a:lnTo>
                    <a:pt x="5273433" y="2218711"/>
                  </a:lnTo>
                  <a:lnTo>
                    <a:pt x="5309064" y="2226559"/>
                  </a:lnTo>
                  <a:lnTo>
                    <a:pt x="5344696" y="2234238"/>
                  </a:lnTo>
                  <a:lnTo>
                    <a:pt x="5380327" y="2241708"/>
                  </a:lnTo>
                  <a:lnTo>
                    <a:pt x="5415958" y="2248936"/>
                  </a:lnTo>
                  <a:lnTo>
                    <a:pt x="5451589" y="2255895"/>
                  </a:lnTo>
                  <a:lnTo>
                    <a:pt x="5487221" y="2262569"/>
                  </a:lnTo>
                  <a:lnTo>
                    <a:pt x="5522852" y="2268942"/>
                  </a:lnTo>
                  <a:lnTo>
                    <a:pt x="5558483" y="2275008"/>
                  </a:lnTo>
                  <a:lnTo>
                    <a:pt x="5594115" y="2280762"/>
                  </a:lnTo>
                  <a:lnTo>
                    <a:pt x="5629746" y="2286203"/>
                  </a:lnTo>
                  <a:lnTo>
                    <a:pt x="5665377" y="2291334"/>
                  </a:lnTo>
                  <a:lnTo>
                    <a:pt x="5701009" y="2296159"/>
                  </a:lnTo>
                  <a:lnTo>
                    <a:pt x="5736640" y="2300685"/>
                  </a:lnTo>
                  <a:lnTo>
                    <a:pt x="5772271" y="2304917"/>
                  </a:lnTo>
                  <a:lnTo>
                    <a:pt x="5807903" y="2308866"/>
                  </a:lnTo>
                  <a:lnTo>
                    <a:pt x="5843534" y="2312540"/>
                  </a:lnTo>
                  <a:lnTo>
                    <a:pt x="5879165" y="2315948"/>
                  </a:lnTo>
                  <a:lnTo>
                    <a:pt x="5914796" y="2319102"/>
                  </a:lnTo>
                  <a:lnTo>
                    <a:pt x="5950428" y="2322010"/>
                  </a:lnTo>
                  <a:lnTo>
                    <a:pt x="5986059" y="2324683"/>
                  </a:lnTo>
                  <a:lnTo>
                    <a:pt x="6021690" y="2327132"/>
                  </a:lnTo>
                  <a:lnTo>
                    <a:pt x="6057322" y="2329365"/>
                  </a:lnTo>
                  <a:lnTo>
                    <a:pt x="6092953" y="2331393"/>
                  </a:lnTo>
                  <a:lnTo>
                    <a:pt x="6128584" y="2333225"/>
                  </a:lnTo>
                  <a:lnTo>
                    <a:pt x="6164216" y="2334870"/>
                  </a:lnTo>
                  <a:lnTo>
                    <a:pt x="6199847" y="2336338"/>
                  </a:lnTo>
                  <a:lnTo>
                    <a:pt x="6235478" y="2337637"/>
                  </a:lnTo>
                  <a:lnTo>
                    <a:pt x="6271110" y="2338775"/>
                  </a:lnTo>
                  <a:lnTo>
                    <a:pt x="6306741" y="2339762"/>
                  </a:lnTo>
                  <a:lnTo>
                    <a:pt x="6342372" y="2340604"/>
                  </a:lnTo>
                  <a:lnTo>
                    <a:pt x="6378003" y="2341310"/>
                  </a:lnTo>
                  <a:lnTo>
                    <a:pt x="6413635" y="2341887"/>
                  </a:lnTo>
                  <a:lnTo>
                    <a:pt x="6449266" y="2342341"/>
                  </a:lnTo>
                  <a:lnTo>
                    <a:pt x="6484897" y="2342681"/>
                  </a:lnTo>
                  <a:lnTo>
                    <a:pt x="6520529" y="2342914"/>
                  </a:lnTo>
                  <a:lnTo>
                    <a:pt x="6556160" y="2343044"/>
                  </a:lnTo>
                  <a:lnTo>
                    <a:pt x="6591791" y="2343080"/>
                  </a:lnTo>
                  <a:lnTo>
                    <a:pt x="6627423" y="2343028"/>
                  </a:lnTo>
                  <a:lnTo>
                    <a:pt x="6663054" y="2342893"/>
                  </a:lnTo>
                  <a:lnTo>
                    <a:pt x="6698685" y="2342681"/>
                  </a:lnTo>
                  <a:lnTo>
                    <a:pt x="6734317" y="2342399"/>
                  </a:lnTo>
                  <a:lnTo>
                    <a:pt x="6769948" y="2342051"/>
                  </a:lnTo>
                  <a:lnTo>
                    <a:pt x="6805579" y="2341643"/>
                  </a:lnTo>
                  <a:lnTo>
                    <a:pt x="6841210" y="2341177"/>
                  </a:lnTo>
                  <a:lnTo>
                    <a:pt x="6876842" y="2340658"/>
                  </a:lnTo>
                  <a:lnTo>
                    <a:pt x="6912473" y="2340088"/>
                  </a:lnTo>
                  <a:lnTo>
                    <a:pt x="6948104" y="2339471"/>
                  </a:lnTo>
                  <a:lnTo>
                    <a:pt x="6983736" y="2338809"/>
                  </a:lnTo>
                  <a:lnTo>
                    <a:pt x="7019367" y="2338105"/>
                  </a:lnTo>
                  <a:lnTo>
                    <a:pt x="7054998" y="2337362"/>
                  </a:lnTo>
                  <a:lnTo>
                    <a:pt x="7090630" y="2336580"/>
                  </a:lnTo>
                  <a:lnTo>
                    <a:pt x="7090630" y="3004226"/>
                  </a:lnTo>
                  <a:lnTo>
                    <a:pt x="7054998" y="3003790"/>
                  </a:lnTo>
                  <a:lnTo>
                    <a:pt x="7019367" y="3003309"/>
                  </a:lnTo>
                  <a:lnTo>
                    <a:pt x="6983736" y="3002781"/>
                  </a:lnTo>
                  <a:lnTo>
                    <a:pt x="6948104" y="3002200"/>
                  </a:lnTo>
                  <a:lnTo>
                    <a:pt x="6912473" y="3001561"/>
                  </a:lnTo>
                  <a:lnTo>
                    <a:pt x="6876842" y="3000858"/>
                  </a:lnTo>
                  <a:lnTo>
                    <a:pt x="6841210" y="3000085"/>
                  </a:lnTo>
                  <a:lnTo>
                    <a:pt x="6805579" y="2999236"/>
                  </a:lnTo>
                  <a:lnTo>
                    <a:pt x="6769948" y="2998302"/>
                  </a:lnTo>
                  <a:lnTo>
                    <a:pt x="6734317" y="2997276"/>
                  </a:lnTo>
                  <a:lnTo>
                    <a:pt x="6698685" y="2996148"/>
                  </a:lnTo>
                  <a:lnTo>
                    <a:pt x="6663054" y="2994910"/>
                  </a:lnTo>
                  <a:lnTo>
                    <a:pt x="6627423" y="2993550"/>
                  </a:lnTo>
                  <a:lnTo>
                    <a:pt x="6591791" y="2992060"/>
                  </a:lnTo>
                  <a:lnTo>
                    <a:pt x="6556160" y="2990427"/>
                  </a:lnTo>
                  <a:lnTo>
                    <a:pt x="6520529" y="2988639"/>
                  </a:lnTo>
                  <a:lnTo>
                    <a:pt x="6484897" y="2986684"/>
                  </a:lnTo>
                  <a:lnTo>
                    <a:pt x="6449266" y="2984547"/>
                  </a:lnTo>
                  <a:lnTo>
                    <a:pt x="6413635" y="2982216"/>
                  </a:lnTo>
                  <a:lnTo>
                    <a:pt x="6378003" y="2979675"/>
                  </a:lnTo>
                  <a:lnTo>
                    <a:pt x="6342372" y="2976908"/>
                  </a:lnTo>
                  <a:lnTo>
                    <a:pt x="6306741" y="2973900"/>
                  </a:lnTo>
                  <a:lnTo>
                    <a:pt x="6271110" y="2970634"/>
                  </a:lnTo>
                  <a:lnTo>
                    <a:pt x="6235478" y="2967093"/>
                  </a:lnTo>
                  <a:lnTo>
                    <a:pt x="6199847" y="2963260"/>
                  </a:lnTo>
                  <a:lnTo>
                    <a:pt x="6164216" y="2959116"/>
                  </a:lnTo>
                  <a:lnTo>
                    <a:pt x="6128584" y="2954645"/>
                  </a:lnTo>
                  <a:lnTo>
                    <a:pt x="6092953" y="2949830"/>
                  </a:lnTo>
                  <a:lnTo>
                    <a:pt x="6057322" y="2944653"/>
                  </a:lnTo>
                  <a:lnTo>
                    <a:pt x="6021690" y="2939097"/>
                  </a:lnTo>
                  <a:lnTo>
                    <a:pt x="5986059" y="2933147"/>
                  </a:lnTo>
                  <a:lnTo>
                    <a:pt x="5950428" y="2926790"/>
                  </a:lnTo>
                  <a:lnTo>
                    <a:pt x="5914796" y="2920010"/>
                  </a:lnTo>
                  <a:lnTo>
                    <a:pt x="5879165" y="2912798"/>
                  </a:lnTo>
                  <a:lnTo>
                    <a:pt x="5843534" y="2905143"/>
                  </a:lnTo>
                  <a:lnTo>
                    <a:pt x="5807903" y="2897039"/>
                  </a:lnTo>
                  <a:lnTo>
                    <a:pt x="5772271" y="2888481"/>
                  </a:lnTo>
                  <a:lnTo>
                    <a:pt x="5736640" y="2879467"/>
                  </a:lnTo>
                  <a:lnTo>
                    <a:pt x="5701009" y="2870000"/>
                  </a:lnTo>
                  <a:lnTo>
                    <a:pt x="5665377" y="2860085"/>
                  </a:lnTo>
                  <a:lnTo>
                    <a:pt x="5629746" y="2849731"/>
                  </a:lnTo>
                  <a:lnTo>
                    <a:pt x="5594115" y="2838951"/>
                  </a:lnTo>
                  <a:lnTo>
                    <a:pt x="5558483" y="2827763"/>
                  </a:lnTo>
                  <a:lnTo>
                    <a:pt x="5522852" y="2816186"/>
                  </a:lnTo>
                  <a:lnTo>
                    <a:pt x="5487221" y="2804245"/>
                  </a:lnTo>
                  <a:lnTo>
                    <a:pt x="5451589" y="2791970"/>
                  </a:lnTo>
                  <a:lnTo>
                    <a:pt x="5415958" y="2779390"/>
                  </a:lnTo>
                  <a:lnTo>
                    <a:pt x="5380327" y="2766541"/>
                  </a:lnTo>
                  <a:lnTo>
                    <a:pt x="5344696" y="2753457"/>
                  </a:lnTo>
                  <a:lnTo>
                    <a:pt x="5309064" y="2740177"/>
                  </a:lnTo>
                  <a:lnTo>
                    <a:pt x="5273433" y="2726738"/>
                  </a:lnTo>
                  <a:lnTo>
                    <a:pt x="5237802" y="2713177"/>
                  </a:lnTo>
                  <a:lnTo>
                    <a:pt x="5202170" y="2699531"/>
                  </a:lnTo>
                  <a:lnTo>
                    <a:pt x="5166539" y="2685833"/>
                  </a:lnTo>
                  <a:lnTo>
                    <a:pt x="5130908" y="2672114"/>
                  </a:lnTo>
                  <a:lnTo>
                    <a:pt x="5095276" y="2658402"/>
                  </a:lnTo>
                  <a:lnTo>
                    <a:pt x="5059645" y="2644718"/>
                  </a:lnTo>
                  <a:lnTo>
                    <a:pt x="5024014" y="2631083"/>
                  </a:lnTo>
                  <a:lnTo>
                    <a:pt x="4988382" y="2617508"/>
                  </a:lnTo>
                  <a:lnTo>
                    <a:pt x="4952751" y="2604002"/>
                  </a:lnTo>
                  <a:lnTo>
                    <a:pt x="4917120" y="2590569"/>
                  </a:lnTo>
                  <a:lnTo>
                    <a:pt x="4881489" y="2577205"/>
                  </a:lnTo>
                  <a:lnTo>
                    <a:pt x="4845857" y="2563906"/>
                  </a:lnTo>
                  <a:lnTo>
                    <a:pt x="4810226" y="2550660"/>
                  </a:lnTo>
                  <a:lnTo>
                    <a:pt x="4774595" y="2537453"/>
                  </a:lnTo>
                  <a:lnTo>
                    <a:pt x="4738963" y="2524264"/>
                  </a:lnTo>
                  <a:lnTo>
                    <a:pt x="4703332" y="2511062"/>
                  </a:lnTo>
                  <a:lnTo>
                    <a:pt x="4667701" y="2497819"/>
                  </a:lnTo>
                  <a:lnTo>
                    <a:pt x="4632069" y="2484508"/>
                  </a:lnTo>
                  <a:lnTo>
                    <a:pt x="4596438" y="2471102"/>
                  </a:lnTo>
                  <a:lnTo>
                    <a:pt x="4560807" y="2457575"/>
                  </a:lnTo>
                  <a:lnTo>
                    <a:pt x="4525175" y="2443903"/>
                  </a:lnTo>
                  <a:lnTo>
                    <a:pt x="4489544" y="2430062"/>
                  </a:lnTo>
                  <a:lnTo>
                    <a:pt x="4453913" y="2416030"/>
                  </a:lnTo>
                  <a:lnTo>
                    <a:pt x="4418282" y="2401786"/>
                  </a:lnTo>
                  <a:lnTo>
                    <a:pt x="4382650" y="2387308"/>
                  </a:lnTo>
                  <a:lnTo>
                    <a:pt x="4347019" y="2372578"/>
                  </a:lnTo>
                  <a:lnTo>
                    <a:pt x="4311388" y="2357577"/>
                  </a:lnTo>
                  <a:lnTo>
                    <a:pt x="4275756" y="2342285"/>
                  </a:lnTo>
                  <a:lnTo>
                    <a:pt x="4240125" y="2326687"/>
                  </a:lnTo>
                  <a:lnTo>
                    <a:pt x="4204494" y="2310763"/>
                  </a:lnTo>
                  <a:lnTo>
                    <a:pt x="4168862" y="2294499"/>
                  </a:lnTo>
                  <a:lnTo>
                    <a:pt x="4133231" y="2304707"/>
                  </a:lnTo>
                  <a:lnTo>
                    <a:pt x="4097600" y="2319188"/>
                  </a:lnTo>
                  <a:lnTo>
                    <a:pt x="4061968" y="2333624"/>
                  </a:lnTo>
                  <a:lnTo>
                    <a:pt x="4026337" y="2347940"/>
                  </a:lnTo>
                  <a:lnTo>
                    <a:pt x="3990706" y="2362068"/>
                  </a:lnTo>
                  <a:lnTo>
                    <a:pt x="3955075" y="2375945"/>
                  </a:lnTo>
                  <a:lnTo>
                    <a:pt x="3919443" y="2389512"/>
                  </a:lnTo>
                  <a:lnTo>
                    <a:pt x="3883812" y="2402714"/>
                  </a:lnTo>
                  <a:lnTo>
                    <a:pt x="3848181" y="2415504"/>
                  </a:lnTo>
                  <a:lnTo>
                    <a:pt x="3812549" y="2427834"/>
                  </a:lnTo>
                  <a:lnTo>
                    <a:pt x="3776918" y="2439666"/>
                  </a:lnTo>
                  <a:lnTo>
                    <a:pt x="3741287" y="2450960"/>
                  </a:lnTo>
                  <a:lnTo>
                    <a:pt x="3705655" y="2461683"/>
                  </a:lnTo>
                  <a:lnTo>
                    <a:pt x="3670024" y="2471804"/>
                  </a:lnTo>
                  <a:lnTo>
                    <a:pt x="3634393" y="2481293"/>
                  </a:lnTo>
                  <a:lnTo>
                    <a:pt x="3598762" y="2490124"/>
                  </a:lnTo>
                  <a:lnTo>
                    <a:pt x="3563130" y="2498270"/>
                  </a:lnTo>
                  <a:lnTo>
                    <a:pt x="3527499" y="2505708"/>
                  </a:lnTo>
                  <a:lnTo>
                    <a:pt x="3491868" y="2512412"/>
                  </a:lnTo>
                  <a:lnTo>
                    <a:pt x="3456236" y="2518364"/>
                  </a:lnTo>
                  <a:lnTo>
                    <a:pt x="3420605" y="2523582"/>
                  </a:lnTo>
                  <a:lnTo>
                    <a:pt x="3384974" y="2528099"/>
                  </a:lnTo>
                  <a:lnTo>
                    <a:pt x="3349342" y="2531945"/>
                  </a:lnTo>
                  <a:lnTo>
                    <a:pt x="3313711" y="2535146"/>
                  </a:lnTo>
                  <a:lnTo>
                    <a:pt x="3278080" y="2537726"/>
                  </a:lnTo>
                  <a:lnTo>
                    <a:pt x="3242448" y="2539706"/>
                  </a:lnTo>
                  <a:lnTo>
                    <a:pt x="3206817" y="2541104"/>
                  </a:lnTo>
                  <a:lnTo>
                    <a:pt x="3171186" y="2541936"/>
                  </a:lnTo>
                  <a:lnTo>
                    <a:pt x="3135555" y="2542218"/>
                  </a:lnTo>
                  <a:lnTo>
                    <a:pt x="3099923" y="2541960"/>
                  </a:lnTo>
                  <a:lnTo>
                    <a:pt x="3064292" y="2541174"/>
                  </a:lnTo>
                  <a:lnTo>
                    <a:pt x="3028661" y="2539868"/>
                  </a:lnTo>
                  <a:lnTo>
                    <a:pt x="2993029" y="2538050"/>
                  </a:lnTo>
                  <a:lnTo>
                    <a:pt x="2957398" y="2535725"/>
                  </a:lnTo>
                  <a:lnTo>
                    <a:pt x="2921767" y="2532898"/>
                  </a:lnTo>
                  <a:lnTo>
                    <a:pt x="2886135" y="2529571"/>
                  </a:lnTo>
                  <a:lnTo>
                    <a:pt x="2850504" y="2525747"/>
                  </a:lnTo>
                  <a:lnTo>
                    <a:pt x="2814873" y="2521426"/>
                  </a:lnTo>
                  <a:lnTo>
                    <a:pt x="2779241" y="2516608"/>
                  </a:lnTo>
                  <a:lnTo>
                    <a:pt x="2743610" y="2511291"/>
                  </a:lnTo>
                  <a:lnTo>
                    <a:pt x="2707979" y="2505474"/>
                  </a:lnTo>
                  <a:lnTo>
                    <a:pt x="2672348" y="2499154"/>
                  </a:lnTo>
                  <a:lnTo>
                    <a:pt x="2636716" y="2492326"/>
                  </a:lnTo>
                  <a:lnTo>
                    <a:pt x="2601085" y="2484986"/>
                  </a:lnTo>
                  <a:lnTo>
                    <a:pt x="2565454" y="2477128"/>
                  </a:lnTo>
                  <a:lnTo>
                    <a:pt x="2529822" y="2468747"/>
                  </a:lnTo>
                  <a:lnTo>
                    <a:pt x="2494191" y="2459835"/>
                  </a:lnTo>
                  <a:lnTo>
                    <a:pt x="2458560" y="2450387"/>
                  </a:lnTo>
                  <a:lnTo>
                    <a:pt x="2422928" y="2440394"/>
                  </a:lnTo>
                  <a:lnTo>
                    <a:pt x="2387297" y="2429848"/>
                  </a:lnTo>
                  <a:lnTo>
                    <a:pt x="2351666" y="2418740"/>
                  </a:lnTo>
                  <a:lnTo>
                    <a:pt x="2316034" y="2407063"/>
                  </a:lnTo>
                  <a:lnTo>
                    <a:pt x="2280403" y="2394807"/>
                  </a:lnTo>
                  <a:lnTo>
                    <a:pt x="2244772" y="2381964"/>
                  </a:lnTo>
                  <a:lnTo>
                    <a:pt x="2209141" y="2368522"/>
                  </a:lnTo>
                  <a:lnTo>
                    <a:pt x="2173509" y="2354475"/>
                  </a:lnTo>
                  <a:lnTo>
                    <a:pt x="2137878" y="2339811"/>
                  </a:lnTo>
                  <a:lnTo>
                    <a:pt x="2102247" y="2324521"/>
                  </a:lnTo>
                  <a:lnTo>
                    <a:pt x="2066615" y="2308597"/>
                  </a:lnTo>
                  <a:lnTo>
                    <a:pt x="2030984" y="2292029"/>
                  </a:lnTo>
                  <a:lnTo>
                    <a:pt x="1995353" y="2274809"/>
                  </a:lnTo>
                  <a:lnTo>
                    <a:pt x="1959721" y="2256927"/>
                  </a:lnTo>
                  <a:lnTo>
                    <a:pt x="1924090" y="2238375"/>
                  </a:lnTo>
                  <a:lnTo>
                    <a:pt x="1888459" y="2219146"/>
                  </a:lnTo>
                  <a:lnTo>
                    <a:pt x="1852827" y="2199233"/>
                  </a:lnTo>
                  <a:lnTo>
                    <a:pt x="1817196" y="2178628"/>
                  </a:lnTo>
                  <a:lnTo>
                    <a:pt x="1781565" y="2157325"/>
                  </a:lnTo>
                  <a:lnTo>
                    <a:pt x="1745934" y="2135319"/>
                  </a:lnTo>
                  <a:lnTo>
                    <a:pt x="1710302" y="2112605"/>
                  </a:lnTo>
                  <a:lnTo>
                    <a:pt x="1674671" y="2089178"/>
                  </a:lnTo>
                  <a:lnTo>
                    <a:pt x="1639040" y="2065036"/>
                  </a:lnTo>
                  <a:lnTo>
                    <a:pt x="1603408" y="2040175"/>
                  </a:lnTo>
                  <a:lnTo>
                    <a:pt x="1567777" y="2014594"/>
                  </a:lnTo>
                  <a:lnTo>
                    <a:pt x="1532146" y="1988292"/>
                  </a:lnTo>
                  <a:lnTo>
                    <a:pt x="1496514" y="1961269"/>
                  </a:lnTo>
                  <a:lnTo>
                    <a:pt x="1460883" y="1933527"/>
                  </a:lnTo>
                  <a:lnTo>
                    <a:pt x="1425252" y="1905066"/>
                  </a:lnTo>
                  <a:lnTo>
                    <a:pt x="1389620" y="1875890"/>
                  </a:lnTo>
                  <a:lnTo>
                    <a:pt x="1353989" y="1846003"/>
                  </a:lnTo>
                  <a:lnTo>
                    <a:pt x="1318358" y="1815410"/>
                  </a:lnTo>
                  <a:lnTo>
                    <a:pt x="1282727" y="1784115"/>
                  </a:lnTo>
                  <a:lnTo>
                    <a:pt x="1247095" y="1752125"/>
                  </a:lnTo>
                  <a:lnTo>
                    <a:pt x="1211464" y="1719449"/>
                  </a:lnTo>
                  <a:lnTo>
                    <a:pt x="1175833" y="1686094"/>
                  </a:lnTo>
                  <a:lnTo>
                    <a:pt x="1140201" y="1652069"/>
                  </a:lnTo>
                  <a:lnTo>
                    <a:pt x="1104570" y="1617384"/>
                  </a:lnTo>
                  <a:lnTo>
                    <a:pt x="1068939" y="1582050"/>
                  </a:lnTo>
                  <a:lnTo>
                    <a:pt x="1033307" y="1546080"/>
                  </a:lnTo>
                  <a:lnTo>
                    <a:pt x="997676" y="1509484"/>
                  </a:lnTo>
                  <a:lnTo>
                    <a:pt x="962045" y="1472274"/>
                  </a:lnTo>
                  <a:lnTo>
                    <a:pt x="926413" y="1434447"/>
                  </a:lnTo>
                  <a:lnTo>
                    <a:pt x="890782" y="1395998"/>
                  </a:lnTo>
                  <a:lnTo>
                    <a:pt x="855151" y="1356918"/>
                  </a:lnTo>
                  <a:lnTo>
                    <a:pt x="819520" y="1317201"/>
                  </a:lnTo>
                  <a:lnTo>
                    <a:pt x="783888" y="1276838"/>
                  </a:lnTo>
                  <a:lnTo>
                    <a:pt x="748257" y="1235822"/>
                  </a:lnTo>
                  <a:lnTo>
                    <a:pt x="712626" y="1194145"/>
                  </a:lnTo>
                  <a:lnTo>
                    <a:pt x="676994" y="1151797"/>
                  </a:lnTo>
                  <a:lnTo>
                    <a:pt x="641363" y="1108769"/>
                  </a:lnTo>
                  <a:lnTo>
                    <a:pt x="605732" y="1065053"/>
                  </a:lnTo>
                  <a:lnTo>
                    <a:pt x="570100" y="1020639"/>
                  </a:lnTo>
                  <a:lnTo>
                    <a:pt x="534469" y="975516"/>
                  </a:lnTo>
                  <a:lnTo>
                    <a:pt x="498838" y="929675"/>
                  </a:lnTo>
                  <a:lnTo>
                    <a:pt x="463206" y="883105"/>
                  </a:lnTo>
                  <a:lnTo>
                    <a:pt x="427575" y="835795"/>
                  </a:lnTo>
                  <a:lnTo>
                    <a:pt x="391944" y="787735"/>
                  </a:lnTo>
                  <a:lnTo>
                    <a:pt x="356313" y="738911"/>
                  </a:lnTo>
                  <a:lnTo>
                    <a:pt x="320681" y="689314"/>
                  </a:lnTo>
                  <a:lnTo>
                    <a:pt x="285050" y="638931"/>
                  </a:lnTo>
                  <a:lnTo>
                    <a:pt x="249419" y="587748"/>
                  </a:lnTo>
                  <a:lnTo>
                    <a:pt x="213787" y="535755"/>
                  </a:lnTo>
                  <a:lnTo>
                    <a:pt x="178156" y="482937"/>
                  </a:lnTo>
                  <a:lnTo>
                    <a:pt x="142525" y="429281"/>
                  </a:lnTo>
                  <a:lnTo>
                    <a:pt x="106893" y="374774"/>
                  </a:lnTo>
                  <a:lnTo>
                    <a:pt x="71262" y="319402"/>
                  </a:lnTo>
                  <a:lnTo>
                    <a:pt x="35631" y="263151"/>
                  </a:lnTo>
                  <a:lnTo>
                    <a:pt x="0" y="206006"/>
                  </a:lnTo>
                  <a:close/>
                </a:path>
              </a:pathLst>
            </a:custGeom>
            <a:solidFill>
              <a:srgbClr val="1F78B4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243116" y="2571315"/>
              <a:ext cx="5019562" cy="2343080"/>
            </a:xfrm>
            <a:custGeom>
              <a:avLst/>
              <a:pathLst>
                <a:path w="5019562" h="2343080">
                  <a:moveTo>
                    <a:pt x="0" y="0"/>
                  </a:moveTo>
                  <a:lnTo>
                    <a:pt x="31179" y="72878"/>
                  </a:lnTo>
                  <a:lnTo>
                    <a:pt x="66811" y="153225"/>
                  </a:lnTo>
                  <a:lnTo>
                    <a:pt x="102442" y="230769"/>
                  </a:lnTo>
                  <a:lnTo>
                    <a:pt x="138073" y="305634"/>
                  </a:lnTo>
                  <a:lnTo>
                    <a:pt x="173705" y="377941"/>
                  </a:lnTo>
                  <a:lnTo>
                    <a:pt x="209336" y="447805"/>
                  </a:lnTo>
                  <a:lnTo>
                    <a:pt x="244967" y="515332"/>
                  </a:lnTo>
                  <a:lnTo>
                    <a:pt x="280598" y="580626"/>
                  </a:lnTo>
                  <a:lnTo>
                    <a:pt x="316230" y="643783"/>
                  </a:lnTo>
                  <a:lnTo>
                    <a:pt x="351861" y="704897"/>
                  </a:lnTo>
                  <a:lnTo>
                    <a:pt x="387492" y="764056"/>
                  </a:lnTo>
                  <a:lnTo>
                    <a:pt x="423124" y="821341"/>
                  </a:lnTo>
                  <a:lnTo>
                    <a:pt x="458755" y="876834"/>
                  </a:lnTo>
                  <a:lnTo>
                    <a:pt x="494386" y="930608"/>
                  </a:lnTo>
                  <a:lnTo>
                    <a:pt x="530018" y="982734"/>
                  </a:lnTo>
                  <a:lnTo>
                    <a:pt x="565649" y="1033281"/>
                  </a:lnTo>
                  <a:lnTo>
                    <a:pt x="601280" y="1082313"/>
                  </a:lnTo>
                  <a:lnTo>
                    <a:pt x="636911" y="1129891"/>
                  </a:lnTo>
                  <a:lnTo>
                    <a:pt x="672543" y="1176071"/>
                  </a:lnTo>
                  <a:lnTo>
                    <a:pt x="708174" y="1220911"/>
                  </a:lnTo>
                  <a:lnTo>
                    <a:pt x="743805" y="1264461"/>
                  </a:lnTo>
                  <a:lnTo>
                    <a:pt x="779437" y="1306771"/>
                  </a:lnTo>
                  <a:lnTo>
                    <a:pt x="815068" y="1347889"/>
                  </a:lnTo>
                  <a:lnTo>
                    <a:pt x="850699" y="1387860"/>
                  </a:lnTo>
                  <a:lnTo>
                    <a:pt x="886331" y="1426725"/>
                  </a:lnTo>
                  <a:lnTo>
                    <a:pt x="921962" y="1464526"/>
                  </a:lnTo>
                  <a:lnTo>
                    <a:pt x="957593" y="1501302"/>
                  </a:lnTo>
                  <a:lnTo>
                    <a:pt x="993225" y="1537088"/>
                  </a:lnTo>
                  <a:lnTo>
                    <a:pt x="1028856" y="1571921"/>
                  </a:lnTo>
                  <a:lnTo>
                    <a:pt x="1064487" y="1605833"/>
                  </a:lnTo>
                  <a:lnTo>
                    <a:pt x="1100118" y="1638857"/>
                  </a:lnTo>
                  <a:lnTo>
                    <a:pt x="1135750" y="1671022"/>
                  </a:lnTo>
                  <a:lnTo>
                    <a:pt x="1171381" y="1702357"/>
                  </a:lnTo>
                  <a:lnTo>
                    <a:pt x="1207012" y="1732890"/>
                  </a:lnTo>
                  <a:lnTo>
                    <a:pt x="1242644" y="1762647"/>
                  </a:lnTo>
                  <a:lnTo>
                    <a:pt x="1278275" y="1791653"/>
                  </a:lnTo>
                  <a:lnTo>
                    <a:pt x="1313906" y="1819932"/>
                  </a:lnTo>
                  <a:lnTo>
                    <a:pt x="1349538" y="1847507"/>
                  </a:lnTo>
                  <a:lnTo>
                    <a:pt x="1385169" y="1874399"/>
                  </a:lnTo>
                  <a:lnTo>
                    <a:pt x="1420800" y="1900629"/>
                  </a:lnTo>
                  <a:lnTo>
                    <a:pt x="1456432" y="1926216"/>
                  </a:lnTo>
                  <a:lnTo>
                    <a:pt x="1492063" y="1951177"/>
                  </a:lnTo>
                  <a:lnTo>
                    <a:pt x="1527694" y="1975528"/>
                  </a:lnTo>
                  <a:lnTo>
                    <a:pt x="1563325" y="1999287"/>
                  </a:lnTo>
                  <a:lnTo>
                    <a:pt x="1598957" y="2022467"/>
                  </a:lnTo>
                  <a:lnTo>
                    <a:pt x="1634588" y="2045085"/>
                  </a:lnTo>
                  <a:lnTo>
                    <a:pt x="1670219" y="2067154"/>
                  </a:lnTo>
                  <a:lnTo>
                    <a:pt x="1705851" y="2088690"/>
                  </a:lnTo>
                  <a:lnTo>
                    <a:pt x="1741482" y="2109708"/>
                  </a:lnTo>
                  <a:lnTo>
                    <a:pt x="1777113" y="2130220"/>
                  </a:lnTo>
                  <a:lnTo>
                    <a:pt x="1812745" y="2150243"/>
                  </a:lnTo>
                  <a:lnTo>
                    <a:pt x="1848376" y="2169789"/>
                  </a:lnTo>
                  <a:lnTo>
                    <a:pt x="1884007" y="2188873"/>
                  </a:lnTo>
                  <a:lnTo>
                    <a:pt x="1919639" y="2207511"/>
                  </a:lnTo>
                  <a:lnTo>
                    <a:pt x="1955270" y="2225715"/>
                  </a:lnTo>
                  <a:lnTo>
                    <a:pt x="1990901" y="2243501"/>
                  </a:lnTo>
                  <a:lnTo>
                    <a:pt x="2026532" y="2260883"/>
                  </a:lnTo>
                  <a:lnTo>
                    <a:pt x="2062164" y="2277878"/>
                  </a:lnTo>
                  <a:lnTo>
                    <a:pt x="2097795" y="2290258"/>
                  </a:lnTo>
                  <a:lnTo>
                    <a:pt x="2133426" y="2275925"/>
                  </a:lnTo>
                  <a:lnTo>
                    <a:pt x="2169058" y="2261793"/>
                  </a:lnTo>
                  <a:lnTo>
                    <a:pt x="2204689" y="2247955"/>
                  </a:lnTo>
                  <a:lnTo>
                    <a:pt x="2240320" y="2234504"/>
                  </a:lnTo>
                  <a:lnTo>
                    <a:pt x="2275952" y="2221535"/>
                  </a:lnTo>
                  <a:lnTo>
                    <a:pt x="2311583" y="2209146"/>
                  </a:lnTo>
                  <a:lnTo>
                    <a:pt x="2347214" y="2197434"/>
                  </a:lnTo>
                  <a:lnTo>
                    <a:pt x="2382846" y="2186496"/>
                  </a:lnTo>
                  <a:lnTo>
                    <a:pt x="2418477" y="2176426"/>
                  </a:lnTo>
                  <a:lnTo>
                    <a:pt x="2454108" y="2167313"/>
                  </a:lnTo>
                  <a:lnTo>
                    <a:pt x="2489739" y="2159244"/>
                  </a:lnTo>
                  <a:lnTo>
                    <a:pt x="2525371" y="2152296"/>
                  </a:lnTo>
                  <a:lnTo>
                    <a:pt x="2561002" y="2146538"/>
                  </a:lnTo>
                  <a:lnTo>
                    <a:pt x="2596633" y="2142030"/>
                  </a:lnTo>
                  <a:lnTo>
                    <a:pt x="2632265" y="2138818"/>
                  </a:lnTo>
                  <a:lnTo>
                    <a:pt x="2667896" y="2136937"/>
                  </a:lnTo>
                  <a:lnTo>
                    <a:pt x="2703527" y="2136405"/>
                  </a:lnTo>
                  <a:lnTo>
                    <a:pt x="2739159" y="2137222"/>
                  </a:lnTo>
                  <a:lnTo>
                    <a:pt x="2774790" y="2139320"/>
                  </a:lnTo>
                  <a:lnTo>
                    <a:pt x="2810421" y="2142573"/>
                  </a:lnTo>
                  <a:lnTo>
                    <a:pt x="2846053" y="2146851"/>
                  </a:lnTo>
                  <a:lnTo>
                    <a:pt x="2881684" y="2152021"/>
                  </a:lnTo>
                  <a:lnTo>
                    <a:pt x="2917315" y="2157952"/>
                  </a:lnTo>
                  <a:lnTo>
                    <a:pt x="2952946" y="2164514"/>
                  </a:lnTo>
                  <a:lnTo>
                    <a:pt x="2988578" y="2171583"/>
                  </a:lnTo>
                  <a:lnTo>
                    <a:pt x="3024209" y="2179043"/>
                  </a:lnTo>
                  <a:lnTo>
                    <a:pt x="3059840" y="2186784"/>
                  </a:lnTo>
                  <a:lnTo>
                    <a:pt x="3095472" y="2194707"/>
                  </a:lnTo>
                  <a:lnTo>
                    <a:pt x="3131103" y="2202721"/>
                  </a:lnTo>
                  <a:lnTo>
                    <a:pt x="3166734" y="2210745"/>
                  </a:lnTo>
                  <a:lnTo>
                    <a:pt x="3202366" y="2218711"/>
                  </a:lnTo>
                  <a:lnTo>
                    <a:pt x="3237997" y="2226559"/>
                  </a:lnTo>
                  <a:lnTo>
                    <a:pt x="3273628" y="2234238"/>
                  </a:lnTo>
                  <a:lnTo>
                    <a:pt x="3309260" y="2241708"/>
                  </a:lnTo>
                  <a:lnTo>
                    <a:pt x="3344891" y="2248936"/>
                  </a:lnTo>
                  <a:lnTo>
                    <a:pt x="3380522" y="2255895"/>
                  </a:lnTo>
                  <a:lnTo>
                    <a:pt x="3416153" y="2262569"/>
                  </a:lnTo>
                  <a:lnTo>
                    <a:pt x="3451785" y="2268942"/>
                  </a:lnTo>
                  <a:lnTo>
                    <a:pt x="3487416" y="2275008"/>
                  </a:lnTo>
                  <a:lnTo>
                    <a:pt x="3523047" y="2280762"/>
                  </a:lnTo>
                  <a:lnTo>
                    <a:pt x="3558679" y="2286203"/>
                  </a:lnTo>
                  <a:lnTo>
                    <a:pt x="3594310" y="2291334"/>
                  </a:lnTo>
                  <a:lnTo>
                    <a:pt x="3629941" y="2296159"/>
                  </a:lnTo>
                  <a:lnTo>
                    <a:pt x="3665573" y="2300685"/>
                  </a:lnTo>
                  <a:lnTo>
                    <a:pt x="3701204" y="2304917"/>
                  </a:lnTo>
                  <a:lnTo>
                    <a:pt x="3736835" y="2308866"/>
                  </a:lnTo>
                  <a:lnTo>
                    <a:pt x="3772467" y="2312540"/>
                  </a:lnTo>
                  <a:lnTo>
                    <a:pt x="3808098" y="2315948"/>
                  </a:lnTo>
                  <a:lnTo>
                    <a:pt x="3843729" y="2319102"/>
                  </a:lnTo>
                  <a:lnTo>
                    <a:pt x="3879360" y="2322010"/>
                  </a:lnTo>
                  <a:lnTo>
                    <a:pt x="3914992" y="2324683"/>
                  </a:lnTo>
                  <a:lnTo>
                    <a:pt x="3950623" y="2327132"/>
                  </a:lnTo>
                  <a:lnTo>
                    <a:pt x="3986254" y="2329365"/>
                  </a:lnTo>
                  <a:lnTo>
                    <a:pt x="4021886" y="2331393"/>
                  </a:lnTo>
                  <a:lnTo>
                    <a:pt x="4057517" y="2333225"/>
                  </a:lnTo>
                  <a:lnTo>
                    <a:pt x="4093148" y="2334870"/>
                  </a:lnTo>
                  <a:lnTo>
                    <a:pt x="4128780" y="2336338"/>
                  </a:lnTo>
                  <a:lnTo>
                    <a:pt x="4164411" y="2337637"/>
                  </a:lnTo>
                  <a:lnTo>
                    <a:pt x="4200042" y="2338775"/>
                  </a:lnTo>
                  <a:lnTo>
                    <a:pt x="4235673" y="2339762"/>
                  </a:lnTo>
                  <a:lnTo>
                    <a:pt x="4271305" y="2340604"/>
                  </a:lnTo>
                  <a:lnTo>
                    <a:pt x="4306936" y="2341310"/>
                  </a:lnTo>
                  <a:lnTo>
                    <a:pt x="4342567" y="2341887"/>
                  </a:lnTo>
                  <a:lnTo>
                    <a:pt x="4378199" y="2342341"/>
                  </a:lnTo>
                  <a:lnTo>
                    <a:pt x="4413830" y="2342681"/>
                  </a:lnTo>
                  <a:lnTo>
                    <a:pt x="4449461" y="2342914"/>
                  </a:lnTo>
                  <a:lnTo>
                    <a:pt x="4485093" y="2343044"/>
                  </a:lnTo>
                  <a:lnTo>
                    <a:pt x="4520724" y="2343080"/>
                  </a:lnTo>
                  <a:lnTo>
                    <a:pt x="4556355" y="2343028"/>
                  </a:lnTo>
                  <a:lnTo>
                    <a:pt x="4591987" y="2342893"/>
                  </a:lnTo>
                  <a:lnTo>
                    <a:pt x="4627618" y="2342681"/>
                  </a:lnTo>
                  <a:lnTo>
                    <a:pt x="4663249" y="2342399"/>
                  </a:lnTo>
                  <a:lnTo>
                    <a:pt x="4698880" y="2342051"/>
                  </a:lnTo>
                  <a:lnTo>
                    <a:pt x="4734512" y="2341643"/>
                  </a:lnTo>
                  <a:lnTo>
                    <a:pt x="4770143" y="2341177"/>
                  </a:lnTo>
                  <a:lnTo>
                    <a:pt x="4805774" y="2340658"/>
                  </a:lnTo>
                  <a:lnTo>
                    <a:pt x="4841406" y="2340088"/>
                  </a:lnTo>
                  <a:lnTo>
                    <a:pt x="4877037" y="2339471"/>
                  </a:lnTo>
                  <a:lnTo>
                    <a:pt x="4912668" y="2338809"/>
                  </a:lnTo>
                  <a:lnTo>
                    <a:pt x="4948300" y="2338105"/>
                  </a:lnTo>
                  <a:lnTo>
                    <a:pt x="4983931" y="2337362"/>
                  </a:lnTo>
                  <a:lnTo>
                    <a:pt x="5019562" y="233658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2777321"/>
              <a:ext cx="7090630" cy="2798220"/>
            </a:xfrm>
            <a:custGeom>
              <a:avLst/>
              <a:pathLst>
                <a:path w="7090630" h="2798220">
                  <a:moveTo>
                    <a:pt x="7090630" y="2798220"/>
                  </a:moveTo>
                  <a:lnTo>
                    <a:pt x="7054998" y="2797783"/>
                  </a:lnTo>
                  <a:lnTo>
                    <a:pt x="7019367" y="2797303"/>
                  </a:lnTo>
                  <a:lnTo>
                    <a:pt x="6983736" y="2796775"/>
                  </a:lnTo>
                  <a:lnTo>
                    <a:pt x="6948104" y="2796193"/>
                  </a:lnTo>
                  <a:lnTo>
                    <a:pt x="6912473" y="2795554"/>
                  </a:lnTo>
                  <a:lnTo>
                    <a:pt x="6876842" y="2794851"/>
                  </a:lnTo>
                  <a:lnTo>
                    <a:pt x="6841210" y="2794079"/>
                  </a:lnTo>
                  <a:lnTo>
                    <a:pt x="6805579" y="2793229"/>
                  </a:lnTo>
                  <a:lnTo>
                    <a:pt x="6769948" y="2792295"/>
                  </a:lnTo>
                  <a:lnTo>
                    <a:pt x="6734317" y="2791269"/>
                  </a:lnTo>
                  <a:lnTo>
                    <a:pt x="6698685" y="2790142"/>
                  </a:lnTo>
                  <a:lnTo>
                    <a:pt x="6663054" y="2788903"/>
                  </a:lnTo>
                  <a:lnTo>
                    <a:pt x="6627423" y="2787544"/>
                  </a:lnTo>
                  <a:lnTo>
                    <a:pt x="6591791" y="2786054"/>
                  </a:lnTo>
                  <a:lnTo>
                    <a:pt x="6556160" y="2784420"/>
                  </a:lnTo>
                  <a:lnTo>
                    <a:pt x="6520529" y="2782633"/>
                  </a:lnTo>
                  <a:lnTo>
                    <a:pt x="6484897" y="2780677"/>
                  </a:lnTo>
                  <a:lnTo>
                    <a:pt x="6449266" y="2778541"/>
                  </a:lnTo>
                  <a:lnTo>
                    <a:pt x="6413635" y="2776210"/>
                  </a:lnTo>
                  <a:lnTo>
                    <a:pt x="6378003" y="2773669"/>
                  </a:lnTo>
                  <a:lnTo>
                    <a:pt x="6342372" y="2770902"/>
                  </a:lnTo>
                  <a:lnTo>
                    <a:pt x="6306741" y="2767894"/>
                  </a:lnTo>
                  <a:lnTo>
                    <a:pt x="6271110" y="2764628"/>
                  </a:lnTo>
                  <a:lnTo>
                    <a:pt x="6235478" y="2761087"/>
                  </a:lnTo>
                  <a:lnTo>
                    <a:pt x="6199847" y="2757253"/>
                  </a:lnTo>
                  <a:lnTo>
                    <a:pt x="6164216" y="2753110"/>
                  </a:lnTo>
                  <a:lnTo>
                    <a:pt x="6128584" y="2748639"/>
                  </a:lnTo>
                  <a:lnTo>
                    <a:pt x="6092953" y="2743824"/>
                  </a:lnTo>
                  <a:lnTo>
                    <a:pt x="6057322" y="2738646"/>
                  </a:lnTo>
                  <a:lnTo>
                    <a:pt x="6021690" y="2733091"/>
                  </a:lnTo>
                  <a:lnTo>
                    <a:pt x="5986059" y="2727141"/>
                  </a:lnTo>
                  <a:lnTo>
                    <a:pt x="5950428" y="2720783"/>
                  </a:lnTo>
                  <a:lnTo>
                    <a:pt x="5914796" y="2714004"/>
                  </a:lnTo>
                  <a:lnTo>
                    <a:pt x="5879165" y="2706792"/>
                  </a:lnTo>
                  <a:lnTo>
                    <a:pt x="5843534" y="2699137"/>
                  </a:lnTo>
                  <a:lnTo>
                    <a:pt x="5807903" y="2691032"/>
                  </a:lnTo>
                  <a:lnTo>
                    <a:pt x="5772271" y="2682474"/>
                  </a:lnTo>
                  <a:lnTo>
                    <a:pt x="5736640" y="2673461"/>
                  </a:lnTo>
                  <a:lnTo>
                    <a:pt x="5701009" y="2663994"/>
                  </a:lnTo>
                  <a:lnTo>
                    <a:pt x="5665377" y="2654079"/>
                  </a:lnTo>
                  <a:lnTo>
                    <a:pt x="5629746" y="2643725"/>
                  </a:lnTo>
                  <a:lnTo>
                    <a:pt x="5594115" y="2632945"/>
                  </a:lnTo>
                  <a:lnTo>
                    <a:pt x="5558483" y="2621756"/>
                  </a:lnTo>
                  <a:lnTo>
                    <a:pt x="5522852" y="2610179"/>
                  </a:lnTo>
                  <a:lnTo>
                    <a:pt x="5487221" y="2598239"/>
                  </a:lnTo>
                  <a:lnTo>
                    <a:pt x="5451589" y="2585964"/>
                  </a:lnTo>
                  <a:lnTo>
                    <a:pt x="5415958" y="2573384"/>
                  </a:lnTo>
                  <a:lnTo>
                    <a:pt x="5380327" y="2560535"/>
                  </a:lnTo>
                  <a:lnTo>
                    <a:pt x="5344696" y="2547451"/>
                  </a:lnTo>
                  <a:lnTo>
                    <a:pt x="5309064" y="2534171"/>
                  </a:lnTo>
                  <a:lnTo>
                    <a:pt x="5273433" y="2520732"/>
                  </a:lnTo>
                  <a:lnTo>
                    <a:pt x="5237802" y="2507171"/>
                  </a:lnTo>
                  <a:lnTo>
                    <a:pt x="5202170" y="2493525"/>
                  </a:lnTo>
                  <a:lnTo>
                    <a:pt x="5166539" y="2479827"/>
                  </a:lnTo>
                  <a:lnTo>
                    <a:pt x="5130908" y="2466108"/>
                  </a:lnTo>
                  <a:lnTo>
                    <a:pt x="5095276" y="2452395"/>
                  </a:lnTo>
                  <a:lnTo>
                    <a:pt x="5059645" y="2438712"/>
                  </a:lnTo>
                  <a:lnTo>
                    <a:pt x="5024014" y="2425077"/>
                  </a:lnTo>
                  <a:lnTo>
                    <a:pt x="4988382" y="2411502"/>
                  </a:lnTo>
                  <a:lnTo>
                    <a:pt x="4952751" y="2397996"/>
                  </a:lnTo>
                  <a:lnTo>
                    <a:pt x="4917120" y="2384562"/>
                  </a:lnTo>
                  <a:lnTo>
                    <a:pt x="4881489" y="2371199"/>
                  </a:lnTo>
                  <a:lnTo>
                    <a:pt x="4845857" y="2357899"/>
                  </a:lnTo>
                  <a:lnTo>
                    <a:pt x="4810226" y="2344653"/>
                  </a:lnTo>
                  <a:lnTo>
                    <a:pt x="4774595" y="2331447"/>
                  </a:lnTo>
                  <a:lnTo>
                    <a:pt x="4738963" y="2318257"/>
                  </a:lnTo>
                  <a:lnTo>
                    <a:pt x="4703332" y="2305056"/>
                  </a:lnTo>
                  <a:lnTo>
                    <a:pt x="4667701" y="2291813"/>
                  </a:lnTo>
                  <a:lnTo>
                    <a:pt x="4632069" y="2278502"/>
                  </a:lnTo>
                  <a:lnTo>
                    <a:pt x="4596438" y="2265096"/>
                  </a:lnTo>
                  <a:lnTo>
                    <a:pt x="4560807" y="2251569"/>
                  </a:lnTo>
                  <a:lnTo>
                    <a:pt x="4525175" y="2237896"/>
                  </a:lnTo>
                  <a:lnTo>
                    <a:pt x="4489544" y="2224056"/>
                  </a:lnTo>
                  <a:lnTo>
                    <a:pt x="4453913" y="2210024"/>
                  </a:lnTo>
                  <a:lnTo>
                    <a:pt x="4418282" y="2195779"/>
                  </a:lnTo>
                  <a:lnTo>
                    <a:pt x="4382650" y="2181302"/>
                  </a:lnTo>
                  <a:lnTo>
                    <a:pt x="4347019" y="2166572"/>
                  </a:lnTo>
                  <a:lnTo>
                    <a:pt x="4311388" y="2151571"/>
                  </a:lnTo>
                  <a:lnTo>
                    <a:pt x="4275756" y="2136279"/>
                  </a:lnTo>
                  <a:lnTo>
                    <a:pt x="4240125" y="2120680"/>
                  </a:lnTo>
                  <a:lnTo>
                    <a:pt x="4204494" y="2104757"/>
                  </a:lnTo>
                  <a:lnTo>
                    <a:pt x="4168862" y="2088493"/>
                  </a:lnTo>
                  <a:lnTo>
                    <a:pt x="4133231" y="2098700"/>
                  </a:lnTo>
                  <a:lnTo>
                    <a:pt x="4097600" y="2113182"/>
                  </a:lnTo>
                  <a:lnTo>
                    <a:pt x="4061968" y="2127617"/>
                  </a:lnTo>
                  <a:lnTo>
                    <a:pt x="4026337" y="2141934"/>
                  </a:lnTo>
                  <a:lnTo>
                    <a:pt x="3990706" y="2156062"/>
                  </a:lnTo>
                  <a:lnTo>
                    <a:pt x="3955075" y="2169939"/>
                  </a:lnTo>
                  <a:lnTo>
                    <a:pt x="3919443" y="2183506"/>
                  </a:lnTo>
                  <a:lnTo>
                    <a:pt x="3883812" y="2196708"/>
                  </a:lnTo>
                  <a:lnTo>
                    <a:pt x="3848181" y="2209497"/>
                  </a:lnTo>
                  <a:lnTo>
                    <a:pt x="3812549" y="2221828"/>
                  </a:lnTo>
                  <a:lnTo>
                    <a:pt x="3776918" y="2233659"/>
                  </a:lnTo>
                  <a:lnTo>
                    <a:pt x="3741287" y="2244954"/>
                  </a:lnTo>
                  <a:lnTo>
                    <a:pt x="3705655" y="2255677"/>
                  </a:lnTo>
                  <a:lnTo>
                    <a:pt x="3670024" y="2265797"/>
                  </a:lnTo>
                  <a:lnTo>
                    <a:pt x="3634393" y="2275287"/>
                  </a:lnTo>
                  <a:lnTo>
                    <a:pt x="3598762" y="2284117"/>
                  </a:lnTo>
                  <a:lnTo>
                    <a:pt x="3563130" y="2292264"/>
                  </a:lnTo>
                  <a:lnTo>
                    <a:pt x="3527499" y="2299702"/>
                  </a:lnTo>
                  <a:lnTo>
                    <a:pt x="3491868" y="2306406"/>
                  </a:lnTo>
                  <a:lnTo>
                    <a:pt x="3456236" y="2312358"/>
                  </a:lnTo>
                  <a:lnTo>
                    <a:pt x="3420605" y="2317576"/>
                  </a:lnTo>
                  <a:lnTo>
                    <a:pt x="3384974" y="2322093"/>
                  </a:lnTo>
                  <a:lnTo>
                    <a:pt x="3349342" y="2325939"/>
                  </a:lnTo>
                  <a:lnTo>
                    <a:pt x="3313711" y="2329140"/>
                  </a:lnTo>
                  <a:lnTo>
                    <a:pt x="3278080" y="2331720"/>
                  </a:lnTo>
                  <a:lnTo>
                    <a:pt x="3242448" y="2333700"/>
                  </a:lnTo>
                  <a:lnTo>
                    <a:pt x="3206817" y="2335097"/>
                  </a:lnTo>
                  <a:lnTo>
                    <a:pt x="3171186" y="2335930"/>
                  </a:lnTo>
                  <a:lnTo>
                    <a:pt x="3135555" y="2336211"/>
                  </a:lnTo>
                  <a:lnTo>
                    <a:pt x="3099923" y="2335954"/>
                  </a:lnTo>
                  <a:lnTo>
                    <a:pt x="3064292" y="2335168"/>
                  </a:lnTo>
                  <a:lnTo>
                    <a:pt x="3028661" y="2333862"/>
                  </a:lnTo>
                  <a:lnTo>
                    <a:pt x="2993029" y="2332044"/>
                  </a:lnTo>
                  <a:lnTo>
                    <a:pt x="2957398" y="2329719"/>
                  </a:lnTo>
                  <a:lnTo>
                    <a:pt x="2921767" y="2326891"/>
                  </a:lnTo>
                  <a:lnTo>
                    <a:pt x="2886135" y="2323565"/>
                  </a:lnTo>
                  <a:lnTo>
                    <a:pt x="2850504" y="2319740"/>
                  </a:lnTo>
                  <a:lnTo>
                    <a:pt x="2814873" y="2315419"/>
                  </a:lnTo>
                  <a:lnTo>
                    <a:pt x="2779241" y="2310601"/>
                  </a:lnTo>
                  <a:lnTo>
                    <a:pt x="2743610" y="2305285"/>
                  </a:lnTo>
                  <a:lnTo>
                    <a:pt x="2707979" y="2299468"/>
                  </a:lnTo>
                  <a:lnTo>
                    <a:pt x="2672348" y="2293148"/>
                  </a:lnTo>
                  <a:lnTo>
                    <a:pt x="2636716" y="2286320"/>
                  </a:lnTo>
                  <a:lnTo>
                    <a:pt x="2601085" y="2278979"/>
                  </a:lnTo>
                  <a:lnTo>
                    <a:pt x="2565454" y="2271122"/>
                  </a:lnTo>
                  <a:lnTo>
                    <a:pt x="2529822" y="2262740"/>
                  </a:lnTo>
                  <a:lnTo>
                    <a:pt x="2494191" y="2253829"/>
                  </a:lnTo>
                  <a:lnTo>
                    <a:pt x="2458560" y="2244381"/>
                  </a:lnTo>
                  <a:lnTo>
                    <a:pt x="2422928" y="2234387"/>
                  </a:lnTo>
                  <a:lnTo>
                    <a:pt x="2387297" y="2223841"/>
                  </a:lnTo>
                  <a:lnTo>
                    <a:pt x="2351666" y="2212734"/>
                  </a:lnTo>
                  <a:lnTo>
                    <a:pt x="2316034" y="2201057"/>
                  </a:lnTo>
                  <a:lnTo>
                    <a:pt x="2280403" y="2188801"/>
                  </a:lnTo>
                  <a:lnTo>
                    <a:pt x="2244772" y="2175957"/>
                  </a:lnTo>
                  <a:lnTo>
                    <a:pt x="2209141" y="2162516"/>
                  </a:lnTo>
                  <a:lnTo>
                    <a:pt x="2173509" y="2148468"/>
                  </a:lnTo>
                  <a:lnTo>
                    <a:pt x="2137878" y="2133804"/>
                  </a:lnTo>
                  <a:lnTo>
                    <a:pt x="2102247" y="2118515"/>
                  </a:lnTo>
                  <a:lnTo>
                    <a:pt x="2066615" y="2102591"/>
                  </a:lnTo>
                  <a:lnTo>
                    <a:pt x="2030984" y="2086023"/>
                  </a:lnTo>
                  <a:lnTo>
                    <a:pt x="1995353" y="2068802"/>
                  </a:lnTo>
                  <a:lnTo>
                    <a:pt x="1959721" y="2050920"/>
                  </a:lnTo>
                  <a:lnTo>
                    <a:pt x="1924090" y="2032369"/>
                  </a:lnTo>
                  <a:lnTo>
                    <a:pt x="1888459" y="2013140"/>
                  </a:lnTo>
                  <a:lnTo>
                    <a:pt x="1852827" y="1993227"/>
                  </a:lnTo>
                  <a:lnTo>
                    <a:pt x="1817196" y="1972622"/>
                  </a:lnTo>
                  <a:lnTo>
                    <a:pt x="1781565" y="1951319"/>
                  </a:lnTo>
                  <a:lnTo>
                    <a:pt x="1745934" y="1929313"/>
                  </a:lnTo>
                  <a:lnTo>
                    <a:pt x="1710302" y="1906598"/>
                  </a:lnTo>
                  <a:lnTo>
                    <a:pt x="1674671" y="1883172"/>
                  </a:lnTo>
                  <a:lnTo>
                    <a:pt x="1639040" y="1859029"/>
                  </a:lnTo>
                  <a:lnTo>
                    <a:pt x="1603408" y="1834168"/>
                  </a:lnTo>
                  <a:lnTo>
                    <a:pt x="1567777" y="1808587"/>
                  </a:lnTo>
                  <a:lnTo>
                    <a:pt x="1532146" y="1782286"/>
                  </a:lnTo>
                  <a:lnTo>
                    <a:pt x="1496514" y="1755263"/>
                  </a:lnTo>
                  <a:lnTo>
                    <a:pt x="1460883" y="1727520"/>
                  </a:lnTo>
                  <a:lnTo>
                    <a:pt x="1425252" y="1699060"/>
                  </a:lnTo>
                  <a:lnTo>
                    <a:pt x="1389620" y="1669884"/>
                  </a:lnTo>
                  <a:lnTo>
                    <a:pt x="1353989" y="1639997"/>
                  </a:lnTo>
                  <a:lnTo>
                    <a:pt x="1318358" y="1609403"/>
                  </a:lnTo>
                  <a:lnTo>
                    <a:pt x="1282727" y="1578108"/>
                  </a:lnTo>
                  <a:lnTo>
                    <a:pt x="1247095" y="1546119"/>
                  </a:lnTo>
                  <a:lnTo>
                    <a:pt x="1211464" y="1513443"/>
                  </a:lnTo>
                  <a:lnTo>
                    <a:pt x="1175833" y="1480087"/>
                  </a:lnTo>
                  <a:lnTo>
                    <a:pt x="1140201" y="1446062"/>
                  </a:lnTo>
                  <a:lnTo>
                    <a:pt x="1104570" y="1411378"/>
                  </a:lnTo>
                  <a:lnTo>
                    <a:pt x="1068939" y="1376044"/>
                  </a:lnTo>
                  <a:lnTo>
                    <a:pt x="1033307" y="1340073"/>
                  </a:lnTo>
                  <a:lnTo>
                    <a:pt x="997676" y="1303477"/>
                  </a:lnTo>
                  <a:lnTo>
                    <a:pt x="962045" y="1266267"/>
                  </a:lnTo>
                  <a:lnTo>
                    <a:pt x="926413" y="1228441"/>
                  </a:lnTo>
                  <a:lnTo>
                    <a:pt x="890782" y="1189992"/>
                  </a:lnTo>
                  <a:lnTo>
                    <a:pt x="855151" y="1150912"/>
                  </a:lnTo>
                  <a:lnTo>
                    <a:pt x="819520" y="1111195"/>
                  </a:lnTo>
                  <a:lnTo>
                    <a:pt x="783888" y="1070832"/>
                  </a:lnTo>
                  <a:lnTo>
                    <a:pt x="748257" y="1029816"/>
                  </a:lnTo>
                  <a:lnTo>
                    <a:pt x="712626" y="988138"/>
                  </a:lnTo>
                  <a:lnTo>
                    <a:pt x="676994" y="945790"/>
                  </a:lnTo>
                  <a:lnTo>
                    <a:pt x="641363" y="902763"/>
                  </a:lnTo>
                  <a:lnTo>
                    <a:pt x="605732" y="859047"/>
                  </a:lnTo>
                  <a:lnTo>
                    <a:pt x="570100" y="814632"/>
                  </a:lnTo>
                  <a:lnTo>
                    <a:pt x="534469" y="769510"/>
                  </a:lnTo>
                  <a:lnTo>
                    <a:pt x="498838" y="723669"/>
                  </a:lnTo>
                  <a:lnTo>
                    <a:pt x="463206" y="677099"/>
                  </a:lnTo>
                  <a:lnTo>
                    <a:pt x="427575" y="629789"/>
                  </a:lnTo>
                  <a:lnTo>
                    <a:pt x="391944" y="581728"/>
                  </a:lnTo>
                  <a:lnTo>
                    <a:pt x="356313" y="532905"/>
                  </a:lnTo>
                  <a:lnTo>
                    <a:pt x="320681" y="483308"/>
                  </a:lnTo>
                  <a:lnTo>
                    <a:pt x="285050" y="432924"/>
                  </a:lnTo>
                  <a:lnTo>
                    <a:pt x="249419" y="381742"/>
                  </a:lnTo>
                  <a:lnTo>
                    <a:pt x="213787" y="329748"/>
                  </a:lnTo>
                  <a:lnTo>
                    <a:pt x="178156" y="276930"/>
                  </a:lnTo>
                  <a:lnTo>
                    <a:pt x="142525" y="223275"/>
                  </a:lnTo>
                  <a:lnTo>
                    <a:pt x="106893" y="168768"/>
                  </a:lnTo>
                  <a:lnTo>
                    <a:pt x="71262" y="113396"/>
                  </a:lnTo>
                  <a:lnTo>
                    <a:pt x="35631" y="5714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851123" y="2571315"/>
              <a:ext cx="5411556" cy="2876411"/>
            </a:xfrm>
            <a:custGeom>
              <a:avLst/>
              <a:pathLst>
                <a:path w="5411556" h="2876411">
                  <a:moveTo>
                    <a:pt x="0" y="0"/>
                  </a:moveTo>
                  <a:lnTo>
                    <a:pt x="31228" y="53840"/>
                  </a:lnTo>
                  <a:lnTo>
                    <a:pt x="66860" y="114020"/>
                  </a:lnTo>
                  <a:lnTo>
                    <a:pt x="102491" y="172974"/>
                  </a:lnTo>
                  <a:lnTo>
                    <a:pt x="138122" y="230727"/>
                  </a:lnTo>
                  <a:lnTo>
                    <a:pt x="173754" y="287304"/>
                  </a:lnTo>
                  <a:lnTo>
                    <a:pt x="209385" y="342729"/>
                  </a:lnTo>
                  <a:lnTo>
                    <a:pt x="245016" y="397025"/>
                  </a:lnTo>
                  <a:lnTo>
                    <a:pt x="280647" y="450215"/>
                  </a:lnTo>
                  <a:lnTo>
                    <a:pt x="316279" y="502321"/>
                  </a:lnTo>
                  <a:lnTo>
                    <a:pt x="351910" y="553367"/>
                  </a:lnTo>
                  <a:lnTo>
                    <a:pt x="387541" y="603372"/>
                  </a:lnTo>
                  <a:lnTo>
                    <a:pt x="423173" y="652360"/>
                  </a:lnTo>
                  <a:lnTo>
                    <a:pt x="458804" y="700349"/>
                  </a:lnTo>
                  <a:lnTo>
                    <a:pt x="494435" y="747361"/>
                  </a:lnTo>
                  <a:lnTo>
                    <a:pt x="530067" y="793416"/>
                  </a:lnTo>
                  <a:lnTo>
                    <a:pt x="565698" y="838532"/>
                  </a:lnTo>
                  <a:lnTo>
                    <a:pt x="601329" y="882730"/>
                  </a:lnTo>
                  <a:lnTo>
                    <a:pt x="636960" y="926028"/>
                  </a:lnTo>
                  <a:lnTo>
                    <a:pt x="672592" y="968443"/>
                  </a:lnTo>
                  <a:lnTo>
                    <a:pt x="708223" y="1009995"/>
                  </a:lnTo>
                  <a:lnTo>
                    <a:pt x="743854" y="1050700"/>
                  </a:lnTo>
                  <a:lnTo>
                    <a:pt x="779486" y="1090577"/>
                  </a:lnTo>
                  <a:lnTo>
                    <a:pt x="815117" y="1129641"/>
                  </a:lnTo>
                  <a:lnTo>
                    <a:pt x="850748" y="1167909"/>
                  </a:lnTo>
                  <a:lnTo>
                    <a:pt x="886380" y="1205399"/>
                  </a:lnTo>
                  <a:lnTo>
                    <a:pt x="922011" y="1242124"/>
                  </a:lnTo>
                  <a:lnTo>
                    <a:pt x="957642" y="1278102"/>
                  </a:lnTo>
                  <a:lnTo>
                    <a:pt x="993274" y="1313347"/>
                  </a:lnTo>
                  <a:lnTo>
                    <a:pt x="1028905" y="1347874"/>
                  </a:lnTo>
                  <a:lnTo>
                    <a:pt x="1064536" y="1381697"/>
                  </a:lnTo>
                  <a:lnTo>
                    <a:pt x="1100167" y="1414832"/>
                  </a:lnTo>
                  <a:lnTo>
                    <a:pt x="1135799" y="1447292"/>
                  </a:lnTo>
                  <a:lnTo>
                    <a:pt x="1171430" y="1479091"/>
                  </a:lnTo>
                  <a:lnTo>
                    <a:pt x="1207061" y="1510242"/>
                  </a:lnTo>
                  <a:lnTo>
                    <a:pt x="1242693" y="1540759"/>
                  </a:lnTo>
                  <a:lnTo>
                    <a:pt x="1278324" y="1570654"/>
                  </a:lnTo>
                  <a:lnTo>
                    <a:pt x="1313955" y="1599940"/>
                  </a:lnTo>
                  <a:lnTo>
                    <a:pt x="1349587" y="1628630"/>
                  </a:lnTo>
                  <a:lnTo>
                    <a:pt x="1385218" y="1656736"/>
                  </a:lnTo>
                  <a:lnTo>
                    <a:pt x="1420849" y="1684269"/>
                  </a:lnTo>
                  <a:lnTo>
                    <a:pt x="1456481" y="1711241"/>
                  </a:lnTo>
                  <a:lnTo>
                    <a:pt x="1492112" y="1737664"/>
                  </a:lnTo>
                  <a:lnTo>
                    <a:pt x="1527743" y="1763549"/>
                  </a:lnTo>
                  <a:lnTo>
                    <a:pt x="1563374" y="1788906"/>
                  </a:lnTo>
                  <a:lnTo>
                    <a:pt x="1599006" y="1813747"/>
                  </a:lnTo>
                  <a:lnTo>
                    <a:pt x="1634637" y="1838083"/>
                  </a:lnTo>
                  <a:lnTo>
                    <a:pt x="1670268" y="1861922"/>
                  </a:lnTo>
                  <a:lnTo>
                    <a:pt x="1705900" y="1885276"/>
                  </a:lnTo>
                  <a:lnTo>
                    <a:pt x="1741531" y="1908154"/>
                  </a:lnTo>
                  <a:lnTo>
                    <a:pt x="1777162" y="1930567"/>
                  </a:lnTo>
                  <a:lnTo>
                    <a:pt x="1812794" y="1952523"/>
                  </a:lnTo>
                  <a:lnTo>
                    <a:pt x="1848425" y="1974031"/>
                  </a:lnTo>
                  <a:lnTo>
                    <a:pt x="1884056" y="1995102"/>
                  </a:lnTo>
                  <a:lnTo>
                    <a:pt x="1919688" y="2015743"/>
                  </a:lnTo>
                  <a:lnTo>
                    <a:pt x="1955319" y="2035964"/>
                  </a:lnTo>
                  <a:lnTo>
                    <a:pt x="1990950" y="2055774"/>
                  </a:lnTo>
                  <a:lnTo>
                    <a:pt x="2026581" y="2075179"/>
                  </a:lnTo>
                  <a:lnTo>
                    <a:pt x="2062213" y="2094190"/>
                  </a:lnTo>
                  <a:lnTo>
                    <a:pt x="2097844" y="2112813"/>
                  </a:lnTo>
                  <a:lnTo>
                    <a:pt x="2133475" y="2131057"/>
                  </a:lnTo>
                  <a:lnTo>
                    <a:pt x="2169107" y="2148930"/>
                  </a:lnTo>
                  <a:lnTo>
                    <a:pt x="2204738" y="2166438"/>
                  </a:lnTo>
                  <a:lnTo>
                    <a:pt x="2240369" y="2183590"/>
                  </a:lnTo>
                  <a:lnTo>
                    <a:pt x="2276001" y="2200392"/>
                  </a:lnTo>
                  <a:lnTo>
                    <a:pt x="2311632" y="2216852"/>
                  </a:lnTo>
                  <a:lnTo>
                    <a:pt x="2347263" y="2232977"/>
                  </a:lnTo>
                  <a:lnTo>
                    <a:pt x="2382895" y="2248774"/>
                  </a:lnTo>
                  <a:lnTo>
                    <a:pt x="2418526" y="2264249"/>
                  </a:lnTo>
                  <a:lnTo>
                    <a:pt x="2454157" y="2279408"/>
                  </a:lnTo>
                  <a:lnTo>
                    <a:pt x="2489788" y="2294259"/>
                  </a:lnTo>
                  <a:lnTo>
                    <a:pt x="2525420" y="2308808"/>
                  </a:lnTo>
                  <a:lnTo>
                    <a:pt x="2561051" y="2323060"/>
                  </a:lnTo>
                  <a:lnTo>
                    <a:pt x="2596682" y="2337022"/>
                  </a:lnTo>
                  <a:lnTo>
                    <a:pt x="2632314" y="2350699"/>
                  </a:lnTo>
                  <a:lnTo>
                    <a:pt x="2667945" y="2364098"/>
                  </a:lnTo>
                  <a:lnTo>
                    <a:pt x="2703576" y="2377224"/>
                  </a:lnTo>
                  <a:lnTo>
                    <a:pt x="2739208" y="2390083"/>
                  </a:lnTo>
                  <a:lnTo>
                    <a:pt x="2774839" y="2402680"/>
                  </a:lnTo>
                  <a:lnTo>
                    <a:pt x="2810470" y="2415020"/>
                  </a:lnTo>
                  <a:lnTo>
                    <a:pt x="2846102" y="2427109"/>
                  </a:lnTo>
                  <a:lnTo>
                    <a:pt x="2881733" y="2438951"/>
                  </a:lnTo>
                  <a:lnTo>
                    <a:pt x="2917364" y="2450553"/>
                  </a:lnTo>
                  <a:lnTo>
                    <a:pt x="2952995" y="2461918"/>
                  </a:lnTo>
                  <a:lnTo>
                    <a:pt x="2988627" y="2473051"/>
                  </a:lnTo>
                  <a:lnTo>
                    <a:pt x="3024258" y="2483958"/>
                  </a:lnTo>
                  <a:lnTo>
                    <a:pt x="3059889" y="2494643"/>
                  </a:lnTo>
                  <a:lnTo>
                    <a:pt x="3095521" y="2505110"/>
                  </a:lnTo>
                  <a:lnTo>
                    <a:pt x="3131152" y="2515364"/>
                  </a:lnTo>
                  <a:lnTo>
                    <a:pt x="3166783" y="2525409"/>
                  </a:lnTo>
                  <a:lnTo>
                    <a:pt x="3202415" y="2535250"/>
                  </a:lnTo>
                  <a:lnTo>
                    <a:pt x="3238046" y="2544890"/>
                  </a:lnTo>
                  <a:lnTo>
                    <a:pt x="3273677" y="2554334"/>
                  </a:lnTo>
                  <a:lnTo>
                    <a:pt x="3309309" y="2563585"/>
                  </a:lnTo>
                  <a:lnTo>
                    <a:pt x="3344940" y="2572648"/>
                  </a:lnTo>
                  <a:lnTo>
                    <a:pt x="3380571" y="2581527"/>
                  </a:lnTo>
                  <a:lnTo>
                    <a:pt x="3416202" y="2590224"/>
                  </a:lnTo>
                  <a:lnTo>
                    <a:pt x="3451834" y="2598744"/>
                  </a:lnTo>
                  <a:lnTo>
                    <a:pt x="3487465" y="2607091"/>
                  </a:lnTo>
                  <a:lnTo>
                    <a:pt x="3523096" y="2615268"/>
                  </a:lnTo>
                  <a:lnTo>
                    <a:pt x="3558728" y="2623279"/>
                  </a:lnTo>
                  <a:lnTo>
                    <a:pt x="3594359" y="2631126"/>
                  </a:lnTo>
                  <a:lnTo>
                    <a:pt x="3629990" y="2638813"/>
                  </a:lnTo>
                  <a:lnTo>
                    <a:pt x="3665622" y="2646344"/>
                  </a:lnTo>
                  <a:lnTo>
                    <a:pt x="3701253" y="2653721"/>
                  </a:lnTo>
                  <a:lnTo>
                    <a:pt x="3736884" y="2660948"/>
                  </a:lnTo>
                  <a:lnTo>
                    <a:pt x="3772516" y="2668028"/>
                  </a:lnTo>
                  <a:lnTo>
                    <a:pt x="3808147" y="2674964"/>
                  </a:lnTo>
                  <a:lnTo>
                    <a:pt x="3843778" y="2681759"/>
                  </a:lnTo>
                  <a:lnTo>
                    <a:pt x="3879409" y="2688415"/>
                  </a:lnTo>
                  <a:lnTo>
                    <a:pt x="3915041" y="2694935"/>
                  </a:lnTo>
                  <a:lnTo>
                    <a:pt x="3950672" y="2701323"/>
                  </a:lnTo>
                  <a:lnTo>
                    <a:pt x="3986303" y="2707581"/>
                  </a:lnTo>
                  <a:lnTo>
                    <a:pt x="4021935" y="2713711"/>
                  </a:lnTo>
                  <a:lnTo>
                    <a:pt x="4057566" y="2719716"/>
                  </a:lnTo>
                  <a:lnTo>
                    <a:pt x="4093197" y="2725599"/>
                  </a:lnTo>
                  <a:lnTo>
                    <a:pt x="4128829" y="2731362"/>
                  </a:lnTo>
                  <a:lnTo>
                    <a:pt x="4164460" y="2737008"/>
                  </a:lnTo>
                  <a:lnTo>
                    <a:pt x="4200091" y="2742539"/>
                  </a:lnTo>
                  <a:lnTo>
                    <a:pt x="4235723" y="2747957"/>
                  </a:lnTo>
                  <a:lnTo>
                    <a:pt x="4271354" y="2753265"/>
                  </a:lnTo>
                  <a:lnTo>
                    <a:pt x="4306985" y="2758465"/>
                  </a:lnTo>
                  <a:lnTo>
                    <a:pt x="4342616" y="2763559"/>
                  </a:lnTo>
                  <a:lnTo>
                    <a:pt x="4378248" y="2768549"/>
                  </a:lnTo>
                  <a:lnTo>
                    <a:pt x="4413879" y="2773437"/>
                  </a:lnTo>
                  <a:lnTo>
                    <a:pt x="4449510" y="2778226"/>
                  </a:lnTo>
                  <a:lnTo>
                    <a:pt x="4485142" y="2782917"/>
                  </a:lnTo>
                  <a:lnTo>
                    <a:pt x="4520773" y="2787513"/>
                  </a:lnTo>
                  <a:lnTo>
                    <a:pt x="4556404" y="2792015"/>
                  </a:lnTo>
                  <a:lnTo>
                    <a:pt x="4592036" y="2796426"/>
                  </a:lnTo>
                  <a:lnTo>
                    <a:pt x="4627667" y="2800746"/>
                  </a:lnTo>
                  <a:lnTo>
                    <a:pt x="4663298" y="2804979"/>
                  </a:lnTo>
                  <a:lnTo>
                    <a:pt x="4698929" y="2809125"/>
                  </a:lnTo>
                  <a:lnTo>
                    <a:pt x="4734561" y="2813187"/>
                  </a:lnTo>
                  <a:lnTo>
                    <a:pt x="4770192" y="2817167"/>
                  </a:lnTo>
                  <a:lnTo>
                    <a:pt x="4805823" y="2821065"/>
                  </a:lnTo>
                  <a:lnTo>
                    <a:pt x="4841455" y="2824884"/>
                  </a:lnTo>
                  <a:lnTo>
                    <a:pt x="4877086" y="2828625"/>
                  </a:lnTo>
                  <a:lnTo>
                    <a:pt x="4912717" y="2832290"/>
                  </a:lnTo>
                  <a:lnTo>
                    <a:pt x="4948349" y="2835880"/>
                  </a:lnTo>
                  <a:lnTo>
                    <a:pt x="4983980" y="2839397"/>
                  </a:lnTo>
                  <a:lnTo>
                    <a:pt x="5019611" y="2842842"/>
                  </a:lnTo>
                  <a:lnTo>
                    <a:pt x="5055243" y="2846217"/>
                  </a:lnTo>
                  <a:lnTo>
                    <a:pt x="5090874" y="2849524"/>
                  </a:lnTo>
                  <a:lnTo>
                    <a:pt x="5126505" y="2852763"/>
                  </a:lnTo>
                  <a:lnTo>
                    <a:pt x="5162136" y="2855936"/>
                  </a:lnTo>
                  <a:lnTo>
                    <a:pt x="5197768" y="2859045"/>
                  </a:lnTo>
                  <a:lnTo>
                    <a:pt x="5233399" y="2862090"/>
                  </a:lnTo>
                  <a:lnTo>
                    <a:pt x="5269030" y="2865073"/>
                  </a:lnTo>
                  <a:lnTo>
                    <a:pt x="5304662" y="2867996"/>
                  </a:lnTo>
                  <a:lnTo>
                    <a:pt x="5340293" y="2870859"/>
                  </a:lnTo>
                  <a:lnTo>
                    <a:pt x="5375924" y="2873664"/>
                  </a:lnTo>
                  <a:lnTo>
                    <a:pt x="5411556" y="287641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327787" y="2571315"/>
              <a:ext cx="5934891" cy="2954585"/>
            </a:xfrm>
            <a:custGeom>
              <a:avLst/>
              <a:pathLst>
                <a:path w="5934891" h="2954585">
                  <a:moveTo>
                    <a:pt x="0" y="0"/>
                  </a:moveTo>
                  <a:lnTo>
                    <a:pt x="20094" y="51037"/>
                  </a:lnTo>
                  <a:lnTo>
                    <a:pt x="55726" y="138698"/>
                  </a:lnTo>
                  <a:lnTo>
                    <a:pt x="91357" y="223588"/>
                  </a:lnTo>
                  <a:lnTo>
                    <a:pt x="126988" y="305772"/>
                  </a:lnTo>
                  <a:lnTo>
                    <a:pt x="162620" y="385315"/>
                  </a:lnTo>
                  <a:lnTo>
                    <a:pt x="198251" y="462281"/>
                  </a:lnTo>
                  <a:lnTo>
                    <a:pt x="233882" y="536736"/>
                  </a:lnTo>
                  <a:lnTo>
                    <a:pt x="269514" y="608743"/>
                  </a:lnTo>
                  <a:lnTo>
                    <a:pt x="305145" y="678366"/>
                  </a:lnTo>
                  <a:lnTo>
                    <a:pt x="340776" y="745667"/>
                  </a:lnTo>
                  <a:lnTo>
                    <a:pt x="376407" y="810711"/>
                  </a:lnTo>
                  <a:lnTo>
                    <a:pt x="412039" y="873557"/>
                  </a:lnTo>
                  <a:lnTo>
                    <a:pt x="447670" y="934267"/>
                  </a:lnTo>
                  <a:lnTo>
                    <a:pt x="483301" y="992901"/>
                  </a:lnTo>
                  <a:lnTo>
                    <a:pt x="518933" y="1049517"/>
                  </a:lnTo>
                  <a:lnTo>
                    <a:pt x="554564" y="1104174"/>
                  </a:lnTo>
                  <a:lnTo>
                    <a:pt x="590195" y="1156929"/>
                  </a:lnTo>
                  <a:lnTo>
                    <a:pt x="625827" y="1207836"/>
                  </a:lnTo>
                  <a:lnTo>
                    <a:pt x="661458" y="1256950"/>
                  </a:lnTo>
                  <a:lnTo>
                    <a:pt x="697089" y="1304325"/>
                  </a:lnTo>
                  <a:lnTo>
                    <a:pt x="732721" y="1350014"/>
                  </a:lnTo>
                  <a:lnTo>
                    <a:pt x="768352" y="1394066"/>
                  </a:lnTo>
                  <a:lnTo>
                    <a:pt x="803983" y="1436531"/>
                  </a:lnTo>
                  <a:lnTo>
                    <a:pt x="839614" y="1477459"/>
                  </a:lnTo>
                  <a:lnTo>
                    <a:pt x="875246" y="1516895"/>
                  </a:lnTo>
                  <a:lnTo>
                    <a:pt x="910877" y="1554887"/>
                  </a:lnTo>
                  <a:lnTo>
                    <a:pt x="946508" y="1591478"/>
                  </a:lnTo>
                  <a:lnTo>
                    <a:pt x="982140" y="1626712"/>
                  </a:lnTo>
                  <a:lnTo>
                    <a:pt x="1017771" y="1660630"/>
                  </a:lnTo>
                  <a:lnTo>
                    <a:pt x="1053402" y="1693275"/>
                  </a:lnTo>
                  <a:lnTo>
                    <a:pt x="1089034" y="1724684"/>
                  </a:lnTo>
                  <a:lnTo>
                    <a:pt x="1124665" y="1754897"/>
                  </a:lnTo>
                  <a:lnTo>
                    <a:pt x="1160296" y="1783950"/>
                  </a:lnTo>
                  <a:lnTo>
                    <a:pt x="1195928" y="1811879"/>
                  </a:lnTo>
                  <a:lnTo>
                    <a:pt x="1231559" y="1838719"/>
                  </a:lnTo>
                  <a:lnTo>
                    <a:pt x="1267190" y="1864504"/>
                  </a:lnTo>
                  <a:lnTo>
                    <a:pt x="1302821" y="1889264"/>
                  </a:lnTo>
                  <a:lnTo>
                    <a:pt x="1338453" y="1913032"/>
                  </a:lnTo>
                  <a:lnTo>
                    <a:pt x="1374084" y="1935837"/>
                  </a:lnTo>
                  <a:lnTo>
                    <a:pt x="1409715" y="1957707"/>
                  </a:lnTo>
                  <a:lnTo>
                    <a:pt x="1445347" y="1978671"/>
                  </a:lnTo>
                  <a:lnTo>
                    <a:pt x="1480978" y="1998755"/>
                  </a:lnTo>
                  <a:lnTo>
                    <a:pt x="1516609" y="2017983"/>
                  </a:lnTo>
                  <a:lnTo>
                    <a:pt x="1552241" y="2036381"/>
                  </a:lnTo>
                  <a:lnTo>
                    <a:pt x="1587872" y="2053971"/>
                  </a:lnTo>
                  <a:lnTo>
                    <a:pt x="1623503" y="2070776"/>
                  </a:lnTo>
                  <a:lnTo>
                    <a:pt x="1659135" y="2086816"/>
                  </a:lnTo>
                  <a:lnTo>
                    <a:pt x="1694766" y="2102112"/>
                  </a:lnTo>
                  <a:lnTo>
                    <a:pt x="1730397" y="2116683"/>
                  </a:lnTo>
                  <a:lnTo>
                    <a:pt x="1766028" y="2130547"/>
                  </a:lnTo>
                  <a:lnTo>
                    <a:pt x="1801660" y="2143721"/>
                  </a:lnTo>
                  <a:lnTo>
                    <a:pt x="1837291" y="2156220"/>
                  </a:lnTo>
                  <a:lnTo>
                    <a:pt x="1872922" y="2168060"/>
                  </a:lnTo>
                  <a:lnTo>
                    <a:pt x="1908554" y="2179256"/>
                  </a:lnTo>
                  <a:lnTo>
                    <a:pt x="1944185" y="2189820"/>
                  </a:lnTo>
                  <a:lnTo>
                    <a:pt x="1979816" y="2199764"/>
                  </a:lnTo>
                  <a:lnTo>
                    <a:pt x="2015448" y="2209100"/>
                  </a:lnTo>
                  <a:lnTo>
                    <a:pt x="2051079" y="2217838"/>
                  </a:lnTo>
                  <a:lnTo>
                    <a:pt x="2086710" y="2225988"/>
                  </a:lnTo>
                  <a:lnTo>
                    <a:pt x="2122341" y="2233557"/>
                  </a:lnTo>
                  <a:lnTo>
                    <a:pt x="2157973" y="2240554"/>
                  </a:lnTo>
                  <a:lnTo>
                    <a:pt x="2193604" y="2246985"/>
                  </a:lnTo>
                  <a:lnTo>
                    <a:pt x="2229235" y="2252856"/>
                  </a:lnTo>
                  <a:lnTo>
                    <a:pt x="2264867" y="2258170"/>
                  </a:lnTo>
                  <a:lnTo>
                    <a:pt x="2300498" y="2262932"/>
                  </a:lnTo>
                  <a:lnTo>
                    <a:pt x="2336129" y="2267144"/>
                  </a:lnTo>
                  <a:lnTo>
                    <a:pt x="2371761" y="2270821"/>
                  </a:lnTo>
                  <a:lnTo>
                    <a:pt x="2407392" y="2274004"/>
                  </a:lnTo>
                  <a:lnTo>
                    <a:pt x="2443023" y="2276739"/>
                  </a:lnTo>
                  <a:lnTo>
                    <a:pt x="2478655" y="2279069"/>
                  </a:lnTo>
                  <a:lnTo>
                    <a:pt x="2514286" y="2281036"/>
                  </a:lnTo>
                  <a:lnTo>
                    <a:pt x="2549917" y="2282679"/>
                  </a:lnTo>
                  <a:lnTo>
                    <a:pt x="2585548" y="2284041"/>
                  </a:lnTo>
                  <a:lnTo>
                    <a:pt x="2621180" y="2285159"/>
                  </a:lnTo>
                  <a:lnTo>
                    <a:pt x="2656811" y="2286074"/>
                  </a:lnTo>
                  <a:lnTo>
                    <a:pt x="2692442" y="2286823"/>
                  </a:lnTo>
                  <a:lnTo>
                    <a:pt x="2728074" y="2287444"/>
                  </a:lnTo>
                  <a:lnTo>
                    <a:pt x="2763705" y="2287977"/>
                  </a:lnTo>
                  <a:lnTo>
                    <a:pt x="2799336" y="2288459"/>
                  </a:lnTo>
                  <a:lnTo>
                    <a:pt x="2834968" y="2288927"/>
                  </a:lnTo>
                  <a:lnTo>
                    <a:pt x="2870599" y="2289419"/>
                  </a:lnTo>
                  <a:lnTo>
                    <a:pt x="2906230" y="2289974"/>
                  </a:lnTo>
                  <a:lnTo>
                    <a:pt x="2941862" y="2290627"/>
                  </a:lnTo>
                  <a:lnTo>
                    <a:pt x="2977493" y="2291418"/>
                  </a:lnTo>
                  <a:lnTo>
                    <a:pt x="3013124" y="2292382"/>
                  </a:lnTo>
                  <a:lnTo>
                    <a:pt x="3048755" y="2293556"/>
                  </a:lnTo>
                  <a:lnTo>
                    <a:pt x="3084387" y="2294977"/>
                  </a:lnTo>
                  <a:lnTo>
                    <a:pt x="3120018" y="2296681"/>
                  </a:lnTo>
                  <a:lnTo>
                    <a:pt x="3155649" y="2298703"/>
                  </a:lnTo>
                  <a:lnTo>
                    <a:pt x="3191281" y="2301076"/>
                  </a:lnTo>
                  <a:lnTo>
                    <a:pt x="3226912" y="2303835"/>
                  </a:lnTo>
                  <a:lnTo>
                    <a:pt x="3262543" y="2307011"/>
                  </a:lnTo>
                  <a:lnTo>
                    <a:pt x="3298175" y="2310636"/>
                  </a:lnTo>
                  <a:lnTo>
                    <a:pt x="3333806" y="2314739"/>
                  </a:lnTo>
                  <a:lnTo>
                    <a:pt x="3369437" y="2319346"/>
                  </a:lnTo>
                  <a:lnTo>
                    <a:pt x="3405069" y="2324484"/>
                  </a:lnTo>
                  <a:lnTo>
                    <a:pt x="3440700" y="2330175"/>
                  </a:lnTo>
                  <a:lnTo>
                    <a:pt x="3476331" y="2336441"/>
                  </a:lnTo>
                  <a:lnTo>
                    <a:pt x="3511962" y="2343299"/>
                  </a:lnTo>
                  <a:lnTo>
                    <a:pt x="3547594" y="2350764"/>
                  </a:lnTo>
                  <a:lnTo>
                    <a:pt x="3583225" y="2358849"/>
                  </a:lnTo>
                  <a:lnTo>
                    <a:pt x="3618856" y="2367562"/>
                  </a:lnTo>
                  <a:lnTo>
                    <a:pt x="3654488" y="2376907"/>
                  </a:lnTo>
                  <a:lnTo>
                    <a:pt x="3690119" y="2386859"/>
                  </a:lnTo>
                  <a:lnTo>
                    <a:pt x="3725750" y="2397374"/>
                  </a:lnTo>
                  <a:lnTo>
                    <a:pt x="3761382" y="2408404"/>
                  </a:lnTo>
                  <a:lnTo>
                    <a:pt x="3797013" y="2419901"/>
                  </a:lnTo>
                  <a:lnTo>
                    <a:pt x="3832644" y="2431817"/>
                  </a:lnTo>
                  <a:lnTo>
                    <a:pt x="3868276" y="2444106"/>
                  </a:lnTo>
                  <a:lnTo>
                    <a:pt x="3903907" y="2456720"/>
                  </a:lnTo>
                  <a:lnTo>
                    <a:pt x="3939538" y="2469614"/>
                  </a:lnTo>
                  <a:lnTo>
                    <a:pt x="3975169" y="2482743"/>
                  </a:lnTo>
                  <a:lnTo>
                    <a:pt x="4010801" y="2496063"/>
                  </a:lnTo>
                  <a:lnTo>
                    <a:pt x="4046432" y="2509533"/>
                  </a:lnTo>
                  <a:lnTo>
                    <a:pt x="4082063" y="2523111"/>
                  </a:lnTo>
                  <a:lnTo>
                    <a:pt x="4117695" y="2536758"/>
                  </a:lnTo>
                  <a:lnTo>
                    <a:pt x="4153326" y="2550438"/>
                  </a:lnTo>
                  <a:lnTo>
                    <a:pt x="4188957" y="2564115"/>
                  </a:lnTo>
                  <a:lnTo>
                    <a:pt x="4224589" y="2577755"/>
                  </a:lnTo>
                  <a:lnTo>
                    <a:pt x="4260220" y="2591327"/>
                  </a:lnTo>
                  <a:lnTo>
                    <a:pt x="4295851" y="2604803"/>
                  </a:lnTo>
                  <a:lnTo>
                    <a:pt x="4331483" y="2618153"/>
                  </a:lnTo>
                  <a:lnTo>
                    <a:pt x="4367114" y="2631355"/>
                  </a:lnTo>
                  <a:lnTo>
                    <a:pt x="4402745" y="2644383"/>
                  </a:lnTo>
                  <a:lnTo>
                    <a:pt x="4438376" y="2657218"/>
                  </a:lnTo>
                  <a:lnTo>
                    <a:pt x="4474008" y="2669840"/>
                  </a:lnTo>
                  <a:lnTo>
                    <a:pt x="4509639" y="2682231"/>
                  </a:lnTo>
                  <a:lnTo>
                    <a:pt x="4545270" y="2694378"/>
                  </a:lnTo>
                  <a:lnTo>
                    <a:pt x="4580902" y="2706265"/>
                  </a:lnTo>
                  <a:lnTo>
                    <a:pt x="4616533" y="2717882"/>
                  </a:lnTo>
                  <a:lnTo>
                    <a:pt x="4652164" y="2729219"/>
                  </a:lnTo>
                  <a:lnTo>
                    <a:pt x="4687796" y="2740268"/>
                  </a:lnTo>
                  <a:lnTo>
                    <a:pt x="4723427" y="2751021"/>
                  </a:lnTo>
                  <a:lnTo>
                    <a:pt x="4759058" y="2761473"/>
                  </a:lnTo>
                  <a:lnTo>
                    <a:pt x="4794690" y="2771621"/>
                  </a:lnTo>
                  <a:lnTo>
                    <a:pt x="4830321" y="2781462"/>
                  </a:lnTo>
                  <a:lnTo>
                    <a:pt x="4865952" y="2790994"/>
                  </a:lnTo>
                  <a:lnTo>
                    <a:pt x="4901583" y="2800218"/>
                  </a:lnTo>
                  <a:lnTo>
                    <a:pt x="4937215" y="2809134"/>
                  </a:lnTo>
                  <a:lnTo>
                    <a:pt x="4972846" y="2817743"/>
                  </a:lnTo>
                  <a:lnTo>
                    <a:pt x="5008477" y="2826048"/>
                  </a:lnTo>
                  <a:lnTo>
                    <a:pt x="5044109" y="2834053"/>
                  </a:lnTo>
                  <a:lnTo>
                    <a:pt x="5079740" y="2841761"/>
                  </a:lnTo>
                  <a:lnTo>
                    <a:pt x="5115371" y="2849177"/>
                  </a:lnTo>
                  <a:lnTo>
                    <a:pt x="5151003" y="2856307"/>
                  </a:lnTo>
                  <a:lnTo>
                    <a:pt x="5186634" y="2863155"/>
                  </a:lnTo>
                  <a:lnTo>
                    <a:pt x="5222265" y="2869728"/>
                  </a:lnTo>
                  <a:lnTo>
                    <a:pt x="5257897" y="2876032"/>
                  </a:lnTo>
                  <a:lnTo>
                    <a:pt x="5293528" y="2882075"/>
                  </a:lnTo>
                  <a:lnTo>
                    <a:pt x="5329159" y="2887862"/>
                  </a:lnTo>
                  <a:lnTo>
                    <a:pt x="5364790" y="2893402"/>
                  </a:lnTo>
                  <a:lnTo>
                    <a:pt x="5400422" y="2898701"/>
                  </a:lnTo>
                  <a:lnTo>
                    <a:pt x="5436053" y="2903767"/>
                  </a:lnTo>
                  <a:lnTo>
                    <a:pt x="5471684" y="2908608"/>
                  </a:lnTo>
                  <a:lnTo>
                    <a:pt x="5507316" y="2913231"/>
                  </a:lnTo>
                  <a:lnTo>
                    <a:pt x="5542947" y="2917643"/>
                  </a:lnTo>
                  <a:lnTo>
                    <a:pt x="5578578" y="2921852"/>
                  </a:lnTo>
                  <a:lnTo>
                    <a:pt x="5614210" y="2925866"/>
                  </a:lnTo>
                  <a:lnTo>
                    <a:pt x="5649841" y="2929695"/>
                  </a:lnTo>
                  <a:lnTo>
                    <a:pt x="5685472" y="2933346"/>
                  </a:lnTo>
                  <a:lnTo>
                    <a:pt x="5721103" y="2936828"/>
                  </a:lnTo>
                  <a:lnTo>
                    <a:pt x="5756735" y="2940149"/>
                  </a:lnTo>
                  <a:lnTo>
                    <a:pt x="5792366" y="2943316"/>
                  </a:lnTo>
                  <a:lnTo>
                    <a:pt x="5827997" y="2946337"/>
                  </a:lnTo>
                  <a:lnTo>
                    <a:pt x="5863629" y="2949218"/>
                  </a:lnTo>
                  <a:lnTo>
                    <a:pt x="5899260" y="2951965"/>
                  </a:lnTo>
                  <a:lnTo>
                    <a:pt x="5934891" y="2954585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8635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336018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165601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656882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962846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7892587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692708" y="553982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48235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410717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92708" y="339085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92708" y="267452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1460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96881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791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614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443713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53096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610129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69240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74684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2743814" y="5925448"/>
              <a:ext cx="39470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difference, log scale (%): 100 × ln(CKD-EPI Cr-Cys / CG)</a:t>
              </a:r>
            </a:p>
          </p:txBody>
        </p:sp>
        <p:sp>
          <p:nvSpPr>
            <p:cNvPr id="57" name="tx57"/>
            <p:cNvSpPr/>
            <p:nvPr/>
          </p:nvSpPr>
          <p:spPr>
            <a:xfrm rot="-5400000">
              <a:off x="181100" y="4097119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41141" y="225282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4264966" y="225282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3608241" y="2212769"/>
              <a:ext cx="56519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Linear term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4532066" y="2212769"/>
              <a:ext cx="158346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Restricted cubic spline (4 knots)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17517" y="1896563"/>
              <a:ext cx="550496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Spline: p non-linear = 0.182 (2 df), p overall = &lt;0.001 (3 df)  |  Linear: HR per 10 % decline = 1.61 (1.33-1.94)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17517" y="1669789"/>
              <a:ext cx="176890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2026-10-05T07:55:23Z</dcterms:modified>
  <cp:category/>
</cp:coreProperties>
</file>