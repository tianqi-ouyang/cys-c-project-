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824558"/>
            </a:xfrm>
            <a:custGeom>
              <a:avLst/>
              <a:pathLst>
                <a:path w="7090630" h="2824558">
                  <a:moveTo>
                    <a:pt x="1874297" y="0"/>
                  </a:moveTo>
                  <a:lnTo>
                    <a:pt x="1888459" y="23534"/>
                  </a:lnTo>
                  <a:lnTo>
                    <a:pt x="1924090" y="81438"/>
                  </a:lnTo>
                  <a:lnTo>
                    <a:pt x="1959721" y="138078"/>
                  </a:lnTo>
                  <a:lnTo>
                    <a:pt x="1995353" y="193501"/>
                  </a:lnTo>
                  <a:lnTo>
                    <a:pt x="2030984" y="247752"/>
                  </a:lnTo>
                  <a:lnTo>
                    <a:pt x="2066615" y="300876"/>
                  </a:lnTo>
                  <a:lnTo>
                    <a:pt x="2102247" y="352915"/>
                  </a:lnTo>
                  <a:lnTo>
                    <a:pt x="2137878" y="403910"/>
                  </a:lnTo>
                  <a:lnTo>
                    <a:pt x="2173509" y="453902"/>
                  </a:lnTo>
                  <a:lnTo>
                    <a:pt x="2209141" y="502929"/>
                  </a:lnTo>
                  <a:lnTo>
                    <a:pt x="2244772" y="551028"/>
                  </a:lnTo>
                  <a:lnTo>
                    <a:pt x="2280403" y="598235"/>
                  </a:lnTo>
                  <a:lnTo>
                    <a:pt x="2316034" y="644585"/>
                  </a:lnTo>
                  <a:lnTo>
                    <a:pt x="2351666" y="690110"/>
                  </a:lnTo>
                  <a:lnTo>
                    <a:pt x="2387297" y="734843"/>
                  </a:lnTo>
                  <a:lnTo>
                    <a:pt x="2422928" y="778812"/>
                  </a:lnTo>
                  <a:lnTo>
                    <a:pt x="2458560" y="822048"/>
                  </a:lnTo>
                  <a:lnTo>
                    <a:pt x="2494191" y="864578"/>
                  </a:lnTo>
                  <a:lnTo>
                    <a:pt x="2529822" y="906427"/>
                  </a:lnTo>
                  <a:lnTo>
                    <a:pt x="2565454" y="947620"/>
                  </a:lnTo>
                  <a:lnTo>
                    <a:pt x="2601085" y="988181"/>
                  </a:lnTo>
                  <a:lnTo>
                    <a:pt x="2636716" y="1028132"/>
                  </a:lnTo>
                  <a:lnTo>
                    <a:pt x="2672348" y="1067494"/>
                  </a:lnTo>
                  <a:lnTo>
                    <a:pt x="2707979" y="1106287"/>
                  </a:lnTo>
                  <a:lnTo>
                    <a:pt x="2743610" y="1144529"/>
                  </a:lnTo>
                  <a:lnTo>
                    <a:pt x="2779241" y="1182237"/>
                  </a:lnTo>
                  <a:lnTo>
                    <a:pt x="2814873" y="1219427"/>
                  </a:lnTo>
                  <a:lnTo>
                    <a:pt x="2850504" y="1256115"/>
                  </a:lnTo>
                  <a:lnTo>
                    <a:pt x="2886135" y="1292314"/>
                  </a:lnTo>
                  <a:lnTo>
                    <a:pt x="2921767" y="1328037"/>
                  </a:lnTo>
                  <a:lnTo>
                    <a:pt x="2957398" y="1363297"/>
                  </a:lnTo>
                  <a:lnTo>
                    <a:pt x="2993029" y="1398104"/>
                  </a:lnTo>
                  <a:lnTo>
                    <a:pt x="3028661" y="1432468"/>
                  </a:lnTo>
                  <a:lnTo>
                    <a:pt x="3064292" y="1466398"/>
                  </a:lnTo>
                  <a:lnTo>
                    <a:pt x="3099923" y="1499902"/>
                  </a:lnTo>
                  <a:lnTo>
                    <a:pt x="3135555" y="1532989"/>
                  </a:lnTo>
                  <a:lnTo>
                    <a:pt x="3171186" y="1565664"/>
                  </a:lnTo>
                  <a:lnTo>
                    <a:pt x="3206817" y="1597934"/>
                  </a:lnTo>
                  <a:lnTo>
                    <a:pt x="3242448" y="1629804"/>
                  </a:lnTo>
                  <a:lnTo>
                    <a:pt x="3278080" y="1661277"/>
                  </a:lnTo>
                  <a:lnTo>
                    <a:pt x="3313711" y="1692359"/>
                  </a:lnTo>
                  <a:lnTo>
                    <a:pt x="3349342" y="1723052"/>
                  </a:lnTo>
                  <a:lnTo>
                    <a:pt x="3384974" y="1753360"/>
                  </a:lnTo>
                  <a:lnTo>
                    <a:pt x="3420605" y="1783283"/>
                  </a:lnTo>
                  <a:lnTo>
                    <a:pt x="3456236" y="1812825"/>
                  </a:lnTo>
                  <a:lnTo>
                    <a:pt x="3491868" y="1841985"/>
                  </a:lnTo>
                  <a:lnTo>
                    <a:pt x="3527499" y="1870754"/>
                  </a:lnTo>
                  <a:lnTo>
                    <a:pt x="3563130" y="1899099"/>
                  </a:lnTo>
                  <a:lnTo>
                    <a:pt x="3598762" y="1926986"/>
                  </a:lnTo>
                  <a:lnTo>
                    <a:pt x="3634393" y="1954384"/>
                  </a:lnTo>
                  <a:lnTo>
                    <a:pt x="3670024" y="1981267"/>
                  </a:lnTo>
                  <a:lnTo>
                    <a:pt x="3705655" y="2007610"/>
                  </a:lnTo>
                  <a:lnTo>
                    <a:pt x="3741287" y="2033391"/>
                  </a:lnTo>
                  <a:lnTo>
                    <a:pt x="3776918" y="2058592"/>
                  </a:lnTo>
                  <a:lnTo>
                    <a:pt x="3812549" y="2083198"/>
                  </a:lnTo>
                  <a:lnTo>
                    <a:pt x="3848181" y="2107196"/>
                  </a:lnTo>
                  <a:lnTo>
                    <a:pt x="3883812" y="2130574"/>
                  </a:lnTo>
                  <a:lnTo>
                    <a:pt x="3919443" y="2153324"/>
                  </a:lnTo>
                  <a:lnTo>
                    <a:pt x="3955075" y="2175440"/>
                  </a:lnTo>
                  <a:lnTo>
                    <a:pt x="3990706" y="2196918"/>
                  </a:lnTo>
                  <a:lnTo>
                    <a:pt x="4026337" y="2217756"/>
                  </a:lnTo>
                  <a:lnTo>
                    <a:pt x="4061968" y="2237952"/>
                  </a:lnTo>
                  <a:lnTo>
                    <a:pt x="4097600" y="2257509"/>
                  </a:lnTo>
                  <a:lnTo>
                    <a:pt x="4133231" y="2276427"/>
                  </a:lnTo>
                  <a:lnTo>
                    <a:pt x="4168862" y="2292597"/>
                  </a:lnTo>
                  <a:lnTo>
                    <a:pt x="4204494" y="2295183"/>
                  </a:lnTo>
                  <a:lnTo>
                    <a:pt x="4240125" y="2297721"/>
                  </a:lnTo>
                  <a:lnTo>
                    <a:pt x="4275756" y="2300219"/>
                  </a:lnTo>
                  <a:lnTo>
                    <a:pt x="4311388" y="2302686"/>
                  </a:lnTo>
                  <a:lnTo>
                    <a:pt x="4347019" y="2305129"/>
                  </a:lnTo>
                  <a:lnTo>
                    <a:pt x="4382650" y="2307555"/>
                  </a:lnTo>
                  <a:lnTo>
                    <a:pt x="4418282" y="2309972"/>
                  </a:lnTo>
                  <a:lnTo>
                    <a:pt x="4453913" y="2312385"/>
                  </a:lnTo>
                  <a:lnTo>
                    <a:pt x="4489544" y="2314800"/>
                  </a:lnTo>
                  <a:lnTo>
                    <a:pt x="4525175" y="2317221"/>
                  </a:lnTo>
                  <a:lnTo>
                    <a:pt x="4560807" y="2319653"/>
                  </a:lnTo>
                  <a:lnTo>
                    <a:pt x="4596438" y="2322098"/>
                  </a:lnTo>
                  <a:lnTo>
                    <a:pt x="4632069" y="2324559"/>
                  </a:lnTo>
                  <a:lnTo>
                    <a:pt x="4667701" y="2327036"/>
                  </a:lnTo>
                  <a:lnTo>
                    <a:pt x="4703332" y="2329529"/>
                  </a:lnTo>
                  <a:lnTo>
                    <a:pt x="4738963" y="2332037"/>
                  </a:lnTo>
                  <a:lnTo>
                    <a:pt x="4774595" y="2334557"/>
                  </a:lnTo>
                  <a:lnTo>
                    <a:pt x="4810226" y="2337084"/>
                  </a:lnTo>
                  <a:lnTo>
                    <a:pt x="4845857" y="2339608"/>
                  </a:lnTo>
                  <a:lnTo>
                    <a:pt x="4881489" y="2342114"/>
                  </a:lnTo>
                  <a:lnTo>
                    <a:pt x="4917120" y="2344585"/>
                  </a:lnTo>
                  <a:lnTo>
                    <a:pt x="4952751" y="2347007"/>
                  </a:lnTo>
                  <a:lnTo>
                    <a:pt x="4988382" y="2349363"/>
                  </a:lnTo>
                  <a:lnTo>
                    <a:pt x="5024014" y="2351638"/>
                  </a:lnTo>
                  <a:lnTo>
                    <a:pt x="5059645" y="2353816"/>
                  </a:lnTo>
                  <a:lnTo>
                    <a:pt x="5095276" y="2355880"/>
                  </a:lnTo>
                  <a:lnTo>
                    <a:pt x="5130908" y="2357815"/>
                  </a:lnTo>
                  <a:lnTo>
                    <a:pt x="5166539" y="2359606"/>
                  </a:lnTo>
                  <a:lnTo>
                    <a:pt x="5202170" y="2361236"/>
                  </a:lnTo>
                  <a:lnTo>
                    <a:pt x="5237802" y="2362692"/>
                  </a:lnTo>
                  <a:lnTo>
                    <a:pt x="5273433" y="2363959"/>
                  </a:lnTo>
                  <a:lnTo>
                    <a:pt x="5309064" y="2365022"/>
                  </a:lnTo>
                  <a:lnTo>
                    <a:pt x="5344696" y="2365869"/>
                  </a:lnTo>
                  <a:lnTo>
                    <a:pt x="5380327" y="2366488"/>
                  </a:lnTo>
                  <a:lnTo>
                    <a:pt x="5415958" y="2366865"/>
                  </a:lnTo>
                  <a:lnTo>
                    <a:pt x="5451589" y="2366991"/>
                  </a:lnTo>
                  <a:lnTo>
                    <a:pt x="5487221" y="2366855"/>
                  </a:lnTo>
                  <a:lnTo>
                    <a:pt x="5522852" y="2366449"/>
                  </a:lnTo>
                  <a:lnTo>
                    <a:pt x="5558483" y="2365763"/>
                  </a:lnTo>
                  <a:lnTo>
                    <a:pt x="5594115" y="2364791"/>
                  </a:lnTo>
                  <a:lnTo>
                    <a:pt x="5629746" y="2363527"/>
                  </a:lnTo>
                  <a:lnTo>
                    <a:pt x="5665377" y="2361964"/>
                  </a:lnTo>
                  <a:lnTo>
                    <a:pt x="5701009" y="2360100"/>
                  </a:lnTo>
                  <a:lnTo>
                    <a:pt x="5736640" y="2357929"/>
                  </a:lnTo>
                  <a:lnTo>
                    <a:pt x="5772271" y="2355449"/>
                  </a:lnTo>
                  <a:lnTo>
                    <a:pt x="5807903" y="2352659"/>
                  </a:lnTo>
                  <a:lnTo>
                    <a:pt x="5843534" y="2349558"/>
                  </a:lnTo>
                  <a:lnTo>
                    <a:pt x="5879165" y="2346144"/>
                  </a:lnTo>
                  <a:lnTo>
                    <a:pt x="5914796" y="2342418"/>
                  </a:lnTo>
                  <a:lnTo>
                    <a:pt x="5950428" y="2338381"/>
                  </a:lnTo>
                  <a:lnTo>
                    <a:pt x="5986059" y="2334033"/>
                  </a:lnTo>
                  <a:lnTo>
                    <a:pt x="6021690" y="2329378"/>
                  </a:lnTo>
                  <a:lnTo>
                    <a:pt x="6057322" y="2324418"/>
                  </a:lnTo>
                  <a:lnTo>
                    <a:pt x="6092953" y="2319154"/>
                  </a:lnTo>
                  <a:lnTo>
                    <a:pt x="6128584" y="2313590"/>
                  </a:lnTo>
                  <a:lnTo>
                    <a:pt x="6164216" y="2307731"/>
                  </a:lnTo>
                  <a:lnTo>
                    <a:pt x="6199847" y="2301579"/>
                  </a:lnTo>
                  <a:lnTo>
                    <a:pt x="6235478" y="2295139"/>
                  </a:lnTo>
                  <a:lnTo>
                    <a:pt x="6271110" y="2288415"/>
                  </a:lnTo>
                  <a:lnTo>
                    <a:pt x="6306741" y="2281414"/>
                  </a:lnTo>
                  <a:lnTo>
                    <a:pt x="6342372" y="2274139"/>
                  </a:lnTo>
                  <a:lnTo>
                    <a:pt x="6378003" y="2266597"/>
                  </a:lnTo>
                  <a:lnTo>
                    <a:pt x="6413635" y="2258793"/>
                  </a:lnTo>
                  <a:lnTo>
                    <a:pt x="6449266" y="2250735"/>
                  </a:lnTo>
                  <a:lnTo>
                    <a:pt x="6484897" y="2242429"/>
                  </a:lnTo>
                  <a:lnTo>
                    <a:pt x="6520529" y="2233882"/>
                  </a:lnTo>
                  <a:lnTo>
                    <a:pt x="6556160" y="2225101"/>
                  </a:lnTo>
                  <a:lnTo>
                    <a:pt x="6591791" y="2216095"/>
                  </a:lnTo>
                  <a:lnTo>
                    <a:pt x="6627423" y="2206872"/>
                  </a:lnTo>
                  <a:lnTo>
                    <a:pt x="6663054" y="2197442"/>
                  </a:lnTo>
                  <a:lnTo>
                    <a:pt x="6698685" y="2187813"/>
                  </a:lnTo>
                  <a:lnTo>
                    <a:pt x="6734317" y="2177996"/>
                  </a:lnTo>
                  <a:lnTo>
                    <a:pt x="6769948" y="2167996"/>
                  </a:lnTo>
                  <a:lnTo>
                    <a:pt x="6805579" y="2157815"/>
                  </a:lnTo>
                  <a:lnTo>
                    <a:pt x="6841210" y="2147453"/>
                  </a:lnTo>
                  <a:lnTo>
                    <a:pt x="6876842" y="2136909"/>
                  </a:lnTo>
                  <a:lnTo>
                    <a:pt x="6912473" y="2126184"/>
                  </a:lnTo>
                  <a:lnTo>
                    <a:pt x="6948104" y="2115278"/>
                  </a:lnTo>
                  <a:lnTo>
                    <a:pt x="6983736" y="2104189"/>
                  </a:lnTo>
                  <a:lnTo>
                    <a:pt x="7019367" y="2092917"/>
                  </a:lnTo>
                  <a:lnTo>
                    <a:pt x="7054998" y="2081462"/>
                  </a:lnTo>
                  <a:lnTo>
                    <a:pt x="7090630" y="2069822"/>
                  </a:lnTo>
                  <a:lnTo>
                    <a:pt x="7090630" y="2824558"/>
                  </a:lnTo>
                  <a:lnTo>
                    <a:pt x="7054998" y="2821195"/>
                  </a:lnTo>
                  <a:lnTo>
                    <a:pt x="7019367" y="2817780"/>
                  </a:lnTo>
                  <a:lnTo>
                    <a:pt x="6983736" y="2814311"/>
                  </a:lnTo>
                  <a:lnTo>
                    <a:pt x="6948104" y="2810789"/>
                  </a:lnTo>
                  <a:lnTo>
                    <a:pt x="6912473" y="2807214"/>
                  </a:lnTo>
                  <a:lnTo>
                    <a:pt x="6876842" y="2803586"/>
                  </a:lnTo>
                  <a:lnTo>
                    <a:pt x="6841210" y="2799904"/>
                  </a:lnTo>
                  <a:lnTo>
                    <a:pt x="6805579" y="2796170"/>
                  </a:lnTo>
                  <a:lnTo>
                    <a:pt x="6769948" y="2792384"/>
                  </a:lnTo>
                  <a:lnTo>
                    <a:pt x="6734317" y="2788546"/>
                  </a:lnTo>
                  <a:lnTo>
                    <a:pt x="6698685" y="2784656"/>
                  </a:lnTo>
                  <a:lnTo>
                    <a:pt x="6663054" y="2780717"/>
                  </a:lnTo>
                  <a:lnTo>
                    <a:pt x="6627423" y="2776730"/>
                  </a:lnTo>
                  <a:lnTo>
                    <a:pt x="6591791" y="2772695"/>
                  </a:lnTo>
                  <a:lnTo>
                    <a:pt x="6556160" y="2768615"/>
                  </a:lnTo>
                  <a:lnTo>
                    <a:pt x="6520529" y="2764491"/>
                  </a:lnTo>
                  <a:lnTo>
                    <a:pt x="6484897" y="2760325"/>
                  </a:lnTo>
                  <a:lnTo>
                    <a:pt x="6449266" y="2756120"/>
                  </a:lnTo>
                  <a:lnTo>
                    <a:pt x="6413635" y="2751877"/>
                  </a:lnTo>
                  <a:lnTo>
                    <a:pt x="6378003" y="2747598"/>
                  </a:lnTo>
                  <a:lnTo>
                    <a:pt x="6342372" y="2743286"/>
                  </a:lnTo>
                  <a:lnTo>
                    <a:pt x="6306741" y="2738943"/>
                  </a:lnTo>
                  <a:lnTo>
                    <a:pt x="6271110" y="2734573"/>
                  </a:lnTo>
                  <a:lnTo>
                    <a:pt x="6235478" y="2730176"/>
                  </a:lnTo>
                  <a:lnTo>
                    <a:pt x="6199847" y="2725757"/>
                  </a:lnTo>
                  <a:lnTo>
                    <a:pt x="6164216" y="2721318"/>
                  </a:lnTo>
                  <a:lnTo>
                    <a:pt x="6128584" y="2716861"/>
                  </a:lnTo>
                  <a:lnTo>
                    <a:pt x="6092953" y="2712389"/>
                  </a:lnTo>
                  <a:lnTo>
                    <a:pt x="6057322" y="2707905"/>
                  </a:lnTo>
                  <a:lnTo>
                    <a:pt x="6021690" y="2703412"/>
                  </a:lnTo>
                  <a:lnTo>
                    <a:pt x="5986059" y="2698911"/>
                  </a:lnTo>
                  <a:lnTo>
                    <a:pt x="5950428" y="2694405"/>
                  </a:lnTo>
                  <a:lnTo>
                    <a:pt x="5914796" y="2689895"/>
                  </a:lnTo>
                  <a:lnTo>
                    <a:pt x="5879165" y="2685384"/>
                  </a:lnTo>
                  <a:lnTo>
                    <a:pt x="5843534" y="2680872"/>
                  </a:lnTo>
                  <a:lnTo>
                    <a:pt x="5807903" y="2676360"/>
                  </a:lnTo>
                  <a:lnTo>
                    <a:pt x="5772271" y="2671849"/>
                  </a:lnTo>
                  <a:lnTo>
                    <a:pt x="5736640" y="2667337"/>
                  </a:lnTo>
                  <a:lnTo>
                    <a:pt x="5701009" y="2662823"/>
                  </a:lnTo>
                  <a:lnTo>
                    <a:pt x="5665377" y="2658306"/>
                  </a:lnTo>
                  <a:lnTo>
                    <a:pt x="5629746" y="2653783"/>
                  </a:lnTo>
                  <a:lnTo>
                    <a:pt x="5594115" y="2649249"/>
                  </a:lnTo>
                  <a:lnTo>
                    <a:pt x="5558483" y="2644701"/>
                  </a:lnTo>
                  <a:lnTo>
                    <a:pt x="5522852" y="2640131"/>
                  </a:lnTo>
                  <a:lnTo>
                    <a:pt x="5487221" y="2635534"/>
                  </a:lnTo>
                  <a:lnTo>
                    <a:pt x="5451589" y="2630901"/>
                  </a:lnTo>
                  <a:lnTo>
                    <a:pt x="5415958" y="2626223"/>
                  </a:lnTo>
                  <a:lnTo>
                    <a:pt x="5380327" y="2621489"/>
                  </a:lnTo>
                  <a:lnTo>
                    <a:pt x="5344696" y="2616688"/>
                  </a:lnTo>
                  <a:lnTo>
                    <a:pt x="5309064" y="2611806"/>
                  </a:lnTo>
                  <a:lnTo>
                    <a:pt x="5273433" y="2606830"/>
                  </a:lnTo>
                  <a:lnTo>
                    <a:pt x="5237802" y="2601744"/>
                  </a:lnTo>
                  <a:lnTo>
                    <a:pt x="5202170" y="2596532"/>
                  </a:lnTo>
                  <a:lnTo>
                    <a:pt x="5166539" y="2591176"/>
                  </a:lnTo>
                  <a:lnTo>
                    <a:pt x="5130908" y="2585657"/>
                  </a:lnTo>
                  <a:lnTo>
                    <a:pt x="5095276" y="2579956"/>
                  </a:lnTo>
                  <a:lnTo>
                    <a:pt x="5059645" y="2574050"/>
                  </a:lnTo>
                  <a:lnTo>
                    <a:pt x="5024014" y="2567918"/>
                  </a:lnTo>
                  <a:lnTo>
                    <a:pt x="4988382" y="2561536"/>
                  </a:lnTo>
                  <a:lnTo>
                    <a:pt x="4952751" y="2554880"/>
                  </a:lnTo>
                  <a:lnTo>
                    <a:pt x="4917120" y="2547923"/>
                  </a:lnTo>
                  <a:lnTo>
                    <a:pt x="4881489" y="2540638"/>
                  </a:lnTo>
                  <a:lnTo>
                    <a:pt x="4845857" y="2532997"/>
                  </a:lnTo>
                  <a:lnTo>
                    <a:pt x="4810226" y="2524970"/>
                  </a:lnTo>
                  <a:lnTo>
                    <a:pt x="4774595" y="2516525"/>
                  </a:lnTo>
                  <a:lnTo>
                    <a:pt x="4738963" y="2507638"/>
                  </a:lnTo>
                  <a:lnTo>
                    <a:pt x="4703332" y="2498293"/>
                  </a:lnTo>
                  <a:lnTo>
                    <a:pt x="4667701" y="2488478"/>
                  </a:lnTo>
                  <a:lnTo>
                    <a:pt x="4632069" y="2478178"/>
                  </a:lnTo>
                  <a:lnTo>
                    <a:pt x="4596438" y="2467381"/>
                  </a:lnTo>
                  <a:lnTo>
                    <a:pt x="4560807" y="2456074"/>
                  </a:lnTo>
                  <a:lnTo>
                    <a:pt x="4525175" y="2444244"/>
                  </a:lnTo>
                  <a:lnTo>
                    <a:pt x="4489544" y="2431878"/>
                  </a:lnTo>
                  <a:lnTo>
                    <a:pt x="4453913" y="2418966"/>
                  </a:lnTo>
                  <a:lnTo>
                    <a:pt x="4418282" y="2405495"/>
                  </a:lnTo>
                  <a:lnTo>
                    <a:pt x="4382650" y="2391455"/>
                  </a:lnTo>
                  <a:lnTo>
                    <a:pt x="4347019" y="2376835"/>
                  </a:lnTo>
                  <a:lnTo>
                    <a:pt x="4311388" y="2361626"/>
                  </a:lnTo>
                  <a:lnTo>
                    <a:pt x="4275756" y="2345817"/>
                  </a:lnTo>
                  <a:lnTo>
                    <a:pt x="4240125" y="2329400"/>
                  </a:lnTo>
                  <a:lnTo>
                    <a:pt x="4204494" y="2312367"/>
                  </a:lnTo>
                  <a:lnTo>
                    <a:pt x="4168862" y="2294712"/>
                  </a:lnTo>
                  <a:lnTo>
                    <a:pt x="4133231" y="2289954"/>
                  </a:lnTo>
                  <a:lnTo>
                    <a:pt x="4097600" y="2287244"/>
                  </a:lnTo>
                  <a:lnTo>
                    <a:pt x="4061968" y="2284457"/>
                  </a:lnTo>
                  <a:lnTo>
                    <a:pt x="4026337" y="2281584"/>
                  </a:lnTo>
                  <a:lnTo>
                    <a:pt x="3990706" y="2278613"/>
                  </a:lnTo>
                  <a:lnTo>
                    <a:pt x="3955075" y="2275534"/>
                  </a:lnTo>
                  <a:lnTo>
                    <a:pt x="3919443" y="2272336"/>
                  </a:lnTo>
                  <a:lnTo>
                    <a:pt x="3883812" y="2269008"/>
                  </a:lnTo>
                  <a:lnTo>
                    <a:pt x="3848181" y="2265536"/>
                  </a:lnTo>
                  <a:lnTo>
                    <a:pt x="3812549" y="2261910"/>
                  </a:lnTo>
                  <a:lnTo>
                    <a:pt x="3776918" y="2258118"/>
                  </a:lnTo>
                  <a:lnTo>
                    <a:pt x="3741287" y="2254145"/>
                  </a:lnTo>
                  <a:lnTo>
                    <a:pt x="3705655" y="2249979"/>
                  </a:lnTo>
                  <a:lnTo>
                    <a:pt x="3670024" y="2245608"/>
                  </a:lnTo>
                  <a:lnTo>
                    <a:pt x="3634393" y="2241016"/>
                  </a:lnTo>
                  <a:lnTo>
                    <a:pt x="3598762" y="2236191"/>
                  </a:lnTo>
                  <a:lnTo>
                    <a:pt x="3563130" y="2231117"/>
                  </a:lnTo>
                  <a:lnTo>
                    <a:pt x="3527499" y="2225780"/>
                  </a:lnTo>
                  <a:lnTo>
                    <a:pt x="3491868" y="2220165"/>
                  </a:lnTo>
                  <a:lnTo>
                    <a:pt x="3456236" y="2214258"/>
                  </a:lnTo>
                  <a:lnTo>
                    <a:pt x="3420605" y="2208054"/>
                  </a:lnTo>
                  <a:lnTo>
                    <a:pt x="3384974" y="2201553"/>
                  </a:lnTo>
                  <a:lnTo>
                    <a:pt x="3349342" y="2194755"/>
                  </a:lnTo>
                  <a:lnTo>
                    <a:pt x="3313711" y="2187659"/>
                  </a:lnTo>
                  <a:lnTo>
                    <a:pt x="3278080" y="2180265"/>
                  </a:lnTo>
                  <a:lnTo>
                    <a:pt x="3242448" y="2172573"/>
                  </a:lnTo>
                  <a:lnTo>
                    <a:pt x="3206817" y="2164582"/>
                  </a:lnTo>
                  <a:lnTo>
                    <a:pt x="3171186" y="2156292"/>
                  </a:lnTo>
                  <a:lnTo>
                    <a:pt x="3135555" y="2147702"/>
                  </a:lnTo>
                  <a:lnTo>
                    <a:pt x="3099923" y="2138813"/>
                  </a:lnTo>
                  <a:lnTo>
                    <a:pt x="3064292" y="2129623"/>
                  </a:lnTo>
                  <a:lnTo>
                    <a:pt x="3028661" y="2120134"/>
                  </a:lnTo>
                  <a:lnTo>
                    <a:pt x="2993029" y="2110344"/>
                  </a:lnTo>
                  <a:lnTo>
                    <a:pt x="2957398" y="2100254"/>
                  </a:lnTo>
                  <a:lnTo>
                    <a:pt x="2921767" y="2089864"/>
                  </a:lnTo>
                  <a:lnTo>
                    <a:pt x="2886135" y="2079174"/>
                  </a:lnTo>
                  <a:lnTo>
                    <a:pt x="2850504" y="2068184"/>
                  </a:lnTo>
                  <a:lnTo>
                    <a:pt x="2814873" y="2056896"/>
                  </a:lnTo>
                  <a:lnTo>
                    <a:pt x="2779241" y="2045310"/>
                  </a:lnTo>
                  <a:lnTo>
                    <a:pt x="2743610" y="2033428"/>
                  </a:lnTo>
                  <a:lnTo>
                    <a:pt x="2707979" y="2021249"/>
                  </a:lnTo>
                  <a:lnTo>
                    <a:pt x="2672348" y="2008776"/>
                  </a:lnTo>
                  <a:lnTo>
                    <a:pt x="2636716" y="1996010"/>
                  </a:lnTo>
                  <a:lnTo>
                    <a:pt x="2601085" y="1982954"/>
                  </a:lnTo>
                  <a:lnTo>
                    <a:pt x="2565454" y="1969609"/>
                  </a:lnTo>
                  <a:lnTo>
                    <a:pt x="2529822" y="1955979"/>
                  </a:lnTo>
                  <a:lnTo>
                    <a:pt x="2494191" y="1942065"/>
                  </a:lnTo>
                  <a:lnTo>
                    <a:pt x="2458560" y="1927871"/>
                  </a:lnTo>
                  <a:lnTo>
                    <a:pt x="2422928" y="1913400"/>
                  </a:lnTo>
                  <a:lnTo>
                    <a:pt x="2387297" y="1898656"/>
                  </a:lnTo>
                  <a:lnTo>
                    <a:pt x="2351666" y="1883643"/>
                  </a:lnTo>
                  <a:lnTo>
                    <a:pt x="2316034" y="1868365"/>
                  </a:lnTo>
                  <a:lnTo>
                    <a:pt x="2280403" y="1852826"/>
                  </a:lnTo>
                  <a:lnTo>
                    <a:pt x="2244772" y="1837032"/>
                  </a:lnTo>
                  <a:lnTo>
                    <a:pt x="2209141" y="1820988"/>
                  </a:lnTo>
                  <a:lnTo>
                    <a:pt x="2173509" y="1804699"/>
                  </a:lnTo>
                  <a:lnTo>
                    <a:pt x="2137878" y="1788171"/>
                  </a:lnTo>
                  <a:lnTo>
                    <a:pt x="2102247" y="1771409"/>
                  </a:lnTo>
                  <a:lnTo>
                    <a:pt x="2066615" y="1754420"/>
                  </a:lnTo>
                  <a:lnTo>
                    <a:pt x="2030984" y="1737211"/>
                  </a:lnTo>
                  <a:lnTo>
                    <a:pt x="1995353" y="1719787"/>
                  </a:lnTo>
                  <a:lnTo>
                    <a:pt x="1959721" y="1702156"/>
                  </a:lnTo>
                  <a:lnTo>
                    <a:pt x="1924090" y="1684324"/>
                  </a:lnTo>
                  <a:lnTo>
                    <a:pt x="1888459" y="1666299"/>
                  </a:lnTo>
                  <a:lnTo>
                    <a:pt x="1852827" y="1648087"/>
                  </a:lnTo>
                  <a:lnTo>
                    <a:pt x="1817196" y="1629695"/>
                  </a:lnTo>
                  <a:lnTo>
                    <a:pt x="1781565" y="1611131"/>
                  </a:lnTo>
                  <a:lnTo>
                    <a:pt x="1745934" y="1592402"/>
                  </a:lnTo>
                  <a:lnTo>
                    <a:pt x="1710302" y="1573514"/>
                  </a:lnTo>
                  <a:lnTo>
                    <a:pt x="1674671" y="1554475"/>
                  </a:lnTo>
                  <a:lnTo>
                    <a:pt x="1639040" y="1535291"/>
                  </a:lnTo>
                  <a:lnTo>
                    <a:pt x="1603408" y="1515969"/>
                  </a:lnTo>
                  <a:lnTo>
                    <a:pt x="1567777" y="1496515"/>
                  </a:lnTo>
                  <a:lnTo>
                    <a:pt x="1532146" y="1476936"/>
                  </a:lnTo>
                  <a:lnTo>
                    <a:pt x="1496514" y="1457237"/>
                  </a:lnTo>
                  <a:lnTo>
                    <a:pt x="1460883" y="1437423"/>
                  </a:lnTo>
                  <a:lnTo>
                    <a:pt x="1425252" y="1417501"/>
                  </a:lnTo>
                  <a:lnTo>
                    <a:pt x="1389620" y="1397474"/>
                  </a:lnTo>
                  <a:lnTo>
                    <a:pt x="1353989" y="1377349"/>
                  </a:lnTo>
                  <a:lnTo>
                    <a:pt x="1318358" y="1357127"/>
                  </a:lnTo>
                  <a:lnTo>
                    <a:pt x="1282727" y="1336814"/>
                  </a:lnTo>
                  <a:lnTo>
                    <a:pt x="1247095" y="1316412"/>
                  </a:lnTo>
                  <a:lnTo>
                    <a:pt x="1211464" y="1295924"/>
                  </a:lnTo>
                  <a:lnTo>
                    <a:pt x="1175833" y="1275353"/>
                  </a:lnTo>
                  <a:lnTo>
                    <a:pt x="1140201" y="1254699"/>
                  </a:lnTo>
                  <a:lnTo>
                    <a:pt x="1104570" y="1233965"/>
                  </a:lnTo>
                  <a:lnTo>
                    <a:pt x="1068939" y="1213152"/>
                  </a:lnTo>
                  <a:lnTo>
                    <a:pt x="1033307" y="1192258"/>
                  </a:lnTo>
                  <a:lnTo>
                    <a:pt x="997676" y="1171285"/>
                  </a:lnTo>
                  <a:lnTo>
                    <a:pt x="962045" y="1150231"/>
                  </a:lnTo>
                  <a:lnTo>
                    <a:pt x="926413" y="1129094"/>
                  </a:lnTo>
                  <a:lnTo>
                    <a:pt x="890782" y="1107872"/>
                  </a:lnTo>
                  <a:lnTo>
                    <a:pt x="855151" y="1086562"/>
                  </a:lnTo>
                  <a:lnTo>
                    <a:pt x="819520" y="1065163"/>
                  </a:lnTo>
                  <a:lnTo>
                    <a:pt x="783888" y="1043672"/>
                  </a:lnTo>
                  <a:lnTo>
                    <a:pt x="748257" y="1022086"/>
                  </a:lnTo>
                  <a:lnTo>
                    <a:pt x="712626" y="1000403"/>
                  </a:lnTo>
                  <a:lnTo>
                    <a:pt x="676994" y="978621"/>
                  </a:lnTo>
                  <a:lnTo>
                    <a:pt x="641363" y="956736"/>
                  </a:lnTo>
                  <a:lnTo>
                    <a:pt x="605732" y="934747"/>
                  </a:lnTo>
                  <a:lnTo>
                    <a:pt x="570100" y="912651"/>
                  </a:lnTo>
                  <a:lnTo>
                    <a:pt x="534469" y="890446"/>
                  </a:lnTo>
                  <a:lnTo>
                    <a:pt x="498838" y="868128"/>
                  </a:lnTo>
                  <a:lnTo>
                    <a:pt x="463206" y="845696"/>
                  </a:lnTo>
                  <a:lnTo>
                    <a:pt x="427575" y="823147"/>
                  </a:lnTo>
                  <a:lnTo>
                    <a:pt x="391944" y="800478"/>
                  </a:lnTo>
                  <a:lnTo>
                    <a:pt x="356313" y="777687"/>
                  </a:lnTo>
                  <a:lnTo>
                    <a:pt x="320681" y="754772"/>
                  </a:lnTo>
                  <a:lnTo>
                    <a:pt x="285050" y="731729"/>
                  </a:lnTo>
                  <a:lnTo>
                    <a:pt x="249419" y="708558"/>
                  </a:lnTo>
                  <a:lnTo>
                    <a:pt x="213787" y="685254"/>
                  </a:lnTo>
                  <a:lnTo>
                    <a:pt x="178156" y="661815"/>
                  </a:lnTo>
                  <a:lnTo>
                    <a:pt x="142525" y="638240"/>
                  </a:lnTo>
                  <a:lnTo>
                    <a:pt x="106893" y="614525"/>
                  </a:lnTo>
                  <a:lnTo>
                    <a:pt x="71262" y="590669"/>
                  </a:lnTo>
                  <a:lnTo>
                    <a:pt x="35631" y="566668"/>
                  </a:lnTo>
                  <a:lnTo>
                    <a:pt x="0" y="542520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46347" y="2571315"/>
              <a:ext cx="5216332" cy="2366991"/>
            </a:xfrm>
            <a:custGeom>
              <a:avLst/>
              <a:pathLst>
                <a:path w="5216332" h="2366991">
                  <a:moveTo>
                    <a:pt x="0" y="0"/>
                  </a:moveTo>
                  <a:lnTo>
                    <a:pt x="14161" y="23534"/>
                  </a:lnTo>
                  <a:lnTo>
                    <a:pt x="49792" y="81438"/>
                  </a:lnTo>
                  <a:lnTo>
                    <a:pt x="85423" y="138078"/>
                  </a:lnTo>
                  <a:lnTo>
                    <a:pt x="121055" y="193501"/>
                  </a:lnTo>
                  <a:lnTo>
                    <a:pt x="156686" y="247752"/>
                  </a:lnTo>
                  <a:lnTo>
                    <a:pt x="192317" y="300876"/>
                  </a:lnTo>
                  <a:lnTo>
                    <a:pt x="227949" y="352915"/>
                  </a:lnTo>
                  <a:lnTo>
                    <a:pt x="263580" y="403910"/>
                  </a:lnTo>
                  <a:lnTo>
                    <a:pt x="299211" y="453902"/>
                  </a:lnTo>
                  <a:lnTo>
                    <a:pt x="334843" y="502929"/>
                  </a:lnTo>
                  <a:lnTo>
                    <a:pt x="370474" y="551028"/>
                  </a:lnTo>
                  <a:lnTo>
                    <a:pt x="406105" y="598235"/>
                  </a:lnTo>
                  <a:lnTo>
                    <a:pt x="441737" y="644585"/>
                  </a:lnTo>
                  <a:lnTo>
                    <a:pt x="477368" y="690110"/>
                  </a:lnTo>
                  <a:lnTo>
                    <a:pt x="512999" y="734843"/>
                  </a:lnTo>
                  <a:lnTo>
                    <a:pt x="548630" y="778812"/>
                  </a:lnTo>
                  <a:lnTo>
                    <a:pt x="584262" y="822048"/>
                  </a:lnTo>
                  <a:lnTo>
                    <a:pt x="619893" y="864578"/>
                  </a:lnTo>
                  <a:lnTo>
                    <a:pt x="655524" y="906427"/>
                  </a:lnTo>
                  <a:lnTo>
                    <a:pt x="691156" y="947620"/>
                  </a:lnTo>
                  <a:lnTo>
                    <a:pt x="726787" y="988181"/>
                  </a:lnTo>
                  <a:lnTo>
                    <a:pt x="762418" y="1028132"/>
                  </a:lnTo>
                  <a:lnTo>
                    <a:pt x="798050" y="1067494"/>
                  </a:lnTo>
                  <a:lnTo>
                    <a:pt x="833681" y="1106287"/>
                  </a:lnTo>
                  <a:lnTo>
                    <a:pt x="869312" y="1144529"/>
                  </a:lnTo>
                  <a:lnTo>
                    <a:pt x="904944" y="1182237"/>
                  </a:lnTo>
                  <a:lnTo>
                    <a:pt x="940575" y="1219427"/>
                  </a:lnTo>
                  <a:lnTo>
                    <a:pt x="976206" y="1256115"/>
                  </a:lnTo>
                  <a:lnTo>
                    <a:pt x="1011837" y="1292314"/>
                  </a:lnTo>
                  <a:lnTo>
                    <a:pt x="1047469" y="1328037"/>
                  </a:lnTo>
                  <a:lnTo>
                    <a:pt x="1083100" y="1363297"/>
                  </a:lnTo>
                  <a:lnTo>
                    <a:pt x="1118731" y="1398104"/>
                  </a:lnTo>
                  <a:lnTo>
                    <a:pt x="1154363" y="1432468"/>
                  </a:lnTo>
                  <a:lnTo>
                    <a:pt x="1189994" y="1466398"/>
                  </a:lnTo>
                  <a:lnTo>
                    <a:pt x="1225625" y="1499902"/>
                  </a:lnTo>
                  <a:lnTo>
                    <a:pt x="1261257" y="1532989"/>
                  </a:lnTo>
                  <a:lnTo>
                    <a:pt x="1296888" y="1565664"/>
                  </a:lnTo>
                  <a:lnTo>
                    <a:pt x="1332519" y="1597934"/>
                  </a:lnTo>
                  <a:lnTo>
                    <a:pt x="1368151" y="1629804"/>
                  </a:lnTo>
                  <a:lnTo>
                    <a:pt x="1403782" y="1661277"/>
                  </a:lnTo>
                  <a:lnTo>
                    <a:pt x="1439413" y="1692359"/>
                  </a:lnTo>
                  <a:lnTo>
                    <a:pt x="1475044" y="1723052"/>
                  </a:lnTo>
                  <a:lnTo>
                    <a:pt x="1510676" y="1753360"/>
                  </a:lnTo>
                  <a:lnTo>
                    <a:pt x="1546307" y="1783283"/>
                  </a:lnTo>
                  <a:lnTo>
                    <a:pt x="1581938" y="1812825"/>
                  </a:lnTo>
                  <a:lnTo>
                    <a:pt x="1617570" y="1841985"/>
                  </a:lnTo>
                  <a:lnTo>
                    <a:pt x="1653201" y="1870754"/>
                  </a:lnTo>
                  <a:lnTo>
                    <a:pt x="1688832" y="1899099"/>
                  </a:lnTo>
                  <a:lnTo>
                    <a:pt x="1724464" y="1926986"/>
                  </a:lnTo>
                  <a:lnTo>
                    <a:pt x="1760095" y="1954384"/>
                  </a:lnTo>
                  <a:lnTo>
                    <a:pt x="1795726" y="1981267"/>
                  </a:lnTo>
                  <a:lnTo>
                    <a:pt x="1831358" y="2007610"/>
                  </a:lnTo>
                  <a:lnTo>
                    <a:pt x="1866989" y="2033391"/>
                  </a:lnTo>
                  <a:lnTo>
                    <a:pt x="1902620" y="2058592"/>
                  </a:lnTo>
                  <a:lnTo>
                    <a:pt x="1938251" y="2083198"/>
                  </a:lnTo>
                  <a:lnTo>
                    <a:pt x="1973883" y="2107196"/>
                  </a:lnTo>
                  <a:lnTo>
                    <a:pt x="2009514" y="2130574"/>
                  </a:lnTo>
                  <a:lnTo>
                    <a:pt x="2045145" y="2153324"/>
                  </a:lnTo>
                  <a:lnTo>
                    <a:pt x="2080777" y="2175440"/>
                  </a:lnTo>
                  <a:lnTo>
                    <a:pt x="2116408" y="2196918"/>
                  </a:lnTo>
                  <a:lnTo>
                    <a:pt x="2152039" y="2217756"/>
                  </a:lnTo>
                  <a:lnTo>
                    <a:pt x="2187671" y="2237952"/>
                  </a:lnTo>
                  <a:lnTo>
                    <a:pt x="2223302" y="2257509"/>
                  </a:lnTo>
                  <a:lnTo>
                    <a:pt x="2258933" y="2276427"/>
                  </a:lnTo>
                  <a:lnTo>
                    <a:pt x="2294565" y="2292597"/>
                  </a:lnTo>
                  <a:lnTo>
                    <a:pt x="2330196" y="2295183"/>
                  </a:lnTo>
                  <a:lnTo>
                    <a:pt x="2365827" y="2297721"/>
                  </a:lnTo>
                  <a:lnTo>
                    <a:pt x="2401458" y="2300219"/>
                  </a:lnTo>
                  <a:lnTo>
                    <a:pt x="2437090" y="2302686"/>
                  </a:lnTo>
                  <a:lnTo>
                    <a:pt x="2472721" y="2305129"/>
                  </a:lnTo>
                  <a:lnTo>
                    <a:pt x="2508352" y="2307555"/>
                  </a:lnTo>
                  <a:lnTo>
                    <a:pt x="2543984" y="2309972"/>
                  </a:lnTo>
                  <a:lnTo>
                    <a:pt x="2579615" y="2312385"/>
                  </a:lnTo>
                  <a:lnTo>
                    <a:pt x="2615246" y="2314800"/>
                  </a:lnTo>
                  <a:lnTo>
                    <a:pt x="2650878" y="2317221"/>
                  </a:lnTo>
                  <a:lnTo>
                    <a:pt x="2686509" y="2319653"/>
                  </a:lnTo>
                  <a:lnTo>
                    <a:pt x="2722140" y="2322098"/>
                  </a:lnTo>
                  <a:lnTo>
                    <a:pt x="2757772" y="2324559"/>
                  </a:lnTo>
                  <a:lnTo>
                    <a:pt x="2793403" y="2327036"/>
                  </a:lnTo>
                  <a:lnTo>
                    <a:pt x="2829034" y="2329529"/>
                  </a:lnTo>
                  <a:lnTo>
                    <a:pt x="2864665" y="2332037"/>
                  </a:lnTo>
                  <a:lnTo>
                    <a:pt x="2900297" y="2334557"/>
                  </a:lnTo>
                  <a:lnTo>
                    <a:pt x="2935928" y="2337084"/>
                  </a:lnTo>
                  <a:lnTo>
                    <a:pt x="2971559" y="2339608"/>
                  </a:lnTo>
                  <a:lnTo>
                    <a:pt x="3007191" y="2342114"/>
                  </a:lnTo>
                  <a:lnTo>
                    <a:pt x="3042822" y="2344585"/>
                  </a:lnTo>
                  <a:lnTo>
                    <a:pt x="3078453" y="2347007"/>
                  </a:lnTo>
                  <a:lnTo>
                    <a:pt x="3114085" y="2349363"/>
                  </a:lnTo>
                  <a:lnTo>
                    <a:pt x="3149716" y="2351638"/>
                  </a:lnTo>
                  <a:lnTo>
                    <a:pt x="3185347" y="2353816"/>
                  </a:lnTo>
                  <a:lnTo>
                    <a:pt x="3220979" y="2355880"/>
                  </a:lnTo>
                  <a:lnTo>
                    <a:pt x="3256610" y="2357815"/>
                  </a:lnTo>
                  <a:lnTo>
                    <a:pt x="3292241" y="2359606"/>
                  </a:lnTo>
                  <a:lnTo>
                    <a:pt x="3327872" y="2361236"/>
                  </a:lnTo>
                  <a:lnTo>
                    <a:pt x="3363504" y="2362692"/>
                  </a:lnTo>
                  <a:lnTo>
                    <a:pt x="3399135" y="2363959"/>
                  </a:lnTo>
                  <a:lnTo>
                    <a:pt x="3434766" y="2365022"/>
                  </a:lnTo>
                  <a:lnTo>
                    <a:pt x="3470398" y="2365869"/>
                  </a:lnTo>
                  <a:lnTo>
                    <a:pt x="3506029" y="2366488"/>
                  </a:lnTo>
                  <a:lnTo>
                    <a:pt x="3541660" y="2366865"/>
                  </a:lnTo>
                  <a:lnTo>
                    <a:pt x="3577292" y="2366991"/>
                  </a:lnTo>
                  <a:lnTo>
                    <a:pt x="3612923" y="2366855"/>
                  </a:lnTo>
                  <a:lnTo>
                    <a:pt x="3648554" y="2366449"/>
                  </a:lnTo>
                  <a:lnTo>
                    <a:pt x="3684185" y="2365763"/>
                  </a:lnTo>
                  <a:lnTo>
                    <a:pt x="3719817" y="2364791"/>
                  </a:lnTo>
                  <a:lnTo>
                    <a:pt x="3755448" y="2363527"/>
                  </a:lnTo>
                  <a:lnTo>
                    <a:pt x="3791079" y="2361964"/>
                  </a:lnTo>
                  <a:lnTo>
                    <a:pt x="3826711" y="2360100"/>
                  </a:lnTo>
                  <a:lnTo>
                    <a:pt x="3862342" y="2357929"/>
                  </a:lnTo>
                  <a:lnTo>
                    <a:pt x="3897973" y="2355449"/>
                  </a:lnTo>
                  <a:lnTo>
                    <a:pt x="3933605" y="2352659"/>
                  </a:lnTo>
                  <a:lnTo>
                    <a:pt x="3969236" y="2349558"/>
                  </a:lnTo>
                  <a:lnTo>
                    <a:pt x="4004867" y="2346144"/>
                  </a:lnTo>
                  <a:lnTo>
                    <a:pt x="4040499" y="2342418"/>
                  </a:lnTo>
                  <a:lnTo>
                    <a:pt x="4076130" y="2338381"/>
                  </a:lnTo>
                  <a:lnTo>
                    <a:pt x="4111761" y="2334033"/>
                  </a:lnTo>
                  <a:lnTo>
                    <a:pt x="4147392" y="2329378"/>
                  </a:lnTo>
                  <a:lnTo>
                    <a:pt x="4183024" y="2324418"/>
                  </a:lnTo>
                  <a:lnTo>
                    <a:pt x="4218655" y="2319154"/>
                  </a:lnTo>
                  <a:lnTo>
                    <a:pt x="4254286" y="2313590"/>
                  </a:lnTo>
                  <a:lnTo>
                    <a:pt x="4289918" y="2307731"/>
                  </a:lnTo>
                  <a:lnTo>
                    <a:pt x="4325549" y="2301579"/>
                  </a:lnTo>
                  <a:lnTo>
                    <a:pt x="4361180" y="2295139"/>
                  </a:lnTo>
                  <a:lnTo>
                    <a:pt x="4396812" y="2288415"/>
                  </a:lnTo>
                  <a:lnTo>
                    <a:pt x="4432443" y="2281414"/>
                  </a:lnTo>
                  <a:lnTo>
                    <a:pt x="4468074" y="2274139"/>
                  </a:lnTo>
                  <a:lnTo>
                    <a:pt x="4503706" y="2266597"/>
                  </a:lnTo>
                  <a:lnTo>
                    <a:pt x="4539337" y="2258793"/>
                  </a:lnTo>
                  <a:lnTo>
                    <a:pt x="4574968" y="2250735"/>
                  </a:lnTo>
                  <a:lnTo>
                    <a:pt x="4610599" y="2242429"/>
                  </a:lnTo>
                  <a:lnTo>
                    <a:pt x="4646231" y="2233882"/>
                  </a:lnTo>
                  <a:lnTo>
                    <a:pt x="4681862" y="2225101"/>
                  </a:lnTo>
                  <a:lnTo>
                    <a:pt x="4717493" y="2216095"/>
                  </a:lnTo>
                  <a:lnTo>
                    <a:pt x="4753125" y="2206872"/>
                  </a:lnTo>
                  <a:lnTo>
                    <a:pt x="4788756" y="2197442"/>
                  </a:lnTo>
                  <a:lnTo>
                    <a:pt x="4824387" y="2187813"/>
                  </a:lnTo>
                  <a:lnTo>
                    <a:pt x="4860019" y="2177996"/>
                  </a:lnTo>
                  <a:lnTo>
                    <a:pt x="4895650" y="2167996"/>
                  </a:lnTo>
                  <a:lnTo>
                    <a:pt x="4931281" y="2157815"/>
                  </a:lnTo>
                  <a:lnTo>
                    <a:pt x="4966913" y="2147453"/>
                  </a:lnTo>
                  <a:lnTo>
                    <a:pt x="5002544" y="2136909"/>
                  </a:lnTo>
                  <a:lnTo>
                    <a:pt x="5038175" y="2126184"/>
                  </a:lnTo>
                  <a:lnTo>
                    <a:pt x="5073806" y="2115278"/>
                  </a:lnTo>
                  <a:lnTo>
                    <a:pt x="5109438" y="2104189"/>
                  </a:lnTo>
                  <a:lnTo>
                    <a:pt x="5145069" y="2092917"/>
                  </a:lnTo>
                  <a:lnTo>
                    <a:pt x="5180700" y="2081462"/>
                  </a:lnTo>
                  <a:lnTo>
                    <a:pt x="5216332" y="20698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113835"/>
              <a:ext cx="7090630" cy="2282037"/>
            </a:xfrm>
            <a:custGeom>
              <a:avLst/>
              <a:pathLst>
                <a:path w="7090630" h="2282037">
                  <a:moveTo>
                    <a:pt x="7090630" y="2282037"/>
                  </a:moveTo>
                  <a:lnTo>
                    <a:pt x="7054998" y="2278675"/>
                  </a:lnTo>
                  <a:lnTo>
                    <a:pt x="7019367" y="2275259"/>
                  </a:lnTo>
                  <a:lnTo>
                    <a:pt x="6983736" y="2271791"/>
                  </a:lnTo>
                  <a:lnTo>
                    <a:pt x="6948104" y="2268269"/>
                  </a:lnTo>
                  <a:lnTo>
                    <a:pt x="6912473" y="2264693"/>
                  </a:lnTo>
                  <a:lnTo>
                    <a:pt x="6876842" y="2261065"/>
                  </a:lnTo>
                  <a:lnTo>
                    <a:pt x="6841210" y="2257384"/>
                  </a:lnTo>
                  <a:lnTo>
                    <a:pt x="6805579" y="2253649"/>
                  </a:lnTo>
                  <a:lnTo>
                    <a:pt x="6769948" y="2249863"/>
                  </a:lnTo>
                  <a:lnTo>
                    <a:pt x="6734317" y="2246025"/>
                  </a:lnTo>
                  <a:lnTo>
                    <a:pt x="6698685" y="2242136"/>
                  </a:lnTo>
                  <a:lnTo>
                    <a:pt x="6663054" y="2238197"/>
                  </a:lnTo>
                  <a:lnTo>
                    <a:pt x="6627423" y="2234209"/>
                  </a:lnTo>
                  <a:lnTo>
                    <a:pt x="6591791" y="2230174"/>
                  </a:lnTo>
                  <a:lnTo>
                    <a:pt x="6556160" y="2226094"/>
                  </a:lnTo>
                  <a:lnTo>
                    <a:pt x="6520529" y="2221970"/>
                  </a:lnTo>
                  <a:lnTo>
                    <a:pt x="6484897" y="2217805"/>
                  </a:lnTo>
                  <a:lnTo>
                    <a:pt x="6449266" y="2213599"/>
                  </a:lnTo>
                  <a:lnTo>
                    <a:pt x="6413635" y="2209356"/>
                  </a:lnTo>
                  <a:lnTo>
                    <a:pt x="6378003" y="2205077"/>
                  </a:lnTo>
                  <a:lnTo>
                    <a:pt x="6342372" y="2200765"/>
                  </a:lnTo>
                  <a:lnTo>
                    <a:pt x="6306741" y="2196423"/>
                  </a:lnTo>
                  <a:lnTo>
                    <a:pt x="6271110" y="2192052"/>
                  </a:lnTo>
                  <a:lnTo>
                    <a:pt x="6235478" y="2187656"/>
                  </a:lnTo>
                  <a:lnTo>
                    <a:pt x="6199847" y="2183236"/>
                  </a:lnTo>
                  <a:lnTo>
                    <a:pt x="6164216" y="2178797"/>
                  </a:lnTo>
                  <a:lnTo>
                    <a:pt x="6128584" y="2174340"/>
                  </a:lnTo>
                  <a:lnTo>
                    <a:pt x="6092953" y="2169868"/>
                  </a:lnTo>
                  <a:lnTo>
                    <a:pt x="6057322" y="2165384"/>
                  </a:lnTo>
                  <a:lnTo>
                    <a:pt x="6021690" y="2160891"/>
                  </a:lnTo>
                  <a:lnTo>
                    <a:pt x="5986059" y="2156390"/>
                  </a:lnTo>
                  <a:lnTo>
                    <a:pt x="5950428" y="2151884"/>
                  </a:lnTo>
                  <a:lnTo>
                    <a:pt x="5914796" y="2147374"/>
                  </a:lnTo>
                  <a:lnTo>
                    <a:pt x="5879165" y="2142863"/>
                  </a:lnTo>
                  <a:lnTo>
                    <a:pt x="5843534" y="2138351"/>
                  </a:lnTo>
                  <a:lnTo>
                    <a:pt x="5807903" y="2133840"/>
                  </a:lnTo>
                  <a:lnTo>
                    <a:pt x="5772271" y="2129328"/>
                  </a:lnTo>
                  <a:lnTo>
                    <a:pt x="5736640" y="2124816"/>
                  </a:lnTo>
                  <a:lnTo>
                    <a:pt x="5701009" y="2120302"/>
                  </a:lnTo>
                  <a:lnTo>
                    <a:pt x="5665377" y="2115785"/>
                  </a:lnTo>
                  <a:lnTo>
                    <a:pt x="5629746" y="2111262"/>
                  </a:lnTo>
                  <a:lnTo>
                    <a:pt x="5594115" y="2106728"/>
                  </a:lnTo>
                  <a:lnTo>
                    <a:pt x="5558483" y="2102180"/>
                  </a:lnTo>
                  <a:lnTo>
                    <a:pt x="5522852" y="2097611"/>
                  </a:lnTo>
                  <a:lnTo>
                    <a:pt x="5487221" y="2093013"/>
                  </a:lnTo>
                  <a:lnTo>
                    <a:pt x="5451589" y="2088380"/>
                  </a:lnTo>
                  <a:lnTo>
                    <a:pt x="5415958" y="2083702"/>
                  </a:lnTo>
                  <a:lnTo>
                    <a:pt x="5380327" y="2078968"/>
                  </a:lnTo>
                  <a:lnTo>
                    <a:pt x="5344696" y="2074167"/>
                  </a:lnTo>
                  <a:lnTo>
                    <a:pt x="5309064" y="2069286"/>
                  </a:lnTo>
                  <a:lnTo>
                    <a:pt x="5273433" y="2064310"/>
                  </a:lnTo>
                  <a:lnTo>
                    <a:pt x="5237802" y="2059224"/>
                  </a:lnTo>
                  <a:lnTo>
                    <a:pt x="5202170" y="2054012"/>
                  </a:lnTo>
                  <a:lnTo>
                    <a:pt x="5166539" y="2048656"/>
                  </a:lnTo>
                  <a:lnTo>
                    <a:pt x="5130908" y="2043137"/>
                  </a:lnTo>
                  <a:lnTo>
                    <a:pt x="5095276" y="2037435"/>
                  </a:lnTo>
                  <a:lnTo>
                    <a:pt x="5059645" y="2031529"/>
                  </a:lnTo>
                  <a:lnTo>
                    <a:pt x="5024014" y="2025397"/>
                  </a:lnTo>
                  <a:lnTo>
                    <a:pt x="4988382" y="2019015"/>
                  </a:lnTo>
                  <a:lnTo>
                    <a:pt x="4952751" y="2012359"/>
                  </a:lnTo>
                  <a:lnTo>
                    <a:pt x="4917120" y="2005402"/>
                  </a:lnTo>
                  <a:lnTo>
                    <a:pt x="4881489" y="1998117"/>
                  </a:lnTo>
                  <a:lnTo>
                    <a:pt x="4845857" y="1990477"/>
                  </a:lnTo>
                  <a:lnTo>
                    <a:pt x="4810226" y="1982449"/>
                  </a:lnTo>
                  <a:lnTo>
                    <a:pt x="4774595" y="1974004"/>
                  </a:lnTo>
                  <a:lnTo>
                    <a:pt x="4738963" y="1965117"/>
                  </a:lnTo>
                  <a:lnTo>
                    <a:pt x="4703332" y="1955772"/>
                  </a:lnTo>
                  <a:lnTo>
                    <a:pt x="4667701" y="1945957"/>
                  </a:lnTo>
                  <a:lnTo>
                    <a:pt x="4632069" y="1935658"/>
                  </a:lnTo>
                  <a:lnTo>
                    <a:pt x="4596438" y="1924861"/>
                  </a:lnTo>
                  <a:lnTo>
                    <a:pt x="4560807" y="1913553"/>
                  </a:lnTo>
                  <a:lnTo>
                    <a:pt x="4525175" y="1901723"/>
                  </a:lnTo>
                  <a:lnTo>
                    <a:pt x="4489544" y="1889357"/>
                  </a:lnTo>
                  <a:lnTo>
                    <a:pt x="4453913" y="1876445"/>
                  </a:lnTo>
                  <a:lnTo>
                    <a:pt x="4418282" y="1862974"/>
                  </a:lnTo>
                  <a:lnTo>
                    <a:pt x="4382650" y="1848934"/>
                  </a:lnTo>
                  <a:lnTo>
                    <a:pt x="4347019" y="1834315"/>
                  </a:lnTo>
                  <a:lnTo>
                    <a:pt x="4311388" y="1819105"/>
                  </a:lnTo>
                  <a:lnTo>
                    <a:pt x="4275756" y="1803296"/>
                  </a:lnTo>
                  <a:lnTo>
                    <a:pt x="4240125" y="1786879"/>
                  </a:lnTo>
                  <a:lnTo>
                    <a:pt x="4204494" y="1769847"/>
                  </a:lnTo>
                  <a:lnTo>
                    <a:pt x="4168862" y="1752191"/>
                  </a:lnTo>
                  <a:lnTo>
                    <a:pt x="4133231" y="1747433"/>
                  </a:lnTo>
                  <a:lnTo>
                    <a:pt x="4097600" y="1744723"/>
                  </a:lnTo>
                  <a:lnTo>
                    <a:pt x="4061968" y="1741936"/>
                  </a:lnTo>
                  <a:lnTo>
                    <a:pt x="4026337" y="1739063"/>
                  </a:lnTo>
                  <a:lnTo>
                    <a:pt x="3990706" y="1736092"/>
                  </a:lnTo>
                  <a:lnTo>
                    <a:pt x="3955075" y="1733014"/>
                  </a:lnTo>
                  <a:lnTo>
                    <a:pt x="3919443" y="1729816"/>
                  </a:lnTo>
                  <a:lnTo>
                    <a:pt x="3883812" y="1726487"/>
                  </a:lnTo>
                  <a:lnTo>
                    <a:pt x="3848181" y="1723016"/>
                  </a:lnTo>
                  <a:lnTo>
                    <a:pt x="3812549" y="1719390"/>
                  </a:lnTo>
                  <a:lnTo>
                    <a:pt x="3776918" y="1715597"/>
                  </a:lnTo>
                  <a:lnTo>
                    <a:pt x="3741287" y="1711624"/>
                  </a:lnTo>
                  <a:lnTo>
                    <a:pt x="3705655" y="1707459"/>
                  </a:lnTo>
                  <a:lnTo>
                    <a:pt x="3670024" y="1703087"/>
                  </a:lnTo>
                  <a:lnTo>
                    <a:pt x="3634393" y="1698495"/>
                  </a:lnTo>
                  <a:lnTo>
                    <a:pt x="3598762" y="1693670"/>
                  </a:lnTo>
                  <a:lnTo>
                    <a:pt x="3563130" y="1688596"/>
                  </a:lnTo>
                  <a:lnTo>
                    <a:pt x="3527499" y="1683259"/>
                  </a:lnTo>
                  <a:lnTo>
                    <a:pt x="3491868" y="1677644"/>
                  </a:lnTo>
                  <a:lnTo>
                    <a:pt x="3456236" y="1671737"/>
                  </a:lnTo>
                  <a:lnTo>
                    <a:pt x="3420605" y="1665533"/>
                  </a:lnTo>
                  <a:lnTo>
                    <a:pt x="3384974" y="1659032"/>
                  </a:lnTo>
                  <a:lnTo>
                    <a:pt x="3349342" y="1652234"/>
                  </a:lnTo>
                  <a:lnTo>
                    <a:pt x="3313711" y="1645138"/>
                  </a:lnTo>
                  <a:lnTo>
                    <a:pt x="3278080" y="1637744"/>
                  </a:lnTo>
                  <a:lnTo>
                    <a:pt x="3242448" y="1630052"/>
                  </a:lnTo>
                  <a:lnTo>
                    <a:pt x="3206817" y="1622061"/>
                  </a:lnTo>
                  <a:lnTo>
                    <a:pt x="3171186" y="1613771"/>
                  </a:lnTo>
                  <a:lnTo>
                    <a:pt x="3135555" y="1605181"/>
                  </a:lnTo>
                  <a:lnTo>
                    <a:pt x="3099923" y="1596292"/>
                  </a:lnTo>
                  <a:lnTo>
                    <a:pt x="3064292" y="1587102"/>
                  </a:lnTo>
                  <a:lnTo>
                    <a:pt x="3028661" y="1577613"/>
                  </a:lnTo>
                  <a:lnTo>
                    <a:pt x="2993029" y="1567823"/>
                  </a:lnTo>
                  <a:lnTo>
                    <a:pt x="2957398" y="1557733"/>
                  </a:lnTo>
                  <a:lnTo>
                    <a:pt x="2921767" y="1547343"/>
                  </a:lnTo>
                  <a:lnTo>
                    <a:pt x="2886135" y="1536653"/>
                  </a:lnTo>
                  <a:lnTo>
                    <a:pt x="2850504" y="1525664"/>
                  </a:lnTo>
                  <a:lnTo>
                    <a:pt x="2814873" y="1514376"/>
                  </a:lnTo>
                  <a:lnTo>
                    <a:pt x="2779241" y="1502790"/>
                  </a:lnTo>
                  <a:lnTo>
                    <a:pt x="2743610" y="1490907"/>
                  </a:lnTo>
                  <a:lnTo>
                    <a:pt x="2707979" y="1478728"/>
                  </a:lnTo>
                  <a:lnTo>
                    <a:pt x="2672348" y="1466255"/>
                  </a:lnTo>
                  <a:lnTo>
                    <a:pt x="2636716" y="1453490"/>
                  </a:lnTo>
                  <a:lnTo>
                    <a:pt x="2601085" y="1440433"/>
                  </a:lnTo>
                  <a:lnTo>
                    <a:pt x="2565454" y="1427089"/>
                  </a:lnTo>
                  <a:lnTo>
                    <a:pt x="2529822" y="1413458"/>
                  </a:lnTo>
                  <a:lnTo>
                    <a:pt x="2494191" y="1399544"/>
                  </a:lnTo>
                  <a:lnTo>
                    <a:pt x="2458560" y="1385350"/>
                  </a:lnTo>
                  <a:lnTo>
                    <a:pt x="2422928" y="1370879"/>
                  </a:lnTo>
                  <a:lnTo>
                    <a:pt x="2387297" y="1356135"/>
                  </a:lnTo>
                  <a:lnTo>
                    <a:pt x="2351666" y="1341122"/>
                  </a:lnTo>
                  <a:lnTo>
                    <a:pt x="2316034" y="1325844"/>
                  </a:lnTo>
                  <a:lnTo>
                    <a:pt x="2280403" y="1310306"/>
                  </a:lnTo>
                  <a:lnTo>
                    <a:pt x="2244772" y="1294512"/>
                  </a:lnTo>
                  <a:lnTo>
                    <a:pt x="2209141" y="1278467"/>
                  </a:lnTo>
                  <a:lnTo>
                    <a:pt x="2173509" y="1262178"/>
                  </a:lnTo>
                  <a:lnTo>
                    <a:pt x="2137878" y="1245650"/>
                  </a:lnTo>
                  <a:lnTo>
                    <a:pt x="2102247" y="1228888"/>
                  </a:lnTo>
                  <a:lnTo>
                    <a:pt x="2066615" y="1211899"/>
                  </a:lnTo>
                  <a:lnTo>
                    <a:pt x="2030984" y="1194690"/>
                  </a:lnTo>
                  <a:lnTo>
                    <a:pt x="1995353" y="1177266"/>
                  </a:lnTo>
                  <a:lnTo>
                    <a:pt x="1959721" y="1159635"/>
                  </a:lnTo>
                  <a:lnTo>
                    <a:pt x="1924090" y="1141803"/>
                  </a:lnTo>
                  <a:lnTo>
                    <a:pt x="1888459" y="1123778"/>
                  </a:lnTo>
                  <a:lnTo>
                    <a:pt x="1852827" y="1105566"/>
                  </a:lnTo>
                  <a:lnTo>
                    <a:pt x="1817196" y="1087174"/>
                  </a:lnTo>
                  <a:lnTo>
                    <a:pt x="1781565" y="1068610"/>
                  </a:lnTo>
                  <a:lnTo>
                    <a:pt x="1745934" y="1049881"/>
                  </a:lnTo>
                  <a:lnTo>
                    <a:pt x="1710302" y="1030993"/>
                  </a:lnTo>
                  <a:lnTo>
                    <a:pt x="1674671" y="1011954"/>
                  </a:lnTo>
                  <a:lnTo>
                    <a:pt x="1639040" y="992770"/>
                  </a:lnTo>
                  <a:lnTo>
                    <a:pt x="1603408" y="973448"/>
                  </a:lnTo>
                  <a:lnTo>
                    <a:pt x="1567777" y="953994"/>
                  </a:lnTo>
                  <a:lnTo>
                    <a:pt x="1532146" y="934415"/>
                  </a:lnTo>
                  <a:lnTo>
                    <a:pt x="1496514" y="914716"/>
                  </a:lnTo>
                  <a:lnTo>
                    <a:pt x="1460883" y="894902"/>
                  </a:lnTo>
                  <a:lnTo>
                    <a:pt x="1425252" y="874980"/>
                  </a:lnTo>
                  <a:lnTo>
                    <a:pt x="1389620" y="854954"/>
                  </a:lnTo>
                  <a:lnTo>
                    <a:pt x="1353989" y="834828"/>
                  </a:lnTo>
                  <a:lnTo>
                    <a:pt x="1318358" y="814606"/>
                  </a:lnTo>
                  <a:lnTo>
                    <a:pt x="1282727" y="794293"/>
                  </a:lnTo>
                  <a:lnTo>
                    <a:pt x="1247095" y="773891"/>
                  </a:lnTo>
                  <a:lnTo>
                    <a:pt x="1211464" y="753403"/>
                  </a:lnTo>
                  <a:lnTo>
                    <a:pt x="1175833" y="732832"/>
                  </a:lnTo>
                  <a:lnTo>
                    <a:pt x="1140201" y="712179"/>
                  </a:lnTo>
                  <a:lnTo>
                    <a:pt x="1104570" y="691445"/>
                  </a:lnTo>
                  <a:lnTo>
                    <a:pt x="1068939" y="670631"/>
                  </a:lnTo>
                  <a:lnTo>
                    <a:pt x="1033307" y="649737"/>
                  </a:lnTo>
                  <a:lnTo>
                    <a:pt x="997676" y="628764"/>
                  </a:lnTo>
                  <a:lnTo>
                    <a:pt x="962045" y="607710"/>
                  </a:lnTo>
                  <a:lnTo>
                    <a:pt x="926413" y="586573"/>
                  </a:lnTo>
                  <a:lnTo>
                    <a:pt x="890782" y="565351"/>
                  </a:lnTo>
                  <a:lnTo>
                    <a:pt x="855151" y="544042"/>
                  </a:lnTo>
                  <a:lnTo>
                    <a:pt x="819520" y="522643"/>
                  </a:lnTo>
                  <a:lnTo>
                    <a:pt x="783888" y="501151"/>
                  </a:lnTo>
                  <a:lnTo>
                    <a:pt x="748257" y="479565"/>
                  </a:lnTo>
                  <a:lnTo>
                    <a:pt x="712626" y="457882"/>
                  </a:lnTo>
                  <a:lnTo>
                    <a:pt x="676994" y="436100"/>
                  </a:lnTo>
                  <a:lnTo>
                    <a:pt x="641363" y="414215"/>
                  </a:lnTo>
                  <a:lnTo>
                    <a:pt x="605732" y="392226"/>
                  </a:lnTo>
                  <a:lnTo>
                    <a:pt x="570100" y="370130"/>
                  </a:lnTo>
                  <a:lnTo>
                    <a:pt x="534469" y="347925"/>
                  </a:lnTo>
                  <a:lnTo>
                    <a:pt x="498838" y="325607"/>
                  </a:lnTo>
                  <a:lnTo>
                    <a:pt x="463206" y="303175"/>
                  </a:lnTo>
                  <a:lnTo>
                    <a:pt x="427575" y="280626"/>
                  </a:lnTo>
                  <a:lnTo>
                    <a:pt x="391944" y="257957"/>
                  </a:lnTo>
                  <a:lnTo>
                    <a:pt x="356313" y="235166"/>
                  </a:lnTo>
                  <a:lnTo>
                    <a:pt x="320681" y="212251"/>
                  </a:lnTo>
                  <a:lnTo>
                    <a:pt x="285050" y="189209"/>
                  </a:lnTo>
                  <a:lnTo>
                    <a:pt x="249419" y="166037"/>
                  </a:lnTo>
                  <a:lnTo>
                    <a:pt x="213787" y="142733"/>
                  </a:lnTo>
                  <a:lnTo>
                    <a:pt x="178156" y="119294"/>
                  </a:lnTo>
                  <a:lnTo>
                    <a:pt x="142525" y="95719"/>
                  </a:lnTo>
                  <a:lnTo>
                    <a:pt x="106893" y="72004"/>
                  </a:lnTo>
                  <a:lnTo>
                    <a:pt x="71262" y="48148"/>
                  </a:lnTo>
                  <a:lnTo>
                    <a:pt x="35631" y="241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07262" y="2571315"/>
              <a:ext cx="6655417" cy="2776324"/>
            </a:xfrm>
            <a:custGeom>
              <a:avLst/>
              <a:pathLst>
                <a:path w="6655417" h="2776324">
                  <a:moveTo>
                    <a:pt x="0" y="0"/>
                  </a:moveTo>
                  <a:lnTo>
                    <a:pt x="27994" y="32287"/>
                  </a:lnTo>
                  <a:lnTo>
                    <a:pt x="63625" y="72823"/>
                  </a:lnTo>
                  <a:lnTo>
                    <a:pt x="99256" y="112806"/>
                  </a:lnTo>
                  <a:lnTo>
                    <a:pt x="134888" y="152246"/>
                  </a:lnTo>
                  <a:lnTo>
                    <a:pt x="170519" y="191148"/>
                  </a:lnTo>
                  <a:lnTo>
                    <a:pt x="206150" y="229520"/>
                  </a:lnTo>
                  <a:lnTo>
                    <a:pt x="241782" y="267369"/>
                  </a:lnTo>
                  <a:lnTo>
                    <a:pt x="277413" y="304704"/>
                  </a:lnTo>
                  <a:lnTo>
                    <a:pt x="313044" y="341529"/>
                  </a:lnTo>
                  <a:lnTo>
                    <a:pt x="348676" y="377853"/>
                  </a:lnTo>
                  <a:lnTo>
                    <a:pt x="384307" y="413683"/>
                  </a:lnTo>
                  <a:lnTo>
                    <a:pt x="419938" y="449024"/>
                  </a:lnTo>
                  <a:lnTo>
                    <a:pt x="455569" y="483884"/>
                  </a:lnTo>
                  <a:lnTo>
                    <a:pt x="491201" y="518269"/>
                  </a:lnTo>
                  <a:lnTo>
                    <a:pt x="526832" y="552186"/>
                  </a:lnTo>
                  <a:lnTo>
                    <a:pt x="562463" y="585641"/>
                  </a:lnTo>
                  <a:lnTo>
                    <a:pt x="598095" y="618640"/>
                  </a:lnTo>
                  <a:lnTo>
                    <a:pt x="633726" y="651190"/>
                  </a:lnTo>
                  <a:lnTo>
                    <a:pt x="669357" y="683297"/>
                  </a:lnTo>
                  <a:lnTo>
                    <a:pt x="704989" y="714966"/>
                  </a:lnTo>
                  <a:lnTo>
                    <a:pt x="740620" y="746204"/>
                  </a:lnTo>
                  <a:lnTo>
                    <a:pt x="776251" y="777017"/>
                  </a:lnTo>
                  <a:lnTo>
                    <a:pt x="811883" y="807410"/>
                  </a:lnTo>
                  <a:lnTo>
                    <a:pt x="847514" y="837389"/>
                  </a:lnTo>
                  <a:lnTo>
                    <a:pt x="883145" y="866959"/>
                  </a:lnTo>
                  <a:lnTo>
                    <a:pt x="918776" y="896127"/>
                  </a:lnTo>
                  <a:lnTo>
                    <a:pt x="954408" y="924898"/>
                  </a:lnTo>
                  <a:lnTo>
                    <a:pt x="990039" y="953277"/>
                  </a:lnTo>
                  <a:lnTo>
                    <a:pt x="1025670" y="981269"/>
                  </a:lnTo>
                  <a:lnTo>
                    <a:pt x="1061302" y="1008880"/>
                  </a:lnTo>
                  <a:lnTo>
                    <a:pt x="1096933" y="1036115"/>
                  </a:lnTo>
                  <a:lnTo>
                    <a:pt x="1132564" y="1062979"/>
                  </a:lnTo>
                  <a:lnTo>
                    <a:pt x="1168196" y="1089477"/>
                  </a:lnTo>
                  <a:lnTo>
                    <a:pt x="1203827" y="1115614"/>
                  </a:lnTo>
                  <a:lnTo>
                    <a:pt x="1239458" y="1141396"/>
                  </a:lnTo>
                  <a:lnTo>
                    <a:pt x="1275090" y="1166826"/>
                  </a:lnTo>
                  <a:lnTo>
                    <a:pt x="1310721" y="1191910"/>
                  </a:lnTo>
                  <a:lnTo>
                    <a:pt x="1346352" y="1216652"/>
                  </a:lnTo>
                  <a:lnTo>
                    <a:pt x="1381983" y="1241057"/>
                  </a:lnTo>
                  <a:lnTo>
                    <a:pt x="1417615" y="1265130"/>
                  </a:lnTo>
                  <a:lnTo>
                    <a:pt x="1453246" y="1288875"/>
                  </a:lnTo>
                  <a:lnTo>
                    <a:pt x="1488877" y="1312296"/>
                  </a:lnTo>
                  <a:lnTo>
                    <a:pt x="1524509" y="1335399"/>
                  </a:lnTo>
                  <a:lnTo>
                    <a:pt x="1560140" y="1358187"/>
                  </a:lnTo>
                  <a:lnTo>
                    <a:pt x="1595771" y="1380664"/>
                  </a:lnTo>
                  <a:lnTo>
                    <a:pt x="1631403" y="1402836"/>
                  </a:lnTo>
                  <a:lnTo>
                    <a:pt x="1667034" y="1424705"/>
                  </a:lnTo>
                  <a:lnTo>
                    <a:pt x="1702665" y="1446277"/>
                  </a:lnTo>
                  <a:lnTo>
                    <a:pt x="1738297" y="1467554"/>
                  </a:lnTo>
                  <a:lnTo>
                    <a:pt x="1773928" y="1488542"/>
                  </a:lnTo>
                  <a:lnTo>
                    <a:pt x="1809559" y="1509245"/>
                  </a:lnTo>
                  <a:lnTo>
                    <a:pt x="1845190" y="1529665"/>
                  </a:lnTo>
                  <a:lnTo>
                    <a:pt x="1880822" y="1549807"/>
                  </a:lnTo>
                  <a:lnTo>
                    <a:pt x="1916453" y="1569675"/>
                  </a:lnTo>
                  <a:lnTo>
                    <a:pt x="1952084" y="1589272"/>
                  </a:lnTo>
                  <a:lnTo>
                    <a:pt x="1987716" y="1608602"/>
                  </a:lnTo>
                  <a:lnTo>
                    <a:pt x="2023347" y="1627669"/>
                  </a:lnTo>
                  <a:lnTo>
                    <a:pt x="2058978" y="1646476"/>
                  </a:lnTo>
                  <a:lnTo>
                    <a:pt x="2094610" y="1665027"/>
                  </a:lnTo>
                  <a:lnTo>
                    <a:pt x="2130241" y="1683326"/>
                  </a:lnTo>
                  <a:lnTo>
                    <a:pt x="2165872" y="1701375"/>
                  </a:lnTo>
                  <a:lnTo>
                    <a:pt x="2201504" y="1719179"/>
                  </a:lnTo>
                  <a:lnTo>
                    <a:pt x="2237135" y="1736740"/>
                  </a:lnTo>
                  <a:lnTo>
                    <a:pt x="2272766" y="1754061"/>
                  </a:lnTo>
                  <a:lnTo>
                    <a:pt x="2308397" y="1771147"/>
                  </a:lnTo>
                  <a:lnTo>
                    <a:pt x="2344029" y="1788000"/>
                  </a:lnTo>
                  <a:lnTo>
                    <a:pt x="2379660" y="1804624"/>
                  </a:lnTo>
                  <a:lnTo>
                    <a:pt x="2415291" y="1821021"/>
                  </a:lnTo>
                  <a:lnTo>
                    <a:pt x="2450923" y="1837195"/>
                  </a:lnTo>
                  <a:lnTo>
                    <a:pt x="2486554" y="1853149"/>
                  </a:lnTo>
                  <a:lnTo>
                    <a:pt x="2522185" y="1868885"/>
                  </a:lnTo>
                  <a:lnTo>
                    <a:pt x="2557817" y="1884407"/>
                  </a:lnTo>
                  <a:lnTo>
                    <a:pt x="2593448" y="1899718"/>
                  </a:lnTo>
                  <a:lnTo>
                    <a:pt x="2629079" y="1914820"/>
                  </a:lnTo>
                  <a:lnTo>
                    <a:pt x="2664711" y="1929716"/>
                  </a:lnTo>
                  <a:lnTo>
                    <a:pt x="2700342" y="1944410"/>
                  </a:lnTo>
                  <a:lnTo>
                    <a:pt x="2735973" y="1958903"/>
                  </a:lnTo>
                  <a:lnTo>
                    <a:pt x="2771604" y="1973199"/>
                  </a:lnTo>
                  <a:lnTo>
                    <a:pt x="2807236" y="1987300"/>
                  </a:lnTo>
                  <a:lnTo>
                    <a:pt x="2842867" y="2001210"/>
                  </a:lnTo>
                  <a:lnTo>
                    <a:pt x="2878498" y="2014929"/>
                  </a:lnTo>
                  <a:lnTo>
                    <a:pt x="2914130" y="2028462"/>
                  </a:lnTo>
                  <a:lnTo>
                    <a:pt x="2949761" y="2041811"/>
                  </a:lnTo>
                  <a:lnTo>
                    <a:pt x="2985392" y="2054978"/>
                  </a:lnTo>
                  <a:lnTo>
                    <a:pt x="3021024" y="2067965"/>
                  </a:lnTo>
                  <a:lnTo>
                    <a:pt x="3056655" y="2080776"/>
                  </a:lnTo>
                  <a:lnTo>
                    <a:pt x="3092286" y="2093412"/>
                  </a:lnTo>
                  <a:lnTo>
                    <a:pt x="3127918" y="2105876"/>
                  </a:lnTo>
                  <a:lnTo>
                    <a:pt x="3163549" y="2118170"/>
                  </a:lnTo>
                  <a:lnTo>
                    <a:pt x="3199180" y="2130297"/>
                  </a:lnTo>
                  <a:lnTo>
                    <a:pt x="3234811" y="2142259"/>
                  </a:lnTo>
                  <a:lnTo>
                    <a:pt x="3270443" y="2154057"/>
                  </a:lnTo>
                  <a:lnTo>
                    <a:pt x="3306074" y="2165696"/>
                  </a:lnTo>
                  <a:lnTo>
                    <a:pt x="3341705" y="2177175"/>
                  </a:lnTo>
                  <a:lnTo>
                    <a:pt x="3377337" y="2188498"/>
                  </a:lnTo>
                  <a:lnTo>
                    <a:pt x="3412968" y="2199667"/>
                  </a:lnTo>
                  <a:lnTo>
                    <a:pt x="3448599" y="2210684"/>
                  </a:lnTo>
                  <a:lnTo>
                    <a:pt x="3484231" y="2221551"/>
                  </a:lnTo>
                  <a:lnTo>
                    <a:pt x="3519862" y="2232270"/>
                  </a:lnTo>
                  <a:lnTo>
                    <a:pt x="3555493" y="2242843"/>
                  </a:lnTo>
                  <a:lnTo>
                    <a:pt x="3591124" y="2253271"/>
                  </a:lnTo>
                  <a:lnTo>
                    <a:pt x="3626756" y="2263558"/>
                  </a:lnTo>
                  <a:lnTo>
                    <a:pt x="3662387" y="2273705"/>
                  </a:lnTo>
                  <a:lnTo>
                    <a:pt x="3698018" y="2283713"/>
                  </a:lnTo>
                  <a:lnTo>
                    <a:pt x="3733650" y="2293586"/>
                  </a:lnTo>
                  <a:lnTo>
                    <a:pt x="3769281" y="2303323"/>
                  </a:lnTo>
                  <a:lnTo>
                    <a:pt x="3804912" y="2312928"/>
                  </a:lnTo>
                  <a:lnTo>
                    <a:pt x="3840544" y="2322403"/>
                  </a:lnTo>
                  <a:lnTo>
                    <a:pt x="3876175" y="2331748"/>
                  </a:lnTo>
                  <a:lnTo>
                    <a:pt x="3911806" y="2340966"/>
                  </a:lnTo>
                  <a:lnTo>
                    <a:pt x="3947438" y="2350058"/>
                  </a:lnTo>
                  <a:lnTo>
                    <a:pt x="3983069" y="2359027"/>
                  </a:lnTo>
                  <a:lnTo>
                    <a:pt x="4018700" y="2367873"/>
                  </a:lnTo>
                  <a:lnTo>
                    <a:pt x="4054331" y="2376599"/>
                  </a:lnTo>
                  <a:lnTo>
                    <a:pt x="4089963" y="2385206"/>
                  </a:lnTo>
                  <a:lnTo>
                    <a:pt x="4125594" y="2393696"/>
                  </a:lnTo>
                  <a:lnTo>
                    <a:pt x="4161225" y="2402071"/>
                  </a:lnTo>
                  <a:lnTo>
                    <a:pt x="4196857" y="2410331"/>
                  </a:lnTo>
                  <a:lnTo>
                    <a:pt x="4232488" y="2418479"/>
                  </a:lnTo>
                  <a:lnTo>
                    <a:pt x="4268119" y="2426515"/>
                  </a:lnTo>
                  <a:lnTo>
                    <a:pt x="4303751" y="2434443"/>
                  </a:lnTo>
                  <a:lnTo>
                    <a:pt x="4339382" y="2442262"/>
                  </a:lnTo>
                  <a:lnTo>
                    <a:pt x="4375013" y="2449975"/>
                  </a:lnTo>
                  <a:lnTo>
                    <a:pt x="4410645" y="2457582"/>
                  </a:lnTo>
                  <a:lnTo>
                    <a:pt x="4446276" y="2465087"/>
                  </a:lnTo>
                  <a:lnTo>
                    <a:pt x="4481907" y="2472489"/>
                  </a:lnTo>
                  <a:lnTo>
                    <a:pt x="4517538" y="2479790"/>
                  </a:lnTo>
                  <a:lnTo>
                    <a:pt x="4553170" y="2486991"/>
                  </a:lnTo>
                  <a:lnTo>
                    <a:pt x="4588801" y="2494095"/>
                  </a:lnTo>
                  <a:lnTo>
                    <a:pt x="4624432" y="2501102"/>
                  </a:lnTo>
                  <a:lnTo>
                    <a:pt x="4660064" y="2508013"/>
                  </a:lnTo>
                  <a:lnTo>
                    <a:pt x="4695695" y="2514831"/>
                  </a:lnTo>
                  <a:lnTo>
                    <a:pt x="4731326" y="2521555"/>
                  </a:lnTo>
                  <a:lnTo>
                    <a:pt x="4766958" y="2528188"/>
                  </a:lnTo>
                  <a:lnTo>
                    <a:pt x="4802589" y="2534730"/>
                  </a:lnTo>
                  <a:lnTo>
                    <a:pt x="4838220" y="2541184"/>
                  </a:lnTo>
                  <a:lnTo>
                    <a:pt x="4873852" y="2547549"/>
                  </a:lnTo>
                  <a:lnTo>
                    <a:pt x="4909483" y="2553828"/>
                  </a:lnTo>
                  <a:lnTo>
                    <a:pt x="4945114" y="2560022"/>
                  </a:lnTo>
                  <a:lnTo>
                    <a:pt x="4980745" y="2566131"/>
                  </a:lnTo>
                  <a:lnTo>
                    <a:pt x="5016377" y="2572156"/>
                  </a:lnTo>
                  <a:lnTo>
                    <a:pt x="5052008" y="2578100"/>
                  </a:lnTo>
                  <a:lnTo>
                    <a:pt x="5087639" y="2583963"/>
                  </a:lnTo>
                  <a:lnTo>
                    <a:pt x="5123271" y="2589746"/>
                  </a:lnTo>
                  <a:lnTo>
                    <a:pt x="5158902" y="2595450"/>
                  </a:lnTo>
                  <a:lnTo>
                    <a:pt x="5194533" y="2601076"/>
                  </a:lnTo>
                  <a:lnTo>
                    <a:pt x="5230165" y="2606626"/>
                  </a:lnTo>
                  <a:lnTo>
                    <a:pt x="5265796" y="2612100"/>
                  </a:lnTo>
                  <a:lnTo>
                    <a:pt x="5301427" y="2617500"/>
                  </a:lnTo>
                  <a:lnTo>
                    <a:pt x="5337059" y="2622826"/>
                  </a:lnTo>
                  <a:lnTo>
                    <a:pt x="5372690" y="2628080"/>
                  </a:lnTo>
                  <a:lnTo>
                    <a:pt x="5408321" y="2633262"/>
                  </a:lnTo>
                  <a:lnTo>
                    <a:pt x="5443952" y="2638373"/>
                  </a:lnTo>
                  <a:lnTo>
                    <a:pt x="5479584" y="2643415"/>
                  </a:lnTo>
                  <a:lnTo>
                    <a:pt x="5515215" y="2648388"/>
                  </a:lnTo>
                  <a:lnTo>
                    <a:pt x="5550846" y="2653294"/>
                  </a:lnTo>
                  <a:lnTo>
                    <a:pt x="5586478" y="2658132"/>
                  </a:lnTo>
                  <a:lnTo>
                    <a:pt x="5622109" y="2662905"/>
                  </a:lnTo>
                  <a:lnTo>
                    <a:pt x="5657740" y="2667613"/>
                  </a:lnTo>
                  <a:lnTo>
                    <a:pt x="5693372" y="2672256"/>
                  </a:lnTo>
                  <a:lnTo>
                    <a:pt x="5729003" y="2676837"/>
                  </a:lnTo>
                  <a:lnTo>
                    <a:pt x="5764634" y="2681355"/>
                  </a:lnTo>
                  <a:lnTo>
                    <a:pt x="5800266" y="2685811"/>
                  </a:lnTo>
                  <a:lnTo>
                    <a:pt x="5835897" y="2690207"/>
                  </a:lnTo>
                  <a:lnTo>
                    <a:pt x="5871528" y="2694543"/>
                  </a:lnTo>
                  <a:lnTo>
                    <a:pt x="5907159" y="2698820"/>
                  </a:lnTo>
                  <a:lnTo>
                    <a:pt x="5942791" y="2703038"/>
                  </a:lnTo>
                  <a:lnTo>
                    <a:pt x="5978422" y="2707199"/>
                  </a:lnTo>
                  <a:lnTo>
                    <a:pt x="6014053" y="2711304"/>
                  </a:lnTo>
                  <a:lnTo>
                    <a:pt x="6049685" y="2715352"/>
                  </a:lnTo>
                  <a:lnTo>
                    <a:pt x="6085316" y="2719346"/>
                  </a:lnTo>
                  <a:lnTo>
                    <a:pt x="6120947" y="2723285"/>
                  </a:lnTo>
                  <a:lnTo>
                    <a:pt x="6156579" y="2727170"/>
                  </a:lnTo>
                  <a:lnTo>
                    <a:pt x="6192210" y="2731003"/>
                  </a:lnTo>
                  <a:lnTo>
                    <a:pt x="6227841" y="2734783"/>
                  </a:lnTo>
                  <a:lnTo>
                    <a:pt x="6263473" y="2738512"/>
                  </a:lnTo>
                  <a:lnTo>
                    <a:pt x="6299104" y="2742190"/>
                  </a:lnTo>
                  <a:lnTo>
                    <a:pt x="6334735" y="2745818"/>
                  </a:lnTo>
                  <a:lnTo>
                    <a:pt x="6370366" y="2749396"/>
                  </a:lnTo>
                  <a:lnTo>
                    <a:pt x="6405998" y="2752926"/>
                  </a:lnTo>
                  <a:lnTo>
                    <a:pt x="6441629" y="2756407"/>
                  </a:lnTo>
                  <a:lnTo>
                    <a:pt x="6477260" y="2759842"/>
                  </a:lnTo>
                  <a:lnTo>
                    <a:pt x="6512892" y="2763229"/>
                  </a:lnTo>
                  <a:lnTo>
                    <a:pt x="6548523" y="2766571"/>
                  </a:lnTo>
                  <a:lnTo>
                    <a:pt x="6584154" y="2769866"/>
                  </a:lnTo>
                  <a:lnTo>
                    <a:pt x="6619786" y="2773117"/>
                  </a:lnTo>
                  <a:lnTo>
                    <a:pt x="6655417" y="277632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186186" y="2571315"/>
              <a:ext cx="6076492" cy="2592952"/>
            </a:xfrm>
            <a:custGeom>
              <a:avLst/>
              <a:pathLst>
                <a:path w="6076492" h="2592952">
                  <a:moveTo>
                    <a:pt x="0" y="0"/>
                  </a:moveTo>
                  <a:lnTo>
                    <a:pt x="19170" y="26899"/>
                  </a:lnTo>
                  <a:lnTo>
                    <a:pt x="54801" y="76071"/>
                  </a:lnTo>
                  <a:lnTo>
                    <a:pt x="90433" y="124430"/>
                  </a:lnTo>
                  <a:lnTo>
                    <a:pt x="126064" y="171990"/>
                  </a:lnTo>
                  <a:lnTo>
                    <a:pt x="161695" y="218763"/>
                  </a:lnTo>
                  <a:lnTo>
                    <a:pt x="197327" y="264761"/>
                  </a:lnTo>
                  <a:lnTo>
                    <a:pt x="232958" y="309998"/>
                  </a:lnTo>
                  <a:lnTo>
                    <a:pt x="268589" y="354484"/>
                  </a:lnTo>
                  <a:lnTo>
                    <a:pt x="304220" y="398232"/>
                  </a:lnTo>
                  <a:lnTo>
                    <a:pt x="339852" y="441254"/>
                  </a:lnTo>
                  <a:lnTo>
                    <a:pt x="375483" y="483560"/>
                  </a:lnTo>
                  <a:lnTo>
                    <a:pt x="411114" y="525163"/>
                  </a:lnTo>
                  <a:lnTo>
                    <a:pt x="446746" y="566075"/>
                  </a:lnTo>
                  <a:lnTo>
                    <a:pt x="482377" y="606304"/>
                  </a:lnTo>
                  <a:lnTo>
                    <a:pt x="518008" y="645864"/>
                  </a:lnTo>
                  <a:lnTo>
                    <a:pt x="553640" y="684764"/>
                  </a:lnTo>
                  <a:lnTo>
                    <a:pt x="589271" y="723016"/>
                  </a:lnTo>
                  <a:lnTo>
                    <a:pt x="624902" y="760629"/>
                  </a:lnTo>
                  <a:lnTo>
                    <a:pt x="660534" y="797613"/>
                  </a:lnTo>
                  <a:lnTo>
                    <a:pt x="696165" y="833980"/>
                  </a:lnTo>
                  <a:lnTo>
                    <a:pt x="731796" y="869739"/>
                  </a:lnTo>
                  <a:lnTo>
                    <a:pt x="767427" y="904900"/>
                  </a:lnTo>
                  <a:lnTo>
                    <a:pt x="803059" y="939472"/>
                  </a:lnTo>
                  <a:lnTo>
                    <a:pt x="838690" y="973466"/>
                  </a:lnTo>
                  <a:lnTo>
                    <a:pt x="874321" y="1006889"/>
                  </a:lnTo>
                  <a:lnTo>
                    <a:pt x="909953" y="1039753"/>
                  </a:lnTo>
                  <a:lnTo>
                    <a:pt x="945584" y="1072066"/>
                  </a:lnTo>
                  <a:lnTo>
                    <a:pt x="981215" y="1103836"/>
                  </a:lnTo>
                  <a:lnTo>
                    <a:pt x="1016847" y="1135074"/>
                  </a:lnTo>
                  <a:lnTo>
                    <a:pt x="1052478" y="1165786"/>
                  </a:lnTo>
                  <a:lnTo>
                    <a:pt x="1088109" y="1195983"/>
                  </a:lnTo>
                  <a:lnTo>
                    <a:pt x="1123741" y="1225673"/>
                  </a:lnTo>
                  <a:lnTo>
                    <a:pt x="1159372" y="1254863"/>
                  </a:lnTo>
                  <a:lnTo>
                    <a:pt x="1195003" y="1283562"/>
                  </a:lnTo>
                  <a:lnTo>
                    <a:pt x="1230634" y="1311779"/>
                  </a:lnTo>
                  <a:lnTo>
                    <a:pt x="1266266" y="1339520"/>
                  </a:lnTo>
                  <a:lnTo>
                    <a:pt x="1301897" y="1366795"/>
                  </a:lnTo>
                  <a:lnTo>
                    <a:pt x="1337528" y="1393610"/>
                  </a:lnTo>
                  <a:lnTo>
                    <a:pt x="1373160" y="1419973"/>
                  </a:lnTo>
                  <a:lnTo>
                    <a:pt x="1408791" y="1445892"/>
                  </a:lnTo>
                  <a:lnTo>
                    <a:pt x="1444422" y="1471374"/>
                  </a:lnTo>
                  <a:lnTo>
                    <a:pt x="1480054" y="1496427"/>
                  </a:lnTo>
                  <a:lnTo>
                    <a:pt x="1515685" y="1521057"/>
                  </a:lnTo>
                  <a:lnTo>
                    <a:pt x="1551316" y="1545271"/>
                  </a:lnTo>
                  <a:lnTo>
                    <a:pt x="1586947" y="1569077"/>
                  </a:lnTo>
                  <a:lnTo>
                    <a:pt x="1622579" y="1592480"/>
                  </a:lnTo>
                  <a:lnTo>
                    <a:pt x="1658210" y="1615489"/>
                  </a:lnTo>
                  <a:lnTo>
                    <a:pt x="1693841" y="1638109"/>
                  </a:lnTo>
                  <a:lnTo>
                    <a:pt x="1729473" y="1660347"/>
                  </a:lnTo>
                  <a:lnTo>
                    <a:pt x="1765104" y="1682210"/>
                  </a:lnTo>
                  <a:lnTo>
                    <a:pt x="1800735" y="1703702"/>
                  </a:lnTo>
                  <a:lnTo>
                    <a:pt x="1836367" y="1724832"/>
                  </a:lnTo>
                  <a:lnTo>
                    <a:pt x="1871998" y="1745605"/>
                  </a:lnTo>
                  <a:lnTo>
                    <a:pt x="1907629" y="1766026"/>
                  </a:lnTo>
                  <a:lnTo>
                    <a:pt x="1943261" y="1786102"/>
                  </a:lnTo>
                  <a:lnTo>
                    <a:pt x="1978892" y="1805839"/>
                  </a:lnTo>
                  <a:lnTo>
                    <a:pt x="2014523" y="1825242"/>
                  </a:lnTo>
                  <a:lnTo>
                    <a:pt x="2050154" y="1844316"/>
                  </a:lnTo>
                  <a:lnTo>
                    <a:pt x="2085786" y="1863068"/>
                  </a:lnTo>
                  <a:lnTo>
                    <a:pt x="2121417" y="1881503"/>
                  </a:lnTo>
                  <a:lnTo>
                    <a:pt x="2157048" y="1899626"/>
                  </a:lnTo>
                  <a:lnTo>
                    <a:pt x="2192680" y="1917442"/>
                  </a:lnTo>
                  <a:lnTo>
                    <a:pt x="2228311" y="1934957"/>
                  </a:lnTo>
                  <a:lnTo>
                    <a:pt x="2263942" y="1952176"/>
                  </a:lnTo>
                  <a:lnTo>
                    <a:pt x="2299574" y="1969103"/>
                  </a:lnTo>
                  <a:lnTo>
                    <a:pt x="2335205" y="1985744"/>
                  </a:lnTo>
                  <a:lnTo>
                    <a:pt x="2370836" y="2002103"/>
                  </a:lnTo>
                  <a:lnTo>
                    <a:pt x="2406468" y="2018186"/>
                  </a:lnTo>
                  <a:lnTo>
                    <a:pt x="2442099" y="2033996"/>
                  </a:lnTo>
                  <a:lnTo>
                    <a:pt x="2477730" y="2049539"/>
                  </a:lnTo>
                  <a:lnTo>
                    <a:pt x="2513361" y="2064817"/>
                  </a:lnTo>
                  <a:lnTo>
                    <a:pt x="2548993" y="2079828"/>
                  </a:lnTo>
                  <a:lnTo>
                    <a:pt x="2584624" y="2094572"/>
                  </a:lnTo>
                  <a:lnTo>
                    <a:pt x="2620255" y="2109046"/>
                  </a:lnTo>
                  <a:lnTo>
                    <a:pt x="2655887" y="2123249"/>
                  </a:lnTo>
                  <a:lnTo>
                    <a:pt x="2691518" y="2137181"/>
                  </a:lnTo>
                  <a:lnTo>
                    <a:pt x="2727149" y="2150841"/>
                  </a:lnTo>
                  <a:lnTo>
                    <a:pt x="2762781" y="2164228"/>
                  </a:lnTo>
                  <a:lnTo>
                    <a:pt x="2798412" y="2177343"/>
                  </a:lnTo>
                  <a:lnTo>
                    <a:pt x="2834043" y="2190187"/>
                  </a:lnTo>
                  <a:lnTo>
                    <a:pt x="2869675" y="2202758"/>
                  </a:lnTo>
                  <a:lnTo>
                    <a:pt x="2905306" y="2215058"/>
                  </a:lnTo>
                  <a:lnTo>
                    <a:pt x="2940937" y="2227088"/>
                  </a:lnTo>
                  <a:lnTo>
                    <a:pt x="2976568" y="2238849"/>
                  </a:lnTo>
                  <a:lnTo>
                    <a:pt x="3012200" y="2250341"/>
                  </a:lnTo>
                  <a:lnTo>
                    <a:pt x="3047831" y="2261567"/>
                  </a:lnTo>
                  <a:lnTo>
                    <a:pt x="3083462" y="2272526"/>
                  </a:lnTo>
                  <a:lnTo>
                    <a:pt x="3119094" y="2283222"/>
                  </a:lnTo>
                  <a:lnTo>
                    <a:pt x="3154725" y="2293655"/>
                  </a:lnTo>
                  <a:lnTo>
                    <a:pt x="3190356" y="2303828"/>
                  </a:lnTo>
                  <a:lnTo>
                    <a:pt x="3225988" y="2313741"/>
                  </a:lnTo>
                  <a:lnTo>
                    <a:pt x="3261619" y="2323397"/>
                  </a:lnTo>
                  <a:lnTo>
                    <a:pt x="3297250" y="2332798"/>
                  </a:lnTo>
                  <a:lnTo>
                    <a:pt x="3332882" y="2341945"/>
                  </a:lnTo>
                  <a:lnTo>
                    <a:pt x="3368513" y="2350842"/>
                  </a:lnTo>
                  <a:lnTo>
                    <a:pt x="3404144" y="2359488"/>
                  </a:lnTo>
                  <a:lnTo>
                    <a:pt x="3439775" y="2367888"/>
                  </a:lnTo>
                  <a:lnTo>
                    <a:pt x="3475407" y="2376042"/>
                  </a:lnTo>
                  <a:lnTo>
                    <a:pt x="3511038" y="2383953"/>
                  </a:lnTo>
                  <a:lnTo>
                    <a:pt x="3546669" y="2391623"/>
                  </a:lnTo>
                  <a:lnTo>
                    <a:pt x="3582301" y="2399053"/>
                  </a:lnTo>
                  <a:lnTo>
                    <a:pt x="3617932" y="2406246"/>
                  </a:lnTo>
                  <a:lnTo>
                    <a:pt x="3653563" y="2413204"/>
                  </a:lnTo>
                  <a:lnTo>
                    <a:pt x="3689195" y="2419928"/>
                  </a:lnTo>
                  <a:lnTo>
                    <a:pt x="3724826" y="2426421"/>
                  </a:lnTo>
                  <a:lnTo>
                    <a:pt x="3760457" y="2432684"/>
                  </a:lnTo>
                  <a:lnTo>
                    <a:pt x="3796089" y="2438719"/>
                  </a:lnTo>
                  <a:lnTo>
                    <a:pt x="3831720" y="2444531"/>
                  </a:lnTo>
                  <a:lnTo>
                    <a:pt x="3867351" y="2450129"/>
                  </a:lnTo>
                  <a:lnTo>
                    <a:pt x="3902982" y="2455522"/>
                  </a:lnTo>
                  <a:lnTo>
                    <a:pt x="3938614" y="2460715"/>
                  </a:lnTo>
                  <a:lnTo>
                    <a:pt x="3974245" y="2465719"/>
                  </a:lnTo>
                  <a:lnTo>
                    <a:pt x="4009876" y="2470538"/>
                  </a:lnTo>
                  <a:lnTo>
                    <a:pt x="4045508" y="2475181"/>
                  </a:lnTo>
                  <a:lnTo>
                    <a:pt x="4081139" y="2479654"/>
                  </a:lnTo>
                  <a:lnTo>
                    <a:pt x="4116770" y="2483963"/>
                  </a:lnTo>
                  <a:lnTo>
                    <a:pt x="4152402" y="2488115"/>
                  </a:lnTo>
                  <a:lnTo>
                    <a:pt x="4188033" y="2492115"/>
                  </a:lnTo>
                  <a:lnTo>
                    <a:pt x="4223664" y="2495969"/>
                  </a:lnTo>
                  <a:lnTo>
                    <a:pt x="4259296" y="2499683"/>
                  </a:lnTo>
                  <a:lnTo>
                    <a:pt x="4294927" y="2503262"/>
                  </a:lnTo>
                  <a:lnTo>
                    <a:pt x="4330558" y="2506711"/>
                  </a:lnTo>
                  <a:lnTo>
                    <a:pt x="4366189" y="2510035"/>
                  </a:lnTo>
                  <a:lnTo>
                    <a:pt x="4401821" y="2513238"/>
                  </a:lnTo>
                  <a:lnTo>
                    <a:pt x="4437452" y="2516326"/>
                  </a:lnTo>
                  <a:lnTo>
                    <a:pt x="4473083" y="2519303"/>
                  </a:lnTo>
                  <a:lnTo>
                    <a:pt x="4508715" y="2522173"/>
                  </a:lnTo>
                  <a:lnTo>
                    <a:pt x="4544346" y="2524941"/>
                  </a:lnTo>
                  <a:lnTo>
                    <a:pt x="4579977" y="2527610"/>
                  </a:lnTo>
                  <a:lnTo>
                    <a:pt x="4615609" y="2530184"/>
                  </a:lnTo>
                  <a:lnTo>
                    <a:pt x="4651240" y="2532669"/>
                  </a:lnTo>
                  <a:lnTo>
                    <a:pt x="4686871" y="2535066"/>
                  </a:lnTo>
                  <a:lnTo>
                    <a:pt x="4722503" y="2537380"/>
                  </a:lnTo>
                  <a:lnTo>
                    <a:pt x="4758134" y="2539615"/>
                  </a:lnTo>
                  <a:lnTo>
                    <a:pt x="4793765" y="2541773"/>
                  </a:lnTo>
                  <a:lnTo>
                    <a:pt x="4829396" y="2543859"/>
                  </a:lnTo>
                  <a:lnTo>
                    <a:pt x="4865028" y="2545875"/>
                  </a:lnTo>
                  <a:lnTo>
                    <a:pt x="4900659" y="2547826"/>
                  </a:lnTo>
                  <a:lnTo>
                    <a:pt x="4936290" y="2549713"/>
                  </a:lnTo>
                  <a:lnTo>
                    <a:pt x="4971922" y="2551541"/>
                  </a:lnTo>
                  <a:lnTo>
                    <a:pt x="5007553" y="2553311"/>
                  </a:lnTo>
                  <a:lnTo>
                    <a:pt x="5043184" y="2555028"/>
                  </a:lnTo>
                  <a:lnTo>
                    <a:pt x="5078816" y="2556695"/>
                  </a:lnTo>
                  <a:lnTo>
                    <a:pt x="5114447" y="2558313"/>
                  </a:lnTo>
                  <a:lnTo>
                    <a:pt x="5150078" y="2559886"/>
                  </a:lnTo>
                  <a:lnTo>
                    <a:pt x="5185710" y="2561417"/>
                  </a:lnTo>
                  <a:lnTo>
                    <a:pt x="5221341" y="2562909"/>
                  </a:lnTo>
                  <a:lnTo>
                    <a:pt x="5256972" y="2564363"/>
                  </a:lnTo>
                  <a:lnTo>
                    <a:pt x="5292603" y="2565784"/>
                  </a:lnTo>
                  <a:lnTo>
                    <a:pt x="5328235" y="2567172"/>
                  </a:lnTo>
                  <a:lnTo>
                    <a:pt x="5363866" y="2568532"/>
                  </a:lnTo>
                  <a:lnTo>
                    <a:pt x="5399497" y="2569866"/>
                  </a:lnTo>
                  <a:lnTo>
                    <a:pt x="5435129" y="2571175"/>
                  </a:lnTo>
                  <a:lnTo>
                    <a:pt x="5470760" y="2572463"/>
                  </a:lnTo>
                  <a:lnTo>
                    <a:pt x="5506391" y="2573732"/>
                  </a:lnTo>
                  <a:lnTo>
                    <a:pt x="5542023" y="2574985"/>
                  </a:lnTo>
                  <a:lnTo>
                    <a:pt x="5577654" y="2576223"/>
                  </a:lnTo>
                  <a:lnTo>
                    <a:pt x="5613285" y="2577450"/>
                  </a:lnTo>
                  <a:lnTo>
                    <a:pt x="5648916" y="2578667"/>
                  </a:lnTo>
                  <a:lnTo>
                    <a:pt x="5684548" y="2579878"/>
                  </a:lnTo>
                  <a:lnTo>
                    <a:pt x="5720179" y="2581083"/>
                  </a:lnTo>
                  <a:lnTo>
                    <a:pt x="5755810" y="2582285"/>
                  </a:lnTo>
                  <a:lnTo>
                    <a:pt x="5791442" y="2583484"/>
                  </a:lnTo>
                  <a:lnTo>
                    <a:pt x="5827073" y="2584679"/>
                  </a:lnTo>
                  <a:lnTo>
                    <a:pt x="5862704" y="2585871"/>
                  </a:lnTo>
                  <a:lnTo>
                    <a:pt x="5898336" y="2587059"/>
                  </a:lnTo>
                  <a:lnTo>
                    <a:pt x="5933967" y="2588244"/>
                  </a:lnTo>
                  <a:lnTo>
                    <a:pt x="5969598" y="2589426"/>
                  </a:lnTo>
                  <a:lnTo>
                    <a:pt x="6005230" y="2590604"/>
                  </a:lnTo>
                  <a:lnTo>
                    <a:pt x="6040861" y="2591780"/>
                  </a:lnTo>
                  <a:lnTo>
                    <a:pt x="6076492" y="2592952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0.245 (2 df), p overall = &lt;0.001 (3 df)  |  Linear: subHR per 10 % decline = 1.37 (1.22-1.55)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2026-10-08T16:28:03Z</dcterms:modified>
  <cp:category/>
</cp:coreProperties>
</file>