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6215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6074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55934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75793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6286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96004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15863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35722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196947"/>
              <a:ext cx="7090630" cy="3334230"/>
            </a:xfrm>
            <a:custGeom>
              <a:avLst/>
              <a:pathLst>
                <a:path w="7090630" h="3334230">
                  <a:moveTo>
                    <a:pt x="1783840" y="0"/>
                  </a:moveTo>
                  <a:lnTo>
                    <a:pt x="1817196" y="97370"/>
                  </a:lnTo>
                  <a:lnTo>
                    <a:pt x="1852827" y="198175"/>
                  </a:lnTo>
                  <a:lnTo>
                    <a:pt x="1888459" y="295871"/>
                  </a:lnTo>
                  <a:lnTo>
                    <a:pt x="1924090" y="390553"/>
                  </a:lnTo>
                  <a:lnTo>
                    <a:pt x="1959721" y="482316"/>
                  </a:lnTo>
                  <a:lnTo>
                    <a:pt x="1995353" y="571248"/>
                  </a:lnTo>
                  <a:lnTo>
                    <a:pt x="2030984" y="657438"/>
                  </a:lnTo>
                  <a:lnTo>
                    <a:pt x="2066615" y="740970"/>
                  </a:lnTo>
                  <a:lnTo>
                    <a:pt x="2102247" y="821925"/>
                  </a:lnTo>
                  <a:lnTo>
                    <a:pt x="2137878" y="900384"/>
                  </a:lnTo>
                  <a:lnTo>
                    <a:pt x="2173509" y="976423"/>
                  </a:lnTo>
                  <a:lnTo>
                    <a:pt x="2209141" y="1050117"/>
                  </a:lnTo>
                  <a:lnTo>
                    <a:pt x="2244772" y="1121538"/>
                  </a:lnTo>
                  <a:lnTo>
                    <a:pt x="2280403" y="1190756"/>
                  </a:lnTo>
                  <a:lnTo>
                    <a:pt x="2316034" y="1257840"/>
                  </a:lnTo>
                  <a:lnTo>
                    <a:pt x="2351666" y="1322855"/>
                  </a:lnTo>
                  <a:lnTo>
                    <a:pt x="2387297" y="1385864"/>
                  </a:lnTo>
                  <a:lnTo>
                    <a:pt x="2422928" y="1446930"/>
                  </a:lnTo>
                  <a:lnTo>
                    <a:pt x="2458560" y="1506114"/>
                  </a:lnTo>
                  <a:lnTo>
                    <a:pt x="2494191" y="1563471"/>
                  </a:lnTo>
                  <a:lnTo>
                    <a:pt x="2529822" y="1619060"/>
                  </a:lnTo>
                  <a:lnTo>
                    <a:pt x="2565454" y="1672934"/>
                  </a:lnTo>
                  <a:lnTo>
                    <a:pt x="2601085" y="1725147"/>
                  </a:lnTo>
                  <a:lnTo>
                    <a:pt x="2636716" y="1775750"/>
                  </a:lnTo>
                  <a:lnTo>
                    <a:pt x="2672348" y="1824792"/>
                  </a:lnTo>
                  <a:lnTo>
                    <a:pt x="2707979" y="1872321"/>
                  </a:lnTo>
                  <a:lnTo>
                    <a:pt x="2743610" y="1918385"/>
                  </a:lnTo>
                  <a:lnTo>
                    <a:pt x="2779241" y="1963028"/>
                  </a:lnTo>
                  <a:lnTo>
                    <a:pt x="2814873" y="2006294"/>
                  </a:lnTo>
                  <a:lnTo>
                    <a:pt x="2850504" y="2048226"/>
                  </a:lnTo>
                  <a:lnTo>
                    <a:pt x="2886135" y="2088864"/>
                  </a:lnTo>
                  <a:lnTo>
                    <a:pt x="2921767" y="2128250"/>
                  </a:lnTo>
                  <a:lnTo>
                    <a:pt x="2957398" y="2166420"/>
                  </a:lnTo>
                  <a:lnTo>
                    <a:pt x="2993029" y="2203414"/>
                  </a:lnTo>
                  <a:lnTo>
                    <a:pt x="3028661" y="2239266"/>
                  </a:lnTo>
                  <a:lnTo>
                    <a:pt x="3064292" y="2274013"/>
                  </a:lnTo>
                  <a:lnTo>
                    <a:pt x="3099923" y="2307688"/>
                  </a:lnTo>
                  <a:lnTo>
                    <a:pt x="3135555" y="2340324"/>
                  </a:lnTo>
                  <a:lnTo>
                    <a:pt x="3171186" y="2371954"/>
                  </a:lnTo>
                  <a:lnTo>
                    <a:pt x="3206817" y="2402609"/>
                  </a:lnTo>
                  <a:lnTo>
                    <a:pt x="3242448" y="2432318"/>
                  </a:lnTo>
                  <a:lnTo>
                    <a:pt x="3278080" y="2461111"/>
                  </a:lnTo>
                  <a:lnTo>
                    <a:pt x="3313711" y="2489016"/>
                  </a:lnTo>
                  <a:lnTo>
                    <a:pt x="3349342" y="2516060"/>
                  </a:lnTo>
                  <a:lnTo>
                    <a:pt x="3384974" y="2542270"/>
                  </a:lnTo>
                  <a:lnTo>
                    <a:pt x="3420605" y="2565776"/>
                  </a:lnTo>
                  <a:lnTo>
                    <a:pt x="3456236" y="2575756"/>
                  </a:lnTo>
                  <a:lnTo>
                    <a:pt x="3491868" y="2585612"/>
                  </a:lnTo>
                  <a:lnTo>
                    <a:pt x="3527499" y="2595345"/>
                  </a:lnTo>
                  <a:lnTo>
                    <a:pt x="3563130" y="2604957"/>
                  </a:lnTo>
                  <a:lnTo>
                    <a:pt x="3598762" y="2614449"/>
                  </a:lnTo>
                  <a:lnTo>
                    <a:pt x="3634393" y="2623822"/>
                  </a:lnTo>
                  <a:lnTo>
                    <a:pt x="3670024" y="2633079"/>
                  </a:lnTo>
                  <a:lnTo>
                    <a:pt x="3705655" y="2642220"/>
                  </a:lnTo>
                  <a:lnTo>
                    <a:pt x="3741287" y="2651246"/>
                  </a:lnTo>
                  <a:lnTo>
                    <a:pt x="3776918" y="2660161"/>
                  </a:lnTo>
                  <a:lnTo>
                    <a:pt x="3812549" y="2668964"/>
                  </a:lnTo>
                  <a:lnTo>
                    <a:pt x="3848181" y="2677657"/>
                  </a:lnTo>
                  <a:lnTo>
                    <a:pt x="3883812" y="2686242"/>
                  </a:lnTo>
                  <a:lnTo>
                    <a:pt x="3919443" y="2694720"/>
                  </a:lnTo>
                  <a:lnTo>
                    <a:pt x="3955075" y="2703092"/>
                  </a:lnTo>
                  <a:lnTo>
                    <a:pt x="3990706" y="2711360"/>
                  </a:lnTo>
                  <a:lnTo>
                    <a:pt x="4026337" y="2719525"/>
                  </a:lnTo>
                  <a:lnTo>
                    <a:pt x="4061968" y="2727587"/>
                  </a:lnTo>
                  <a:lnTo>
                    <a:pt x="4097600" y="2735549"/>
                  </a:lnTo>
                  <a:lnTo>
                    <a:pt x="4133231" y="2743412"/>
                  </a:lnTo>
                  <a:lnTo>
                    <a:pt x="4168862" y="2751177"/>
                  </a:lnTo>
                  <a:lnTo>
                    <a:pt x="4204494" y="2758845"/>
                  </a:lnTo>
                  <a:lnTo>
                    <a:pt x="4240125" y="2766417"/>
                  </a:lnTo>
                  <a:lnTo>
                    <a:pt x="4275756" y="2773895"/>
                  </a:lnTo>
                  <a:lnTo>
                    <a:pt x="4311388" y="2781279"/>
                  </a:lnTo>
                  <a:lnTo>
                    <a:pt x="4347019" y="2788572"/>
                  </a:lnTo>
                  <a:lnTo>
                    <a:pt x="4382650" y="2795773"/>
                  </a:lnTo>
                  <a:lnTo>
                    <a:pt x="4418282" y="2802885"/>
                  </a:lnTo>
                  <a:lnTo>
                    <a:pt x="4453913" y="2809908"/>
                  </a:lnTo>
                  <a:lnTo>
                    <a:pt x="4489544" y="2816843"/>
                  </a:lnTo>
                  <a:lnTo>
                    <a:pt x="4525175" y="2823692"/>
                  </a:lnTo>
                  <a:lnTo>
                    <a:pt x="4560807" y="2830455"/>
                  </a:lnTo>
                  <a:lnTo>
                    <a:pt x="4596438" y="2837134"/>
                  </a:lnTo>
                  <a:lnTo>
                    <a:pt x="4632069" y="2843730"/>
                  </a:lnTo>
                  <a:lnTo>
                    <a:pt x="4667701" y="2850244"/>
                  </a:lnTo>
                  <a:lnTo>
                    <a:pt x="4703332" y="2856676"/>
                  </a:lnTo>
                  <a:lnTo>
                    <a:pt x="4738963" y="2863028"/>
                  </a:lnTo>
                  <a:lnTo>
                    <a:pt x="4774595" y="2869300"/>
                  </a:lnTo>
                  <a:lnTo>
                    <a:pt x="4810226" y="2875495"/>
                  </a:lnTo>
                  <a:lnTo>
                    <a:pt x="4845857" y="2881612"/>
                  </a:lnTo>
                  <a:lnTo>
                    <a:pt x="4881489" y="2887653"/>
                  </a:lnTo>
                  <a:lnTo>
                    <a:pt x="4917120" y="2893619"/>
                  </a:lnTo>
                  <a:lnTo>
                    <a:pt x="4952751" y="2899510"/>
                  </a:lnTo>
                  <a:lnTo>
                    <a:pt x="4988382" y="2905327"/>
                  </a:lnTo>
                  <a:lnTo>
                    <a:pt x="5024014" y="2911073"/>
                  </a:lnTo>
                  <a:lnTo>
                    <a:pt x="5059645" y="2916746"/>
                  </a:lnTo>
                  <a:lnTo>
                    <a:pt x="5095276" y="2922349"/>
                  </a:lnTo>
                  <a:lnTo>
                    <a:pt x="5130908" y="2927881"/>
                  </a:lnTo>
                  <a:lnTo>
                    <a:pt x="5166539" y="2933345"/>
                  </a:lnTo>
                  <a:lnTo>
                    <a:pt x="5202170" y="2938741"/>
                  </a:lnTo>
                  <a:lnTo>
                    <a:pt x="5237802" y="2944069"/>
                  </a:lnTo>
                  <a:lnTo>
                    <a:pt x="5273433" y="2949331"/>
                  </a:lnTo>
                  <a:lnTo>
                    <a:pt x="5309064" y="2954527"/>
                  </a:lnTo>
                  <a:lnTo>
                    <a:pt x="5344696" y="2959659"/>
                  </a:lnTo>
                  <a:lnTo>
                    <a:pt x="5380327" y="2964726"/>
                  </a:lnTo>
                  <a:lnTo>
                    <a:pt x="5415958" y="2969730"/>
                  </a:lnTo>
                  <a:lnTo>
                    <a:pt x="5451589" y="2974672"/>
                  </a:lnTo>
                  <a:lnTo>
                    <a:pt x="5487221" y="2979552"/>
                  </a:lnTo>
                  <a:lnTo>
                    <a:pt x="5522852" y="2984371"/>
                  </a:lnTo>
                  <a:lnTo>
                    <a:pt x="5558483" y="2989131"/>
                  </a:lnTo>
                  <a:lnTo>
                    <a:pt x="5594115" y="2993830"/>
                  </a:lnTo>
                  <a:lnTo>
                    <a:pt x="5629746" y="2998472"/>
                  </a:lnTo>
                  <a:lnTo>
                    <a:pt x="5665377" y="3003055"/>
                  </a:lnTo>
                  <a:lnTo>
                    <a:pt x="5701009" y="3007581"/>
                  </a:lnTo>
                  <a:lnTo>
                    <a:pt x="5736640" y="3012051"/>
                  </a:lnTo>
                  <a:lnTo>
                    <a:pt x="5772271" y="3016464"/>
                  </a:lnTo>
                  <a:lnTo>
                    <a:pt x="5807903" y="3020823"/>
                  </a:lnTo>
                  <a:lnTo>
                    <a:pt x="5843534" y="3025128"/>
                  </a:lnTo>
                  <a:lnTo>
                    <a:pt x="5879165" y="3029379"/>
                  </a:lnTo>
                  <a:lnTo>
                    <a:pt x="5914796" y="3033576"/>
                  </a:lnTo>
                  <a:lnTo>
                    <a:pt x="5950428" y="3037722"/>
                  </a:lnTo>
                  <a:lnTo>
                    <a:pt x="5986059" y="3041815"/>
                  </a:lnTo>
                  <a:lnTo>
                    <a:pt x="6021690" y="3045858"/>
                  </a:lnTo>
                  <a:lnTo>
                    <a:pt x="6057322" y="3049850"/>
                  </a:lnTo>
                  <a:lnTo>
                    <a:pt x="6092953" y="3053793"/>
                  </a:lnTo>
                  <a:lnTo>
                    <a:pt x="6128584" y="3057686"/>
                  </a:lnTo>
                  <a:lnTo>
                    <a:pt x="6164216" y="3061531"/>
                  </a:lnTo>
                  <a:lnTo>
                    <a:pt x="6199847" y="3065327"/>
                  </a:lnTo>
                  <a:lnTo>
                    <a:pt x="6235478" y="3069077"/>
                  </a:lnTo>
                  <a:lnTo>
                    <a:pt x="6271110" y="3072779"/>
                  </a:lnTo>
                  <a:lnTo>
                    <a:pt x="6306741" y="3076436"/>
                  </a:lnTo>
                  <a:lnTo>
                    <a:pt x="6342372" y="3080046"/>
                  </a:lnTo>
                  <a:lnTo>
                    <a:pt x="6378003" y="3083612"/>
                  </a:lnTo>
                  <a:lnTo>
                    <a:pt x="6413635" y="3087133"/>
                  </a:lnTo>
                  <a:lnTo>
                    <a:pt x="6449266" y="3090611"/>
                  </a:lnTo>
                  <a:lnTo>
                    <a:pt x="6484897" y="3094045"/>
                  </a:lnTo>
                  <a:lnTo>
                    <a:pt x="6520529" y="3097436"/>
                  </a:lnTo>
                  <a:lnTo>
                    <a:pt x="6556160" y="3100785"/>
                  </a:lnTo>
                  <a:lnTo>
                    <a:pt x="6591791" y="3104092"/>
                  </a:lnTo>
                  <a:lnTo>
                    <a:pt x="6627423" y="3107358"/>
                  </a:lnTo>
                  <a:lnTo>
                    <a:pt x="6663054" y="3110583"/>
                  </a:lnTo>
                  <a:lnTo>
                    <a:pt x="6698685" y="3113768"/>
                  </a:lnTo>
                  <a:lnTo>
                    <a:pt x="6734317" y="3116913"/>
                  </a:lnTo>
                  <a:lnTo>
                    <a:pt x="6769948" y="3120019"/>
                  </a:lnTo>
                  <a:lnTo>
                    <a:pt x="6805579" y="3123086"/>
                  </a:lnTo>
                  <a:lnTo>
                    <a:pt x="6841210" y="3126115"/>
                  </a:lnTo>
                  <a:lnTo>
                    <a:pt x="6876842" y="3129106"/>
                  </a:lnTo>
                  <a:lnTo>
                    <a:pt x="6912473" y="3132060"/>
                  </a:lnTo>
                  <a:lnTo>
                    <a:pt x="6948104" y="3134977"/>
                  </a:lnTo>
                  <a:lnTo>
                    <a:pt x="6983736" y="3137857"/>
                  </a:lnTo>
                  <a:lnTo>
                    <a:pt x="7019367" y="3140702"/>
                  </a:lnTo>
                  <a:lnTo>
                    <a:pt x="7054998" y="3143511"/>
                  </a:lnTo>
                  <a:lnTo>
                    <a:pt x="7090630" y="3146285"/>
                  </a:lnTo>
                  <a:lnTo>
                    <a:pt x="7090630" y="3334230"/>
                  </a:lnTo>
                  <a:lnTo>
                    <a:pt x="7054998" y="3333222"/>
                  </a:lnTo>
                  <a:lnTo>
                    <a:pt x="7019367" y="3332182"/>
                  </a:lnTo>
                  <a:lnTo>
                    <a:pt x="6983736" y="3331108"/>
                  </a:lnTo>
                  <a:lnTo>
                    <a:pt x="6948104" y="3330001"/>
                  </a:lnTo>
                  <a:lnTo>
                    <a:pt x="6912473" y="3328858"/>
                  </a:lnTo>
                  <a:lnTo>
                    <a:pt x="6876842" y="3327679"/>
                  </a:lnTo>
                  <a:lnTo>
                    <a:pt x="6841210" y="3326462"/>
                  </a:lnTo>
                  <a:lnTo>
                    <a:pt x="6805579" y="3325206"/>
                  </a:lnTo>
                  <a:lnTo>
                    <a:pt x="6769948" y="3323911"/>
                  </a:lnTo>
                  <a:lnTo>
                    <a:pt x="6734317" y="3322574"/>
                  </a:lnTo>
                  <a:lnTo>
                    <a:pt x="6698685" y="3321195"/>
                  </a:lnTo>
                  <a:lnTo>
                    <a:pt x="6663054" y="3319772"/>
                  </a:lnTo>
                  <a:lnTo>
                    <a:pt x="6627423" y="3318304"/>
                  </a:lnTo>
                  <a:lnTo>
                    <a:pt x="6591791" y="3316789"/>
                  </a:lnTo>
                  <a:lnTo>
                    <a:pt x="6556160" y="3315226"/>
                  </a:lnTo>
                  <a:lnTo>
                    <a:pt x="6520529" y="3313613"/>
                  </a:lnTo>
                  <a:lnTo>
                    <a:pt x="6484897" y="3311948"/>
                  </a:lnTo>
                  <a:lnTo>
                    <a:pt x="6449266" y="3310231"/>
                  </a:lnTo>
                  <a:lnTo>
                    <a:pt x="6413635" y="3308459"/>
                  </a:lnTo>
                  <a:lnTo>
                    <a:pt x="6378003" y="3306631"/>
                  </a:lnTo>
                  <a:lnTo>
                    <a:pt x="6342372" y="3304744"/>
                  </a:lnTo>
                  <a:lnTo>
                    <a:pt x="6306741" y="3302798"/>
                  </a:lnTo>
                  <a:lnTo>
                    <a:pt x="6271110" y="3300789"/>
                  </a:lnTo>
                  <a:lnTo>
                    <a:pt x="6235478" y="3298717"/>
                  </a:lnTo>
                  <a:lnTo>
                    <a:pt x="6199847" y="3296578"/>
                  </a:lnTo>
                  <a:lnTo>
                    <a:pt x="6164216" y="3294372"/>
                  </a:lnTo>
                  <a:lnTo>
                    <a:pt x="6128584" y="3292095"/>
                  </a:lnTo>
                  <a:lnTo>
                    <a:pt x="6092953" y="3289746"/>
                  </a:lnTo>
                  <a:lnTo>
                    <a:pt x="6057322" y="3287323"/>
                  </a:lnTo>
                  <a:lnTo>
                    <a:pt x="6021690" y="3284822"/>
                  </a:lnTo>
                  <a:lnTo>
                    <a:pt x="5986059" y="3282241"/>
                  </a:lnTo>
                  <a:lnTo>
                    <a:pt x="5950428" y="3279578"/>
                  </a:lnTo>
                  <a:lnTo>
                    <a:pt x="5914796" y="3276831"/>
                  </a:lnTo>
                  <a:lnTo>
                    <a:pt x="5879165" y="3273996"/>
                  </a:lnTo>
                  <a:lnTo>
                    <a:pt x="5843534" y="3271071"/>
                  </a:lnTo>
                  <a:lnTo>
                    <a:pt x="5807903" y="3268053"/>
                  </a:lnTo>
                  <a:lnTo>
                    <a:pt x="5772271" y="3264939"/>
                  </a:lnTo>
                  <a:lnTo>
                    <a:pt x="5736640" y="3261726"/>
                  </a:lnTo>
                  <a:lnTo>
                    <a:pt x="5701009" y="3258410"/>
                  </a:lnTo>
                  <a:lnTo>
                    <a:pt x="5665377" y="3254989"/>
                  </a:lnTo>
                  <a:lnTo>
                    <a:pt x="5629746" y="3251459"/>
                  </a:lnTo>
                  <a:lnTo>
                    <a:pt x="5594115" y="3247817"/>
                  </a:lnTo>
                  <a:lnTo>
                    <a:pt x="5558483" y="3244059"/>
                  </a:lnTo>
                  <a:lnTo>
                    <a:pt x="5522852" y="3240181"/>
                  </a:lnTo>
                  <a:lnTo>
                    <a:pt x="5487221" y="3236180"/>
                  </a:lnTo>
                  <a:lnTo>
                    <a:pt x="5451589" y="3232052"/>
                  </a:lnTo>
                  <a:lnTo>
                    <a:pt x="5415958" y="3227792"/>
                  </a:lnTo>
                  <a:lnTo>
                    <a:pt x="5380327" y="3223397"/>
                  </a:lnTo>
                  <a:lnTo>
                    <a:pt x="5344696" y="3218862"/>
                  </a:lnTo>
                  <a:lnTo>
                    <a:pt x="5309064" y="3214182"/>
                  </a:lnTo>
                  <a:lnTo>
                    <a:pt x="5273433" y="3209354"/>
                  </a:lnTo>
                  <a:lnTo>
                    <a:pt x="5237802" y="3204372"/>
                  </a:lnTo>
                  <a:lnTo>
                    <a:pt x="5202170" y="3199231"/>
                  </a:lnTo>
                  <a:lnTo>
                    <a:pt x="5166539" y="3193927"/>
                  </a:lnTo>
                  <a:lnTo>
                    <a:pt x="5130908" y="3188454"/>
                  </a:lnTo>
                  <a:lnTo>
                    <a:pt x="5095276" y="3182807"/>
                  </a:lnTo>
                  <a:lnTo>
                    <a:pt x="5059645" y="3176980"/>
                  </a:lnTo>
                  <a:lnTo>
                    <a:pt x="5024014" y="3170967"/>
                  </a:lnTo>
                  <a:lnTo>
                    <a:pt x="4988382" y="3164764"/>
                  </a:lnTo>
                  <a:lnTo>
                    <a:pt x="4952751" y="3158363"/>
                  </a:lnTo>
                  <a:lnTo>
                    <a:pt x="4917120" y="3151758"/>
                  </a:lnTo>
                  <a:lnTo>
                    <a:pt x="4881489" y="3144943"/>
                  </a:lnTo>
                  <a:lnTo>
                    <a:pt x="4845857" y="3137911"/>
                  </a:lnTo>
                  <a:lnTo>
                    <a:pt x="4810226" y="3130656"/>
                  </a:lnTo>
                  <a:lnTo>
                    <a:pt x="4774595" y="3123169"/>
                  </a:lnTo>
                  <a:lnTo>
                    <a:pt x="4738963" y="3115445"/>
                  </a:lnTo>
                  <a:lnTo>
                    <a:pt x="4703332" y="3107474"/>
                  </a:lnTo>
                  <a:lnTo>
                    <a:pt x="4667701" y="3099250"/>
                  </a:lnTo>
                  <a:lnTo>
                    <a:pt x="4632069" y="3090764"/>
                  </a:lnTo>
                  <a:lnTo>
                    <a:pt x="4596438" y="3082009"/>
                  </a:lnTo>
                  <a:lnTo>
                    <a:pt x="4560807" y="3072974"/>
                  </a:lnTo>
                  <a:lnTo>
                    <a:pt x="4525175" y="3063652"/>
                  </a:lnTo>
                  <a:lnTo>
                    <a:pt x="4489544" y="3054033"/>
                  </a:lnTo>
                  <a:lnTo>
                    <a:pt x="4453913" y="3044109"/>
                  </a:lnTo>
                  <a:lnTo>
                    <a:pt x="4418282" y="3033868"/>
                  </a:lnTo>
                  <a:lnTo>
                    <a:pt x="4382650" y="3023302"/>
                  </a:lnTo>
                  <a:lnTo>
                    <a:pt x="4347019" y="3012399"/>
                  </a:lnTo>
                  <a:lnTo>
                    <a:pt x="4311388" y="3001149"/>
                  </a:lnTo>
                  <a:lnTo>
                    <a:pt x="4275756" y="2989542"/>
                  </a:lnTo>
                  <a:lnTo>
                    <a:pt x="4240125" y="2977565"/>
                  </a:lnTo>
                  <a:lnTo>
                    <a:pt x="4204494" y="2965207"/>
                  </a:lnTo>
                  <a:lnTo>
                    <a:pt x="4168862" y="2952455"/>
                  </a:lnTo>
                  <a:lnTo>
                    <a:pt x="4133231" y="2939298"/>
                  </a:lnTo>
                  <a:lnTo>
                    <a:pt x="4097600" y="2925722"/>
                  </a:lnTo>
                  <a:lnTo>
                    <a:pt x="4061968" y="2911714"/>
                  </a:lnTo>
                  <a:lnTo>
                    <a:pt x="4026337" y="2897261"/>
                  </a:lnTo>
                  <a:lnTo>
                    <a:pt x="3990706" y="2882347"/>
                  </a:lnTo>
                  <a:lnTo>
                    <a:pt x="3955075" y="2866959"/>
                  </a:lnTo>
                  <a:lnTo>
                    <a:pt x="3919443" y="2851081"/>
                  </a:lnTo>
                  <a:lnTo>
                    <a:pt x="3883812" y="2834698"/>
                  </a:lnTo>
                  <a:lnTo>
                    <a:pt x="3848181" y="2817793"/>
                  </a:lnTo>
                  <a:lnTo>
                    <a:pt x="3812549" y="2800351"/>
                  </a:lnTo>
                  <a:lnTo>
                    <a:pt x="3776918" y="2782354"/>
                  </a:lnTo>
                  <a:lnTo>
                    <a:pt x="3741287" y="2763783"/>
                  </a:lnTo>
                  <a:lnTo>
                    <a:pt x="3705655" y="2744622"/>
                  </a:lnTo>
                  <a:lnTo>
                    <a:pt x="3670024" y="2724851"/>
                  </a:lnTo>
                  <a:lnTo>
                    <a:pt x="3634393" y="2704451"/>
                  </a:lnTo>
                  <a:lnTo>
                    <a:pt x="3598762" y="2683402"/>
                  </a:lnTo>
                  <a:lnTo>
                    <a:pt x="3563130" y="2661683"/>
                  </a:lnTo>
                  <a:lnTo>
                    <a:pt x="3527499" y="2639273"/>
                  </a:lnTo>
                  <a:lnTo>
                    <a:pt x="3491868" y="2616150"/>
                  </a:lnTo>
                  <a:lnTo>
                    <a:pt x="3456236" y="2592290"/>
                  </a:lnTo>
                  <a:lnTo>
                    <a:pt x="3420605" y="2567672"/>
                  </a:lnTo>
                  <a:lnTo>
                    <a:pt x="3384974" y="2555669"/>
                  </a:lnTo>
                  <a:lnTo>
                    <a:pt x="3349342" y="2545435"/>
                  </a:lnTo>
                  <a:lnTo>
                    <a:pt x="3313711" y="2535071"/>
                  </a:lnTo>
                  <a:lnTo>
                    <a:pt x="3278080" y="2524577"/>
                  </a:lnTo>
                  <a:lnTo>
                    <a:pt x="3242448" y="2513950"/>
                  </a:lnTo>
                  <a:lnTo>
                    <a:pt x="3206817" y="2503189"/>
                  </a:lnTo>
                  <a:lnTo>
                    <a:pt x="3171186" y="2492292"/>
                  </a:lnTo>
                  <a:lnTo>
                    <a:pt x="3135555" y="2481257"/>
                  </a:lnTo>
                  <a:lnTo>
                    <a:pt x="3099923" y="2470083"/>
                  </a:lnTo>
                  <a:lnTo>
                    <a:pt x="3064292" y="2458768"/>
                  </a:lnTo>
                  <a:lnTo>
                    <a:pt x="3028661" y="2447310"/>
                  </a:lnTo>
                  <a:lnTo>
                    <a:pt x="2993029" y="2435707"/>
                  </a:lnTo>
                  <a:lnTo>
                    <a:pt x="2957398" y="2423957"/>
                  </a:lnTo>
                  <a:lnTo>
                    <a:pt x="2921767" y="2412059"/>
                  </a:lnTo>
                  <a:lnTo>
                    <a:pt x="2886135" y="2400011"/>
                  </a:lnTo>
                  <a:lnTo>
                    <a:pt x="2850504" y="2387811"/>
                  </a:lnTo>
                  <a:lnTo>
                    <a:pt x="2814873" y="2375456"/>
                  </a:lnTo>
                  <a:lnTo>
                    <a:pt x="2779241" y="2362946"/>
                  </a:lnTo>
                  <a:lnTo>
                    <a:pt x="2743610" y="2350277"/>
                  </a:lnTo>
                  <a:lnTo>
                    <a:pt x="2707979" y="2337449"/>
                  </a:lnTo>
                  <a:lnTo>
                    <a:pt x="2672348" y="2324458"/>
                  </a:lnTo>
                  <a:lnTo>
                    <a:pt x="2636716" y="2311304"/>
                  </a:lnTo>
                  <a:lnTo>
                    <a:pt x="2601085" y="2297983"/>
                  </a:lnTo>
                  <a:lnTo>
                    <a:pt x="2565454" y="2284494"/>
                  </a:lnTo>
                  <a:lnTo>
                    <a:pt x="2529822" y="2270835"/>
                  </a:lnTo>
                  <a:lnTo>
                    <a:pt x="2494191" y="2257003"/>
                  </a:lnTo>
                  <a:lnTo>
                    <a:pt x="2458560" y="2242996"/>
                  </a:lnTo>
                  <a:lnTo>
                    <a:pt x="2422928" y="2228812"/>
                  </a:lnTo>
                  <a:lnTo>
                    <a:pt x="2387297" y="2214450"/>
                  </a:lnTo>
                  <a:lnTo>
                    <a:pt x="2351666" y="2199905"/>
                  </a:lnTo>
                  <a:lnTo>
                    <a:pt x="2316034" y="2185177"/>
                  </a:lnTo>
                  <a:lnTo>
                    <a:pt x="2280403" y="2170264"/>
                  </a:lnTo>
                  <a:lnTo>
                    <a:pt x="2244772" y="2155161"/>
                  </a:lnTo>
                  <a:lnTo>
                    <a:pt x="2209141" y="2139868"/>
                  </a:lnTo>
                  <a:lnTo>
                    <a:pt x="2173509" y="2124382"/>
                  </a:lnTo>
                  <a:lnTo>
                    <a:pt x="2137878" y="2108700"/>
                  </a:lnTo>
                  <a:lnTo>
                    <a:pt x="2102247" y="2092820"/>
                  </a:lnTo>
                  <a:lnTo>
                    <a:pt x="2066615" y="2076740"/>
                  </a:lnTo>
                  <a:lnTo>
                    <a:pt x="2030984" y="2060456"/>
                  </a:lnTo>
                  <a:lnTo>
                    <a:pt x="1995353" y="2043967"/>
                  </a:lnTo>
                  <a:lnTo>
                    <a:pt x="1959721" y="2027270"/>
                  </a:lnTo>
                  <a:lnTo>
                    <a:pt x="1924090" y="2010361"/>
                  </a:lnTo>
                  <a:lnTo>
                    <a:pt x="1888459" y="1993239"/>
                  </a:lnTo>
                  <a:lnTo>
                    <a:pt x="1852827" y="1975901"/>
                  </a:lnTo>
                  <a:lnTo>
                    <a:pt x="1817196" y="1958344"/>
                  </a:lnTo>
                  <a:lnTo>
                    <a:pt x="1781565" y="1940565"/>
                  </a:lnTo>
                  <a:lnTo>
                    <a:pt x="1745934" y="1922561"/>
                  </a:lnTo>
                  <a:lnTo>
                    <a:pt x="1710302" y="1904330"/>
                  </a:lnTo>
                  <a:lnTo>
                    <a:pt x="1674671" y="1885869"/>
                  </a:lnTo>
                  <a:lnTo>
                    <a:pt x="1639040" y="1867174"/>
                  </a:lnTo>
                  <a:lnTo>
                    <a:pt x="1603408" y="1848244"/>
                  </a:lnTo>
                  <a:lnTo>
                    <a:pt x="1567777" y="1829074"/>
                  </a:lnTo>
                  <a:lnTo>
                    <a:pt x="1532146" y="1809662"/>
                  </a:lnTo>
                  <a:lnTo>
                    <a:pt x="1496514" y="1790005"/>
                  </a:lnTo>
                  <a:lnTo>
                    <a:pt x="1460883" y="1770100"/>
                  </a:lnTo>
                  <a:lnTo>
                    <a:pt x="1425252" y="1749943"/>
                  </a:lnTo>
                  <a:lnTo>
                    <a:pt x="1389620" y="1729531"/>
                  </a:lnTo>
                  <a:lnTo>
                    <a:pt x="1353989" y="1708862"/>
                  </a:lnTo>
                  <a:lnTo>
                    <a:pt x="1318358" y="1687932"/>
                  </a:lnTo>
                  <a:lnTo>
                    <a:pt x="1282727" y="1666737"/>
                  </a:lnTo>
                  <a:lnTo>
                    <a:pt x="1247095" y="1645275"/>
                  </a:lnTo>
                  <a:lnTo>
                    <a:pt x="1211464" y="1623542"/>
                  </a:lnTo>
                  <a:lnTo>
                    <a:pt x="1175833" y="1601534"/>
                  </a:lnTo>
                  <a:lnTo>
                    <a:pt x="1140201" y="1579248"/>
                  </a:lnTo>
                  <a:lnTo>
                    <a:pt x="1104570" y="1556680"/>
                  </a:lnTo>
                  <a:lnTo>
                    <a:pt x="1068939" y="1533828"/>
                  </a:lnTo>
                  <a:lnTo>
                    <a:pt x="1033307" y="1510687"/>
                  </a:lnTo>
                  <a:lnTo>
                    <a:pt x="997676" y="1487253"/>
                  </a:lnTo>
                  <a:lnTo>
                    <a:pt x="962045" y="1463524"/>
                  </a:lnTo>
                  <a:lnTo>
                    <a:pt x="926413" y="1439495"/>
                  </a:lnTo>
                  <a:lnTo>
                    <a:pt x="890782" y="1415162"/>
                  </a:lnTo>
                  <a:lnTo>
                    <a:pt x="855151" y="1390522"/>
                  </a:lnTo>
                  <a:lnTo>
                    <a:pt x="819520" y="1365571"/>
                  </a:lnTo>
                  <a:lnTo>
                    <a:pt x="783888" y="1340305"/>
                  </a:lnTo>
                  <a:lnTo>
                    <a:pt x="748257" y="1314719"/>
                  </a:lnTo>
                  <a:lnTo>
                    <a:pt x="712626" y="1288811"/>
                  </a:lnTo>
                  <a:lnTo>
                    <a:pt x="676994" y="1262575"/>
                  </a:lnTo>
                  <a:lnTo>
                    <a:pt x="641363" y="1236007"/>
                  </a:lnTo>
                  <a:lnTo>
                    <a:pt x="605732" y="1209105"/>
                  </a:lnTo>
                  <a:lnTo>
                    <a:pt x="570100" y="1181862"/>
                  </a:lnTo>
                  <a:lnTo>
                    <a:pt x="534469" y="1154275"/>
                  </a:lnTo>
                  <a:lnTo>
                    <a:pt x="498838" y="1126340"/>
                  </a:lnTo>
                  <a:lnTo>
                    <a:pt x="463206" y="1098052"/>
                  </a:lnTo>
                  <a:lnTo>
                    <a:pt x="427575" y="1069406"/>
                  </a:lnTo>
                  <a:lnTo>
                    <a:pt x="391944" y="1040399"/>
                  </a:lnTo>
                  <a:lnTo>
                    <a:pt x="356313" y="1011025"/>
                  </a:lnTo>
                  <a:lnTo>
                    <a:pt x="320681" y="981281"/>
                  </a:lnTo>
                  <a:lnTo>
                    <a:pt x="285050" y="951160"/>
                  </a:lnTo>
                  <a:lnTo>
                    <a:pt x="249419" y="920660"/>
                  </a:lnTo>
                  <a:lnTo>
                    <a:pt x="213787" y="889774"/>
                  </a:lnTo>
                  <a:lnTo>
                    <a:pt x="178156" y="858497"/>
                  </a:lnTo>
                  <a:lnTo>
                    <a:pt x="142525" y="826826"/>
                  </a:lnTo>
                  <a:lnTo>
                    <a:pt x="106893" y="794755"/>
                  </a:lnTo>
                  <a:lnTo>
                    <a:pt x="71262" y="762279"/>
                  </a:lnTo>
                  <a:lnTo>
                    <a:pt x="35631" y="729392"/>
                  </a:lnTo>
                  <a:lnTo>
                    <a:pt x="0" y="69609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955889" y="2196947"/>
              <a:ext cx="5306789" cy="3146285"/>
            </a:xfrm>
            <a:custGeom>
              <a:avLst/>
              <a:pathLst>
                <a:path w="5306789" h="3146285">
                  <a:moveTo>
                    <a:pt x="0" y="0"/>
                  </a:moveTo>
                  <a:lnTo>
                    <a:pt x="33356" y="97370"/>
                  </a:lnTo>
                  <a:lnTo>
                    <a:pt x="68987" y="198175"/>
                  </a:lnTo>
                  <a:lnTo>
                    <a:pt x="104618" y="295871"/>
                  </a:lnTo>
                  <a:lnTo>
                    <a:pt x="140250" y="390553"/>
                  </a:lnTo>
                  <a:lnTo>
                    <a:pt x="175881" y="482316"/>
                  </a:lnTo>
                  <a:lnTo>
                    <a:pt x="211512" y="571248"/>
                  </a:lnTo>
                  <a:lnTo>
                    <a:pt x="247144" y="657438"/>
                  </a:lnTo>
                  <a:lnTo>
                    <a:pt x="282775" y="740970"/>
                  </a:lnTo>
                  <a:lnTo>
                    <a:pt x="318406" y="821925"/>
                  </a:lnTo>
                  <a:lnTo>
                    <a:pt x="354037" y="900384"/>
                  </a:lnTo>
                  <a:lnTo>
                    <a:pt x="389669" y="976423"/>
                  </a:lnTo>
                  <a:lnTo>
                    <a:pt x="425300" y="1050117"/>
                  </a:lnTo>
                  <a:lnTo>
                    <a:pt x="460931" y="1121538"/>
                  </a:lnTo>
                  <a:lnTo>
                    <a:pt x="496563" y="1190756"/>
                  </a:lnTo>
                  <a:lnTo>
                    <a:pt x="532194" y="1257840"/>
                  </a:lnTo>
                  <a:lnTo>
                    <a:pt x="567825" y="1322855"/>
                  </a:lnTo>
                  <a:lnTo>
                    <a:pt x="603457" y="1385864"/>
                  </a:lnTo>
                  <a:lnTo>
                    <a:pt x="639088" y="1446930"/>
                  </a:lnTo>
                  <a:lnTo>
                    <a:pt x="674719" y="1506114"/>
                  </a:lnTo>
                  <a:lnTo>
                    <a:pt x="710351" y="1563471"/>
                  </a:lnTo>
                  <a:lnTo>
                    <a:pt x="745982" y="1619060"/>
                  </a:lnTo>
                  <a:lnTo>
                    <a:pt x="781613" y="1672934"/>
                  </a:lnTo>
                  <a:lnTo>
                    <a:pt x="817244" y="1725147"/>
                  </a:lnTo>
                  <a:lnTo>
                    <a:pt x="852876" y="1775750"/>
                  </a:lnTo>
                  <a:lnTo>
                    <a:pt x="888507" y="1824792"/>
                  </a:lnTo>
                  <a:lnTo>
                    <a:pt x="924138" y="1872321"/>
                  </a:lnTo>
                  <a:lnTo>
                    <a:pt x="959770" y="1918385"/>
                  </a:lnTo>
                  <a:lnTo>
                    <a:pt x="995401" y="1963028"/>
                  </a:lnTo>
                  <a:lnTo>
                    <a:pt x="1031032" y="2006294"/>
                  </a:lnTo>
                  <a:lnTo>
                    <a:pt x="1066664" y="2048226"/>
                  </a:lnTo>
                  <a:lnTo>
                    <a:pt x="1102295" y="2088864"/>
                  </a:lnTo>
                  <a:lnTo>
                    <a:pt x="1137926" y="2128250"/>
                  </a:lnTo>
                  <a:lnTo>
                    <a:pt x="1173557" y="2166420"/>
                  </a:lnTo>
                  <a:lnTo>
                    <a:pt x="1209189" y="2203414"/>
                  </a:lnTo>
                  <a:lnTo>
                    <a:pt x="1244820" y="2239266"/>
                  </a:lnTo>
                  <a:lnTo>
                    <a:pt x="1280451" y="2274013"/>
                  </a:lnTo>
                  <a:lnTo>
                    <a:pt x="1316083" y="2307688"/>
                  </a:lnTo>
                  <a:lnTo>
                    <a:pt x="1351714" y="2340324"/>
                  </a:lnTo>
                  <a:lnTo>
                    <a:pt x="1387345" y="2371954"/>
                  </a:lnTo>
                  <a:lnTo>
                    <a:pt x="1422977" y="2402609"/>
                  </a:lnTo>
                  <a:lnTo>
                    <a:pt x="1458608" y="2432318"/>
                  </a:lnTo>
                  <a:lnTo>
                    <a:pt x="1494239" y="2461111"/>
                  </a:lnTo>
                  <a:lnTo>
                    <a:pt x="1529871" y="2489016"/>
                  </a:lnTo>
                  <a:lnTo>
                    <a:pt x="1565502" y="2516060"/>
                  </a:lnTo>
                  <a:lnTo>
                    <a:pt x="1601133" y="2542270"/>
                  </a:lnTo>
                  <a:lnTo>
                    <a:pt x="1636764" y="2565776"/>
                  </a:lnTo>
                  <a:lnTo>
                    <a:pt x="1672396" y="2575756"/>
                  </a:lnTo>
                  <a:lnTo>
                    <a:pt x="1708027" y="2585612"/>
                  </a:lnTo>
                  <a:lnTo>
                    <a:pt x="1743658" y="2595345"/>
                  </a:lnTo>
                  <a:lnTo>
                    <a:pt x="1779290" y="2604957"/>
                  </a:lnTo>
                  <a:lnTo>
                    <a:pt x="1814921" y="2614449"/>
                  </a:lnTo>
                  <a:lnTo>
                    <a:pt x="1850552" y="2623822"/>
                  </a:lnTo>
                  <a:lnTo>
                    <a:pt x="1886184" y="2633079"/>
                  </a:lnTo>
                  <a:lnTo>
                    <a:pt x="1921815" y="2642220"/>
                  </a:lnTo>
                  <a:lnTo>
                    <a:pt x="1957446" y="2651246"/>
                  </a:lnTo>
                  <a:lnTo>
                    <a:pt x="1993078" y="2660161"/>
                  </a:lnTo>
                  <a:lnTo>
                    <a:pt x="2028709" y="2668964"/>
                  </a:lnTo>
                  <a:lnTo>
                    <a:pt x="2064340" y="2677657"/>
                  </a:lnTo>
                  <a:lnTo>
                    <a:pt x="2099971" y="2686242"/>
                  </a:lnTo>
                  <a:lnTo>
                    <a:pt x="2135603" y="2694720"/>
                  </a:lnTo>
                  <a:lnTo>
                    <a:pt x="2171234" y="2703092"/>
                  </a:lnTo>
                  <a:lnTo>
                    <a:pt x="2206865" y="2711360"/>
                  </a:lnTo>
                  <a:lnTo>
                    <a:pt x="2242497" y="2719525"/>
                  </a:lnTo>
                  <a:lnTo>
                    <a:pt x="2278128" y="2727587"/>
                  </a:lnTo>
                  <a:lnTo>
                    <a:pt x="2313759" y="2735549"/>
                  </a:lnTo>
                  <a:lnTo>
                    <a:pt x="2349391" y="2743412"/>
                  </a:lnTo>
                  <a:lnTo>
                    <a:pt x="2385022" y="2751177"/>
                  </a:lnTo>
                  <a:lnTo>
                    <a:pt x="2420653" y="2758845"/>
                  </a:lnTo>
                  <a:lnTo>
                    <a:pt x="2456285" y="2766417"/>
                  </a:lnTo>
                  <a:lnTo>
                    <a:pt x="2491916" y="2773895"/>
                  </a:lnTo>
                  <a:lnTo>
                    <a:pt x="2527547" y="2781279"/>
                  </a:lnTo>
                  <a:lnTo>
                    <a:pt x="2563178" y="2788572"/>
                  </a:lnTo>
                  <a:lnTo>
                    <a:pt x="2598810" y="2795773"/>
                  </a:lnTo>
                  <a:lnTo>
                    <a:pt x="2634441" y="2802885"/>
                  </a:lnTo>
                  <a:lnTo>
                    <a:pt x="2670072" y="2809908"/>
                  </a:lnTo>
                  <a:lnTo>
                    <a:pt x="2705704" y="2816843"/>
                  </a:lnTo>
                  <a:lnTo>
                    <a:pt x="2741335" y="2823692"/>
                  </a:lnTo>
                  <a:lnTo>
                    <a:pt x="2776966" y="2830455"/>
                  </a:lnTo>
                  <a:lnTo>
                    <a:pt x="2812598" y="2837134"/>
                  </a:lnTo>
                  <a:lnTo>
                    <a:pt x="2848229" y="2843730"/>
                  </a:lnTo>
                  <a:lnTo>
                    <a:pt x="2883860" y="2850244"/>
                  </a:lnTo>
                  <a:lnTo>
                    <a:pt x="2919492" y="2856676"/>
                  </a:lnTo>
                  <a:lnTo>
                    <a:pt x="2955123" y="2863028"/>
                  </a:lnTo>
                  <a:lnTo>
                    <a:pt x="2990754" y="2869300"/>
                  </a:lnTo>
                  <a:lnTo>
                    <a:pt x="3026385" y="2875495"/>
                  </a:lnTo>
                  <a:lnTo>
                    <a:pt x="3062017" y="2881612"/>
                  </a:lnTo>
                  <a:lnTo>
                    <a:pt x="3097648" y="2887653"/>
                  </a:lnTo>
                  <a:lnTo>
                    <a:pt x="3133279" y="2893619"/>
                  </a:lnTo>
                  <a:lnTo>
                    <a:pt x="3168911" y="2899510"/>
                  </a:lnTo>
                  <a:lnTo>
                    <a:pt x="3204542" y="2905327"/>
                  </a:lnTo>
                  <a:lnTo>
                    <a:pt x="3240173" y="2911073"/>
                  </a:lnTo>
                  <a:lnTo>
                    <a:pt x="3275805" y="2916746"/>
                  </a:lnTo>
                  <a:lnTo>
                    <a:pt x="3311436" y="2922349"/>
                  </a:lnTo>
                  <a:lnTo>
                    <a:pt x="3347067" y="2927881"/>
                  </a:lnTo>
                  <a:lnTo>
                    <a:pt x="3382699" y="2933345"/>
                  </a:lnTo>
                  <a:lnTo>
                    <a:pt x="3418330" y="2938741"/>
                  </a:lnTo>
                  <a:lnTo>
                    <a:pt x="3453961" y="2944069"/>
                  </a:lnTo>
                  <a:lnTo>
                    <a:pt x="3489592" y="2949331"/>
                  </a:lnTo>
                  <a:lnTo>
                    <a:pt x="3525224" y="2954527"/>
                  </a:lnTo>
                  <a:lnTo>
                    <a:pt x="3560855" y="2959659"/>
                  </a:lnTo>
                  <a:lnTo>
                    <a:pt x="3596486" y="2964726"/>
                  </a:lnTo>
                  <a:lnTo>
                    <a:pt x="3632118" y="2969730"/>
                  </a:lnTo>
                  <a:lnTo>
                    <a:pt x="3667749" y="2974672"/>
                  </a:lnTo>
                  <a:lnTo>
                    <a:pt x="3703380" y="2979552"/>
                  </a:lnTo>
                  <a:lnTo>
                    <a:pt x="3739012" y="2984371"/>
                  </a:lnTo>
                  <a:lnTo>
                    <a:pt x="3774643" y="2989131"/>
                  </a:lnTo>
                  <a:lnTo>
                    <a:pt x="3810274" y="2993830"/>
                  </a:lnTo>
                  <a:lnTo>
                    <a:pt x="3845906" y="2998472"/>
                  </a:lnTo>
                  <a:lnTo>
                    <a:pt x="3881537" y="3003055"/>
                  </a:lnTo>
                  <a:lnTo>
                    <a:pt x="3917168" y="3007581"/>
                  </a:lnTo>
                  <a:lnTo>
                    <a:pt x="3952799" y="3012051"/>
                  </a:lnTo>
                  <a:lnTo>
                    <a:pt x="3988431" y="3016464"/>
                  </a:lnTo>
                  <a:lnTo>
                    <a:pt x="4024062" y="3020823"/>
                  </a:lnTo>
                  <a:lnTo>
                    <a:pt x="4059693" y="3025128"/>
                  </a:lnTo>
                  <a:lnTo>
                    <a:pt x="4095325" y="3029379"/>
                  </a:lnTo>
                  <a:lnTo>
                    <a:pt x="4130956" y="3033576"/>
                  </a:lnTo>
                  <a:lnTo>
                    <a:pt x="4166587" y="3037722"/>
                  </a:lnTo>
                  <a:lnTo>
                    <a:pt x="4202219" y="3041815"/>
                  </a:lnTo>
                  <a:lnTo>
                    <a:pt x="4237850" y="3045858"/>
                  </a:lnTo>
                  <a:lnTo>
                    <a:pt x="4273481" y="3049850"/>
                  </a:lnTo>
                  <a:lnTo>
                    <a:pt x="4309113" y="3053793"/>
                  </a:lnTo>
                  <a:lnTo>
                    <a:pt x="4344744" y="3057686"/>
                  </a:lnTo>
                  <a:lnTo>
                    <a:pt x="4380375" y="3061531"/>
                  </a:lnTo>
                  <a:lnTo>
                    <a:pt x="4416006" y="3065327"/>
                  </a:lnTo>
                  <a:lnTo>
                    <a:pt x="4451638" y="3069077"/>
                  </a:lnTo>
                  <a:lnTo>
                    <a:pt x="4487269" y="3072779"/>
                  </a:lnTo>
                  <a:lnTo>
                    <a:pt x="4522900" y="3076436"/>
                  </a:lnTo>
                  <a:lnTo>
                    <a:pt x="4558532" y="3080046"/>
                  </a:lnTo>
                  <a:lnTo>
                    <a:pt x="4594163" y="3083612"/>
                  </a:lnTo>
                  <a:lnTo>
                    <a:pt x="4629794" y="3087133"/>
                  </a:lnTo>
                  <a:lnTo>
                    <a:pt x="4665426" y="3090611"/>
                  </a:lnTo>
                  <a:lnTo>
                    <a:pt x="4701057" y="3094045"/>
                  </a:lnTo>
                  <a:lnTo>
                    <a:pt x="4736688" y="3097436"/>
                  </a:lnTo>
                  <a:lnTo>
                    <a:pt x="4772319" y="3100785"/>
                  </a:lnTo>
                  <a:lnTo>
                    <a:pt x="4807951" y="3104092"/>
                  </a:lnTo>
                  <a:lnTo>
                    <a:pt x="4843582" y="3107358"/>
                  </a:lnTo>
                  <a:lnTo>
                    <a:pt x="4879213" y="3110583"/>
                  </a:lnTo>
                  <a:lnTo>
                    <a:pt x="4914845" y="3113768"/>
                  </a:lnTo>
                  <a:lnTo>
                    <a:pt x="4950476" y="3116913"/>
                  </a:lnTo>
                  <a:lnTo>
                    <a:pt x="4986107" y="3120019"/>
                  </a:lnTo>
                  <a:lnTo>
                    <a:pt x="5021739" y="3123086"/>
                  </a:lnTo>
                  <a:lnTo>
                    <a:pt x="5057370" y="3126115"/>
                  </a:lnTo>
                  <a:lnTo>
                    <a:pt x="5093001" y="3129106"/>
                  </a:lnTo>
                  <a:lnTo>
                    <a:pt x="5128633" y="3132060"/>
                  </a:lnTo>
                  <a:lnTo>
                    <a:pt x="5164264" y="3134977"/>
                  </a:lnTo>
                  <a:lnTo>
                    <a:pt x="5199895" y="3137857"/>
                  </a:lnTo>
                  <a:lnTo>
                    <a:pt x="5235526" y="3140702"/>
                  </a:lnTo>
                  <a:lnTo>
                    <a:pt x="5271158" y="3143511"/>
                  </a:lnTo>
                  <a:lnTo>
                    <a:pt x="5306789" y="314628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2893037"/>
              <a:ext cx="7090630" cy="2638140"/>
            </a:xfrm>
            <a:custGeom>
              <a:avLst/>
              <a:pathLst>
                <a:path w="7090630" h="2638140">
                  <a:moveTo>
                    <a:pt x="7090630" y="2638140"/>
                  </a:moveTo>
                  <a:lnTo>
                    <a:pt x="7054998" y="2637131"/>
                  </a:lnTo>
                  <a:lnTo>
                    <a:pt x="7019367" y="2636091"/>
                  </a:lnTo>
                  <a:lnTo>
                    <a:pt x="6983736" y="2635018"/>
                  </a:lnTo>
                  <a:lnTo>
                    <a:pt x="6948104" y="2633910"/>
                  </a:lnTo>
                  <a:lnTo>
                    <a:pt x="6912473" y="2632767"/>
                  </a:lnTo>
                  <a:lnTo>
                    <a:pt x="6876842" y="2631588"/>
                  </a:lnTo>
                  <a:lnTo>
                    <a:pt x="6841210" y="2630371"/>
                  </a:lnTo>
                  <a:lnTo>
                    <a:pt x="6805579" y="2629116"/>
                  </a:lnTo>
                  <a:lnTo>
                    <a:pt x="6769948" y="2627820"/>
                  </a:lnTo>
                  <a:lnTo>
                    <a:pt x="6734317" y="2626484"/>
                  </a:lnTo>
                  <a:lnTo>
                    <a:pt x="6698685" y="2625105"/>
                  </a:lnTo>
                  <a:lnTo>
                    <a:pt x="6663054" y="2623682"/>
                  </a:lnTo>
                  <a:lnTo>
                    <a:pt x="6627423" y="2622213"/>
                  </a:lnTo>
                  <a:lnTo>
                    <a:pt x="6591791" y="2620698"/>
                  </a:lnTo>
                  <a:lnTo>
                    <a:pt x="6556160" y="2619135"/>
                  </a:lnTo>
                  <a:lnTo>
                    <a:pt x="6520529" y="2617522"/>
                  </a:lnTo>
                  <a:lnTo>
                    <a:pt x="6484897" y="2615858"/>
                  </a:lnTo>
                  <a:lnTo>
                    <a:pt x="6449266" y="2614140"/>
                  </a:lnTo>
                  <a:lnTo>
                    <a:pt x="6413635" y="2612368"/>
                  </a:lnTo>
                  <a:lnTo>
                    <a:pt x="6378003" y="2610540"/>
                  </a:lnTo>
                  <a:lnTo>
                    <a:pt x="6342372" y="2608654"/>
                  </a:lnTo>
                  <a:lnTo>
                    <a:pt x="6306741" y="2606707"/>
                  </a:lnTo>
                  <a:lnTo>
                    <a:pt x="6271110" y="2604699"/>
                  </a:lnTo>
                  <a:lnTo>
                    <a:pt x="6235478" y="2602626"/>
                  </a:lnTo>
                  <a:lnTo>
                    <a:pt x="6199847" y="2600488"/>
                  </a:lnTo>
                  <a:lnTo>
                    <a:pt x="6164216" y="2598281"/>
                  </a:lnTo>
                  <a:lnTo>
                    <a:pt x="6128584" y="2596005"/>
                  </a:lnTo>
                  <a:lnTo>
                    <a:pt x="6092953" y="2593656"/>
                  </a:lnTo>
                  <a:lnTo>
                    <a:pt x="6057322" y="2591232"/>
                  </a:lnTo>
                  <a:lnTo>
                    <a:pt x="6021690" y="2588731"/>
                  </a:lnTo>
                  <a:lnTo>
                    <a:pt x="5986059" y="2586150"/>
                  </a:lnTo>
                  <a:lnTo>
                    <a:pt x="5950428" y="2583488"/>
                  </a:lnTo>
                  <a:lnTo>
                    <a:pt x="5914796" y="2580740"/>
                  </a:lnTo>
                  <a:lnTo>
                    <a:pt x="5879165" y="2577906"/>
                  </a:lnTo>
                  <a:lnTo>
                    <a:pt x="5843534" y="2574981"/>
                  </a:lnTo>
                  <a:lnTo>
                    <a:pt x="5807903" y="2571963"/>
                  </a:lnTo>
                  <a:lnTo>
                    <a:pt x="5772271" y="2568848"/>
                  </a:lnTo>
                  <a:lnTo>
                    <a:pt x="5736640" y="2565635"/>
                  </a:lnTo>
                  <a:lnTo>
                    <a:pt x="5701009" y="2562320"/>
                  </a:lnTo>
                  <a:lnTo>
                    <a:pt x="5665377" y="2558899"/>
                  </a:lnTo>
                  <a:lnTo>
                    <a:pt x="5629746" y="2555369"/>
                  </a:lnTo>
                  <a:lnTo>
                    <a:pt x="5594115" y="2551727"/>
                  </a:lnTo>
                  <a:lnTo>
                    <a:pt x="5558483" y="2547969"/>
                  </a:lnTo>
                  <a:lnTo>
                    <a:pt x="5522852" y="2544091"/>
                  </a:lnTo>
                  <a:lnTo>
                    <a:pt x="5487221" y="2540090"/>
                  </a:lnTo>
                  <a:lnTo>
                    <a:pt x="5451589" y="2535961"/>
                  </a:lnTo>
                  <a:lnTo>
                    <a:pt x="5415958" y="2531702"/>
                  </a:lnTo>
                  <a:lnTo>
                    <a:pt x="5380327" y="2527306"/>
                  </a:lnTo>
                  <a:lnTo>
                    <a:pt x="5344696" y="2522771"/>
                  </a:lnTo>
                  <a:lnTo>
                    <a:pt x="5309064" y="2518092"/>
                  </a:lnTo>
                  <a:lnTo>
                    <a:pt x="5273433" y="2513263"/>
                  </a:lnTo>
                  <a:lnTo>
                    <a:pt x="5237802" y="2508281"/>
                  </a:lnTo>
                  <a:lnTo>
                    <a:pt x="5202170" y="2503140"/>
                  </a:lnTo>
                  <a:lnTo>
                    <a:pt x="5166539" y="2497836"/>
                  </a:lnTo>
                  <a:lnTo>
                    <a:pt x="5130908" y="2492363"/>
                  </a:lnTo>
                  <a:lnTo>
                    <a:pt x="5095276" y="2486716"/>
                  </a:lnTo>
                  <a:lnTo>
                    <a:pt x="5059645" y="2480889"/>
                  </a:lnTo>
                  <a:lnTo>
                    <a:pt x="5024014" y="2474877"/>
                  </a:lnTo>
                  <a:lnTo>
                    <a:pt x="4988382" y="2468673"/>
                  </a:lnTo>
                  <a:lnTo>
                    <a:pt x="4952751" y="2462272"/>
                  </a:lnTo>
                  <a:lnTo>
                    <a:pt x="4917120" y="2455667"/>
                  </a:lnTo>
                  <a:lnTo>
                    <a:pt x="4881489" y="2448853"/>
                  </a:lnTo>
                  <a:lnTo>
                    <a:pt x="4845857" y="2441821"/>
                  </a:lnTo>
                  <a:lnTo>
                    <a:pt x="4810226" y="2434565"/>
                  </a:lnTo>
                  <a:lnTo>
                    <a:pt x="4774595" y="2427079"/>
                  </a:lnTo>
                  <a:lnTo>
                    <a:pt x="4738963" y="2419354"/>
                  </a:lnTo>
                  <a:lnTo>
                    <a:pt x="4703332" y="2411384"/>
                  </a:lnTo>
                  <a:lnTo>
                    <a:pt x="4667701" y="2403160"/>
                  </a:lnTo>
                  <a:lnTo>
                    <a:pt x="4632069" y="2394674"/>
                  </a:lnTo>
                  <a:lnTo>
                    <a:pt x="4596438" y="2385918"/>
                  </a:lnTo>
                  <a:lnTo>
                    <a:pt x="4560807" y="2376883"/>
                  </a:lnTo>
                  <a:lnTo>
                    <a:pt x="4525175" y="2367561"/>
                  </a:lnTo>
                  <a:lnTo>
                    <a:pt x="4489544" y="2357943"/>
                  </a:lnTo>
                  <a:lnTo>
                    <a:pt x="4453913" y="2348018"/>
                  </a:lnTo>
                  <a:lnTo>
                    <a:pt x="4418282" y="2337778"/>
                  </a:lnTo>
                  <a:lnTo>
                    <a:pt x="4382650" y="2327211"/>
                  </a:lnTo>
                  <a:lnTo>
                    <a:pt x="4347019" y="2316308"/>
                  </a:lnTo>
                  <a:lnTo>
                    <a:pt x="4311388" y="2305059"/>
                  </a:lnTo>
                  <a:lnTo>
                    <a:pt x="4275756" y="2293451"/>
                  </a:lnTo>
                  <a:lnTo>
                    <a:pt x="4240125" y="2281474"/>
                  </a:lnTo>
                  <a:lnTo>
                    <a:pt x="4204494" y="2269116"/>
                  </a:lnTo>
                  <a:lnTo>
                    <a:pt x="4168862" y="2256365"/>
                  </a:lnTo>
                  <a:lnTo>
                    <a:pt x="4133231" y="2243207"/>
                  </a:lnTo>
                  <a:lnTo>
                    <a:pt x="4097600" y="2229632"/>
                  </a:lnTo>
                  <a:lnTo>
                    <a:pt x="4061968" y="2215624"/>
                  </a:lnTo>
                  <a:lnTo>
                    <a:pt x="4026337" y="2201170"/>
                  </a:lnTo>
                  <a:lnTo>
                    <a:pt x="3990706" y="2186257"/>
                  </a:lnTo>
                  <a:lnTo>
                    <a:pt x="3955075" y="2170868"/>
                  </a:lnTo>
                  <a:lnTo>
                    <a:pt x="3919443" y="2154990"/>
                  </a:lnTo>
                  <a:lnTo>
                    <a:pt x="3883812" y="2138607"/>
                  </a:lnTo>
                  <a:lnTo>
                    <a:pt x="3848181" y="2121703"/>
                  </a:lnTo>
                  <a:lnTo>
                    <a:pt x="3812549" y="2104260"/>
                  </a:lnTo>
                  <a:lnTo>
                    <a:pt x="3776918" y="2086263"/>
                  </a:lnTo>
                  <a:lnTo>
                    <a:pt x="3741287" y="2067693"/>
                  </a:lnTo>
                  <a:lnTo>
                    <a:pt x="3705655" y="2048532"/>
                  </a:lnTo>
                  <a:lnTo>
                    <a:pt x="3670024" y="2028761"/>
                  </a:lnTo>
                  <a:lnTo>
                    <a:pt x="3634393" y="2008361"/>
                  </a:lnTo>
                  <a:lnTo>
                    <a:pt x="3598762" y="1987312"/>
                  </a:lnTo>
                  <a:lnTo>
                    <a:pt x="3563130" y="1965593"/>
                  </a:lnTo>
                  <a:lnTo>
                    <a:pt x="3527499" y="1943182"/>
                  </a:lnTo>
                  <a:lnTo>
                    <a:pt x="3491868" y="1920059"/>
                  </a:lnTo>
                  <a:lnTo>
                    <a:pt x="3456236" y="1896200"/>
                  </a:lnTo>
                  <a:lnTo>
                    <a:pt x="3420605" y="1871581"/>
                  </a:lnTo>
                  <a:lnTo>
                    <a:pt x="3384974" y="1859579"/>
                  </a:lnTo>
                  <a:lnTo>
                    <a:pt x="3349342" y="1849344"/>
                  </a:lnTo>
                  <a:lnTo>
                    <a:pt x="3313711" y="1838981"/>
                  </a:lnTo>
                  <a:lnTo>
                    <a:pt x="3278080" y="1828486"/>
                  </a:lnTo>
                  <a:lnTo>
                    <a:pt x="3242448" y="1817860"/>
                  </a:lnTo>
                  <a:lnTo>
                    <a:pt x="3206817" y="1807098"/>
                  </a:lnTo>
                  <a:lnTo>
                    <a:pt x="3171186" y="1796201"/>
                  </a:lnTo>
                  <a:lnTo>
                    <a:pt x="3135555" y="1785167"/>
                  </a:lnTo>
                  <a:lnTo>
                    <a:pt x="3099923" y="1773992"/>
                  </a:lnTo>
                  <a:lnTo>
                    <a:pt x="3064292" y="1762677"/>
                  </a:lnTo>
                  <a:lnTo>
                    <a:pt x="3028661" y="1751219"/>
                  </a:lnTo>
                  <a:lnTo>
                    <a:pt x="2993029" y="1739616"/>
                  </a:lnTo>
                  <a:lnTo>
                    <a:pt x="2957398" y="1727867"/>
                  </a:lnTo>
                  <a:lnTo>
                    <a:pt x="2921767" y="1715969"/>
                  </a:lnTo>
                  <a:lnTo>
                    <a:pt x="2886135" y="1703921"/>
                  </a:lnTo>
                  <a:lnTo>
                    <a:pt x="2850504" y="1691720"/>
                  </a:lnTo>
                  <a:lnTo>
                    <a:pt x="2814873" y="1679366"/>
                  </a:lnTo>
                  <a:lnTo>
                    <a:pt x="2779241" y="1666855"/>
                  </a:lnTo>
                  <a:lnTo>
                    <a:pt x="2743610" y="1654187"/>
                  </a:lnTo>
                  <a:lnTo>
                    <a:pt x="2707979" y="1641358"/>
                  </a:lnTo>
                  <a:lnTo>
                    <a:pt x="2672348" y="1628368"/>
                  </a:lnTo>
                  <a:lnTo>
                    <a:pt x="2636716" y="1615213"/>
                  </a:lnTo>
                  <a:lnTo>
                    <a:pt x="2601085" y="1601892"/>
                  </a:lnTo>
                  <a:lnTo>
                    <a:pt x="2565454" y="1588403"/>
                  </a:lnTo>
                  <a:lnTo>
                    <a:pt x="2529822" y="1574744"/>
                  </a:lnTo>
                  <a:lnTo>
                    <a:pt x="2494191" y="1560912"/>
                  </a:lnTo>
                  <a:lnTo>
                    <a:pt x="2458560" y="1546905"/>
                  </a:lnTo>
                  <a:lnTo>
                    <a:pt x="2422928" y="1532722"/>
                  </a:lnTo>
                  <a:lnTo>
                    <a:pt x="2387297" y="1518359"/>
                  </a:lnTo>
                  <a:lnTo>
                    <a:pt x="2351666" y="1503815"/>
                  </a:lnTo>
                  <a:lnTo>
                    <a:pt x="2316034" y="1489087"/>
                  </a:lnTo>
                  <a:lnTo>
                    <a:pt x="2280403" y="1474173"/>
                  </a:lnTo>
                  <a:lnTo>
                    <a:pt x="2244772" y="1459071"/>
                  </a:lnTo>
                  <a:lnTo>
                    <a:pt x="2209141" y="1443778"/>
                  </a:lnTo>
                  <a:lnTo>
                    <a:pt x="2173509" y="1428291"/>
                  </a:lnTo>
                  <a:lnTo>
                    <a:pt x="2137878" y="1412610"/>
                  </a:lnTo>
                  <a:lnTo>
                    <a:pt x="2102247" y="1396730"/>
                  </a:lnTo>
                  <a:lnTo>
                    <a:pt x="2066615" y="1380649"/>
                  </a:lnTo>
                  <a:lnTo>
                    <a:pt x="2030984" y="1364366"/>
                  </a:lnTo>
                  <a:lnTo>
                    <a:pt x="1995353" y="1347877"/>
                  </a:lnTo>
                  <a:lnTo>
                    <a:pt x="1959721" y="1331179"/>
                  </a:lnTo>
                  <a:lnTo>
                    <a:pt x="1924090" y="1314271"/>
                  </a:lnTo>
                  <a:lnTo>
                    <a:pt x="1888459" y="1297149"/>
                  </a:lnTo>
                  <a:lnTo>
                    <a:pt x="1852827" y="1279810"/>
                  </a:lnTo>
                  <a:lnTo>
                    <a:pt x="1817196" y="1262253"/>
                  </a:lnTo>
                  <a:lnTo>
                    <a:pt x="1781565" y="1244474"/>
                  </a:lnTo>
                  <a:lnTo>
                    <a:pt x="1745934" y="1226470"/>
                  </a:lnTo>
                  <a:lnTo>
                    <a:pt x="1710302" y="1208239"/>
                  </a:lnTo>
                  <a:lnTo>
                    <a:pt x="1674671" y="1189778"/>
                  </a:lnTo>
                  <a:lnTo>
                    <a:pt x="1639040" y="1171084"/>
                  </a:lnTo>
                  <a:lnTo>
                    <a:pt x="1603408" y="1152153"/>
                  </a:lnTo>
                  <a:lnTo>
                    <a:pt x="1567777" y="1132983"/>
                  </a:lnTo>
                  <a:lnTo>
                    <a:pt x="1532146" y="1113571"/>
                  </a:lnTo>
                  <a:lnTo>
                    <a:pt x="1496514" y="1093914"/>
                  </a:lnTo>
                  <a:lnTo>
                    <a:pt x="1460883" y="1074009"/>
                  </a:lnTo>
                  <a:lnTo>
                    <a:pt x="1425252" y="1053852"/>
                  </a:lnTo>
                  <a:lnTo>
                    <a:pt x="1389620" y="1033441"/>
                  </a:lnTo>
                  <a:lnTo>
                    <a:pt x="1353989" y="1012772"/>
                  </a:lnTo>
                  <a:lnTo>
                    <a:pt x="1318358" y="991841"/>
                  </a:lnTo>
                  <a:lnTo>
                    <a:pt x="1282727" y="970647"/>
                  </a:lnTo>
                  <a:lnTo>
                    <a:pt x="1247095" y="949185"/>
                  </a:lnTo>
                  <a:lnTo>
                    <a:pt x="1211464" y="927451"/>
                  </a:lnTo>
                  <a:lnTo>
                    <a:pt x="1175833" y="905443"/>
                  </a:lnTo>
                  <a:lnTo>
                    <a:pt x="1140201" y="883157"/>
                  </a:lnTo>
                  <a:lnTo>
                    <a:pt x="1104570" y="860590"/>
                  </a:lnTo>
                  <a:lnTo>
                    <a:pt x="1068939" y="837737"/>
                  </a:lnTo>
                  <a:lnTo>
                    <a:pt x="1033307" y="814596"/>
                  </a:lnTo>
                  <a:lnTo>
                    <a:pt x="997676" y="791163"/>
                  </a:lnTo>
                  <a:lnTo>
                    <a:pt x="962045" y="767434"/>
                  </a:lnTo>
                  <a:lnTo>
                    <a:pt x="926413" y="743404"/>
                  </a:lnTo>
                  <a:lnTo>
                    <a:pt x="890782" y="719072"/>
                  </a:lnTo>
                  <a:lnTo>
                    <a:pt x="855151" y="694432"/>
                  </a:lnTo>
                  <a:lnTo>
                    <a:pt x="819520" y="669481"/>
                  </a:lnTo>
                  <a:lnTo>
                    <a:pt x="783888" y="644214"/>
                  </a:lnTo>
                  <a:lnTo>
                    <a:pt x="748257" y="618629"/>
                  </a:lnTo>
                  <a:lnTo>
                    <a:pt x="712626" y="592720"/>
                  </a:lnTo>
                  <a:lnTo>
                    <a:pt x="676994" y="566484"/>
                  </a:lnTo>
                  <a:lnTo>
                    <a:pt x="641363" y="539917"/>
                  </a:lnTo>
                  <a:lnTo>
                    <a:pt x="605732" y="513014"/>
                  </a:lnTo>
                  <a:lnTo>
                    <a:pt x="570100" y="485771"/>
                  </a:lnTo>
                  <a:lnTo>
                    <a:pt x="534469" y="458184"/>
                  </a:lnTo>
                  <a:lnTo>
                    <a:pt x="498838" y="430249"/>
                  </a:lnTo>
                  <a:lnTo>
                    <a:pt x="463206" y="401961"/>
                  </a:lnTo>
                  <a:lnTo>
                    <a:pt x="427575" y="373316"/>
                  </a:lnTo>
                  <a:lnTo>
                    <a:pt x="391944" y="344308"/>
                  </a:lnTo>
                  <a:lnTo>
                    <a:pt x="356313" y="314935"/>
                  </a:lnTo>
                  <a:lnTo>
                    <a:pt x="320681" y="285190"/>
                  </a:lnTo>
                  <a:lnTo>
                    <a:pt x="285050" y="255070"/>
                  </a:lnTo>
                  <a:lnTo>
                    <a:pt x="249419" y="224569"/>
                  </a:lnTo>
                  <a:lnTo>
                    <a:pt x="213787" y="193683"/>
                  </a:lnTo>
                  <a:lnTo>
                    <a:pt x="178156" y="162407"/>
                  </a:lnTo>
                  <a:lnTo>
                    <a:pt x="142525" y="130736"/>
                  </a:lnTo>
                  <a:lnTo>
                    <a:pt x="106893" y="98664"/>
                  </a:lnTo>
                  <a:lnTo>
                    <a:pt x="71262" y="66188"/>
                  </a:lnTo>
                  <a:lnTo>
                    <a:pt x="35631" y="3330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257533" y="2196947"/>
              <a:ext cx="6005145" cy="3282496"/>
            </a:xfrm>
            <a:custGeom>
              <a:avLst/>
              <a:pathLst>
                <a:path w="6005145" h="3282496">
                  <a:moveTo>
                    <a:pt x="0" y="0"/>
                  </a:moveTo>
                  <a:lnTo>
                    <a:pt x="19086" y="39523"/>
                  </a:lnTo>
                  <a:lnTo>
                    <a:pt x="54717" y="111707"/>
                  </a:lnTo>
                  <a:lnTo>
                    <a:pt x="90348" y="182324"/>
                  </a:lnTo>
                  <a:lnTo>
                    <a:pt x="125980" y="251408"/>
                  </a:lnTo>
                  <a:lnTo>
                    <a:pt x="161611" y="318994"/>
                  </a:lnTo>
                  <a:lnTo>
                    <a:pt x="197242" y="385113"/>
                  </a:lnTo>
                  <a:lnTo>
                    <a:pt x="232874" y="449797"/>
                  </a:lnTo>
                  <a:lnTo>
                    <a:pt x="268505" y="513077"/>
                  </a:lnTo>
                  <a:lnTo>
                    <a:pt x="304136" y="574985"/>
                  </a:lnTo>
                  <a:lnTo>
                    <a:pt x="339768" y="635548"/>
                  </a:lnTo>
                  <a:lnTo>
                    <a:pt x="375399" y="694798"/>
                  </a:lnTo>
                  <a:lnTo>
                    <a:pt x="411030" y="752762"/>
                  </a:lnTo>
                  <a:lnTo>
                    <a:pt x="446661" y="809468"/>
                  </a:lnTo>
                  <a:lnTo>
                    <a:pt x="482293" y="864943"/>
                  </a:lnTo>
                  <a:lnTo>
                    <a:pt x="517924" y="919215"/>
                  </a:lnTo>
                  <a:lnTo>
                    <a:pt x="553555" y="972309"/>
                  </a:lnTo>
                  <a:lnTo>
                    <a:pt x="589187" y="1024251"/>
                  </a:lnTo>
                  <a:lnTo>
                    <a:pt x="624818" y="1075066"/>
                  </a:lnTo>
                  <a:lnTo>
                    <a:pt x="660449" y="1124778"/>
                  </a:lnTo>
                  <a:lnTo>
                    <a:pt x="696081" y="1173411"/>
                  </a:lnTo>
                  <a:lnTo>
                    <a:pt x="731712" y="1220989"/>
                  </a:lnTo>
                  <a:lnTo>
                    <a:pt x="767343" y="1267534"/>
                  </a:lnTo>
                  <a:lnTo>
                    <a:pt x="802975" y="1313069"/>
                  </a:lnTo>
                  <a:lnTo>
                    <a:pt x="838606" y="1357617"/>
                  </a:lnTo>
                  <a:lnTo>
                    <a:pt x="874237" y="1401197"/>
                  </a:lnTo>
                  <a:lnTo>
                    <a:pt x="909868" y="1443832"/>
                  </a:lnTo>
                  <a:lnTo>
                    <a:pt x="945500" y="1485542"/>
                  </a:lnTo>
                  <a:lnTo>
                    <a:pt x="981131" y="1526346"/>
                  </a:lnTo>
                  <a:lnTo>
                    <a:pt x="1016762" y="1566265"/>
                  </a:lnTo>
                  <a:lnTo>
                    <a:pt x="1052394" y="1605318"/>
                  </a:lnTo>
                  <a:lnTo>
                    <a:pt x="1088025" y="1643523"/>
                  </a:lnTo>
                  <a:lnTo>
                    <a:pt x="1123656" y="1680900"/>
                  </a:lnTo>
                  <a:lnTo>
                    <a:pt x="1159288" y="1717465"/>
                  </a:lnTo>
                  <a:lnTo>
                    <a:pt x="1194919" y="1753237"/>
                  </a:lnTo>
                  <a:lnTo>
                    <a:pt x="1230550" y="1788232"/>
                  </a:lnTo>
                  <a:lnTo>
                    <a:pt x="1266182" y="1822468"/>
                  </a:lnTo>
                  <a:lnTo>
                    <a:pt x="1301813" y="1855961"/>
                  </a:lnTo>
                  <a:lnTo>
                    <a:pt x="1337444" y="1888728"/>
                  </a:lnTo>
                  <a:lnTo>
                    <a:pt x="1373075" y="1920783"/>
                  </a:lnTo>
                  <a:lnTo>
                    <a:pt x="1408707" y="1952143"/>
                  </a:lnTo>
                  <a:lnTo>
                    <a:pt x="1444338" y="1982822"/>
                  </a:lnTo>
                  <a:lnTo>
                    <a:pt x="1479969" y="2012835"/>
                  </a:lnTo>
                  <a:lnTo>
                    <a:pt x="1515601" y="2042197"/>
                  </a:lnTo>
                  <a:lnTo>
                    <a:pt x="1551232" y="2070922"/>
                  </a:lnTo>
                  <a:lnTo>
                    <a:pt x="1586863" y="2099024"/>
                  </a:lnTo>
                  <a:lnTo>
                    <a:pt x="1622495" y="2126516"/>
                  </a:lnTo>
                  <a:lnTo>
                    <a:pt x="1658126" y="2153411"/>
                  </a:lnTo>
                  <a:lnTo>
                    <a:pt x="1693757" y="2179723"/>
                  </a:lnTo>
                  <a:lnTo>
                    <a:pt x="1729389" y="2205463"/>
                  </a:lnTo>
                  <a:lnTo>
                    <a:pt x="1765020" y="2230645"/>
                  </a:lnTo>
                  <a:lnTo>
                    <a:pt x="1800651" y="2255281"/>
                  </a:lnTo>
                  <a:lnTo>
                    <a:pt x="1836282" y="2279382"/>
                  </a:lnTo>
                  <a:lnTo>
                    <a:pt x="1871914" y="2302960"/>
                  </a:lnTo>
                  <a:lnTo>
                    <a:pt x="1907545" y="2326026"/>
                  </a:lnTo>
                  <a:lnTo>
                    <a:pt x="1943176" y="2348592"/>
                  </a:lnTo>
                  <a:lnTo>
                    <a:pt x="1978808" y="2370668"/>
                  </a:lnTo>
                  <a:lnTo>
                    <a:pt x="2014439" y="2392265"/>
                  </a:lnTo>
                  <a:lnTo>
                    <a:pt x="2050070" y="2413394"/>
                  </a:lnTo>
                  <a:lnTo>
                    <a:pt x="2085702" y="2434064"/>
                  </a:lnTo>
                  <a:lnTo>
                    <a:pt x="2121333" y="2454285"/>
                  </a:lnTo>
                  <a:lnTo>
                    <a:pt x="2156964" y="2474068"/>
                  </a:lnTo>
                  <a:lnTo>
                    <a:pt x="2192596" y="2493421"/>
                  </a:lnTo>
                  <a:lnTo>
                    <a:pt x="2228227" y="2512354"/>
                  </a:lnTo>
                  <a:lnTo>
                    <a:pt x="2263858" y="2530877"/>
                  </a:lnTo>
                  <a:lnTo>
                    <a:pt x="2299489" y="2548997"/>
                  </a:lnTo>
                  <a:lnTo>
                    <a:pt x="2335121" y="2566724"/>
                  </a:lnTo>
                  <a:lnTo>
                    <a:pt x="2370752" y="2584067"/>
                  </a:lnTo>
                  <a:lnTo>
                    <a:pt x="2406383" y="2601033"/>
                  </a:lnTo>
                  <a:lnTo>
                    <a:pt x="2442015" y="2617631"/>
                  </a:lnTo>
                  <a:lnTo>
                    <a:pt x="2477646" y="2633869"/>
                  </a:lnTo>
                  <a:lnTo>
                    <a:pt x="2513277" y="2649755"/>
                  </a:lnTo>
                  <a:lnTo>
                    <a:pt x="2548909" y="2665296"/>
                  </a:lnTo>
                  <a:lnTo>
                    <a:pt x="2584540" y="2680499"/>
                  </a:lnTo>
                  <a:lnTo>
                    <a:pt x="2620171" y="2695373"/>
                  </a:lnTo>
                  <a:lnTo>
                    <a:pt x="2655802" y="2709924"/>
                  </a:lnTo>
                  <a:lnTo>
                    <a:pt x="2691434" y="2724159"/>
                  </a:lnTo>
                  <a:lnTo>
                    <a:pt x="2727065" y="2738085"/>
                  </a:lnTo>
                  <a:lnTo>
                    <a:pt x="2762696" y="2751709"/>
                  </a:lnTo>
                  <a:lnTo>
                    <a:pt x="2798328" y="2765038"/>
                  </a:lnTo>
                  <a:lnTo>
                    <a:pt x="2833959" y="2778077"/>
                  </a:lnTo>
                  <a:lnTo>
                    <a:pt x="2869590" y="2790833"/>
                  </a:lnTo>
                  <a:lnTo>
                    <a:pt x="2905222" y="2803312"/>
                  </a:lnTo>
                  <a:lnTo>
                    <a:pt x="2940853" y="2815521"/>
                  </a:lnTo>
                  <a:lnTo>
                    <a:pt x="2976484" y="2827465"/>
                  </a:lnTo>
                  <a:lnTo>
                    <a:pt x="3012116" y="2839149"/>
                  </a:lnTo>
                  <a:lnTo>
                    <a:pt x="3047747" y="2850580"/>
                  </a:lnTo>
                  <a:lnTo>
                    <a:pt x="3083378" y="2861763"/>
                  </a:lnTo>
                  <a:lnTo>
                    <a:pt x="3119009" y="2872703"/>
                  </a:lnTo>
                  <a:lnTo>
                    <a:pt x="3154641" y="2883406"/>
                  </a:lnTo>
                  <a:lnTo>
                    <a:pt x="3190272" y="2893876"/>
                  </a:lnTo>
                  <a:lnTo>
                    <a:pt x="3225903" y="2904120"/>
                  </a:lnTo>
                  <a:lnTo>
                    <a:pt x="3261535" y="2914141"/>
                  </a:lnTo>
                  <a:lnTo>
                    <a:pt x="3297166" y="2923944"/>
                  </a:lnTo>
                  <a:lnTo>
                    <a:pt x="3332797" y="2933535"/>
                  </a:lnTo>
                  <a:lnTo>
                    <a:pt x="3368429" y="2942918"/>
                  </a:lnTo>
                  <a:lnTo>
                    <a:pt x="3404060" y="2952097"/>
                  </a:lnTo>
                  <a:lnTo>
                    <a:pt x="3439691" y="2961077"/>
                  </a:lnTo>
                  <a:lnTo>
                    <a:pt x="3475323" y="2969862"/>
                  </a:lnTo>
                  <a:lnTo>
                    <a:pt x="3510954" y="2978456"/>
                  </a:lnTo>
                  <a:lnTo>
                    <a:pt x="3546585" y="2986864"/>
                  </a:lnTo>
                  <a:lnTo>
                    <a:pt x="3582216" y="2995090"/>
                  </a:lnTo>
                  <a:lnTo>
                    <a:pt x="3617848" y="3003137"/>
                  </a:lnTo>
                  <a:lnTo>
                    <a:pt x="3653479" y="3011009"/>
                  </a:lnTo>
                  <a:lnTo>
                    <a:pt x="3689110" y="3018711"/>
                  </a:lnTo>
                  <a:lnTo>
                    <a:pt x="3724742" y="3026245"/>
                  </a:lnTo>
                  <a:lnTo>
                    <a:pt x="3760373" y="3033616"/>
                  </a:lnTo>
                  <a:lnTo>
                    <a:pt x="3796004" y="3040827"/>
                  </a:lnTo>
                  <a:lnTo>
                    <a:pt x="3831636" y="3047881"/>
                  </a:lnTo>
                  <a:lnTo>
                    <a:pt x="3867267" y="3054783"/>
                  </a:lnTo>
                  <a:lnTo>
                    <a:pt x="3902898" y="3061534"/>
                  </a:lnTo>
                  <a:lnTo>
                    <a:pt x="3938530" y="3068139"/>
                  </a:lnTo>
                  <a:lnTo>
                    <a:pt x="3974161" y="3074601"/>
                  </a:lnTo>
                  <a:lnTo>
                    <a:pt x="4009792" y="3080923"/>
                  </a:lnTo>
                  <a:lnTo>
                    <a:pt x="4045423" y="3087107"/>
                  </a:lnTo>
                  <a:lnTo>
                    <a:pt x="4081055" y="3093157"/>
                  </a:lnTo>
                  <a:lnTo>
                    <a:pt x="4116686" y="3099076"/>
                  </a:lnTo>
                  <a:lnTo>
                    <a:pt x="4152317" y="3104867"/>
                  </a:lnTo>
                  <a:lnTo>
                    <a:pt x="4187949" y="3110531"/>
                  </a:lnTo>
                  <a:lnTo>
                    <a:pt x="4223580" y="3116073"/>
                  </a:lnTo>
                  <a:lnTo>
                    <a:pt x="4259211" y="3121495"/>
                  </a:lnTo>
                  <a:lnTo>
                    <a:pt x="4294843" y="3126799"/>
                  </a:lnTo>
                  <a:lnTo>
                    <a:pt x="4330474" y="3131988"/>
                  </a:lnTo>
                  <a:lnTo>
                    <a:pt x="4366105" y="3137064"/>
                  </a:lnTo>
                  <a:lnTo>
                    <a:pt x="4401737" y="3142030"/>
                  </a:lnTo>
                  <a:lnTo>
                    <a:pt x="4437368" y="3146888"/>
                  </a:lnTo>
                  <a:lnTo>
                    <a:pt x="4472999" y="3151641"/>
                  </a:lnTo>
                  <a:lnTo>
                    <a:pt x="4508630" y="3156291"/>
                  </a:lnTo>
                  <a:lnTo>
                    <a:pt x="4544262" y="3160840"/>
                  </a:lnTo>
                  <a:lnTo>
                    <a:pt x="4579893" y="3165290"/>
                  </a:lnTo>
                  <a:lnTo>
                    <a:pt x="4615524" y="3169644"/>
                  </a:lnTo>
                  <a:lnTo>
                    <a:pt x="4651156" y="3173903"/>
                  </a:lnTo>
                  <a:lnTo>
                    <a:pt x="4686787" y="3178069"/>
                  </a:lnTo>
                  <a:lnTo>
                    <a:pt x="4722418" y="3182146"/>
                  </a:lnTo>
                  <a:lnTo>
                    <a:pt x="4758050" y="3186133"/>
                  </a:lnTo>
                  <a:lnTo>
                    <a:pt x="4793681" y="3190035"/>
                  </a:lnTo>
                  <a:lnTo>
                    <a:pt x="4829312" y="3193851"/>
                  </a:lnTo>
                  <a:lnTo>
                    <a:pt x="4864944" y="3197585"/>
                  </a:lnTo>
                  <a:lnTo>
                    <a:pt x="4900575" y="3201238"/>
                  </a:lnTo>
                  <a:lnTo>
                    <a:pt x="4936206" y="3204811"/>
                  </a:lnTo>
                  <a:lnTo>
                    <a:pt x="4971837" y="3208307"/>
                  </a:lnTo>
                  <a:lnTo>
                    <a:pt x="5007469" y="3211727"/>
                  </a:lnTo>
                  <a:lnTo>
                    <a:pt x="5043100" y="3215073"/>
                  </a:lnTo>
                  <a:lnTo>
                    <a:pt x="5078731" y="3218347"/>
                  </a:lnTo>
                  <a:lnTo>
                    <a:pt x="5114363" y="3221549"/>
                  </a:lnTo>
                  <a:lnTo>
                    <a:pt x="5149994" y="3224682"/>
                  </a:lnTo>
                  <a:lnTo>
                    <a:pt x="5185625" y="3227746"/>
                  </a:lnTo>
                  <a:lnTo>
                    <a:pt x="5221257" y="3230745"/>
                  </a:lnTo>
                  <a:lnTo>
                    <a:pt x="5256888" y="3233678"/>
                  </a:lnTo>
                  <a:lnTo>
                    <a:pt x="5292519" y="3236547"/>
                  </a:lnTo>
                  <a:lnTo>
                    <a:pt x="5328151" y="3239355"/>
                  </a:lnTo>
                  <a:lnTo>
                    <a:pt x="5363782" y="3242101"/>
                  </a:lnTo>
                  <a:lnTo>
                    <a:pt x="5399413" y="3244788"/>
                  </a:lnTo>
                  <a:lnTo>
                    <a:pt x="5435044" y="3247416"/>
                  </a:lnTo>
                  <a:lnTo>
                    <a:pt x="5470676" y="3249988"/>
                  </a:lnTo>
                  <a:lnTo>
                    <a:pt x="5506307" y="3252503"/>
                  </a:lnTo>
                  <a:lnTo>
                    <a:pt x="5541938" y="3254964"/>
                  </a:lnTo>
                  <a:lnTo>
                    <a:pt x="5577570" y="3257372"/>
                  </a:lnTo>
                  <a:lnTo>
                    <a:pt x="5613201" y="3259727"/>
                  </a:lnTo>
                  <a:lnTo>
                    <a:pt x="5648832" y="3262032"/>
                  </a:lnTo>
                  <a:lnTo>
                    <a:pt x="5684464" y="3264286"/>
                  </a:lnTo>
                  <a:lnTo>
                    <a:pt x="5720095" y="3266491"/>
                  </a:lnTo>
                  <a:lnTo>
                    <a:pt x="5755726" y="3268649"/>
                  </a:lnTo>
                  <a:lnTo>
                    <a:pt x="5791358" y="3270759"/>
                  </a:lnTo>
                  <a:lnTo>
                    <a:pt x="5826989" y="3272824"/>
                  </a:lnTo>
                  <a:lnTo>
                    <a:pt x="5862620" y="3274844"/>
                  </a:lnTo>
                  <a:lnTo>
                    <a:pt x="5898251" y="3276820"/>
                  </a:lnTo>
                  <a:lnTo>
                    <a:pt x="5933883" y="3278754"/>
                  </a:lnTo>
                  <a:lnTo>
                    <a:pt x="5969514" y="3280645"/>
                  </a:lnTo>
                  <a:lnTo>
                    <a:pt x="6005145" y="328249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33471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85392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2708" y="55228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47214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91999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11858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231717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7232" y="5925448"/>
              <a:ext cx="302026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(%), BSA-indexed (per 1.73 m²)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181100" y="3909935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896563"/>
              <a:ext cx="319820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HR per 10 % decline: 1.70 (1.35-2.13), p_Bonf = &lt;0.001 (n = 6)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17517" y="2020007"/>
              <a:ext cx="324639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per IQR decline (Δ = 29.3): 4.72 (2.43-9.16)  |  IQR: [-14.6, 14.7]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17517" y="1669789"/>
              <a:ext cx="176890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2026-10-08T16:28:07Z</dcterms:modified>
  <cp:category/>
</cp:coreProperties>
</file>