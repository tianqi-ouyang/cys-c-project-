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22171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5053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78906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307274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7987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14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43090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71458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1315"/>
              <a:ext cx="7090630" cy="2798199"/>
            </a:xfrm>
            <a:custGeom>
              <a:avLst/>
              <a:pathLst>
                <a:path w="7090630" h="2798199">
                  <a:moveTo>
                    <a:pt x="559203" y="0"/>
                  </a:moveTo>
                  <a:lnTo>
                    <a:pt x="570100" y="13138"/>
                  </a:lnTo>
                  <a:lnTo>
                    <a:pt x="605732" y="55388"/>
                  </a:lnTo>
                  <a:lnTo>
                    <a:pt x="641363" y="96939"/>
                  </a:lnTo>
                  <a:lnTo>
                    <a:pt x="676994" y="137802"/>
                  </a:lnTo>
                  <a:lnTo>
                    <a:pt x="712626" y="177984"/>
                  </a:lnTo>
                  <a:lnTo>
                    <a:pt x="748257" y="217495"/>
                  </a:lnTo>
                  <a:lnTo>
                    <a:pt x="783888" y="256342"/>
                  </a:lnTo>
                  <a:lnTo>
                    <a:pt x="819520" y="294535"/>
                  </a:lnTo>
                  <a:lnTo>
                    <a:pt x="855151" y="332080"/>
                  </a:lnTo>
                  <a:lnTo>
                    <a:pt x="890782" y="368987"/>
                  </a:lnTo>
                  <a:lnTo>
                    <a:pt x="926413" y="405262"/>
                  </a:lnTo>
                  <a:lnTo>
                    <a:pt x="962045" y="440913"/>
                  </a:lnTo>
                  <a:lnTo>
                    <a:pt x="997676" y="475948"/>
                  </a:lnTo>
                  <a:lnTo>
                    <a:pt x="1033307" y="510374"/>
                  </a:lnTo>
                  <a:lnTo>
                    <a:pt x="1068939" y="544199"/>
                  </a:lnTo>
                  <a:lnTo>
                    <a:pt x="1104570" y="577432"/>
                  </a:lnTo>
                  <a:lnTo>
                    <a:pt x="1140201" y="610081"/>
                  </a:lnTo>
                  <a:lnTo>
                    <a:pt x="1175833" y="642157"/>
                  </a:lnTo>
                  <a:lnTo>
                    <a:pt x="1211464" y="673667"/>
                  </a:lnTo>
                  <a:lnTo>
                    <a:pt x="1247095" y="704621"/>
                  </a:lnTo>
                  <a:lnTo>
                    <a:pt x="1282727" y="735030"/>
                  </a:lnTo>
                  <a:lnTo>
                    <a:pt x="1318358" y="764902"/>
                  </a:lnTo>
                  <a:lnTo>
                    <a:pt x="1353989" y="794249"/>
                  </a:lnTo>
                  <a:lnTo>
                    <a:pt x="1389620" y="823080"/>
                  </a:lnTo>
                  <a:lnTo>
                    <a:pt x="1425252" y="851406"/>
                  </a:lnTo>
                  <a:lnTo>
                    <a:pt x="1460883" y="879238"/>
                  </a:lnTo>
                  <a:lnTo>
                    <a:pt x="1496514" y="906587"/>
                  </a:lnTo>
                  <a:lnTo>
                    <a:pt x="1532146" y="933464"/>
                  </a:lnTo>
                  <a:lnTo>
                    <a:pt x="1567777" y="959880"/>
                  </a:lnTo>
                  <a:lnTo>
                    <a:pt x="1603408" y="985848"/>
                  </a:lnTo>
                  <a:lnTo>
                    <a:pt x="1639040" y="1011378"/>
                  </a:lnTo>
                  <a:lnTo>
                    <a:pt x="1674671" y="1036484"/>
                  </a:lnTo>
                  <a:lnTo>
                    <a:pt x="1710302" y="1061176"/>
                  </a:lnTo>
                  <a:lnTo>
                    <a:pt x="1745934" y="1085467"/>
                  </a:lnTo>
                  <a:lnTo>
                    <a:pt x="1781565" y="1109370"/>
                  </a:lnTo>
                  <a:lnTo>
                    <a:pt x="1817196" y="1132897"/>
                  </a:lnTo>
                  <a:lnTo>
                    <a:pt x="1852827" y="1156060"/>
                  </a:lnTo>
                  <a:lnTo>
                    <a:pt x="1888459" y="1178872"/>
                  </a:lnTo>
                  <a:lnTo>
                    <a:pt x="1924090" y="1201345"/>
                  </a:lnTo>
                  <a:lnTo>
                    <a:pt x="1959721" y="1223491"/>
                  </a:lnTo>
                  <a:lnTo>
                    <a:pt x="1995353" y="1245324"/>
                  </a:lnTo>
                  <a:lnTo>
                    <a:pt x="2030984" y="1266856"/>
                  </a:lnTo>
                  <a:lnTo>
                    <a:pt x="2066615" y="1288099"/>
                  </a:lnTo>
                  <a:lnTo>
                    <a:pt x="2102247" y="1309064"/>
                  </a:lnTo>
                  <a:lnTo>
                    <a:pt x="2137878" y="1329765"/>
                  </a:lnTo>
                  <a:lnTo>
                    <a:pt x="2173509" y="1350213"/>
                  </a:lnTo>
                  <a:lnTo>
                    <a:pt x="2209141" y="1370420"/>
                  </a:lnTo>
                  <a:lnTo>
                    <a:pt x="2244772" y="1390397"/>
                  </a:lnTo>
                  <a:lnTo>
                    <a:pt x="2280403" y="1410155"/>
                  </a:lnTo>
                  <a:lnTo>
                    <a:pt x="2316034" y="1429705"/>
                  </a:lnTo>
                  <a:lnTo>
                    <a:pt x="2351666" y="1449059"/>
                  </a:lnTo>
                  <a:lnTo>
                    <a:pt x="2387297" y="1468226"/>
                  </a:lnTo>
                  <a:lnTo>
                    <a:pt x="2422928" y="1487217"/>
                  </a:lnTo>
                  <a:lnTo>
                    <a:pt x="2458560" y="1506040"/>
                  </a:lnTo>
                  <a:lnTo>
                    <a:pt x="2494191" y="1524707"/>
                  </a:lnTo>
                  <a:lnTo>
                    <a:pt x="2529822" y="1543224"/>
                  </a:lnTo>
                  <a:lnTo>
                    <a:pt x="2565454" y="1561603"/>
                  </a:lnTo>
                  <a:lnTo>
                    <a:pt x="2601085" y="1579849"/>
                  </a:lnTo>
                  <a:lnTo>
                    <a:pt x="2636716" y="1597972"/>
                  </a:lnTo>
                  <a:lnTo>
                    <a:pt x="2672348" y="1615978"/>
                  </a:lnTo>
                  <a:lnTo>
                    <a:pt x="2707979" y="1633876"/>
                  </a:lnTo>
                  <a:lnTo>
                    <a:pt x="2743610" y="1651670"/>
                  </a:lnTo>
                  <a:lnTo>
                    <a:pt x="2779241" y="1669369"/>
                  </a:lnTo>
                  <a:lnTo>
                    <a:pt x="2814873" y="1686977"/>
                  </a:lnTo>
                  <a:lnTo>
                    <a:pt x="2850504" y="1704500"/>
                  </a:lnTo>
                  <a:lnTo>
                    <a:pt x="2886135" y="1721943"/>
                  </a:lnTo>
                  <a:lnTo>
                    <a:pt x="2921767" y="1739310"/>
                  </a:lnTo>
                  <a:lnTo>
                    <a:pt x="2957398" y="1756607"/>
                  </a:lnTo>
                  <a:lnTo>
                    <a:pt x="2993029" y="1773835"/>
                  </a:lnTo>
                  <a:lnTo>
                    <a:pt x="3028661" y="1791000"/>
                  </a:lnTo>
                  <a:lnTo>
                    <a:pt x="3064292" y="1808104"/>
                  </a:lnTo>
                  <a:lnTo>
                    <a:pt x="3099923" y="1825150"/>
                  </a:lnTo>
                  <a:lnTo>
                    <a:pt x="3135555" y="1842140"/>
                  </a:lnTo>
                  <a:lnTo>
                    <a:pt x="3171186" y="1859076"/>
                  </a:lnTo>
                  <a:lnTo>
                    <a:pt x="3206817" y="1875959"/>
                  </a:lnTo>
                  <a:lnTo>
                    <a:pt x="3242448" y="1892791"/>
                  </a:lnTo>
                  <a:lnTo>
                    <a:pt x="3278080" y="1909573"/>
                  </a:lnTo>
                  <a:lnTo>
                    <a:pt x="3313711" y="1926305"/>
                  </a:lnTo>
                  <a:lnTo>
                    <a:pt x="3349342" y="1942988"/>
                  </a:lnTo>
                  <a:lnTo>
                    <a:pt x="3384974" y="1959621"/>
                  </a:lnTo>
                  <a:lnTo>
                    <a:pt x="3420605" y="1976205"/>
                  </a:lnTo>
                  <a:lnTo>
                    <a:pt x="3456236" y="1992737"/>
                  </a:lnTo>
                  <a:lnTo>
                    <a:pt x="3491868" y="2009219"/>
                  </a:lnTo>
                  <a:lnTo>
                    <a:pt x="3527499" y="2025642"/>
                  </a:lnTo>
                  <a:lnTo>
                    <a:pt x="3563130" y="2041990"/>
                  </a:lnTo>
                  <a:lnTo>
                    <a:pt x="3598762" y="2058244"/>
                  </a:lnTo>
                  <a:lnTo>
                    <a:pt x="3634393" y="2074387"/>
                  </a:lnTo>
                  <a:lnTo>
                    <a:pt x="3670024" y="2090402"/>
                  </a:lnTo>
                  <a:lnTo>
                    <a:pt x="3705655" y="2106273"/>
                  </a:lnTo>
                  <a:lnTo>
                    <a:pt x="3741287" y="2121986"/>
                  </a:lnTo>
                  <a:lnTo>
                    <a:pt x="3776918" y="2137526"/>
                  </a:lnTo>
                  <a:lnTo>
                    <a:pt x="3812549" y="2152881"/>
                  </a:lnTo>
                  <a:lnTo>
                    <a:pt x="3848181" y="2168038"/>
                  </a:lnTo>
                  <a:lnTo>
                    <a:pt x="3883812" y="2182987"/>
                  </a:lnTo>
                  <a:lnTo>
                    <a:pt x="3919443" y="2197717"/>
                  </a:lnTo>
                  <a:lnTo>
                    <a:pt x="3955075" y="2212218"/>
                  </a:lnTo>
                  <a:lnTo>
                    <a:pt x="3990706" y="2226483"/>
                  </a:lnTo>
                  <a:lnTo>
                    <a:pt x="4026337" y="2240502"/>
                  </a:lnTo>
                  <a:lnTo>
                    <a:pt x="4061968" y="2254270"/>
                  </a:lnTo>
                  <a:lnTo>
                    <a:pt x="4097600" y="2267780"/>
                  </a:lnTo>
                  <a:lnTo>
                    <a:pt x="4133231" y="2281026"/>
                  </a:lnTo>
                  <a:lnTo>
                    <a:pt x="4168862" y="2292837"/>
                  </a:lnTo>
                  <a:lnTo>
                    <a:pt x="4204494" y="2297198"/>
                  </a:lnTo>
                  <a:lnTo>
                    <a:pt x="4240125" y="2301557"/>
                  </a:lnTo>
                  <a:lnTo>
                    <a:pt x="4275756" y="2305918"/>
                  </a:lnTo>
                  <a:lnTo>
                    <a:pt x="4311388" y="2310287"/>
                  </a:lnTo>
                  <a:lnTo>
                    <a:pt x="4347019" y="2314668"/>
                  </a:lnTo>
                  <a:lnTo>
                    <a:pt x="4382650" y="2319066"/>
                  </a:lnTo>
                  <a:lnTo>
                    <a:pt x="4418282" y="2323484"/>
                  </a:lnTo>
                  <a:lnTo>
                    <a:pt x="4453913" y="2327928"/>
                  </a:lnTo>
                  <a:lnTo>
                    <a:pt x="4489544" y="2332399"/>
                  </a:lnTo>
                  <a:lnTo>
                    <a:pt x="4525175" y="2336902"/>
                  </a:lnTo>
                  <a:lnTo>
                    <a:pt x="4560807" y="2341439"/>
                  </a:lnTo>
                  <a:lnTo>
                    <a:pt x="4596438" y="2346013"/>
                  </a:lnTo>
                  <a:lnTo>
                    <a:pt x="4632069" y="2350625"/>
                  </a:lnTo>
                  <a:lnTo>
                    <a:pt x="4667701" y="2355277"/>
                  </a:lnTo>
                  <a:lnTo>
                    <a:pt x="4703332" y="2359970"/>
                  </a:lnTo>
                  <a:lnTo>
                    <a:pt x="4738963" y="2364705"/>
                  </a:lnTo>
                  <a:lnTo>
                    <a:pt x="4774595" y="2369480"/>
                  </a:lnTo>
                  <a:lnTo>
                    <a:pt x="4810226" y="2374295"/>
                  </a:lnTo>
                  <a:lnTo>
                    <a:pt x="4845857" y="2379146"/>
                  </a:lnTo>
                  <a:lnTo>
                    <a:pt x="4881489" y="2384023"/>
                  </a:lnTo>
                  <a:lnTo>
                    <a:pt x="4917120" y="2388919"/>
                  </a:lnTo>
                  <a:lnTo>
                    <a:pt x="4952751" y="2393826"/>
                  </a:lnTo>
                  <a:lnTo>
                    <a:pt x="4988382" y="2398734"/>
                  </a:lnTo>
                  <a:lnTo>
                    <a:pt x="5024014" y="2403637"/>
                  </a:lnTo>
                  <a:lnTo>
                    <a:pt x="5059645" y="2408526"/>
                  </a:lnTo>
                  <a:lnTo>
                    <a:pt x="5095276" y="2413393"/>
                  </a:lnTo>
                  <a:lnTo>
                    <a:pt x="5130908" y="2418231"/>
                  </a:lnTo>
                  <a:lnTo>
                    <a:pt x="5166539" y="2423031"/>
                  </a:lnTo>
                  <a:lnTo>
                    <a:pt x="5202170" y="2427787"/>
                  </a:lnTo>
                  <a:lnTo>
                    <a:pt x="5237802" y="2432491"/>
                  </a:lnTo>
                  <a:lnTo>
                    <a:pt x="5273433" y="2437136"/>
                  </a:lnTo>
                  <a:lnTo>
                    <a:pt x="5309064" y="2441716"/>
                  </a:lnTo>
                  <a:lnTo>
                    <a:pt x="5344696" y="2446225"/>
                  </a:lnTo>
                  <a:lnTo>
                    <a:pt x="5380327" y="2450656"/>
                  </a:lnTo>
                  <a:lnTo>
                    <a:pt x="5415958" y="2455005"/>
                  </a:lnTo>
                  <a:lnTo>
                    <a:pt x="5451589" y="2459265"/>
                  </a:lnTo>
                  <a:lnTo>
                    <a:pt x="5487221" y="2463433"/>
                  </a:lnTo>
                  <a:lnTo>
                    <a:pt x="5522852" y="2467504"/>
                  </a:lnTo>
                  <a:lnTo>
                    <a:pt x="5558483" y="2471474"/>
                  </a:lnTo>
                  <a:lnTo>
                    <a:pt x="5594115" y="2475341"/>
                  </a:lnTo>
                  <a:lnTo>
                    <a:pt x="5629746" y="2479102"/>
                  </a:lnTo>
                  <a:lnTo>
                    <a:pt x="5665377" y="2482755"/>
                  </a:lnTo>
                  <a:lnTo>
                    <a:pt x="5701009" y="2486298"/>
                  </a:lnTo>
                  <a:lnTo>
                    <a:pt x="5736640" y="2489730"/>
                  </a:lnTo>
                  <a:lnTo>
                    <a:pt x="5772271" y="2493051"/>
                  </a:lnTo>
                  <a:lnTo>
                    <a:pt x="5807903" y="2496261"/>
                  </a:lnTo>
                  <a:lnTo>
                    <a:pt x="5843534" y="2499360"/>
                  </a:lnTo>
                  <a:lnTo>
                    <a:pt x="5879165" y="2502349"/>
                  </a:lnTo>
                  <a:lnTo>
                    <a:pt x="5914796" y="2505230"/>
                  </a:lnTo>
                  <a:lnTo>
                    <a:pt x="5950428" y="2508004"/>
                  </a:lnTo>
                  <a:lnTo>
                    <a:pt x="5986059" y="2510674"/>
                  </a:lnTo>
                  <a:lnTo>
                    <a:pt x="6021690" y="2513241"/>
                  </a:lnTo>
                  <a:lnTo>
                    <a:pt x="6057322" y="2515708"/>
                  </a:lnTo>
                  <a:lnTo>
                    <a:pt x="6092953" y="2518079"/>
                  </a:lnTo>
                  <a:lnTo>
                    <a:pt x="6128584" y="2520356"/>
                  </a:lnTo>
                  <a:lnTo>
                    <a:pt x="6164216" y="2522542"/>
                  </a:lnTo>
                  <a:lnTo>
                    <a:pt x="6199847" y="2524642"/>
                  </a:lnTo>
                  <a:lnTo>
                    <a:pt x="6235478" y="2526659"/>
                  </a:lnTo>
                  <a:lnTo>
                    <a:pt x="6271110" y="2528597"/>
                  </a:lnTo>
                  <a:lnTo>
                    <a:pt x="6306741" y="2530458"/>
                  </a:lnTo>
                  <a:lnTo>
                    <a:pt x="6342372" y="2532248"/>
                  </a:lnTo>
                  <a:lnTo>
                    <a:pt x="6378003" y="2533970"/>
                  </a:lnTo>
                  <a:lnTo>
                    <a:pt x="6413635" y="2535627"/>
                  </a:lnTo>
                  <a:lnTo>
                    <a:pt x="6449266" y="2537225"/>
                  </a:lnTo>
                  <a:lnTo>
                    <a:pt x="6484897" y="2538766"/>
                  </a:lnTo>
                  <a:lnTo>
                    <a:pt x="6520529" y="2540255"/>
                  </a:lnTo>
                  <a:lnTo>
                    <a:pt x="6556160" y="2541695"/>
                  </a:lnTo>
                  <a:lnTo>
                    <a:pt x="6591791" y="2543091"/>
                  </a:lnTo>
                  <a:lnTo>
                    <a:pt x="6627423" y="2544447"/>
                  </a:lnTo>
                  <a:lnTo>
                    <a:pt x="6663054" y="2545765"/>
                  </a:lnTo>
                  <a:lnTo>
                    <a:pt x="6698685" y="2547050"/>
                  </a:lnTo>
                  <a:lnTo>
                    <a:pt x="6734317" y="2548306"/>
                  </a:lnTo>
                  <a:lnTo>
                    <a:pt x="6769948" y="2549535"/>
                  </a:lnTo>
                  <a:lnTo>
                    <a:pt x="6805579" y="2550739"/>
                  </a:lnTo>
                  <a:lnTo>
                    <a:pt x="6841210" y="2551920"/>
                  </a:lnTo>
                  <a:lnTo>
                    <a:pt x="6876842" y="2553079"/>
                  </a:lnTo>
                  <a:lnTo>
                    <a:pt x="6912473" y="2554217"/>
                  </a:lnTo>
                  <a:lnTo>
                    <a:pt x="6948104" y="2555336"/>
                  </a:lnTo>
                  <a:lnTo>
                    <a:pt x="6983736" y="2556436"/>
                  </a:lnTo>
                  <a:lnTo>
                    <a:pt x="7019367" y="2557519"/>
                  </a:lnTo>
                  <a:lnTo>
                    <a:pt x="7054998" y="2558585"/>
                  </a:lnTo>
                  <a:lnTo>
                    <a:pt x="7090630" y="2559636"/>
                  </a:lnTo>
                  <a:lnTo>
                    <a:pt x="7090630" y="2798199"/>
                  </a:lnTo>
                  <a:lnTo>
                    <a:pt x="7054998" y="2794715"/>
                  </a:lnTo>
                  <a:lnTo>
                    <a:pt x="7019367" y="2791181"/>
                  </a:lnTo>
                  <a:lnTo>
                    <a:pt x="6983736" y="2787595"/>
                  </a:lnTo>
                  <a:lnTo>
                    <a:pt x="6948104" y="2783957"/>
                  </a:lnTo>
                  <a:lnTo>
                    <a:pt x="6912473" y="2780266"/>
                  </a:lnTo>
                  <a:lnTo>
                    <a:pt x="6876842" y="2776524"/>
                  </a:lnTo>
                  <a:lnTo>
                    <a:pt x="6841210" y="2772730"/>
                  </a:lnTo>
                  <a:lnTo>
                    <a:pt x="6805579" y="2768884"/>
                  </a:lnTo>
                  <a:lnTo>
                    <a:pt x="6769948" y="2764986"/>
                  </a:lnTo>
                  <a:lnTo>
                    <a:pt x="6734317" y="2761036"/>
                  </a:lnTo>
                  <a:lnTo>
                    <a:pt x="6698685" y="2757034"/>
                  </a:lnTo>
                  <a:lnTo>
                    <a:pt x="6663054" y="2752982"/>
                  </a:lnTo>
                  <a:lnTo>
                    <a:pt x="6627423" y="2748880"/>
                  </a:lnTo>
                  <a:lnTo>
                    <a:pt x="6591791" y="2744729"/>
                  </a:lnTo>
                  <a:lnTo>
                    <a:pt x="6556160" y="2740531"/>
                  </a:lnTo>
                  <a:lnTo>
                    <a:pt x="6520529" y="2736286"/>
                  </a:lnTo>
                  <a:lnTo>
                    <a:pt x="6484897" y="2731995"/>
                  </a:lnTo>
                  <a:lnTo>
                    <a:pt x="6449266" y="2727661"/>
                  </a:lnTo>
                  <a:lnTo>
                    <a:pt x="6413635" y="2723284"/>
                  </a:lnTo>
                  <a:lnTo>
                    <a:pt x="6378003" y="2718865"/>
                  </a:lnTo>
                  <a:lnTo>
                    <a:pt x="6342372" y="2714407"/>
                  </a:lnTo>
                  <a:lnTo>
                    <a:pt x="6306741" y="2709910"/>
                  </a:lnTo>
                  <a:lnTo>
                    <a:pt x="6271110" y="2705377"/>
                  </a:lnTo>
                  <a:lnTo>
                    <a:pt x="6235478" y="2700809"/>
                  </a:lnTo>
                  <a:lnTo>
                    <a:pt x="6199847" y="2696207"/>
                  </a:lnTo>
                  <a:lnTo>
                    <a:pt x="6164216" y="2691573"/>
                  </a:lnTo>
                  <a:lnTo>
                    <a:pt x="6128584" y="2686908"/>
                  </a:lnTo>
                  <a:lnTo>
                    <a:pt x="6092953" y="2682215"/>
                  </a:lnTo>
                  <a:lnTo>
                    <a:pt x="6057322" y="2677493"/>
                  </a:lnTo>
                  <a:lnTo>
                    <a:pt x="6021690" y="2672745"/>
                  </a:lnTo>
                  <a:lnTo>
                    <a:pt x="5986059" y="2667971"/>
                  </a:lnTo>
                  <a:lnTo>
                    <a:pt x="5950428" y="2663172"/>
                  </a:lnTo>
                  <a:lnTo>
                    <a:pt x="5914796" y="2658349"/>
                  </a:lnTo>
                  <a:lnTo>
                    <a:pt x="5879165" y="2653501"/>
                  </a:lnTo>
                  <a:lnTo>
                    <a:pt x="5843534" y="2648630"/>
                  </a:lnTo>
                  <a:lnTo>
                    <a:pt x="5807903" y="2643734"/>
                  </a:lnTo>
                  <a:lnTo>
                    <a:pt x="5772271" y="2638813"/>
                  </a:lnTo>
                  <a:lnTo>
                    <a:pt x="5736640" y="2633865"/>
                  </a:lnTo>
                  <a:lnTo>
                    <a:pt x="5701009" y="2628890"/>
                  </a:lnTo>
                  <a:lnTo>
                    <a:pt x="5665377" y="2623884"/>
                  </a:lnTo>
                  <a:lnTo>
                    <a:pt x="5629746" y="2618845"/>
                  </a:lnTo>
                  <a:lnTo>
                    <a:pt x="5594115" y="2613771"/>
                  </a:lnTo>
                  <a:lnTo>
                    <a:pt x="5558483" y="2608656"/>
                  </a:lnTo>
                  <a:lnTo>
                    <a:pt x="5522852" y="2603498"/>
                  </a:lnTo>
                  <a:lnTo>
                    <a:pt x="5487221" y="2598291"/>
                  </a:lnTo>
                  <a:lnTo>
                    <a:pt x="5451589" y="2593030"/>
                  </a:lnTo>
                  <a:lnTo>
                    <a:pt x="5415958" y="2587708"/>
                  </a:lnTo>
                  <a:lnTo>
                    <a:pt x="5380327" y="2582320"/>
                  </a:lnTo>
                  <a:lnTo>
                    <a:pt x="5344696" y="2576858"/>
                  </a:lnTo>
                  <a:lnTo>
                    <a:pt x="5309064" y="2571316"/>
                  </a:lnTo>
                  <a:lnTo>
                    <a:pt x="5273433" y="2565683"/>
                  </a:lnTo>
                  <a:lnTo>
                    <a:pt x="5237802" y="2559953"/>
                  </a:lnTo>
                  <a:lnTo>
                    <a:pt x="5202170" y="2554117"/>
                  </a:lnTo>
                  <a:lnTo>
                    <a:pt x="5166539" y="2548164"/>
                  </a:lnTo>
                  <a:lnTo>
                    <a:pt x="5130908" y="2542084"/>
                  </a:lnTo>
                  <a:lnTo>
                    <a:pt x="5095276" y="2535868"/>
                  </a:lnTo>
                  <a:lnTo>
                    <a:pt x="5059645" y="2529505"/>
                  </a:lnTo>
                  <a:lnTo>
                    <a:pt x="5024014" y="2522982"/>
                  </a:lnTo>
                  <a:lnTo>
                    <a:pt x="4988382" y="2516290"/>
                  </a:lnTo>
                  <a:lnTo>
                    <a:pt x="4952751" y="2509414"/>
                  </a:lnTo>
                  <a:lnTo>
                    <a:pt x="4917120" y="2502344"/>
                  </a:lnTo>
                  <a:lnTo>
                    <a:pt x="4881489" y="2495065"/>
                  </a:lnTo>
                  <a:lnTo>
                    <a:pt x="4845857" y="2487564"/>
                  </a:lnTo>
                  <a:lnTo>
                    <a:pt x="4810226" y="2479827"/>
                  </a:lnTo>
                  <a:lnTo>
                    <a:pt x="4774595" y="2471841"/>
                  </a:lnTo>
                  <a:lnTo>
                    <a:pt x="4738963" y="2463593"/>
                  </a:lnTo>
                  <a:lnTo>
                    <a:pt x="4703332" y="2455081"/>
                  </a:lnTo>
                  <a:lnTo>
                    <a:pt x="4667701" y="2446301"/>
                  </a:lnTo>
                  <a:lnTo>
                    <a:pt x="4632069" y="2437247"/>
                  </a:lnTo>
                  <a:lnTo>
                    <a:pt x="4596438" y="2427919"/>
                  </a:lnTo>
                  <a:lnTo>
                    <a:pt x="4560807" y="2418313"/>
                  </a:lnTo>
                  <a:lnTo>
                    <a:pt x="4525175" y="2408426"/>
                  </a:lnTo>
                  <a:lnTo>
                    <a:pt x="4489544" y="2398258"/>
                  </a:lnTo>
                  <a:lnTo>
                    <a:pt x="4453913" y="2387807"/>
                  </a:lnTo>
                  <a:lnTo>
                    <a:pt x="4418282" y="2377072"/>
                  </a:lnTo>
                  <a:lnTo>
                    <a:pt x="4382650" y="2366052"/>
                  </a:lnTo>
                  <a:lnTo>
                    <a:pt x="4347019" y="2354748"/>
                  </a:lnTo>
                  <a:lnTo>
                    <a:pt x="4311388" y="2343161"/>
                  </a:lnTo>
                  <a:lnTo>
                    <a:pt x="4275756" y="2331291"/>
                  </a:lnTo>
                  <a:lnTo>
                    <a:pt x="4240125" y="2319139"/>
                  </a:lnTo>
                  <a:lnTo>
                    <a:pt x="4204494" y="2306710"/>
                  </a:lnTo>
                  <a:lnTo>
                    <a:pt x="4168862" y="2294004"/>
                  </a:lnTo>
                  <a:lnTo>
                    <a:pt x="4133231" y="2288468"/>
                  </a:lnTo>
                  <a:lnTo>
                    <a:pt x="4097600" y="2284085"/>
                  </a:lnTo>
                  <a:lnTo>
                    <a:pt x="4061968" y="2279682"/>
                  </a:lnTo>
                  <a:lnTo>
                    <a:pt x="4026337" y="2275253"/>
                  </a:lnTo>
                  <a:lnTo>
                    <a:pt x="3990706" y="2270793"/>
                  </a:lnTo>
                  <a:lnTo>
                    <a:pt x="3955075" y="2266293"/>
                  </a:lnTo>
                  <a:lnTo>
                    <a:pt x="3919443" y="2261749"/>
                  </a:lnTo>
                  <a:lnTo>
                    <a:pt x="3883812" y="2257152"/>
                  </a:lnTo>
                  <a:lnTo>
                    <a:pt x="3848181" y="2252496"/>
                  </a:lnTo>
                  <a:lnTo>
                    <a:pt x="3812549" y="2247774"/>
                  </a:lnTo>
                  <a:lnTo>
                    <a:pt x="3776918" y="2242979"/>
                  </a:lnTo>
                  <a:lnTo>
                    <a:pt x="3741287" y="2238102"/>
                  </a:lnTo>
                  <a:lnTo>
                    <a:pt x="3705655" y="2233136"/>
                  </a:lnTo>
                  <a:lnTo>
                    <a:pt x="3670024" y="2228074"/>
                  </a:lnTo>
                  <a:lnTo>
                    <a:pt x="3634393" y="2222908"/>
                  </a:lnTo>
                  <a:lnTo>
                    <a:pt x="3598762" y="2217629"/>
                  </a:lnTo>
                  <a:lnTo>
                    <a:pt x="3563130" y="2212230"/>
                  </a:lnTo>
                  <a:lnTo>
                    <a:pt x="3527499" y="2206702"/>
                  </a:lnTo>
                  <a:lnTo>
                    <a:pt x="3491868" y="2201037"/>
                  </a:lnTo>
                  <a:lnTo>
                    <a:pt x="3456236" y="2195227"/>
                  </a:lnTo>
                  <a:lnTo>
                    <a:pt x="3420605" y="2189270"/>
                  </a:lnTo>
                  <a:lnTo>
                    <a:pt x="3384974" y="2183168"/>
                  </a:lnTo>
                  <a:lnTo>
                    <a:pt x="3349342" y="2176920"/>
                  </a:lnTo>
                  <a:lnTo>
                    <a:pt x="3313711" y="2170527"/>
                  </a:lnTo>
                  <a:lnTo>
                    <a:pt x="3278080" y="2163990"/>
                  </a:lnTo>
                  <a:lnTo>
                    <a:pt x="3242448" y="2157311"/>
                  </a:lnTo>
                  <a:lnTo>
                    <a:pt x="3206817" y="2150489"/>
                  </a:lnTo>
                  <a:lnTo>
                    <a:pt x="3171186" y="2143527"/>
                  </a:lnTo>
                  <a:lnTo>
                    <a:pt x="3135555" y="2136425"/>
                  </a:lnTo>
                  <a:lnTo>
                    <a:pt x="3099923" y="2129184"/>
                  </a:lnTo>
                  <a:lnTo>
                    <a:pt x="3064292" y="2121807"/>
                  </a:lnTo>
                  <a:lnTo>
                    <a:pt x="3028661" y="2114295"/>
                  </a:lnTo>
                  <a:lnTo>
                    <a:pt x="2993029" y="2106649"/>
                  </a:lnTo>
                  <a:lnTo>
                    <a:pt x="2957398" y="2098872"/>
                  </a:lnTo>
                  <a:lnTo>
                    <a:pt x="2921767" y="2090964"/>
                  </a:lnTo>
                  <a:lnTo>
                    <a:pt x="2886135" y="2082930"/>
                  </a:lnTo>
                  <a:lnTo>
                    <a:pt x="2850504" y="2074770"/>
                  </a:lnTo>
                  <a:lnTo>
                    <a:pt x="2814873" y="2066487"/>
                  </a:lnTo>
                  <a:lnTo>
                    <a:pt x="2779241" y="2058084"/>
                  </a:lnTo>
                  <a:lnTo>
                    <a:pt x="2743610" y="2049563"/>
                  </a:lnTo>
                  <a:lnTo>
                    <a:pt x="2707979" y="2040928"/>
                  </a:lnTo>
                  <a:lnTo>
                    <a:pt x="2672348" y="2032182"/>
                  </a:lnTo>
                  <a:lnTo>
                    <a:pt x="2636716" y="2023327"/>
                  </a:lnTo>
                  <a:lnTo>
                    <a:pt x="2601085" y="2014368"/>
                  </a:lnTo>
                  <a:lnTo>
                    <a:pt x="2565454" y="2005307"/>
                  </a:lnTo>
                  <a:lnTo>
                    <a:pt x="2529822" y="1996149"/>
                  </a:lnTo>
                  <a:lnTo>
                    <a:pt x="2494191" y="1986898"/>
                  </a:lnTo>
                  <a:lnTo>
                    <a:pt x="2458560" y="1977556"/>
                  </a:lnTo>
                  <a:lnTo>
                    <a:pt x="2422928" y="1968129"/>
                  </a:lnTo>
                  <a:lnTo>
                    <a:pt x="2387297" y="1958621"/>
                  </a:lnTo>
                  <a:lnTo>
                    <a:pt x="2351666" y="1949036"/>
                  </a:lnTo>
                  <a:lnTo>
                    <a:pt x="2316034" y="1939379"/>
                  </a:lnTo>
                  <a:lnTo>
                    <a:pt x="2280403" y="1929654"/>
                  </a:lnTo>
                  <a:lnTo>
                    <a:pt x="2244772" y="1919866"/>
                  </a:lnTo>
                  <a:lnTo>
                    <a:pt x="2209141" y="1910020"/>
                  </a:lnTo>
                  <a:lnTo>
                    <a:pt x="2173509" y="1900120"/>
                  </a:lnTo>
                  <a:lnTo>
                    <a:pt x="2137878" y="1890171"/>
                  </a:lnTo>
                  <a:lnTo>
                    <a:pt x="2102247" y="1880178"/>
                  </a:lnTo>
                  <a:lnTo>
                    <a:pt x="2066615" y="1870146"/>
                  </a:lnTo>
                  <a:lnTo>
                    <a:pt x="2030984" y="1860080"/>
                  </a:lnTo>
                  <a:lnTo>
                    <a:pt x="1995353" y="1849984"/>
                  </a:lnTo>
                  <a:lnTo>
                    <a:pt x="1959721" y="1839863"/>
                  </a:lnTo>
                  <a:lnTo>
                    <a:pt x="1924090" y="1829721"/>
                  </a:lnTo>
                  <a:lnTo>
                    <a:pt x="1888459" y="1819563"/>
                  </a:lnTo>
                  <a:lnTo>
                    <a:pt x="1852827" y="1809393"/>
                  </a:lnTo>
                  <a:lnTo>
                    <a:pt x="1817196" y="1799215"/>
                  </a:lnTo>
                  <a:lnTo>
                    <a:pt x="1781565" y="1789033"/>
                  </a:lnTo>
                  <a:lnTo>
                    <a:pt x="1745934" y="1778851"/>
                  </a:lnTo>
                  <a:lnTo>
                    <a:pt x="1710302" y="1768672"/>
                  </a:lnTo>
                  <a:lnTo>
                    <a:pt x="1674671" y="1758499"/>
                  </a:lnTo>
                  <a:lnTo>
                    <a:pt x="1639040" y="1748336"/>
                  </a:lnTo>
                  <a:lnTo>
                    <a:pt x="1603408" y="1738185"/>
                  </a:lnTo>
                  <a:lnTo>
                    <a:pt x="1567777" y="1728049"/>
                  </a:lnTo>
                  <a:lnTo>
                    <a:pt x="1532146" y="1717929"/>
                  </a:lnTo>
                  <a:lnTo>
                    <a:pt x="1496514" y="1707827"/>
                  </a:lnTo>
                  <a:lnTo>
                    <a:pt x="1460883" y="1697746"/>
                  </a:lnTo>
                  <a:lnTo>
                    <a:pt x="1425252" y="1687686"/>
                  </a:lnTo>
                  <a:lnTo>
                    <a:pt x="1389620" y="1677648"/>
                  </a:lnTo>
                  <a:lnTo>
                    <a:pt x="1353989" y="1667632"/>
                  </a:lnTo>
                  <a:lnTo>
                    <a:pt x="1318358" y="1657640"/>
                  </a:lnTo>
                  <a:lnTo>
                    <a:pt x="1282727" y="1647670"/>
                  </a:lnTo>
                  <a:lnTo>
                    <a:pt x="1247095" y="1637723"/>
                  </a:lnTo>
                  <a:lnTo>
                    <a:pt x="1211464" y="1627797"/>
                  </a:lnTo>
                  <a:lnTo>
                    <a:pt x="1175833" y="1617893"/>
                  </a:lnTo>
                  <a:lnTo>
                    <a:pt x="1140201" y="1608008"/>
                  </a:lnTo>
                  <a:lnTo>
                    <a:pt x="1104570" y="1598140"/>
                  </a:lnTo>
                  <a:lnTo>
                    <a:pt x="1068939" y="1588289"/>
                  </a:lnTo>
                  <a:lnTo>
                    <a:pt x="1033307" y="1578452"/>
                  </a:lnTo>
                  <a:lnTo>
                    <a:pt x="997676" y="1568626"/>
                  </a:lnTo>
                  <a:lnTo>
                    <a:pt x="962045" y="1558809"/>
                  </a:lnTo>
                  <a:lnTo>
                    <a:pt x="926413" y="1548999"/>
                  </a:lnTo>
                  <a:lnTo>
                    <a:pt x="890782" y="1539194"/>
                  </a:lnTo>
                  <a:lnTo>
                    <a:pt x="855151" y="1529393"/>
                  </a:lnTo>
                  <a:lnTo>
                    <a:pt x="819520" y="1519594"/>
                  </a:lnTo>
                  <a:lnTo>
                    <a:pt x="783888" y="1509795"/>
                  </a:lnTo>
                  <a:lnTo>
                    <a:pt x="748257" y="1499996"/>
                  </a:lnTo>
                  <a:lnTo>
                    <a:pt x="712626" y="1490194"/>
                  </a:lnTo>
                  <a:lnTo>
                    <a:pt x="676994" y="1480389"/>
                  </a:lnTo>
                  <a:lnTo>
                    <a:pt x="641363" y="1470578"/>
                  </a:lnTo>
                  <a:lnTo>
                    <a:pt x="605732" y="1460760"/>
                  </a:lnTo>
                  <a:lnTo>
                    <a:pt x="570100" y="1450935"/>
                  </a:lnTo>
                  <a:lnTo>
                    <a:pt x="534469" y="1441100"/>
                  </a:lnTo>
                  <a:lnTo>
                    <a:pt x="498838" y="1431254"/>
                  </a:lnTo>
                  <a:lnTo>
                    <a:pt x="463206" y="1421396"/>
                  </a:lnTo>
                  <a:lnTo>
                    <a:pt x="427575" y="1411526"/>
                  </a:lnTo>
                  <a:lnTo>
                    <a:pt x="391944" y="1401641"/>
                  </a:lnTo>
                  <a:lnTo>
                    <a:pt x="356313" y="1391740"/>
                  </a:lnTo>
                  <a:lnTo>
                    <a:pt x="320681" y="1381823"/>
                  </a:lnTo>
                  <a:lnTo>
                    <a:pt x="285050" y="1371888"/>
                  </a:lnTo>
                  <a:lnTo>
                    <a:pt x="249419" y="1361934"/>
                  </a:lnTo>
                  <a:lnTo>
                    <a:pt x="213787" y="1351960"/>
                  </a:lnTo>
                  <a:lnTo>
                    <a:pt x="178156" y="1341966"/>
                  </a:lnTo>
                  <a:lnTo>
                    <a:pt x="142525" y="1331950"/>
                  </a:lnTo>
                  <a:lnTo>
                    <a:pt x="106893" y="1321910"/>
                  </a:lnTo>
                  <a:lnTo>
                    <a:pt x="71262" y="1311847"/>
                  </a:lnTo>
                  <a:lnTo>
                    <a:pt x="35631" y="1301759"/>
                  </a:lnTo>
                  <a:lnTo>
                    <a:pt x="0" y="1291646"/>
                  </a:lnTo>
                  <a:close/>
                </a:path>
              </a:pathLst>
            </a:custGeom>
            <a:solidFill>
              <a:srgbClr val="1F78B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731252" y="2571315"/>
              <a:ext cx="6531427" cy="2559636"/>
            </a:xfrm>
            <a:custGeom>
              <a:avLst/>
              <a:pathLst>
                <a:path w="6531427" h="2559636">
                  <a:moveTo>
                    <a:pt x="0" y="0"/>
                  </a:moveTo>
                  <a:lnTo>
                    <a:pt x="10897" y="13138"/>
                  </a:lnTo>
                  <a:lnTo>
                    <a:pt x="46529" y="55388"/>
                  </a:lnTo>
                  <a:lnTo>
                    <a:pt x="82160" y="96939"/>
                  </a:lnTo>
                  <a:lnTo>
                    <a:pt x="117791" y="137802"/>
                  </a:lnTo>
                  <a:lnTo>
                    <a:pt x="153423" y="177984"/>
                  </a:lnTo>
                  <a:lnTo>
                    <a:pt x="189054" y="217495"/>
                  </a:lnTo>
                  <a:lnTo>
                    <a:pt x="224685" y="256342"/>
                  </a:lnTo>
                  <a:lnTo>
                    <a:pt x="260316" y="294535"/>
                  </a:lnTo>
                  <a:lnTo>
                    <a:pt x="295948" y="332080"/>
                  </a:lnTo>
                  <a:lnTo>
                    <a:pt x="331579" y="368987"/>
                  </a:lnTo>
                  <a:lnTo>
                    <a:pt x="367210" y="405262"/>
                  </a:lnTo>
                  <a:lnTo>
                    <a:pt x="402842" y="440913"/>
                  </a:lnTo>
                  <a:lnTo>
                    <a:pt x="438473" y="475948"/>
                  </a:lnTo>
                  <a:lnTo>
                    <a:pt x="474104" y="510374"/>
                  </a:lnTo>
                  <a:lnTo>
                    <a:pt x="509736" y="544199"/>
                  </a:lnTo>
                  <a:lnTo>
                    <a:pt x="545367" y="577432"/>
                  </a:lnTo>
                  <a:lnTo>
                    <a:pt x="580998" y="610081"/>
                  </a:lnTo>
                  <a:lnTo>
                    <a:pt x="616630" y="642157"/>
                  </a:lnTo>
                  <a:lnTo>
                    <a:pt x="652261" y="673667"/>
                  </a:lnTo>
                  <a:lnTo>
                    <a:pt x="687892" y="704621"/>
                  </a:lnTo>
                  <a:lnTo>
                    <a:pt x="723523" y="735030"/>
                  </a:lnTo>
                  <a:lnTo>
                    <a:pt x="759155" y="764902"/>
                  </a:lnTo>
                  <a:lnTo>
                    <a:pt x="794786" y="794249"/>
                  </a:lnTo>
                  <a:lnTo>
                    <a:pt x="830417" y="823080"/>
                  </a:lnTo>
                  <a:lnTo>
                    <a:pt x="866049" y="851406"/>
                  </a:lnTo>
                  <a:lnTo>
                    <a:pt x="901680" y="879238"/>
                  </a:lnTo>
                  <a:lnTo>
                    <a:pt x="937311" y="906587"/>
                  </a:lnTo>
                  <a:lnTo>
                    <a:pt x="972943" y="933464"/>
                  </a:lnTo>
                  <a:lnTo>
                    <a:pt x="1008574" y="959880"/>
                  </a:lnTo>
                  <a:lnTo>
                    <a:pt x="1044205" y="985848"/>
                  </a:lnTo>
                  <a:lnTo>
                    <a:pt x="1079837" y="1011378"/>
                  </a:lnTo>
                  <a:lnTo>
                    <a:pt x="1115468" y="1036484"/>
                  </a:lnTo>
                  <a:lnTo>
                    <a:pt x="1151099" y="1061176"/>
                  </a:lnTo>
                  <a:lnTo>
                    <a:pt x="1186730" y="1085467"/>
                  </a:lnTo>
                  <a:lnTo>
                    <a:pt x="1222362" y="1109370"/>
                  </a:lnTo>
                  <a:lnTo>
                    <a:pt x="1257993" y="1132897"/>
                  </a:lnTo>
                  <a:lnTo>
                    <a:pt x="1293624" y="1156060"/>
                  </a:lnTo>
                  <a:lnTo>
                    <a:pt x="1329256" y="1178872"/>
                  </a:lnTo>
                  <a:lnTo>
                    <a:pt x="1364887" y="1201345"/>
                  </a:lnTo>
                  <a:lnTo>
                    <a:pt x="1400518" y="1223491"/>
                  </a:lnTo>
                  <a:lnTo>
                    <a:pt x="1436150" y="1245324"/>
                  </a:lnTo>
                  <a:lnTo>
                    <a:pt x="1471781" y="1266856"/>
                  </a:lnTo>
                  <a:lnTo>
                    <a:pt x="1507412" y="1288099"/>
                  </a:lnTo>
                  <a:lnTo>
                    <a:pt x="1543044" y="1309064"/>
                  </a:lnTo>
                  <a:lnTo>
                    <a:pt x="1578675" y="1329765"/>
                  </a:lnTo>
                  <a:lnTo>
                    <a:pt x="1614306" y="1350213"/>
                  </a:lnTo>
                  <a:lnTo>
                    <a:pt x="1649937" y="1370420"/>
                  </a:lnTo>
                  <a:lnTo>
                    <a:pt x="1685569" y="1390397"/>
                  </a:lnTo>
                  <a:lnTo>
                    <a:pt x="1721200" y="1410155"/>
                  </a:lnTo>
                  <a:lnTo>
                    <a:pt x="1756831" y="1429705"/>
                  </a:lnTo>
                  <a:lnTo>
                    <a:pt x="1792463" y="1449059"/>
                  </a:lnTo>
                  <a:lnTo>
                    <a:pt x="1828094" y="1468226"/>
                  </a:lnTo>
                  <a:lnTo>
                    <a:pt x="1863725" y="1487217"/>
                  </a:lnTo>
                  <a:lnTo>
                    <a:pt x="1899357" y="1506040"/>
                  </a:lnTo>
                  <a:lnTo>
                    <a:pt x="1934988" y="1524707"/>
                  </a:lnTo>
                  <a:lnTo>
                    <a:pt x="1970619" y="1543224"/>
                  </a:lnTo>
                  <a:lnTo>
                    <a:pt x="2006251" y="1561603"/>
                  </a:lnTo>
                  <a:lnTo>
                    <a:pt x="2041882" y="1579849"/>
                  </a:lnTo>
                  <a:lnTo>
                    <a:pt x="2077513" y="1597972"/>
                  </a:lnTo>
                  <a:lnTo>
                    <a:pt x="2113144" y="1615978"/>
                  </a:lnTo>
                  <a:lnTo>
                    <a:pt x="2148776" y="1633876"/>
                  </a:lnTo>
                  <a:lnTo>
                    <a:pt x="2184407" y="1651670"/>
                  </a:lnTo>
                  <a:lnTo>
                    <a:pt x="2220038" y="1669369"/>
                  </a:lnTo>
                  <a:lnTo>
                    <a:pt x="2255670" y="1686977"/>
                  </a:lnTo>
                  <a:lnTo>
                    <a:pt x="2291301" y="1704500"/>
                  </a:lnTo>
                  <a:lnTo>
                    <a:pt x="2326932" y="1721943"/>
                  </a:lnTo>
                  <a:lnTo>
                    <a:pt x="2362564" y="1739310"/>
                  </a:lnTo>
                  <a:lnTo>
                    <a:pt x="2398195" y="1756607"/>
                  </a:lnTo>
                  <a:lnTo>
                    <a:pt x="2433826" y="1773835"/>
                  </a:lnTo>
                  <a:lnTo>
                    <a:pt x="2469458" y="1791000"/>
                  </a:lnTo>
                  <a:lnTo>
                    <a:pt x="2505089" y="1808104"/>
                  </a:lnTo>
                  <a:lnTo>
                    <a:pt x="2540720" y="1825150"/>
                  </a:lnTo>
                  <a:lnTo>
                    <a:pt x="2576351" y="1842140"/>
                  </a:lnTo>
                  <a:lnTo>
                    <a:pt x="2611983" y="1859076"/>
                  </a:lnTo>
                  <a:lnTo>
                    <a:pt x="2647614" y="1875959"/>
                  </a:lnTo>
                  <a:lnTo>
                    <a:pt x="2683245" y="1892791"/>
                  </a:lnTo>
                  <a:lnTo>
                    <a:pt x="2718877" y="1909573"/>
                  </a:lnTo>
                  <a:lnTo>
                    <a:pt x="2754508" y="1926305"/>
                  </a:lnTo>
                  <a:lnTo>
                    <a:pt x="2790139" y="1942988"/>
                  </a:lnTo>
                  <a:lnTo>
                    <a:pt x="2825771" y="1959621"/>
                  </a:lnTo>
                  <a:lnTo>
                    <a:pt x="2861402" y="1976205"/>
                  </a:lnTo>
                  <a:lnTo>
                    <a:pt x="2897033" y="1992737"/>
                  </a:lnTo>
                  <a:lnTo>
                    <a:pt x="2932665" y="2009219"/>
                  </a:lnTo>
                  <a:lnTo>
                    <a:pt x="2968296" y="2025642"/>
                  </a:lnTo>
                  <a:lnTo>
                    <a:pt x="3003927" y="2041990"/>
                  </a:lnTo>
                  <a:lnTo>
                    <a:pt x="3039558" y="2058244"/>
                  </a:lnTo>
                  <a:lnTo>
                    <a:pt x="3075190" y="2074387"/>
                  </a:lnTo>
                  <a:lnTo>
                    <a:pt x="3110821" y="2090402"/>
                  </a:lnTo>
                  <a:lnTo>
                    <a:pt x="3146452" y="2106273"/>
                  </a:lnTo>
                  <a:lnTo>
                    <a:pt x="3182084" y="2121986"/>
                  </a:lnTo>
                  <a:lnTo>
                    <a:pt x="3217715" y="2137526"/>
                  </a:lnTo>
                  <a:lnTo>
                    <a:pt x="3253346" y="2152881"/>
                  </a:lnTo>
                  <a:lnTo>
                    <a:pt x="3288978" y="2168038"/>
                  </a:lnTo>
                  <a:lnTo>
                    <a:pt x="3324609" y="2182987"/>
                  </a:lnTo>
                  <a:lnTo>
                    <a:pt x="3360240" y="2197717"/>
                  </a:lnTo>
                  <a:lnTo>
                    <a:pt x="3395872" y="2212218"/>
                  </a:lnTo>
                  <a:lnTo>
                    <a:pt x="3431503" y="2226483"/>
                  </a:lnTo>
                  <a:lnTo>
                    <a:pt x="3467134" y="2240502"/>
                  </a:lnTo>
                  <a:lnTo>
                    <a:pt x="3502765" y="2254270"/>
                  </a:lnTo>
                  <a:lnTo>
                    <a:pt x="3538397" y="2267780"/>
                  </a:lnTo>
                  <a:lnTo>
                    <a:pt x="3574028" y="2281026"/>
                  </a:lnTo>
                  <a:lnTo>
                    <a:pt x="3609659" y="2292837"/>
                  </a:lnTo>
                  <a:lnTo>
                    <a:pt x="3645291" y="2297198"/>
                  </a:lnTo>
                  <a:lnTo>
                    <a:pt x="3680922" y="2301557"/>
                  </a:lnTo>
                  <a:lnTo>
                    <a:pt x="3716553" y="2305918"/>
                  </a:lnTo>
                  <a:lnTo>
                    <a:pt x="3752185" y="2310287"/>
                  </a:lnTo>
                  <a:lnTo>
                    <a:pt x="3787816" y="2314668"/>
                  </a:lnTo>
                  <a:lnTo>
                    <a:pt x="3823447" y="2319066"/>
                  </a:lnTo>
                  <a:lnTo>
                    <a:pt x="3859078" y="2323484"/>
                  </a:lnTo>
                  <a:lnTo>
                    <a:pt x="3894710" y="2327928"/>
                  </a:lnTo>
                  <a:lnTo>
                    <a:pt x="3930341" y="2332399"/>
                  </a:lnTo>
                  <a:lnTo>
                    <a:pt x="3965972" y="2336902"/>
                  </a:lnTo>
                  <a:lnTo>
                    <a:pt x="4001604" y="2341439"/>
                  </a:lnTo>
                  <a:lnTo>
                    <a:pt x="4037235" y="2346013"/>
                  </a:lnTo>
                  <a:lnTo>
                    <a:pt x="4072866" y="2350625"/>
                  </a:lnTo>
                  <a:lnTo>
                    <a:pt x="4108498" y="2355277"/>
                  </a:lnTo>
                  <a:lnTo>
                    <a:pt x="4144129" y="2359970"/>
                  </a:lnTo>
                  <a:lnTo>
                    <a:pt x="4179760" y="2364705"/>
                  </a:lnTo>
                  <a:lnTo>
                    <a:pt x="4215392" y="2369480"/>
                  </a:lnTo>
                  <a:lnTo>
                    <a:pt x="4251023" y="2374295"/>
                  </a:lnTo>
                  <a:lnTo>
                    <a:pt x="4286654" y="2379146"/>
                  </a:lnTo>
                  <a:lnTo>
                    <a:pt x="4322285" y="2384023"/>
                  </a:lnTo>
                  <a:lnTo>
                    <a:pt x="4357917" y="2388919"/>
                  </a:lnTo>
                  <a:lnTo>
                    <a:pt x="4393548" y="2393826"/>
                  </a:lnTo>
                  <a:lnTo>
                    <a:pt x="4429179" y="2398734"/>
                  </a:lnTo>
                  <a:lnTo>
                    <a:pt x="4464811" y="2403637"/>
                  </a:lnTo>
                  <a:lnTo>
                    <a:pt x="4500442" y="2408526"/>
                  </a:lnTo>
                  <a:lnTo>
                    <a:pt x="4536073" y="2413393"/>
                  </a:lnTo>
                  <a:lnTo>
                    <a:pt x="4571705" y="2418231"/>
                  </a:lnTo>
                  <a:lnTo>
                    <a:pt x="4607336" y="2423031"/>
                  </a:lnTo>
                  <a:lnTo>
                    <a:pt x="4642967" y="2427787"/>
                  </a:lnTo>
                  <a:lnTo>
                    <a:pt x="4678599" y="2432491"/>
                  </a:lnTo>
                  <a:lnTo>
                    <a:pt x="4714230" y="2437136"/>
                  </a:lnTo>
                  <a:lnTo>
                    <a:pt x="4749861" y="2441716"/>
                  </a:lnTo>
                  <a:lnTo>
                    <a:pt x="4785492" y="2446225"/>
                  </a:lnTo>
                  <a:lnTo>
                    <a:pt x="4821124" y="2450656"/>
                  </a:lnTo>
                  <a:lnTo>
                    <a:pt x="4856755" y="2455005"/>
                  </a:lnTo>
                  <a:lnTo>
                    <a:pt x="4892386" y="2459265"/>
                  </a:lnTo>
                  <a:lnTo>
                    <a:pt x="4928018" y="2463433"/>
                  </a:lnTo>
                  <a:lnTo>
                    <a:pt x="4963649" y="2467504"/>
                  </a:lnTo>
                  <a:lnTo>
                    <a:pt x="4999280" y="2471474"/>
                  </a:lnTo>
                  <a:lnTo>
                    <a:pt x="5034912" y="2475341"/>
                  </a:lnTo>
                  <a:lnTo>
                    <a:pt x="5070543" y="2479102"/>
                  </a:lnTo>
                  <a:lnTo>
                    <a:pt x="5106174" y="2482755"/>
                  </a:lnTo>
                  <a:lnTo>
                    <a:pt x="5141806" y="2486298"/>
                  </a:lnTo>
                  <a:lnTo>
                    <a:pt x="5177437" y="2489730"/>
                  </a:lnTo>
                  <a:lnTo>
                    <a:pt x="5213068" y="2493051"/>
                  </a:lnTo>
                  <a:lnTo>
                    <a:pt x="5248699" y="2496261"/>
                  </a:lnTo>
                  <a:lnTo>
                    <a:pt x="5284331" y="2499360"/>
                  </a:lnTo>
                  <a:lnTo>
                    <a:pt x="5319962" y="2502349"/>
                  </a:lnTo>
                  <a:lnTo>
                    <a:pt x="5355593" y="2505230"/>
                  </a:lnTo>
                  <a:lnTo>
                    <a:pt x="5391225" y="2508004"/>
                  </a:lnTo>
                  <a:lnTo>
                    <a:pt x="5426856" y="2510674"/>
                  </a:lnTo>
                  <a:lnTo>
                    <a:pt x="5462487" y="2513241"/>
                  </a:lnTo>
                  <a:lnTo>
                    <a:pt x="5498119" y="2515708"/>
                  </a:lnTo>
                  <a:lnTo>
                    <a:pt x="5533750" y="2518079"/>
                  </a:lnTo>
                  <a:lnTo>
                    <a:pt x="5569381" y="2520356"/>
                  </a:lnTo>
                  <a:lnTo>
                    <a:pt x="5605013" y="2522542"/>
                  </a:lnTo>
                  <a:lnTo>
                    <a:pt x="5640644" y="2524642"/>
                  </a:lnTo>
                  <a:lnTo>
                    <a:pt x="5676275" y="2526659"/>
                  </a:lnTo>
                  <a:lnTo>
                    <a:pt x="5711906" y="2528597"/>
                  </a:lnTo>
                  <a:lnTo>
                    <a:pt x="5747538" y="2530458"/>
                  </a:lnTo>
                  <a:lnTo>
                    <a:pt x="5783169" y="2532248"/>
                  </a:lnTo>
                  <a:lnTo>
                    <a:pt x="5818800" y="2533970"/>
                  </a:lnTo>
                  <a:lnTo>
                    <a:pt x="5854432" y="2535627"/>
                  </a:lnTo>
                  <a:lnTo>
                    <a:pt x="5890063" y="2537225"/>
                  </a:lnTo>
                  <a:lnTo>
                    <a:pt x="5925694" y="2538766"/>
                  </a:lnTo>
                  <a:lnTo>
                    <a:pt x="5961326" y="2540255"/>
                  </a:lnTo>
                  <a:lnTo>
                    <a:pt x="5996957" y="2541695"/>
                  </a:lnTo>
                  <a:lnTo>
                    <a:pt x="6032588" y="2543091"/>
                  </a:lnTo>
                  <a:lnTo>
                    <a:pt x="6068220" y="2544447"/>
                  </a:lnTo>
                  <a:lnTo>
                    <a:pt x="6103851" y="2545765"/>
                  </a:lnTo>
                  <a:lnTo>
                    <a:pt x="6139482" y="2547050"/>
                  </a:lnTo>
                  <a:lnTo>
                    <a:pt x="6175113" y="2548306"/>
                  </a:lnTo>
                  <a:lnTo>
                    <a:pt x="6210745" y="2549535"/>
                  </a:lnTo>
                  <a:lnTo>
                    <a:pt x="6246376" y="2550739"/>
                  </a:lnTo>
                  <a:lnTo>
                    <a:pt x="6282007" y="2551920"/>
                  </a:lnTo>
                  <a:lnTo>
                    <a:pt x="6317639" y="2553079"/>
                  </a:lnTo>
                  <a:lnTo>
                    <a:pt x="6353270" y="2554217"/>
                  </a:lnTo>
                  <a:lnTo>
                    <a:pt x="6388901" y="2555336"/>
                  </a:lnTo>
                  <a:lnTo>
                    <a:pt x="6424533" y="2556436"/>
                  </a:lnTo>
                  <a:lnTo>
                    <a:pt x="6460164" y="2557519"/>
                  </a:lnTo>
                  <a:lnTo>
                    <a:pt x="6495795" y="2558585"/>
                  </a:lnTo>
                  <a:lnTo>
                    <a:pt x="6531427" y="25596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862961"/>
              <a:ext cx="7090630" cy="1506552"/>
            </a:xfrm>
            <a:custGeom>
              <a:avLst/>
              <a:pathLst>
                <a:path w="7090630" h="1506552">
                  <a:moveTo>
                    <a:pt x="7090630" y="1506552"/>
                  </a:moveTo>
                  <a:lnTo>
                    <a:pt x="7054998" y="1503069"/>
                  </a:lnTo>
                  <a:lnTo>
                    <a:pt x="7019367" y="1499534"/>
                  </a:lnTo>
                  <a:lnTo>
                    <a:pt x="6983736" y="1495948"/>
                  </a:lnTo>
                  <a:lnTo>
                    <a:pt x="6948104" y="1492310"/>
                  </a:lnTo>
                  <a:lnTo>
                    <a:pt x="6912473" y="1488620"/>
                  </a:lnTo>
                  <a:lnTo>
                    <a:pt x="6876842" y="1484878"/>
                  </a:lnTo>
                  <a:lnTo>
                    <a:pt x="6841210" y="1481084"/>
                  </a:lnTo>
                  <a:lnTo>
                    <a:pt x="6805579" y="1477237"/>
                  </a:lnTo>
                  <a:lnTo>
                    <a:pt x="6769948" y="1473339"/>
                  </a:lnTo>
                  <a:lnTo>
                    <a:pt x="6734317" y="1469389"/>
                  </a:lnTo>
                  <a:lnTo>
                    <a:pt x="6698685" y="1465388"/>
                  </a:lnTo>
                  <a:lnTo>
                    <a:pt x="6663054" y="1461336"/>
                  </a:lnTo>
                  <a:lnTo>
                    <a:pt x="6627423" y="1457234"/>
                  </a:lnTo>
                  <a:lnTo>
                    <a:pt x="6591791" y="1453083"/>
                  </a:lnTo>
                  <a:lnTo>
                    <a:pt x="6556160" y="1448885"/>
                  </a:lnTo>
                  <a:lnTo>
                    <a:pt x="6520529" y="1444640"/>
                  </a:lnTo>
                  <a:lnTo>
                    <a:pt x="6484897" y="1440349"/>
                  </a:lnTo>
                  <a:lnTo>
                    <a:pt x="6449266" y="1436015"/>
                  </a:lnTo>
                  <a:lnTo>
                    <a:pt x="6413635" y="1431637"/>
                  </a:lnTo>
                  <a:lnTo>
                    <a:pt x="6378003" y="1427219"/>
                  </a:lnTo>
                  <a:lnTo>
                    <a:pt x="6342372" y="1422761"/>
                  </a:lnTo>
                  <a:lnTo>
                    <a:pt x="6306741" y="1418264"/>
                  </a:lnTo>
                  <a:lnTo>
                    <a:pt x="6271110" y="1413731"/>
                  </a:lnTo>
                  <a:lnTo>
                    <a:pt x="6235478" y="1409163"/>
                  </a:lnTo>
                  <a:lnTo>
                    <a:pt x="6199847" y="1404561"/>
                  </a:lnTo>
                  <a:lnTo>
                    <a:pt x="6164216" y="1399927"/>
                  </a:lnTo>
                  <a:lnTo>
                    <a:pt x="6128584" y="1395262"/>
                  </a:lnTo>
                  <a:lnTo>
                    <a:pt x="6092953" y="1390568"/>
                  </a:lnTo>
                  <a:lnTo>
                    <a:pt x="6057322" y="1385847"/>
                  </a:lnTo>
                  <a:lnTo>
                    <a:pt x="6021690" y="1381098"/>
                  </a:lnTo>
                  <a:lnTo>
                    <a:pt x="5986059" y="1376324"/>
                  </a:lnTo>
                  <a:lnTo>
                    <a:pt x="5950428" y="1371525"/>
                  </a:lnTo>
                  <a:lnTo>
                    <a:pt x="5914796" y="1366702"/>
                  </a:lnTo>
                  <a:lnTo>
                    <a:pt x="5879165" y="1361855"/>
                  </a:lnTo>
                  <a:lnTo>
                    <a:pt x="5843534" y="1356983"/>
                  </a:lnTo>
                  <a:lnTo>
                    <a:pt x="5807903" y="1352088"/>
                  </a:lnTo>
                  <a:lnTo>
                    <a:pt x="5772271" y="1347167"/>
                  </a:lnTo>
                  <a:lnTo>
                    <a:pt x="5736640" y="1342219"/>
                  </a:lnTo>
                  <a:lnTo>
                    <a:pt x="5701009" y="1337243"/>
                  </a:lnTo>
                  <a:lnTo>
                    <a:pt x="5665377" y="1332238"/>
                  </a:lnTo>
                  <a:lnTo>
                    <a:pt x="5629746" y="1327199"/>
                  </a:lnTo>
                  <a:lnTo>
                    <a:pt x="5594115" y="1322124"/>
                  </a:lnTo>
                  <a:lnTo>
                    <a:pt x="5558483" y="1317010"/>
                  </a:lnTo>
                  <a:lnTo>
                    <a:pt x="5522852" y="1311852"/>
                  </a:lnTo>
                  <a:lnTo>
                    <a:pt x="5487221" y="1306645"/>
                  </a:lnTo>
                  <a:lnTo>
                    <a:pt x="5451589" y="1301383"/>
                  </a:lnTo>
                  <a:lnTo>
                    <a:pt x="5415958" y="1296062"/>
                  </a:lnTo>
                  <a:lnTo>
                    <a:pt x="5380327" y="1290674"/>
                  </a:lnTo>
                  <a:lnTo>
                    <a:pt x="5344696" y="1285212"/>
                  </a:lnTo>
                  <a:lnTo>
                    <a:pt x="5309064" y="1279669"/>
                  </a:lnTo>
                  <a:lnTo>
                    <a:pt x="5273433" y="1274037"/>
                  </a:lnTo>
                  <a:lnTo>
                    <a:pt x="5237802" y="1268307"/>
                  </a:lnTo>
                  <a:lnTo>
                    <a:pt x="5202170" y="1262470"/>
                  </a:lnTo>
                  <a:lnTo>
                    <a:pt x="5166539" y="1256517"/>
                  </a:lnTo>
                  <a:lnTo>
                    <a:pt x="5130908" y="1250438"/>
                  </a:lnTo>
                  <a:lnTo>
                    <a:pt x="5095276" y="1244222"/>
                  </a:lnTo>
                  <a:lnTo>
                    <a:pt x="5059645" y="1237858"/>
                  </a:lnTo>
                  <a:lnTo>
                    <a:pt x="5024014" y="1231336"/>
                  </a:lnTo>
                  <a:lnTo>
                    <a:pt x="4988382" y="1224643"/>
                  </a:lnTo>
                  <a:lnTo>
                    <a:pt x="4952751" y="1217768"/>
                  </a:lnTo>
                  <a:lnTo>
                    <a:pt x="4917120" y="1210697"/>
                  </a:lnTo>
                  <a:lnTo>
                    <a:pt x="4881489" y="1203418"/>
                  </a:lnTo>
                  <a:lnTo>
                    <a:pt x="4845857" y="1195918"/>
                  </a:lnTo>
                  <a:lnTo>
                    <a:pt x="4810226" y="1188181"/>
                  </a:lnTo>
                  <a:lnTo>
                    <a:pt x="4774595" y="1180194"/>
                  </a:lnTo>
                  <a:lnTo>
                    <a:pt x="4738963" y="1171947"/>
                  </a:lnTo>
                  <a:lnTo>
                    <a:pt x="4703332" y="1163435"/>
                  </a:lnTo>
                  <a:lnTo>
                    <a:pt x="4667701" y="1154654"/>
                  </a:lnTo>
                  <a:lnTo>
                    <a:pt x="4632069" y="1145601"/>
                  </a:lnTo>
                  <a:lnTo>
                    <a:pt x="4596438" y="1136273"/>
                  </a:lnTo>
                  <a:lnTo>
                    <a:pt x="4560807" y="1126666"/>
                  </a:lnTo>
                  <a:lnTo>
                    <a:pt x="4525175" y="1116780"/>
                  </a:lnTo>
                  <a:lnTo>
                    <a:pt x="4489544" y="1106612"/>
                  </a:lnTo>
                  <a:lnTo>
                    <a:pt x="4453913" y="1096161"/>
                  </a:lnTo>
                  <a:lnTo>
                    <a:pt x="4418282" y="1085425"/>
                  </a:lnTo>
                  <a:lnTo>
                    <a:pt x="4382650" y="1074406"/>
                  </a:lnTo>
                  <a:lnTo>
                    <a:pt x="4347019" y="1063102"/>
                  </a:lnTo>
                  <a:lnTo>
                    <a:pt x="4311388" y="1051514"/>
                  </a:lnTo>
                  <a:lnTo>
                    <a:pt x="4275756" y="1039644"/>
                  </a:lnTo>
                  <a:lnTo>
                    <a:pt x="4240125" y="1027493"/>
                  </a:lnTo>
                  <a:lnTo>
                    <a:pt x="4204494" y="1015063"/>
                  </a:lnTo>
                  <a:lnTo>
                    <a:pt x="4168862" y="1002358"/>
                  </a:lnTo>
                  <a:lnTo>
                    <a:pt x="4133231" y="996822"/>
                  </a:lnTo>
                  <a:lnTo>
                    <a:pt x="4097600" y="992438"/>
                  </a:lnTo>
                  <a:lnTo>
                    <a:pt x="4061968" y="988036"/>
                  </a:lnTo>
                  <a:lnTo>
                    <a:pt x="4026337" y="983607"/>
                  </a:lnTo>
                  <a:lnTo>
                    <a:pt x="3990706" y="979146"/>
                  </a:lnTo>
                  <a:lnTo>
                    <a:pt x="3955075" y="974647"/>
                  </a:lnTo>
                  <a:lnTo>
                    <a:pt x="3919443" y="970102"/>
                  </a:lnTo>
                  <a:lnTo>
                    <a:pt x="3883812" y="965506"/>
                  </a:lnTo>
                  <a:lnTo>
                    <a:pt x="3848181" y="960850"/>
                  </a:lnTo>
                  <a:lnTo>
                    <a:pt x="3812549" y="956128"/>
                  </a:lnTo>
                  <a:lnTo>
                    <a:pt x="3776918" y="951332"/>
                  </a:lnTo>
                  <a:lnTo>
                    <a:pt x="3741287" y="946456"/>
                  </a:lnTo>
                  <a:lnTo>
                    <a:pt x="3705655" y="941490"/>
                  </a:lnTo>
                  <a:lnTo>
                    <a:pt x="3670024" y="936428"/>
                  </a:lnTo>
                  <a:lnTo>
                    <a:pt x="3634393" y="931262"/>
                  </a:lnTo>
                  <a:lnTo>
                    <a:pt x="3598762" y="925983"/>
                  </a:lnTo>
                  <a:lnTo>
                    <a:pt x="3563130" y="920584"/>
                  </a:lnTo>
                  <a:lnTo>
                    <a:pt x="3527499" y="915056"/>
                  </a:lnTo>
                  <a:lnTo>
                    <a:pt x="3491868" y="909390"/>
                  </a:lnTo>
                  <a:lnTo>
                    <a:pt x="3456236" y="903581"/>
                  </a:lnTo>
                  <a:lnTo>
                    <a:pt x="3420605" y="897624"/>
                  </a:lnTo>
                  <a:lnTo>
                    <a:pt x="3384974" y="891522"/>
                  </a:lnTo>
                  <a:lnTo>
                    <a:pt x="3349342" y="885274"/>
                  </a:lnTo>
                  <a:lnTo>
                    <a:pt x="3313711" y="878881"/>
                  </a:lnTo>
                  <a:lnTo>
                    <a:pt x="3278080" y="872344"/>
                  </a:lnTo>
                  <a:lnTo>
                    <a:pt x="3242448" y="865665"/>
                  </a:lnTo>
                  <a:lnTo>
                    <a:pt x="3206817" y="858843"/>
                  </a:lnTo>
                  <a:lnTo>
                    <a:pt x="3171186" y="851881"/>
                  </a:lnTo>
                  <a:lnTo>
                    <a:pt x="3135555" y="844778"/>
                  </a:lnTo>
                  <a:lnTo>
                    <a:pt x="3099923" y="837538"/>
                  </a:lnTo>
                  <a:lnTo>
                    <a:pt x="3064292" y="830161"/>
                  </a:lnTo>
                  <a:lnTo>
                    <a:pt x="3028661" y="822649"/>
                  </a:lnTo>
                  <a:lnTo>
                    <a:pt x="2993029" y="815003"/>
                  </a:lnTo>
                  <a:lnTo>
                    <a:pt x="2957398" y="807225"/>
                  </a:lnTo>
                  <a:lnTo>
                    <a:pt x="2921767" y="799318"/>
                  </a:lnTo>
                  <a:lnTo>
                    <a:pt x="2886135" y="791283"/>
                  </a:lnTo>
                  <a:lnTo>
                    <a:pt x="2850504" y="783123"/>
                  </a:lnTo>
                  <a:lnTo>
                    <a:pt x="2814873" y="774840"/>
                  </a:lnTo>
                  <a:lnTo>
                    <a:pt x="2779241" y="766437"/>
                  </a:lnTo>
                  <a:lnTo>
                    <a:pt x="2743610" y="757917"/>
                  </a:lnTo>
                  <a:lnTo>
                    <a:pt x="2707979" y="749282"/>
                  </a:lnTo>
                  <a:lnTo>
                    <a:pt x="2672348" y="740536"/>
                  </a:lnTo>
                  <a:lnTo>
                    <a:pt x="2636716" y="731681"/>
                  </a:lnTo>
                  <a:lnTo>
                    <a:pt x="2601085" y="722722"/>
                  </a:lnTo>
                  <a:lnTo>
                    <a:pt x="2565454" y="713661"/>
                  </a:lnTo>
                  <a:lnTo>
                    <a:pt x="2529822" y="704503"/>
                  </a:lnTo>
                  <a:lnTo>
                    <a:pt x="2494191" y="695251"/>
                  </a:lnTo>
                  <a:lnTo>
                    <a:pt x="2458560" y="685910"/>
                  </a:lnTo>
                  <a:lnTo>
                    <a:pt x="2422928" y="676483"/>
                  </a:lnTo>
                  <a:lnTo>
                    <a:pt x="2387297" y="666975"/>
                  </a:lnTo>
                  <a:lnTo>
                    <a:pt x="2351666" y="657390"/>
                  </a:lnTo>
                  <a:lnTo>
                    <a:pt x="2316034" y="647733"/>
                  </a:lnTo>
                  <a:lnTo>
                    <a:pt x="2280403" y="638008"/>
                  </a:lnTo>
                  <a:lnTo>
                    <a:pt x="2244772" y="628220"/>
                  </a:lnTo>
                  <a:lnTo>
                    <a:pt x="2209141" y="618373"/>
                  </a:lnTo>
                  <a:lnTo>
                    <a:pt x="2173509" y="608473"/>
                  </a:lnTo>
                  <a:lnTo>
                    <a:pt x="2137878" y="598525"/>
                  </a:lnTo>
                  <a:lnTo>
                    <a:pt x="2102247" y="588532"/>
                  </a:lnTo>
                  <a:lnTo>
                    <a:pt x="2066615" y="578500"/>
                  </a:lnTo>
                  <a:lnTo>
                    <a:pt x="2030984" y="568434"/>
                  </a:lnTo>
                  <a:lnTo>
                    <a:pt x="1995353" y="558338"/>
                  </a:lnTo>
                  <a:lnTo>
                    <a:pt x="1959721" y="548216"/>
                  </a:lnTo>
                  <a:lnTo>
                    <a:pt x="1924090" y="538075"/>
                  </a:lnTo>
                  <a:lnTo>
                    <a:pt x="1888459" y="527916"/>
                  </a:lnTo>
                  <a:lnTo>
                    <a:pt x="1852827" y="517746"/>
                  </a:lnTo>
                  <a:lnTo>
                    <a:pt x="1817196" y="507569"/>
                  </a:lnTo>
                  <a:lnTo>
                    <a:pt x="1781565" y="497387"/>
                  </a:lnTo>
                  <a:lnTo>
                    <a:pt x="1745934" y="487205"/>
                  </a:lnTo>
                  <a:lnTo>
                    <a:pt x="1710302" y="477026"/>
                  </a:lnTo>
                  <a:lnTo>
                    <a:pt x="1674671" y="466853"/>
                  </a:lnTo>
                  <a:lnTo>
                    <a:pt x="1639040" y="456690"/>
                  </a:lnTo>
                  <a:lnTo>
                    <a:pt x="1603408" y="446539"/>
                  </a:lnTo>
                  <a:lnTo>
                    <a:pt x="1567777" y="436402"/>
                  </a:lnTo>
                  <a:lnTo>
                    <a:pt x="1532146" y="426282"/>
                  </a:lnTo>
                  <a:lnTo>
                    <a:pt x="1496514" y="416181"/>
                  </a:lnTo>
                  <a:lnTo>
                    <a:pt x="1460883" y="406100"/>
                  </a:lnTo>
                  <a:lnTo>
                    <a:pt x="1425252" y="396039"/>
                  </a:lnTo>
                  <a:lnTo>
                    <a:pt x="1389620" y="386001"/>
                  </a:lnTo>
                  <a:lnTo>
                    <a:pt x="1353989" y="375986"/>
                  </a:lnTo>
                  <a:lnTo>
                    <a:pt x="1318358" y="365993"/>
                  </a:lnTo>
                  <a:lnTo>
                    <a:pt x="1282727" y="356024"/>
                  </a:lnTo>
                  <a:lnTo>
                    <a:pt x="1247095" y="346076"/>
                  </a:lnTo>
                  <a:lnTo>
                    <a:pt x="1211464" y="336151"/>
                  </a:lnTo>
                  <a:lnTo>
                    <a:pt x="1175833" y="326246"/>
                  </a:lnTo>
                  <a:lnTo>
                    <a:pt x="1140201" y="316361"/>
                  </a:lnTo>
                  <a:lnTo>
                    <a:pt x="1104570" y="306494"/>
                  </a:lnTo>
                  <a:lnTo>
                    <a:pt x="1068939" y="296643"/>
                  </a:lnTo>
                  <a:lnTo>
                    <a:pt x="1033307" y="286805"/>
                  </a:lnTo>
                  <a:lnTo>
                    <a:pt x="997676" y="276979"/>
                  </a:lnTo>
                  <a:lnTo>
                    <a:pt x="962045" y="267162"/>
                  </a:lnTo>
                  <a:lnTo>
                    <a:pt x="926413" y="257352"/>
                  </a:lnTo>
                  <a:lnTo>
                    <a:pt x="890782" y="247547"/>
                  </a:lnTo>
                  <a:lnTo>
                    <a:pt x="855151" y="237746"/>
                  </a:lnTo>
                  <a:lnTo>
                    <a:pt x="819520" y="227947"/>
                  </a:lnTo>
                  <a:lnTo>
                    <a:pt x="783888" y="218149"/>
                  </a:lnTo>
                  <a:lnTo>
                    <a:pt x="748257" y="208350"/>
                  </a:lnTo>
                  <a:lnTo>
                    <a:pt x="712626" y="198548"/>
                  </a:lnTo>
                  <a:lnTo>
                    <a:pt x="676994" y="188743"/>
                  </a:lnTo>
                  <a:lnTo>
                    <a:pt x="641363" y="178932"/>
                  </a:lnTo>
                  <a:lnTo>
                    <a:pt x="605732" y="169114"/>
                  </a:lnTo>
                  <a:lnTo>
                    <a:pt x="570100" y="159288"/>
                  </a:lnTo>
                  <a:lnTo>
                    <a:pt x="534469" y="149453"/>
                  </a:lnTo>
                  <a:lnTo>
                    <a:pt x="498838" y="139608"/>
                  </a:lnTo>
                  <a:lnTo>
                    <a:pt x="463206" y="129750"/>
                  </a:lnTo>
                  <a:lnTo>
                    <a:pt x="427575" y="119879"/>
                  </a:lnTo>
                  <a:lnTo>
                    <a:pt x="391944" y="109994"/>
                  </a:lnTo>
                  <a:lnTo>
                    <a:pt x="356313" y="100094"/>
                  </a:lnTo>
                  <a:lnTo>
                    <a:pt x="320681" y="90177"/>
                  </a:lnTo>
                  <a:lnTo>
                    <a:pt x="285050" y="80242"/>
                  </a:lnTo>
                  <a:lnTo>
                    <a:pt x="249419" y="70288"/>
                  </a:lnTo>
                  <a:lnTo>
                    <a:pt x="213787" y="60314"/>
                  </a:lnTo>
                  <a:lnTo>
                    <a:pt x="178156" y="50320"/>
                  </a:lnTo>
                  <a:lnTo>
                    <a:pt x="142525" y="40303"/>
                  </a:lnTo>
                  <a:lnTo>
                    <a:pt x="106893" y="30264"/>
                  </a:lnTo>
                  <a:lnTo>
                    <a:pt x="71262" y="20201"/>
                  </a:lnTo>
                  <a:lnTo>
                    <a:pt x="35631" y="1011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008116"/>
              <a:ext cx="7090630" cy="2280058"/>
            </a:xfrm>
            <a:custGeom>
              <a:avLst/>
              <a:pathLst>
                <a:path w="7090630" h="2280058">
                  <a:moveTo>
                    <a:pt x="0" y="0"/>
                  </a:moveTo>
                  <a:lnTo>
                    <a:pt x="35631" y="27975"/>
                  </a:lnTo>
                  <a:lnTo>
                    <a:pt x="71262" y="55647"/>
                  </a:lnTo>
                  <a:lnTo>
                    <a:pt x="106893" y="83018"/>
                  </a:lnTo>
                  <a:lnTo>
                    <a:pt x="142525" y="110091"/>
                  </a:lnTo>
                  <a:lnTo>
                    <a:pt x="178156" y="136869"/>
                  </a:lnTo>
                  <a:lnTo>
                    <a:pt x="213787" y="163356"/>
                  </a:lnTo>
                  <a:lnTo>
                    <a:pt x="249419" y="189555"/>
                  </a:lnTo>
                  <a:lnTo>
                    <a:pt x="285050" y="215469"/>
                  </a:lnTo>
                  <a:lnTo>
                    <a:pt x="320681" y="241101"/>
                  </a:lnTo>
                  <a:lnTo>
                    <a:pt x="356313" y="266454"/>
                  </a:lnTo>
                  <a:lnTo>
                    <a:pt x="391944" y="291532"/>
                  </a:lnTo>
                  <a:lnTo>
                    <a:pt x="427575" y="316337"/>
                  </a:lnTo>
                  <a:lnTo>
                    <a:pt x="463206" y="340871"/>
                  </a:lnTo>
                  <a:lnTo>
                    <a:pt x="498838" y="365139"/>
                  </a:lnTo>
                  <a:lnTo>
                    <a:pt x="534469" y="389143"/>
                  </a:lnTo>
                  <a:lnTo>
                    <a:pt x="570100" y="412886"/>
                  </a:lnTo>
                  <a:lnTo>
                    <a:pt x="605732" y="436371"/>
                  </a:lnTo>
                  <a:lnTo>
                    <a:pt x="641363" y="459600"/>
                  </a:lnTo>
                  <a:lnTo>
                    <a:pt x="676994" y="482576"/>
                  </a:lnTo>
                  <a:lnTo>
                    <a:pt x="712626" y="505303"/>
                  </a:lnTo>
                  <a:lnTo>
                    <a:pt x="748257" y="527782"/>
                  </a:lnTo>
                  <a:lnTo>
                    <a:pt x="783888" y="550016"/>
                  </a:lnTo>
                  <a:lnTo>
                    <a:pt x="819520" y="572009"/>
                  </a:lnTo>
                  <a:lnTo>
                    <a:pt x="855151" y="593763"/>
                  </a:lnTo>
                  <a:lnTo>
                    <a:pt x="890782" y="615280"/>
                  </a:lnTo>
                  <a:lnTo>
                    <a:pt x="926413" y="636563"/>
                  </a:lnTo>
                  <a:lnTo>
                    <a:pt x="962045" y="657614"/>
                  </a:lnTo>
                  <a:lnTo>
                    <a:pt x="997676" y="678436"/>
                  </a:lnTo>
                  <a:lnTo>
                    <a:pt x="1033307" y="699032"/>
                  </a:lnTo>
                  <a:lnTo>
                    <a:pt x="1068939" y="719404"/>
                  </a:lnTo>
                  <a:lnTo>
                    <a:pt x="1104570" y="739554"/>
                  </a:lnTo>
                  <a:lnTo>
                    <a:pt x="1140201" y="759485"/>
                  </a:lnTo>
                  <a:lnTo>
                    <a:pt x="1175833" y="779199"/>
                  </a:lnTo>
                  <a:lnTo>
                    <a:pt x="1211464" y="798699"/>
                  </a:lnTo>
                  <a:lnTo>
                    <a:pt x="1247095" y="817987"/>
                  </a:lnTo>
                  <a:lnTo>
                    <a:pt x="1282727" y="837065"/>
                  </a:lnTo>
                  <a:lnTo>
                    <a:pt x="1318358" y="855935"/>
                  </a:lnTo>
                  <a:lnTo>
                    <a:pt x="1353989" y="874600"/>
                  </a:lnTo>
                  <a:lnTo>
                    <a:pt x="1389620" y="893062"/>
                  </a:lnTo>
                  <a:lnTo>
                    <a:pt x="1425252" y="911323"/>
                  </a:lnTo>
                  <a:lnTo>
                    <a:pt x="1460883" y="929385"/>
                  </a:lnTo>
                  <a:lnTo>
                    <a:pt x="1496514" y="947251"/>
                  </a:lnTo>
                  <a:lnTo>
                    <a:pt x="1532146" y="964923"/>
                  </a:lnTo>
                  <a:lnTo>
                    <a:pt x="1567777" y="982402"/>
                  </a:lnTo>
                  <a:lnTo>
                    <a:pt x="1603408" y="999692"/>
                  </a:lnTo>
                  <a:lnTo>
                    <a:pt x="1639040" y="1016793"/>
                  </a:lnTo>
                  <a:lnTo>
                    <a:pt x="1674671" y="1033708"/>
                  </a:lnTo>
                  <a:lnTo>
                    <a:pt x="1710302" y="1050439"/>
                  </a:lnTo>
                  <a:lnTo>
                    <a:pt x="1745934" y="1066988"/>
                  </a:lnTo>
                  <a:lnTo>
                    <a:pt x="1781565" y="1083358"/>
                  </a:lnTo>
                  <a:lnTo>
                    <a:pt x="1817196" y="1099549"/>
                  </a:lnTo>
                  <a:lnTo>
                    <a:pt x="1852827" y="1115563"/>
                  </a:lnTo>
                  <a:lnTo>
                    <a:pt x="1888459" y="1131404"/>
                  </a:lnTo>
                  <a:lnTo>
                    <a:pt x="1924090" y="1147073"/>
                  </a:lnTo>
                  <a:lnTo>
                    <a:pt x="1959721" y="1162571"/>
                  </a:lnTo>
                  <a:lnTo>
                    <a:pt x="1995353" y="1177900"/>
                  </a:lnTo>
                  <a:lnTo>
                    <a:pt x="2030984" y="1193063"/>
                  </a:lnTo>
                  <a:lnTo>
                    <a:pt x="2066615" y="1208060"/>
                  </a:lnTo>
                  <a:lnTo>
                    <a:pt x="2102247" y="1222895"/>
                  </a:lnTo>
                  <a:lnTo>
                    <a:pt x="2137878" y="1237568"/>
                  </a:lnTo>
                  <a:lnTo>
                    <a:pt x="2173509" y="1252081"/>
                  </a:lnTo>
                  <a:lnTo>
                    <a:pt x="2209141" y="1266437"/>
                  </a:lnTo>
                  <a:lnTo>
                    <a:pt x="2244772" y="1280637"/>
                  </a:lnTo>
                  <a:lnTo>
                    <a:pt x="2280403" y="1294682"/>
                  </a:lnTo>
                  <a:lnTo>
                    <a:pt x="2316034" y="1308574"/>
                  </a:lnTo>
                  <a:lnTo>
                    <a:pt x="2351666" y="1322315"/>
                  </a:lnTo>
                  <a:lnTo>
                    <a:pt x="2387297" y="1335907"/>
                  </a:lnTo>
                  <a:lnTo>
                    <a:pt x="2422928" y="1349350"/>
                  </a:lnTo>
                  <a:lnTo>
                    <a:pt x="2458560" y="1362648"/>
                  </a:lnTo>
                  <a:lnTo>
                    <a:pt x="2494191" y="1375801"/>
                  </a:lnTo>
                  <a:lnTo>
                    <a:pt x="2529822" y="1388811"/>
                  </a:lnTo>
                  <a:lnTo>
                    <a:pt x="2565454" y="1401679"/>
                  </a:lnTo>
                  <a:lnTo>
                    <a:pt x="2601085" y="1414407"/>
                  </a:lnTo>
                  <a:lnTo>
                    <a:pt x="2636716" y="1426997"/>
                  </a:lnTo>
                  <a:lnTo>
                    <a:pt x="2672348" y="1439450"/>
                  </a:lnTo>
                  <a:lnTo>
                    <a:pt x="2707979" y="1451768"/>
                  </a:lnTo>
                  <a:lnTo>
                    <a:pt x="2743610" y="1463951"/>
                  </a:lnTo>
                  <a:lnTo>
                    <a:pt x="2779241" y="1476002"/>
                  </a:lnTo>
                  <a:lnTo>
                    <a:pt x="2814873" y="1487922"/>
                  </a:lnTo>
                  <a:lnTo>
                    <a:pt x="2850504" y="1499712"/>
                  </a:lnTo>
                  <a:lnTo>
                    <a:pt x="2886135" y="1511374"/>
                  </a:lnTo>
                  <a:lnTo>
                    <a:pt x="2921767" y="1522909"/>
                  </a:lnTo>
                  <a:lnTo>
                    <a:pt x="2957398" y="1534318"/>
                  </a:lnTo>
                  <a:lnTo>
                    <a:pt x="2993029" y="1545604"/>
                  </a:lnTo>
                  <a:lnTo>
                    <a:pt x="3028661" y="1556767"/>
                  </a:lnTo>
                  <a:lnTo>
                    <a:pt x="3064292" y="1567808"/>
                  </a:lnTo>
                  <a:lnTo>
                    <a:pt x="3099923" y="1578729"/>
                  </a:lnTo>
                  <a:lnTo>
                    <a:pt x="3135555" y="1589531"/>
                  </a:lnTo>
                  <a:lnTo>
                    <a:pt x="3171186" y="1600216"/>
                  </a:lnTo>
                  <a:lnTo>
                    <a:pt x="3206817" y="1610785"/>
                  </a:lnTo>
                  <a:lnTo>
                    <a:pt x="3242448" y="1621238"/>
                  </a:lnTo>
                  <a:lnTo>
                    <a:pt x="3278080" y="1631578"/>
                  </a:lnTo>
                  <a:lnTo>
                    <a:pt x="3313711" y="1641806"/>
                  </a:lnTo>
                  <a:lnTo>
                    <a:pt x="3349342" y="1651922"/>
                  </a:lnTo>
                  <a:lnTo>
                    <a:pt x="3384974" y="1661928"/>
                  </a:lnTo>
                  <a:lnTo>
                    <a:pt x="3420605" y="1671825"/>
                  </a:lnTo>
                  <a:lnTo>
                    <a:pt x="3456236" y="1681615"/>
                  </a:lnTo>
                  <a:lnTo>
                    <a:pt x="3491868" y="1691298"/>
                  </a:lnTo>
                  <a:lnTo>
                    <a:pt x="3527499" y="1700876"/>
                  </a:lnTo>
                  <a:lnTo>
                    <a:pt x="3563130" y="1710349"/>
                  </a:lnTo>
                  <a:lnTo>
                    <a:pt x="3598762" y="1719720"/>
                  </a:lnTo>
                  <a:lnTo>
                    <a:pt x="3634393" y="1728989"/>
                  </a:lnTo>
                  <a:lnTo>
                    <a:pt x="3670024" y="1738156"/>
                  </a:lnTo>
                  <a:lnTo>
                    <a:pt x="3705655" y="1747225"/>
                  </a:lnTo>
                  <a:lnTo>
                    <a:pt x="3741287" y="1756194"/>
                  </a:lnTo>
                  <a:lnTo>
                    <a:pt x="3776918" y="1765066"/>
                  </a:lnTo>
                  <a:lnTo>
                    <a:pt x="3812549" y="1773841"/>
                  </a:lnTo>
                  <a:lnTo>
                    <a:pt x="3848181" y="1782521"/>
                  </a:lnTo>
                  <a:lnTo>
                    <a:pt x="3883812" y="1791107"/>
                  </a:lnTo>
                  <a:lnTo>
                    <a:pt x="3919443" y="1799599"/>
                  </a:lnTo>
                  <a:lnTo>
                    <a:pt x="3955075" y="1807998"/>
                  </a:lnTo>
                  <a:lnTo>
                    <a:pt x="3990706" y="1816307"/>
                  </a:lnTo>
                  <a:lnTo>
                    <a:pt x="4026337" y="1824525"/>
                  </a:lnTo>
                  <a:lnTo>
                    <a:pt x="4061968" y="1832653"/>
                  </a:lnTo>
                  <a:lnTo>
                    <a:pt x="4097600" y="1840693"/>
                  </a:lnTo>
                  <a:lnTo>
                    <a:pt x="4133231" y="1848646"/>
                  </a:lnTo>
                  <a:lnTo>
                    <a:pt x="4168862" y="1856512"/>
                  </a:lnTo>
                  <a:lnTo>
                    <a:pt x="4204494" y="1864293"/>
                  </a:lnTo>
                  <a:lnTo>
                    <a:pt x="4240125" y="1871989"/>
                  </a:lnTo>
                  <a:lnTo>
                    <a:pt x="4275756" y="1879601"/>
                  </a:lnTo>
                  <a:lnTo>
                    <a:pt x="4311388" y="1887130"/>
                  </a:lnTo>
                  <a:lnTo>
                    <a:pt x="4347019" y="1894578"/>
                  </a:lnTo>
                  <a:lnTo>
                    <a:pt x="4382650" y="1901944"/>
                  </a:lnTo>
                  <a:lnTo>
                    <a:pt x="4418282" y="1909231"/>
                  </a:lnTo>
                  <a:lnTo>
                    <a:pt x="4453913" y="1916438"/>
                  </a:lnTo>
                  <a:lnTo>
                    <a:pt x="4489544" y="1923566"/>
                  </a:lnTo>
                  <a:lnTo>
                    <a:pt x="4525175" y="1930617"/>
                  </a:lnTo>
                  <a:lnTo>
                    <a:pt x="4560807" y="1937592"/>
                  </a:lnTo>
                  <a:lnTo>
                    <a:pt x="4596438" y="1944491"/>
                  </a:lnTo>
                  <a:lnTo>
                    <a:pt x="4632069" y="1951314"/>
                  </a:lnTo>
                  <a:lnTo>
                    <a:pt x="4667701" y="1958063"/>
                  </a:lnTo>
                  <a:lnTo>
                    <a:pt x="4703332" y="1964739"/>
                  </a:lnTo>
                  <a:lnTo>
                    <a:pt x="4738963" y="1971343"/>
                  </a:lnTo>
                  <a:lnTo>
                    <a:pt x="4774595" y="1977874"/>
                  </a:lnTo>
                  <a:lnTo>
                    <a:pt x="4810226" y="1984334"/>
                  </a:lnTo>
                  <a:lnTo>
                    <a:pt x="4845857" y="1990724"/>
                  </a:lnTo>
                  <a:lnTo>
                    <a:pt x="4881489" y="1997045"/>
                  </a:lnTo>
                  <a:lnTo>
                    <a:pt x="4917120" y="2003297"/>
                  </a:lnTo>
                  <a:lnTo>
                    <a:pt x="4952751" y="2009481"/>
                  </a:lnTo>
                  <a:lnTo>
                    <a:pt x="4988382" y="2015597"/>
                  </a:lnTo>
                  <a:lnTo>
                    <a:pt x="5024014" y="2021647"/>
                  </a:lnTo>
                  <a:lnTo>
                    <a:pt x="5059645" y="2027632"/>
                  </a:lnTo>
                  <a:lnTo>
                    <a:pt x="5095276" y="2033551"/>
                  </a:lnTo>
                  <a:lnTo>
                    <a:pt x="5130908" y="2039405"/>
                  </a:lnTo>
                  <a:lnTo>
                    <a:pt x="5166539" y="2045196"/>
                  </a:lnTo>
                  <a:lnTo>
                    <a:pt x="5202170" y="2050924"/>
                  </a:lnTo>
                  <a:lnTo>
                    <a:pt x="5237802" y="2056590"/>
                  </a:lnTo>
                  <a:lnTo>
                    <a:pt x="5273433" y="2062194"/>
                  </a:lnTo>
                  <a:lnTo>
                    <a:pt x="5309064" y="2067737"/>
                  </a:lnTo>
                  <a:lnTo>
                    <a:pt x="5344696" y="2073220"/>
                  </a:lnTo>
                  <a:lnTo>
                    <a:pt x="5380327" y="2078643"/>
                  </a:lnTo>
                  <a:lnTo>
                    <a:pt x="5415958" y="2084008"/>
                  </a:lnTo>
                  <a:lnTo>
                    <a:pt x="5451589" y="2089314"/>
                  </a:lnTo>
                  <a:lnTo>
                    <a:pt x="5487221" y="2094562"/>
                  </a:lnTo>
                  <a:lnTo>
                    <a:pt x="5522852" y="2099753"/>
                  </a:lnTo>
                  <a:lnTo>
                    <a:pt x="5558483" y="2104887"/>
                  </a:lnTo>
                  <a:lnTo>
                    <a:pt x="5594115" y="2109966"/>
                  </a:lnTo>
                  <a:lnTo>
                    <a:pt x="5629746" y="2114989"/>
                  </a:lnTo>
                  <a:lnTo>
                    <a:pt x="5665377" y="2119958"/>
                  </a:lnTo>
                  <a:lnTo>
                    <a:pt x="5701009" y="2124873"/>
                  </a:lnTo>
                  <a:lnTo>
                    <a:pt x="5736640" y="2129734"/>
                  </a:lnTo>
                  <a:lnTo>
                    <a:pt x="5772271" y="2134543"/>
                  </a:lnTo>
                  <a:lnTo>
                    <a:pt x="5807903" y="2139299"/>
                  </a:lnTo>
                  <a:lnTo>
                    <a:pt x="5843534" y="2144003"/>
                  </a:lnTo>
                  <a:lnTo>
                    <a:pt x="5879165" y="2148657"/>
                  </a:lnTo>
                  <a:lnTo>
                    <a:pt x="5914796" y="2153259"/>
                  </a:lnTo>
                  <a:lnTo>
                    <a:pt x="5950428" y="2157812"/>
                  </a:lnTo>
                  <a:lnTo>
                    <a:pt x="5986059" y="2162315"/>
                  </a:lnTo>
                  <a:lnTo>
                    <a:pt x="6021690" y="2166769"/>
                  </a:lnTo>
                  <a:lnTo>
                    <a:pt x="6057322" y="2171174"/>
                  </a:lnTo>
                  <a:lnTo>
                    <a:pt x="6092953" y="2175532"/>
                  </a:lnTo>
                  <a:lnTo>
                    <a:pt x="6128584" y="2179842"/>
                  </a:lnTo>
                  <a:lnTo>
                    <a:pt x="6164216" y="2184105"/>
                  </a:lnTo>
                  <a:lnTo>
                    <a:pt x="6199847" y="2188322"/>
                  </a:lnTo>
                  <a:lnTo>
                    <a:pt x="6235478" y="2192494"/>
                  </a:lnTo>
                  <a:lnTo>
                    <a:pt x="6271110" y="2196619"/>
                  </a:lnTo>
                  <a:lnTo>
                    <a:pt x="6306741" y="2200700"/>
                  </a:lnTo>
                  <a:lnTo>
                    <a:pt x="6342372" y="2204737"/>
                  </a:lnTo>
                  <a:lnTo>
                    <a:pt x="6378003" y="2208729"/>
                  </a:lnTo>
                  <a:lnTo>
                    <a:pt x="6413635" y="2212678"/>
                  </a:lnTo>
                  <a:lnTo>
                    <a:pt x="6449266" y="2216584"/>
                  </a:lnTo>
                  <a:lnTo>
                    <a:pt x="6484897" y="2220448"/>
                  </a:lnTo>
                  <a:lnTo>
                    <a:pt x="6520529" y="2224270"/>
                  </a:lnTo>
                  <a:lnTo>
                    <a:pt x="6556160" y="2228050"/>
                  </a:lnTo>
                  <a:lnTo>
                    <a:pt x="6591791" y="2231789"/>
                  </a:lnTo>
                  <a:lnTo>
                    <a:pt x="6627423" y="2235487"/>
                  </a:lnTo>
                  <a:lnTo>
                    <a:pt x="6663054" y="2239145"/>
                  </a:lnTo>
                  <a:lnTo>
                    <a:pt x="6698685" y="2242763"/>
                  </a:lnTo>
                  <a:lnTo>
                    <a:pt x="6734317" y="2246342"/>
                  </a:lnTo>
                  <a:lnTo>
                    <a:pt x="6769948" y="2249882"/>
                  </a:lnTo>
                  <a:lnTo>
                    <a:pt x="6805579" y="2253383"/>
                  </a:lnTo>
                  <a:lnTo>
                    <a:pt x="6841210" y="2256847"/>
                  </a:lnTo>
                  <a:lnTo>
                    <a:pt x="6876842" y="2260273"/>
                  </a:lnTo>
                  <a:lnTo>
                    <a:pt x="6912473" y="2263661"/>
                  </a:lnTo>
                  <a:lnTo>
                    <a:pt x="6948104" y="2267012"/>
                  </a:lnTo>
                  <a:lnTo>
                    <a:pt x="6983736" y="2270328"/>
                  </a:lnTo>
                  <a:lnTo>
                    <a:pt x="7019367" y="2273607"/>
                  </a:lnTo>
                  <a:lnTo>
                    <a:pt x="7054998" y="2276850"/>
                  </a:lnTo>
                  <a:lnTo>
                    <a:pt x="7090630" y="228005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034216"/>
              <a:ext cx="7090630" cy="2238354"/>
            </a:xfrm>
            <a:custGeom>
              <a:avLst/>
              <a:pathLst>
                <a:path w="7090630" h="2238354">
                  <a:moveTo>
                    <a:pt x="0" y="0"/>
                  </a:moveTo>
                  <a:lnTo>
                    <a:pt x="35631" y="26001"/>
                  </a:lnTo>
                  <a:lnTo>
                    <a:pt x="71262" y="51737"/>
                  </a:lnTo>
                  <a:lnTo>
                    <a:pt x="106893" y="77210"/>
                  </a:lnTo>
                  <a:lnTo>
                    <a:pt x="142525" y="102423"/>
                  </a:lnTo>
                  <a:lnTo>
                    <a:pt x="178156" y="127379"/>
                  </a:lnTo>
                  <a:lnTo>
                    <a:pt x="213787" y="152079"/>
                  </a:lnTo>
                  <a:lnTo>
                    <a:pt x="249419" y="176528"/>
                  </a:lnTo>
                  <a:lnTo>
                    <a:pt x="285050" y="200726"/>
                  </a:lnTo>
                  <a:lnTo>
                    <a:pt x="320681" y="224677"/>
                  </a:lnTo>
                  <a:lnTo>
                    <a:pt x="356313" y="248384"/>
                  </a:lnTo>
                  <a:lnTo>
                    <a:pt x="391944" y="271849"/>
                  </a:lnTo>
                  <a:lnTo>
                    <a:pt x="427575" y="295074"/>
                  </a:lnTo>
                  <a:lnTo>
                    <a:pt x="463206" y="318061"/>
                  </a:lnTo>
                  <a:lnTo>
                    <a:pt x="498838" y="340814"/>
                  </a:lnTo>
                  <a:lnTo>
                    <a:pt x="534469" y="363335"/>
                  </a:lnTo>
                  <a:lnTo>
                    <a:pt x="570100" y="385625"/>
                  </a:lnTo>
                  <a:lnTo>
                    <a:pt x="605732" y="407688"/>
                  </a:lnTo>
                  <a:lnTo>
                    <a:pt x="641363" y="429526"/>
                  </a:lnTo>
                  <a:lnTo>
                    <a:pt x="676994" y="451140"/>
                  </a:lnTo>
                  <a:lnTo>
                    <a:pt x="712626" y="472534"/>
                  </a:lnTo>
                  <a:lnTo>
                    <a:pt x="748257" y="493709"/>
                  </a:lnTo>
                  <a:lnTo>
                    <a:pt x="783888" y="514668"/>
                  </a:lnTo>
                  <a:lnTo>
                    <a:pt x="819520" y="535412"/>
                  </a:lnTo>
                  <a:lnTo>
                    <a:pt x="855151" y="555945"/>
                  </a:lnTo>
                  <a:lnTo>
                    <a:pt x="890782" y="576268"/>
                  </a:lnTo>
                  <a:lnTo>
                    <a:pt x="926413" y="596384"/>
                  </a:lnTo>
                  <a:lnTo>
                    <a:pt x="962045" y="616294"/>
                  </a:lnTo>
                  <a:lnTo>
                    <a:pt x="997676" y="636001"/>
                  </a:lnTo>
                  <a:lnTo>
                    <a:pt x="1033307" y="655506"/>
                  </a:lnTo>
                  <a:lnTo>
                    <a:pt x="1068939" y="674814"/>
                  </a:lnTo>
                  <a:lnTo>
                    <a:pt x="1104570" y="693927"/>
                  </a:lnTo>
                  <a:lnTo>
                    <a:pt x="1140201" y="712848"/>
                  </a:lnTo>
                  <a:lnTo>
                    <a:pt x="1175833" y="731581"/>
                  </a:lnTo>
                  <a:lnTo>
                    <a:pt x="1211464" y="750128"/>
                  </a:lnTo>
                  <a:lnTo>
                    <a:pt x="1247095" y="768491"/>
                  </a:lnTo>
                  <a:lnTo>
                    <a:pt x="1282727" y="786675"/>
                  </a:lnTo>
                  <a:lnTo>
                    <a:pt x="1318358" y="804681"/>
                  </a:lnTo>
                  <a:lnTo>
                    <a:pt x="1353989" y="822513"/>
                  </a:lnTo>
                  <a:lnTo>
                    <a:pt x="1389620" y="840173"/>
                  </a:lnTo>
                  <a:lnTo>
                    <a:pt x="1425252" y="857663"/>
                  </a:lnTo>
                  <a:lnTo>
                    <a:pt x="1460883" y="874987"/>
                  </a:lnTo>
                  <a:lnTo>
                    <a:pt x="1496514" y="892146"/>
                  </a:lnTo>
                  <a:lnTo>
                    <a:pt x="1532146" y="909143"/>
                  </a:lnTo>
                  <a:lnTo>
                    <a:pt x="1567777" y="925981"/>
                  </a:lnTo>
                  <a:lnTo>
                    <a:pt x="1603408" y="942661"/>
                  </a:lnTo>
                  <a:lnTo>
                    <a:pt x="1639040" y="959186"/>
                  </a:lnTo>
                  <a:lnTo>
                    <a:pt x="1674671" y="975559"/>
                  </a:lnTo>
                  <a:lnTo>
                    <a:pt x="1710302" y="991781"/>
                  </a:lnTo>
                  <a:lnTo>
                    <a:pt x="1745934" y="1007854"/>
                  </a:lnTo>
                  <a:lnTo>
                    <a:pt x="1781565" y="1023781"/>
                  </a:lnTo>
                  <a:lnTo>
                    <a:pt x="1817196" y="1039563"/>
                  </a:lnTo>
                  <a:lnTo>
                    <a:pt x="1852827" y="1055204"/>
                  </a:lnTo>
                  <a:lnTo>
                    <a:pt x="1888459" y="1070703"/>
                  </a:lnTo>
                  <a:lnTo>
                    <a:pt x="1924090" y="1086064"/>
                  </a:lnTo>
                  <a:lnTo>
                    <a:pt x="1959721" y="1101289"/>
                  </a:lnTo>
                  <a:lnTo>
                    <a:pt x="1995353" y="1116379"/>
                  </a:lnTo>
                  <a:lnTo>
                    <a:pt x="2030984" y="1131335"/>
                  </a:lnTo>
                  <a:lnTo>
                    <a:pt x="2066615" y="1146160"/>
                  </a:lnTo>
                  <a:lnTo>
                    <a:pt x="2102247" y="1160856"/>
                  </a:lnTo>
                  <a:lnTo>
                    <a:pt x="2137878" y="1175423"/>
                  </a:lnTo>
                  <a:lnTo>
                    <a:pt x="2173509" y="1189865"/>
                  </a:lnTo>
                  <a:lnTo>
                    <a:pt x="2209141" y="1204181"/>
                  </a:lnTo>
                  <a:lnTo>
                    <a:pt x="2244772" y="1218374"/>
                  </a:lnTo>
                  <a:lnTo>
                    <a:pt x="2280403" y="1232446"/>
                  </a:lnTo>
                  <a:lnTo>
                    <a:pt x="2316034" y="1246397"/>
                  </a:lnTo>
                  <a:lnTo>
                    <a:pt x="2351666" y="1260230"/>
                  </a:lnTo>
                  <a:lnTo>
                    <a:pt x="2387297" y="1273945"/>
                  </a:lnTo>
                  <a:lnTo>
                    <a:pt x="2422928" y="1287544"/>
                  </a:lnTo>
                  <a:lnTo>
                    <a:pt x="2458560" y="1301029"/>
                  </a:lnTo>
                  <a:lnTo>
                    <a:pt x="2494191" y="1314401"/>
                  </a:lnTo>
                  <a:lnTo>
                    <a:pt x="2529822" y="1327660"/>
                  </a:lnTo>
                  <a:lnTo>
                    <a:pt x="2565454" y="1340809"/>
                  </a:lnTo>
                  <a:lnTo>
                    <a:pt x="2601085" y="1353848"/>
                  </a:lnTo>
                  <a:lnTo>
                    <a:pt x="2636716" y="1366779"/>
                  </a:lnTo>
                  <a:lnTo>
                    <a:pt x="2672348" y="1379603"/>
                  </a:lnTo>
                  <a:lnTo>
                    <a:pt x="2707979" y="1392321"/>
                  </a:lnTo>
                  <a:lnTo>
                    <a:pt x="2743610" y="1404934"/>
                  </a:lnTo>
                  <a:lnTo>
                    <a:pt x="2779241" y="1417444"/>
                  </a:lnTo>
                  <a:lnTo>
                    <a:pt x="2814873" y="1429851"/>
                  </a:lnTo>
                  <a:lnTo>
                    <a:pt x="2850504" y="1442156"/>
                  </a:lnTo>
                  <a:lnTo>
                    <a:pt x="2886135" y="1454361"/>
                  </a:lnTo>
                  <a:lnTo>
                    <a:pt x="2921767" y="1466466"/>
                  </a:lnTo>
                  <a:lnTo>
                    <a:pt x="2957398" y="1478472"/>
                  </a:lnTo>
                  <a:lnTo>
                    <a:pt x="2993029" y="1490381"/>
                  </a:lnTo>
                  <a:lnTo>
                    <a:pt x="3028661" y="1502193"/>
                  </a:lnTo>
                  <a:lnTo>
                    <a:pt x="3064292" y="1513909"/>
                  </a:lnTo>
                  <a:lnTo>
                    <a:pt x="3099923" y="1525531"/>
                  </a:lnTo>
                  <a:lnTo>
                    <a:pt x="3135555" y="1537058"/>
                  </a:lnTo>
                  <a:lnTo>
                    <a:pt x="3171186" y="1548492"/>
                  </a:lnTo>
                  <a:lnTo>
                    <a:pt x="3206817" y="1559834"/>
                  </a:lnTo>
                  <a:lnTo>
                    <a:pt x="3242448" y="1571084"/>
                  </a:lnTo>
                  <a:lnTo>
                    <a:pt x="3278080" y="1582243"/>
                  </a:lnTo>
                  <a:lnTo>
                    <a:pt x="3313711" y="1593312"/>
                  </a:lnTo>
                  <a:lnTo>
                    <a:pt x="3349342" y="1604292"/>
                  </a:lnTo>
                  <a:lnTo>
                    <a:pt x="3384974" y="1615183"/>
                  </a:lnTo>
                  <a:lnTo>
                    <a:pt x="3420605" y="1625986"/>
                  </a:lnTo>
                  <a:lnTo>
                    <a:pt x="3456236" y="1636702"/>
                  </a:lnTo>
                  <a:lnTo>
                    <a:pt x="3491868" y="1647332"/>
                  </a:lnTo>
                  <a:lnTo>
                    <a:pt x="3527499" y="1657875"/>
                  </a:lnTo>
                  <a:lnTo>
                    <a:pt x="3563130" y="1668329"/>
                  </a:lnTo>
                  <a:lnTo>
                    <a:pt x="3598762" y="1678691"/>
                  </a:lnTo>
                  <a:lnTo>
                    <a:pt x="3634393" y="1688959"/>
                  </a:lnTo>
                  <a:lnTo>
                    <a:pt x="3670024" y="1699131"/>
                  </a:lnTo>
                  <a:lnTo>
                    <a:pt x="3705655" y="1709205"/>
                  </a:lnTo>
                  <a:lnTo>
                    <a:pt x="3741287" y="1719180"/>
                  </a:lnTo>
                  <a:lnTo>
                    <a:pt x="3776918" y="1729052"/>
                  </a:lnTo>
                  <a:lnTo>
                    <a:pt x="3812549" y="1738820"/>
                  </a:lnTo>
                  <a:lnTo>
                    <a:pt x="3848181" y="1748484"/>
                  </a:lnTo>
                  <a:lnTo>
                    <a:pt x="3883812" y="1758041"/>
                  </a:lnTo>
                  <a:lnTo>
                    <a:pt x="3919443" y="1767490"/>
                  </a:lnTo>
                  <a:lnTo>
                    <a:pt x="3955075" y="1776830"/>
                  </a:lnTo>
                  <a:lnTo>
                    <a:pt x="3990706" y="1786060"/>
                  </a:lnTo>
                  <a:lnTo>
                    <a:pt x="4026337" y="1795178"/>
                  </a:lnTo>
                  <a:lnTo>
                    <a:pt x="4061968" y="1804184"/>
                  </a:lnTo>
                  <a:lnTo>
                    <a:pt x="4097600" y="1813077"/>
                  </a:lnTo>
                  <a:lnTo>
                    <a:pt x="4133231" y="1821856"/>
                  </a:lnTo>
                  <a:lnTo>
                    <a:pt x="4168862" y="1830520"/>
                  </a:lnTo>
                  <a:lnTo>
                    <a:pt x="4204494" y="1839069"/>
                  </a:lnTo>
                  <a:lnTo>
                    <a:pt x="4240125" y="1847503"/>
                  </a:lnTo>
                  <a:lnTo>
                    <a:pt x="4275756" y="1855820"/>
                  </a:lnTo>
                  <a:lnTo>
                    <a:pt x="4311388" y="1864021"/>
                  </a:lnTo>
                  <a:lnTo>
                    <a:pt x="4347019" y="1872105"/>
                  </a:lnTo>
                  <a:lnTo>
                    <a:pt x="4382650" y="1880072"/>
                  </a:lnTo>
                  <a:lnTo>
                    <a:pt x="4418282" y="1887923"/>
                  </a:lnTo>
                  <a:lnTo>
                    <a:pt x="4453913" y="1895655"/>
                  </a:lnTo>
                  <a:lnTo>
                    <a:pt x="4489544" y="1903271"/>
                  </a:lnTo>
                  <a:lnTo>
                    <a:pt x="4525175" y="1910770"/>
                  </a:lnTo>
                  <a:lnTo>
                    <a:pt x="4560807" y="1918151"/>
                  </a:lnTo>
                  <a:lnTo>
                    <a:pt x="4596438" y="1925416"/>
                  </a:lnTo>
                  <a:lnTo>
                    <a:pt x="4632069" y="1932563"/>
                  </a:lnTo>
                  <a:lnTo>
                    <a:pt x="4667701" y="1939594"/>
                  </a:lnTo>
                  <a:lnTo>
                    <a:pt x="4703332" y="1946509"/>
                  </a:lnTo>
                  <a:lnTo>
                    <a:pt x="4738963" y="1953308"/>
                  </a:lnTo>
                  <a:lnTo>
                    <a:pt x="4774595" y="1959991"/>
                  </a:lnTo>
                  <a:lnTo>
                    <a:pt x="4810226" y="1966559"/>
                  </a:lnTo>
                  <a:lnTo>
                    <a:pt x="4845857" y="1973014"/>
                  </a:lnTo>
                  <a:lnTo>
                    <a:pt x="4881489" y="1979358"/>
                  </a:lnTo>
                  <a:lnTo>
                    <a:pt x="4917120" y="1985594"/>
                  </a:lnTo>
                  <a:lnTo>
                    <a:pt x="4952751" y="1991726"/>
                  </a:lnTo>
                  <a:lnTo>
                    <a:pt x="4988382" y="1997755"/>
                  </a:lnTo>
                  <a:lnTo>
                    <a:pt x="5024014" y="2003684"/>
                  </a:lnTo>
                  <a:lnTo>
                    <a:pt x="5059645" y="2009516"/>
                  </a:lnTo>
                  <a:lnTo>
                    <a:pt x="5095276" y="2015253"/>
                  </a:lnTo>
                  <a:lnTo>
                    <a:pt x="5130908" y="2020898"/>
                  </a:lnTo>
                  <a:lnTo>
                    <a:pt x="5166539" y="2026452"/>
                  </a:lnTo>
                  <a:lnTo>
                    <a:pt x="5202170" y="2031919"/>
                  </a:lnTo>
                  <a:lnTo>
                    <a:pt x="5237802" y="2037300"/>
                  </a:lnTo>
                  <a:lnTo>
                    <a:pt x="5273433" y="2042598"/>
                  </a:lnTo>
                  <a:lnTo>
                    <a:pt x="5309064" y="2047814"/>
                  </a:lnTo>
                  <a:lnTo>
                    <a:pt x="5344696" y="2052951"/>
                  </a:lnTo>
                  <a:lnTo>
                    <a:pt x="5380327" y="2058011"/>
                  </a:lnTo>
                  <a:lnTo>
                    <a:pt x="5415958" y="2062995"/>
                  </a:lnTo>
                  <a:lnTo>
                    <a:pt x="5451589" y="2067905"/>
                  </a:lnTo>
                  <a:lnTo>
                    <a:pt x="5487221" y="2072744"/>
                  </a:lnTo>
                  <a:lnTo>
                    <a:pt x="5522852" y="2077512"/>
                  </a:lnTo>
                  <a:lnTo>
                    <a:pt x="5558483" y="2082213"/>
                  </a:lnTo>
                  <a:lnTo>
                    <a:pt x="5594115" y="2086846"/>
                  </a:lnTo>
                  <a:lnTo>
                    <a:pt x="5629746" y="2091415"/>
                  </a:lnTo>
                  <a:lnTo>
                    <a:pt x="5665377" y="2095921"/>
                  </a:lnTo>
                  <a:lnTo>
                    <a:pt x="5701009" y="2100364"/>
                  </a:lnTo>
                  <a:lnTo>
                    <a:pt x="5736640" y="2104748"/>
                  </a:lnTo>
                  <a:lnTo>
                    <a:pt x="5772271" y="2109072"/>
                  </a:lnTo>
                  <a:lnTo>
                    <a:pt x="5807903" y="2113340"/>
                  </a:lnTo>
                  <a:lnTo>
                    <a:pt x="5843534" y="2117551"/>
                  </a:lnTo>
                  <a:lnTo>
                    <a:pt x="5879165" y="2121708"/>
                  </a:lnTo>
                  <a:lnTo>
                    <a:pt x="5914796" y="2125812"/>
                  </a:lnTo>
                  <a:lnTo>
                    <a:pt x="5950428" y="2129863"/>
                  </a:lnTo>
                  <a:lnTo>
                    <a:pt x="5986059" y="2133864"/>
                  </a:lnTo>
                  <a:lnTo>
                    <a:pt x="6021690" y="2137816"/>
                  </a:lnTo>
                  <a:lnTo>
                    <a:pt x="6057322" y="2141720"/>
                  </a:lnTo>
                  <a:lnTo>
                    <a:pt x="6092953" y="2145576"/>
                  </a:lnTo>
                  <a:lnTo>
                    <a:pt x="6128584" y="2149387"/>
                  </a:lnTo>
                  <a:lnTo>
                    <a:pt x="6164216" y="2153153"/>
                  </a:lnTo>
                  <a:lnTo>
                    <a:pt x="6199847" y="2156875"/>
                  </a:lnTo>
                  <a:lnTo>
                    <a:pt x="6235478" y="2160554"/>
                  </a:lnTo>
                  <a:lnTo>
                    <a:pt x="6271110" y="2164193"/>
                  </a:lnTo>
                  <a:lnTo>
                    <a:pt x="6306741" y="2167790"/>
                  </a:lnTo>
                  <a:lnTo>
                    <a:pt x="6342372" y="2171348"/>
                  </a:lnTo>
                  <a:lnTo>
                    <a:pt x="6378003" y="2174867"/>
                  </a:lnTo>
                  <a:lnTo>
                    <a:pt x="6413635" y="2178349"/>
                  </a:lnTo>
                  <a:lnTo>
                    <a:pt x="6449266" y="2181794"/>
                  </a:lnTo>
                  <a:lnTo>
                    <a:pt x="6484897" y="2185203"/>
                  </a:lnTo>
                  <a:lnTo>
                    <a:pt x="6520529" y="2188577"/>
                  </a:lnTo>
                  <a:lnTo>
                    <a:pt x="6556160" y="2191917"/>
                  </a:lnTo>
                  <a:lnTo>
                    <a:pt x="6591791" y="2195224"/>
                  </a:lnTo>
                  <a:lnTo>
                    <a:pt x="6627423" y="2198498"/>
                  </a:lnTo>
                  <a:lnTo>
                    <a:pt x="6663054" y="2201740"/>
                  </a:lnTo>
                  <a:lnTo>
                    <a:pt x="6698685" y="2204951"/>
                  </a:lnTo>
                  <a:lnTo>
                    <a:pt x="6734317" y="2208132"/>
                  </a:lnTo>
                  <a:lnTo>
                    <a:pt x="6769948" y="2211284"/>
                  </a:lnTo>
                  <a:lnTo>
                    <a:pt x="6805579" y="2214406"/>
                  </a:lnTo>
                  <a:lnTo>
                    <a:pt x="6841210" y="2217498"/>
                  </a:lnTo>
                  <a:lnTo>
                    <a:pt x="6876842" y="2220562"/>
                  </a:lnTo>
                  <a:lnTo>
                    <a:pt x="6912473" y="2223598"/>
                  </a:lnTo>
                  <a:lnTo>
                    <a:pt x="6948104" y="2226605"/>
                  </a:lnTo>
                  <a:lnTo>
                    <a:pt x="6983736" y="2229583"/>
                  </a:lnTo>
                  <a:lnTo>
                    <a:pt x="7019367" y="2232535"/>
                  </a:lnTo>
                  <a:lnTo>
                    <a:pt x="7054998" y="2235458"/>
                  </a:lnTo>
                  <a:lnTo>
                    <a:pt x="7090630" y="2238354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3601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5601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6882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962846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92587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92708" y="55398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48235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410717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33908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2708" y="267452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68446" y="409711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41141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64966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608241" y="2212769"/>
              <a:ext cx="56519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Linear term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532066" y="2212769"/>
              <a:ext cx="15834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Restricted cubic spline (4 knots)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7517" y="1896563"/>
              <a:ext cx="56892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Spline: p non-linear = 0.904 (2 df), p overall = &lt;0.001 (3 df)  |  Linear: subHR per 10 % decline = 1.29 (1.21-1.37)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2026-10-05T07:55:22Z</dcterms:modified>
  <cp:category/>
</cp:coreProperties>
</file>