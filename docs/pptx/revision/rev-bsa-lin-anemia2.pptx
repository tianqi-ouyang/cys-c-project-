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6215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6074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55934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75793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6286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96004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15863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35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3147407"/>
              <a:ext cx="7090630" cy="2170850"/>
            </a:xfrm>
            <a:custGeom>
              <a:avLst/>
              <a:pathLst>
                <a:path w="7090630" h="2170850">
                  <a:moveTo>
                    <a:pt x="0" y="0"/>
                  </a:moveTo>
                  <a:lnTo>
                    <a:pt x="35631" y="27636"/>
                  </a:lnTo>
                  <a:lnTo>
                    <a:pt x="71262" y="54957"/>
                  </a:lnTo>
                  <a:lnTo>
                    <a:pt x="106893" y="81964"/>
                  </a:lnTo>
                  <a:lnTo>
                    <a:pt x="142525" y="108663"/>
                  </a:lnTo>
                  <a:lnTo>
                    <a:pt x="178156" y="135057"/>
                  </a:lnTo>
                  <a:lnTo>
                    <a:pt x="213787" y="161148"/>
                  </a:lnTo>
                  <a:lnTo>
                    <a:pt x="249419" y="186941"/>
                  </a:lnTo>
                  <a:lnTo>
                    <a:pt x="285050" y="212439"/>
                  </a:lnTo>
                  <a:lnTo>
                    <a:pt x="320681" y="237645"/>
                  </a:lnTo>
                  <a:lnTo>
                    <a:pt x="356313" y="262562"/>
                  </a:lnTo>
                  <a:lnTo>
                    <a:pt x="391944" y="287195"/>
                  </a:lnTo>
                  <a:lnTo>
                    <a:pt x="427575" y="311546"/>
                  </a:lnTo>
                  <a:lnTo>
                    <a:pt x="463206" y="335618"/>
                  </a:lnTo>
                  <a:lnTo>
                    <a:pt x="498838" y="359414"/>
                  </a:lnTo>
                  <a:lnTo>
                    <a:pt x="534469" y="382939"/>
                  </a:lnTo>
                  <a:lnTo>
                    <a:pt x="570100" y="406194"/>
                  </a:lnTo>
                  <a:lnTo>
                    <a:pt x="605732" y="429183"/>
                  </a:lnTo>
                  <a:lnTo>
                    <a:pt x="641363" y="451909"/>
                  </a:lnTo>
                  <a:lnTo>
                    <a:pt x="676994" y="474375"/>
                  </a:lnTo>
                  <a:lnTo>
                    <a:pt x="712626" y="496584"/>
                  </a:lnTo>
                  <a:lnTo>
                    <a:pt x="748257" y="518539"/>
                  </a:lnTo>
                  <a:lnTo>
                    <a:pt x="783888" y="540243"/>
                  </a:lnTo>
                  <a:lnTo>
                    <a:pt x="819520" y="561698"/>
                  </a:lnTo>
                  <a:lnTo>
                    <a:pt x="855151" y="582908"/>
                  </a:lnTo>
                  <a:lnTo>
                    <a:pt x="890782" y="603876"/>
                  </a:lnTo>
                  <a:lnTo>
                    <a:pt x="926413" y="624603"/>
                  </a:lnTo>
                  <a:lnTo>
                    <a:pt x="962045" y="645093"/>
                  </a:lnTo>
                  <a:lnTo>
                    <a:pt x="997676" y="665349"/>
                  </a:lnTo>
                  <a:lnTo>
                    <a:pt x="1033307" y="685373"/>
                  </a:lnTo>
                  <a:lnTo>
                    <a:pt x="1068939" y="705168"/>
                  </a:lnTo>
                  <a:lnTo>
                    <a:pt x="1104570" y="724736"/>
                  </a:lnTo>
                  <a:lnTo>
                    <a:pt x="1140201" y="744081"/>
                  </a:lnTo>
                  <a:lnTo>
                    <a:pt x="1175833" y="763204"/>
                  </a:lnTo>
                  <a:lnTo>
                    <a:pt x="1211464" y="782108"/>
                  </a:lnTo>
                  <a:lnTo>
                    <a:pt x="1247095" y="800796"/>
                  </a:lnTo>
                  <a:lnTo>
                    <a:pt x="1282727" y="819271"/>
                  </a:lnTo>
                  <a:lnTo>
                    <a:pt x="1318358" y="837533"/>
                  </a:lnTo>
                  <a:lnTo>
                    <a:pt x="1353989" y="855587"/>
                  </a:lnTo>
                  <a:lnTo>
                    <a:pt x="1389620" y="873435"/>
                  </a:lnTo>
                  <a:lnTo>
                    <a:pt x="1425252" y="891078"/>
                  </a:lnTo>
                  <a:lnTo>
                    <a:pt x="1460883" y="908519"/>
                  </a:lnTo>
                  <a:lnTo>
                    <a:pt x="1496514" y="925761"/>
                  </a:lnTo>
                  <a:lnTo>
                    <a:pt x="1532146" y="942805"/>
                  </a:lnTo>
                  <a:lnTo>
                    <a:pt x="1567777" y="959655"/>
                  </a:lnTo>
                  <a:lnTo>
                    <a:pt x="1603408" y="976312"/>
                  </a:lnTo>
                  <a:lnTo>
                    <a:pt x="1639040" y="992778"/>
                  </a:lnTo>
                  <a:lnTo>
                    <a:pt x="1674671" y="1009055"/>
                  </a:lnTo>
                  <a:lnTo>
                    <a:pt x="1710302" y="1025147"/>
                  </a:lnTo>
                  <a:lnTo>
                    <a:pt x="1745934" y="1041054"/>
                  </a:lnTo>
                  <a:lnTo>
                    <a:pt x="1781565" y="1056779"/>
                  </a:lnTo>
                  <a:lnTo>
                    <a:pt x="1817196" y="1072325"/>
                  </a:lnTo>
                  <a:lnTo>
                    <a:pt x="1852827" y="1087692"/>
                  </a:lnTo>
                  <a:lnTo>
                    <a:pt x="1888459" y="1102884"/>
                  </a:lnTo>
                  <a:lnTo>
                    <a:pt x="1924090" y="1117902"/>
                  </a:lnTo>
                  <a:lnTo>
                    <a:pt x="1959721" y="1132748"/>
                  </a:lnTo>
                  <a:lnTo>
                    <a:pt x="1995353" y="1147424"/>
                  </a:lnTo>
                  <a:lnTo>
                    <a:pt x="2030984" y="1161932"/>
                  </a:lnTo>
                  <a:lnTo>
                    <a:pt x="2066615" y="1176275"/>
                  </a:lnTo>
                  <a:lnTo>
                    <a:pt x="2102247" y="1190453"/>
                  </a:lnTo>
                  <a:lnTo>
                    <a:pt x="2137878" y="1204469"/>
                  </a:lnTo>
                  <a:lnTo>
                    <a:pt x="2173509" y="1218324"/>
                  </a:lnTo>
                  <a:lnTo>
                    <a:pt x="2209141" y="1232022"/>
                  </a:lnTo>
                  <a:lnTo>
                    <a:pt x="2244772" y="1245562"/>
                  </a:lnTo>
                  <a:lnTo>
                    <a:pt x="2280403" y="1258947"/>
                  </a:lnTo>
                  <a:lnTo>
                    <a:pt x="2316034" y="1272180"/>
                  </a:lnTo>
                  <a:lnTo>
                    <a:pt x="2351666" y="1285261"/>
                  </a:lnTo>
                  <a:lnTo>
                    <a:pt x="2387297" y="1298192"/>
                  </a:lnTo>
                  <a:lnTo>
                    <a:pt x="2422928" y="1310975"/>
                  </a:lnTo>
                  <a:lnTo>
                    <a:pt x="2458560" y="1323612"/>
                  </a:lnTo>
                  <a:lnTo>
                    <a:pt x="2494191" y="1336104"/>
                  </a:lnTo>
                  <a:lnTo>
                    <a:pt x="2529822" y="1348454"/>
                  </a:lnTo>
                  <a:lnTo>
                    <a:pt x="2565454" y="1360662"/>
                  </a:lnTo>
                  <a:lnTo>
                    <a:pt x="2601085" y="1372731"/>
                  </a:lnTo>
                  <a:lnTo>
                    <a:pt x="2636716" y="1384661"/>
                  </a:lnTo>
                  <a:lnTo>
                    <a:pt x="2672348" y="1396455"/>
                  </a:lnTo>
                  <a:lnTo>
                    <a:pt x="2707979" y="1408114"/>
                  </a:lnTo>
                  <a:lnTo>
                    <a:pt x="2743610" y="1419639"/>
                  </a:lnTo>
                  <a:lnTo>
                    <a:pt x="2779241" y="1431033"/>
                  </a:lnTo>
                  <a:lnTo>
                    <a:pt x="2814873" y="1442296"/>
                  </a:lnTo>
                  <a:lnTo>
                    <a:pt x="2850504" y="1453431"/>
                  </a:lnTo>
                  <a:lnTo>
                    <a:pt x="2886135" y="1464438"/>
                  </a:lnTo>
                  <a:lnTo>
                    <a:pt x="2921767" y="1475319"/>
                  </a:lnTo>
                  <a:lnTo>
                    <a:pt x="2957398" y="1486076"/>
                  </a:lnTo>
                  <a:lnTo>
                    <a:pt x="2993029" y="1496709"/>
                  </a:lnTo>
                  <a:lnTo>
                    <a:pt x="3028661" y="1507221"/>
                  </a:lnTo>
                  <a:lnTo>
                    <a:pt x="3064292" y="1517613"/>
                  </a:lnTo>
                  <a:lnTo>
                    <a:pt x="3099923" y="1527886"/>
                  </a:lnTo>
                  <a:lnTo>
                    <a:pt x="3135555" y="1538041"/>
                  </a:lnTo>
                  <a:lnTo>
                    <a:pt x="3171186" y="1548080"/>
                  </a:lnTo>
                  <a:lnTo>
                    <a:pt x="3206817" y="1558004"/>
                  </a:lnTo>
                  <a:lnTo>
                    <a:pt x="3242448" y="1567814"/>
                  </a:lnTo>
                  <a:lnTo>
                    <a:pt x="3278080" y="1577513"/>
                  </a:lnTo>
                  <a:lnTo>
                    <a:pt x="3313711" y="1587100"/>
                  </a:lnTo>
                  <a:lnTo>
                    <a:pt x="3349342" y="1596578"/>
                  </a:lnTo>
                  <a:lnTo>
                    <a:pt x="3384974" y="1605947"/>
                  </a:lnTo>
                  <a:lnTo>
                    <a:pt x="3420605" y="1614588"/>
                  </a:lnTo>
                  <a:lnTo>
                    <a:pt x="3456236" y="1618872"/>
                  </a:lnTo>
                  <a:lnTo>
                    <a:pt x="3491868" y="1623134"/>
                  </a:lnTo>
                  <a:lnTo>
                    <a:pt x="3527499" y="1627373"/>
                  </a:lnTo>
                  <a:lnTo>
                    <a:pt x="3563130" y="1631589"/>
                  </a:lnTo>
                  <a:lnTo>
                    <a:pt x="3598762" y="1635783"/>
                  </a:lnTo>
                  <a:lnTo>
                    <a:pt x="3634393" y="1639954"/>
                  </a:lnTo>
                  <a:lnTo>
                    <a:pt x="3670024" y="1644103"/>
                  </a:lnTo>
                  <a:lnTo>
                    <a:pt x="3705655" y="1648230"/>
                  </a:lnTo>
                  <a:lnTo>
                    <a:pt x="3741287" y="1652335"/>
                  </a:lnTo>
                  <a:lnTo>
                    <a:pt x="3776918" y="1656417"/>
                  </a:lnTo>
                  <a:lnTo>
                    <a:pt x="3812549" y="1660478"/>
                  </a:lnTo>
                  <a:lnTo>
                    <a:pt x="3848181" y="1664517"/>
                  </a:lnTo>
                  <a:lnTo>
                    <a:pt x="3883812" y="1668535"/>
                  </a:lnTo>
                  <a:lnTo>
                    <a:pt x="3919443" y="1672531"/>
                  </a:lnTo>
                  <a:lnTo>
                    <a:pt x="3955075" y="1676506"/>
                  </a:lnTo>
                  <a:lnTo>
                    <a:pt x="3990706" y="1680459"/>
                  </a:lnTo>
                  <a:lnTo>
                    <a:pt x="4026337" y="1684391"/>
                  </a:lnTo>
                  <a:lnTo>
                    <a:pt x="4061968" y="1688302"/>
                  </a:lnTo>
                  <a:lnTo>
                    <a:pt x="4097600" y="1692193"/>
                  </a:lnTo>
                  <a:lnTo>
                    <a:pt x="4133231" y="1696062"/>
                  </a:lnTo>
                  <a:lnTo>
                    <a:pt x="4168862" y="1699911"/>
                  </a:lnTo>
                  <a:lnTo>
                    <a:pt x="4204494" y="1703739"/>
                  </a:lnTo>
                  <a:lnTo>
                    <a:pt x="4240125" y="1707547"/>
                  </a:lnTo>
                  <a:lnTo>
                    <a:pt x="4275756" y="1711334"/>
                  </a:lnTo>
                  <a:lnTo>
                    <a:pt x="4311388" y="1715101"/>
                  </a:lnTo>
                  <a:lnTo>
                    <a:pt x="4347019" y="1718848"/>
                  </a:lnTo>
                  <a:lnTo>
                    <a:pt x="4382650" y="1722575"/>
                  </a:lnTo>
                  <a:lnTo>
                    <a:pt x="4418282" y="1726282"/>
                  </a:lnTo>
                  <a:lnTo>
                    <a:pt x="4453913" y="1729969"/>
                  </a:lnTo>
                  <a:lnTo>
                    <a:pt x="4489544" y="1733636"/>
                  </a:lnTo>
                  <a:lnTo>
                    <a:pt x="4525175" y="1737284"/>
                  </a:lnTo>
                  <a:lnTo>
                    <a:pt x="4560807" y="1740912"/>
                  </a:lnTo>
                  <a:lnTo>
                    <a:pt x="4596438" y="1744521"/>
                  </a:lnTo>
                  <a:lnTo>
                    <a:pt x="4632069" y="1748111"/>
                  </a:lnTo>
                  <a:lnTo>
                    <a:pt x="4667701" y="1751681"/>
                  </a:lnTo>
                  <a:lnTo>
                    <a:pt x="4703332" y="1755232"/>
                  </a:lnTo>
                  <a:lnTo>
                    <a:pt x="4738963" y="1758764"/>
                  </a:lnTo>
                  <a:lnTo>
                    <a:pt x="4774595" y="1762278"/>
                  </a:lnTo>
                  <a:lnTo>
                    <a:pt x="4810226" y="1765772"/>
                  </a:lnTo>
                  <a:lnTo>
                    <a:pt x="4845857" y="1769248"/>
                  </a:lnTo>
                  <a:lnTo>
                    <a:pt x="4881489" y="1772705"/>
                  </a:lnTo>
                  <a:lnTo>
                    <a:pt x="4917120" y="1776144"/>
                  </a:lnTo>
                  <a:lnTo>
                    <a:pt x="4952751" y="1779564"/>
                  </a:lnTo>
                  <a:lnTo>
                    <a:pt x="4988382" y="1782966"/>
                  </a:lnTo>
                  <a:lnTo>
                    <a:pt x="5024014" y="1786350"/>
                  </a:lnTo>
                  <a:lnTo>
                    <a:pt x="5059645" y="1789716"/>
                  </a:lnTo>
                  <a:lnTo>
                    <a:pt x="5095276" y="1793064"/>
                  </a:lnTo>
                  <a:lnTo>
                    <a:pt x="5130908" y="1796393"/>
                  </a:lnTo>
                  <a:lnTo>
                    <a:pt x="5166539" y="1799705"/>
                  </a:lnTo>
                  <a:lnTo>
                    <a:pt x="5202170" y="1803000"/>
                  </a:lnTo>
                  <a:lnTo>
                    <a:pt x="5237802" y="1806276"/>
                  </a:lnTo>
                  <a:lnTo>
                    <a:pt x="5273433" y="1809535"/>
                  </a:lnTo>
                  <a:lnTo>
                    <a:pt x="5309064" y="1812777"/>
                  </a:lnTo>
                  <a:lnTo>
                    <a:pt x="5344696" y="1816002"/>
                  </a:lnTo>
                  <a:lnTo>
                    <a:pt x="5380327" y="1819209"/>
                  </a:lnTo>
                  <a:lnTo>
                    <a:pt x="5415958" y="1822399"/>
                  </a:lnTo>
                  <a:lnTo>
                    <a:pt x="5451589" y="1825571"/>
                  </a:lnTo>
                  <a:lnTo>
                    <a:pt x="5487221" y="1828727"/>
                  </a:lnTo>
                  <a:lnTo>
                    <a:pt x="5522852" y="1831866"/>
                  </a:lnTo>
                  <a:lnTo>
                    <a:pt x="5558483" y="1834989"/>
                  </a:lnTo>
                  <a:lnTo>
                    <a:pt x="5594115" y="1838094"/>
                  </a:lnTo>
                  <a:lnTo>
                    <a:pt x="5629746" y="1841183"/>
                  </a:lnTo>
                  <a:lnTo>
                    <a:pt x="5665377" y="1844255"/>
                  </a:lnTo>
                  <a:lnTo>
                    <a:pt x="5701009" y="1847311"/>
                  </a:lnTo>
                  <a:lnTo>
                    <a:pt x="5736640" y="1850351"/>
                  </a:lnTo>
                  <a:lnTo>
                    <a:pt x="5772271" y="1853374"/>
                  </a:lnTo>
                  <a:lnTo>
                    <a:pt x="5807903" y="1856381"/>
                  </a:lnTo>
                  <a:lnTo>
                    <a:pt x="5843534" y="1859372"/>
                  </a:lnTo>
                  <a:lnTo>
                    <a:pt x="5879165" y="1862347"/>
                  </a:lnTo>
                  <a:lnTo>
                    <a:pt x="5914796" y="1865307"/>
                  </a:lnTo>
                  <a:lnTo>
                    <a:pt x="5950428" y="1868250"/>
                  </a:lnTo>
                  <a:lnTo>
                    <a:pt x="5986059" y="1871177"/>
                  </a:lnTo>
                  <a:lnTo>
                    <a:pt x="6021690" y="1874089"/>
                  </a:lnTo>
                  <a:lnTo>
                    <a:pt x="6057322" y="1876986"/>
                  </a:lnTo>
                  <a:lnTo>
                    <a:pt x="6092953" y="1879866"/>
                  </a:lnTo>
                  <a:lnTo>
                    <a:pt x="6128584" y="1882732"/>
                  </a:lnTo>
                  <a:lnTo>
                    <a:pt x="6164216" y="1885582"/>
                  </a:lnTo>
                  <a:lnTo>
                    <a:pt x="6199847" y="1888417"/>
                  </a:lnTo>
                  <a:lnTo>
                    <a:pt x="6235478" y="1891236"/>
                  </a:lnTo>
                  <a:lnTo>
                    <a:pt x="6271110" y="1894041"/>
                  </a:lnTo>
                  <a:lnTo>
                    <a:pt x="6306741" y="1896831"/>
                  </a:lnTo>
                  <a:lnTo>
                    <a:pt x="6342372" y="1899605"/>
                  </a:lnTo>
                  <a:lnTo>
                    <a:pt x="6378003" y="1902365"/>
                  </a:lnTo>
                  <a:lnTo>
                    <a:pt x="6413635" y="1905110"/>
                  </a:lnTo>
                  <a:lnTo>
                    <a:pt x="6449266" y="1907840"/>
                  </a:lnTo>
                  <a:lnTo>
                    <a:pt x="6484897" y="1910556"/>
                  </a:lnTo>
                  <a:lnTo>
                    <a:pt x="6520529" y="1913257"/>
                  </a:lnTo>
                  <a:lnTo>
                    <a:pt x="6556160" y="1915944"/>
                  </a:lnTo>
                  <a:lnTo>
                    <a:pt x="6591791" y="1918617"/>
                  </a:lnTo>
                  <a:lnTo>
                    <a:pt x="6627423" y="1921275"/>
                  </a:lnTo>
                  <a:lnTo>
                    <a:pt x="6663054" y="1923918"/>
                  </a:lnTo>
                  <a:lnTo>
                    <a:pt x="6698685" y="1926548"/>
                  </a:lnTo>
                  <a:lnTo>
                    <a:pt x="6734317" y="1929164"/>
                  </a:lnTo>
                  <a:lnTo>
                    <a:pt x="6769948" y="1931766"/>
                  </a:lnTo>
                  <a:lnTo>
                    <a:pt x="6805579" y="1934353"/>
                  </a:lnTo>
                  <a:lnTo>
                    <a:pt x="6841210" y="1936927"/>
                  </a:lnTo>
                  <a:lnTo>
                    <a:pt x="6876842" y="1939487"/>
                  </a:lnTo>
                  <a:lnTo>
                    <a:pt x="6912473" y="1942034"/>
                  </a:lnTo>
                  <a:lnTo>
                    <a:pt x="6948104" y="1944567"/>
                  </a:lnTo>
                  <a:lnTo>
                    <a:pt x="6983736" y="1947086"/>
                  </a:lnTo>
                  <a:lnTo>
                    <a:pt x="7019367" y="1949592"/>
                  </a:lnTo>
                  <a:lnTo>
                    <a:pt x="7054998" y="1952084"/>
                  </a:lnTo>
                  <a:lnTo>
                    <a:pt x="7090630" y="1954563"/>
                  </a:lnTo>
                  <a:lnTo>
                    <a:pt x="7090630" y="2170850"/>
                  </a:lnTo>
                  <a:lnTo>
                    <a:pt x="7054998" y="2168018"/>
                  </a:lnTo>
                  <a:lnTo>
                    <a:pt x="7019367" y="2165155"/>
                  </a:lnTo>
                  <a:lnTo>
                    <a:pt x="6983736" y="2162258"/>
                  </a:lnTo>
                  <a:lnTo>
                    <a:pt x="6948104" y="2159327"/>
                  </a:lnTo>
                  <a:lnTo>
                    <a:pt x="6912473" y="2156363"/>
                  </a:lnTo>
                  <a:lnTo>
                    <a:pt x="6876842" y="2153364"/>
                  </a:lnTo>
                  <a:lnTo>
                    <a:pt x="6841210" y="2150331"/>
                  </a:lnTo>
                  <a:lnTo>
                    <a:pt x="6805579" y="2147262"/>
                  </a:lnTo>
                  <a:lnTo>
                    <a:pt x="6769948" y="2144158"/>
                  </a:lnTo>
                  <a:lnTo>
                    <a:pt x="6734317" y="2141018"/>
                  </a:lnTo>
                  <a:lnTo>
                    <a:pt x="6698685" y="2137842"/>
                  </a:lnTo>
                  <a:lnTo>
                    <a:pt x="6663054" y="2134629"/>
                  </a:lnTo>
                  <a:lnTo>
                    <a:pt x="6627423" y="2131378"/>
                  </a:lnTo>
                  <a:lnTo>
                    <a:pt x="6591791" y="2128091"/>
                  </a:lnTo>
                  <a:lnTo>
                    <a:pt x="6556160" y="2124765"/>
                  </a:lnTo>
                  <a:lnTo>
                    <a:pt x="6520529" y="2121400"/>
                  </a:lnTo>
                  <a:lnTo>
                    <a:pt x="6484897" y="2117997"/>
                  </a:lnTo>
                  <a:lnTo>
                    <a:pt x="6449266" y="2114554"/>
                  </a:lnTo>
                  <a:lnTo>
                    <a:pt x="6413635" y="2111071"/>
                  </a:lnTo>
                  <a:lnTo>
                    <a:pt x="6378003" y="2107549"/>
                  </a:lnTo>
                  <a:lnTo>
                    <a:pt x="6342372" y="2103985"/>
                  </a:lnTo>
                  <a:lnTo>
                    <a:pt x="6306741" y="2100380"/>
                  </a:lnTo>
                  <a:lnTo>
                    <a:pt x="6271110" y="2096733"/>
                  </a:lnTo>
                  <a:lnTo>
                    <a:pt x="6235478" y="2093044"/>
                  </a:lnTo>
                  <a:lnTo>
                    <a:pt x="6199847" y="2089313"/>
                  </a:lnTo>
                  <a:lnTo>
                    <a:pt x="6164216" y="2085538"/>
                  </a:lnTo>
                  <a:lnTo>
                    <a:pt x="6128584" y="2081720"/>
                  </a:lnTo>
                  <a:lnTo>
                    <a:pt x="6092953" y="2077857"/>
                  </a:lnTo>
                  <a:lnTo>
                    <a:pt x="6057322" y="2073950"/>
                  </a:lnTo>
                  <a:lnTo>
                    <a:pt x="6021690" y="2069997"/>
                  </a:lnTo>
                  <a:lnTo>
                    <a:pt x="5986059" y="2065999"/>
                  </a:lnTo>
                  <a:lnTo>
                    <a:pt x="5950428" y="2061954"/>
                  </a:lnTo>
                  <a:lnTo>
                    <a:pt x="5914796" y="2057863"/>
                  </a:lnTo>
                  <a:lnTo>
                    <a:pt x="5879165" y="2053724"/>
                  </a:lnTo>
                  <a:lnTo>
                    <a:pt x="5843534" y="2049537"/>
                  </a:lnTo>
                  <a:lnTo>
                    <a:pt x="5807903" y="2045302"/>
                  </a:lnTo>
                  <a:lnTo>
                    <a:pt x="5772271" y="2041018"/>
                  </a:lnTo>
                  <a:lnTo>
                    <a:pt x="5736640" y="2036684"/>
                  </a:lnTo>
                  <a:lnTo>
                    <a:pt x="5701009" y="2032301"/>
                  </a:lnTo>
                  <a:lnTo>
                    <a:pt x="5665377" y="2027866"/>
                  </a:lnTo>
                  <a:lnTo>
                    <a:pt x="5629746" y="2023380"/>
                  </a:lnTo>
                  <a:lnTo>
                    <a:pt x="5594115" y="2018842"/>
                  </a:lnTo>
                  <a:lnTo>
                    <a:pt x="5558483" y="2014252"/>
                  </a:lnTo>
                  <a:lnTo>
                    <a:pt x="5522852" y="2009608"/>
                  </a:lnTo>
                  <a:lnTo>
                    <a:pt x="5487221" y="2004911"/>
                  </a:lnTo>
                  <a:lnTo>
                    <a:pt x="5451589" y="2000159"/>
                  </a:lnTo>
                  <a:lnTo>
                    <a:pt x="5415958" y="1995353"/>
                  </a:lnTo>
                  <a:lnTo>
                    <a:pt x="5380327" y="1990491"/>
                  </a:lnTo>
                  <a:lnTo>
                    <a:pt x="5344696" y="1985572"/>
                  </a:lnTo>
                  <a:lnTo>
                    <a:pt x="5309064" y="1980597"/>
                  </a:lnTo>
                  <a:lnTo>
                    <a:pt x="5273433" y="1975564"/>
                  </a:lnTo>
                  <a:lnTo>
                    <a:pt x="5237802" y="1970472"/>
                  </a:lnTo>
                  <a:lnTo>
                    <a:pt x="5202170" y="1965322"/>
                  </a:lnTo>
                  <a:lnTo>
                    <a:pt x="5166539" y="1960112"/>
                  </a:lnTo>
                  <a:lnTo>
                    <a:pt x="5130908" y="1954842"/>
                  </a:lnTo>
                  <a:lnTo>
                    <a:pt x="5095276" y="1949511"/>
                  </a:lnTo>
                  <a:lnTo>
                    <a:pt x="5059645" y="1944118"/>
                  </a:lnTo>
                  <a:lnTo>
                    <a:pt x="5024014" y="1938663"/>
                  </a:lnTo>
                  <a:lnTo>
                    <a:pt x="4988382" y="1933145"/>
                  </a:lnTo>
                  <a:lnTo>
                    <a:pt x="4952751" y="1927562"/>
                  </a:lnTo>
                  <a:lnTo>
                    <a:pt x="4917120" y="1921915"/>
                  </a:lnTo>
                  <a:lnTo>
                    <a:pt x="4881489" y="1916203"/>
                  </a:lnTo>
                  <a:lnTo>
                    <a:pt x="4845857" y="1910425"/>
                  </a:lnTo>
                  <a:lnTo>
                    <a:pt x="4810226" y="1904580"/>
                  </a:lnTo>
                  <a:lnTo>
                    <a:pt x="4774595" y="1898667"/>
                  </a:lnTo>
                  <a:lnTo>
                    <a:pt x="4738963" y="1892685"/>
                  </a:lnTo>
                  <a:lnTo>
                    <a:pt x="4703332" y="1886635"/>
                  </a:lnTo>
                  <a:lnTo>
                    <a:pt x="4667701" y="1880514"/>
                  </a:lnTo>
                  <a:lnTo>
                    <a:pt x="4632069" y="1874323"/>
                  </a:lnTo>
                  <a:lnTo>
                    <a:pt x="4596438" y="1868060"/>
                  </a:lnTo>
                  <a:lnTo>
                    <a:pt x="4560807" y="1861724"/>
                  </a:lnTo>
                  <a:lnTo>
                    <a:pt x="4525175" y="1855316"/>
                  </a:lnTo>
                  <a:lnTo>
                    <a:pt x="4489544" y="1848833"/>
                  </a:lnTo>
                  <a:lnTo>
                    <a:pt x="4453913" y="1842274"/>
                  </a:lnTo>
                  <a:lnTo>
                    <a:pt x="4418282" y="1835640"/>
                  </a:lnTo>
                  <a:lnTo>
                    <a:pt x="4382650" y="1828930"/>
                  </a:lnTo>
                  <a:lnTo>
                    <a:pt x="4347019" y="1822141"/>
                  </a:lnTo>
                  <a:lnTo>
                    <a:pt x="4311388" y="1815274"/>
                  </a:lnTo>
                  <a:lnTo>
                    <a:pt x="4275756" y="1808328"/>
                  </a:lnTo>
                  <a:lnTo>
                    <a:pt x="4240125" y="1801301"/>
                  </a:lnTo>
                  <a:lnTo>
                    <a:pt x="4204494" y="1794193"/>
                  </a:lnTo>
                  <a:lnTo>
                    <a:pt x="4168862" y="1787002"/>
                  </a:lnTo>
                  <a:lnTo>
                    <a:pt x="4133231" y="1779728"/>
                  </a:lnTo>
                  <a:lnTo>
                    <a:pt x="4097600" y="1772371"/>
                  </a:lnTo>
                  <a:lnTo>
                    <a:pt x="4061968" y="1764928"/>
                  </a:lnTo>
                  <a:lnTo>
                    <a:pt x="4026337" y="1757398"/>
                  </a:lnTo>
                  <a:lnTo>
                    <a:pt x="3990706" y="1749782"/>
                  </a:lnTo>
                  <a:lnTo>
                    <a:pt x="3955075" y="1742078"/>
                  </a:lnTo>
                  <a:lnTo>
                    <a:pt x="3919443" y="1734284"/>
                  </a:lnTo>
                  <a:lnTo>
                    <a:pt x="3883812" y="1726400"/>
                  </a:lnTo>
                  <a:lnTo>
                    <a:pt x="3848181" y="1718425"/>
                  </a:lnTo>
                  <a:lnTo>
                    <a:pt x="3812549" y="1710357"/>
                  </a:lnTo>
                  <a:lnTo>
                    <a:pt x="3776918" y="1702197"/>
                  </a:lnTo>
                  <a:lnTo>
                    <a:pt x="3741287" y="1693941"/>
                  </a:lnTo>
                  <a:lnTo>
                    <a:pt x="3705655" y="1685591"/>
                  </a:lnTo>
                  <a:lnTo>
                    <a:pt x="3670024" y="1677143"/>
                  </a:lnTo>
                  <a:lnTo>
                    <a:pt x="3634393" y="1668598"/>
                  </a:lnTo>
                  <a:lnTo>
                    <a:pt x="3598762" y="1659954"/>
                  </a:lnTo>
                  <a:lnTo>
                    <a:pt x="3563130" y="1651210"/>
                  </a:lnTo>
                  <a:lnTo>
                    <a:pt x="3527499" y="1642364"/>
                  </a:lnTo>
                  <a:lnTo>
                    <a:pt x="3491868" y="1633417"/>
                  </a:lnTo>
                  <a:lnTo>
                    <a:pt x="3456236" y="1624365"/>
                  </a:lnTo>
                  <a:lnTo>
                    <a:pt x="3420605" y="1615209"/>
                  </a:lnTo>
                  <a:lnTo>
                    <a:pt x="3384974" y="1610280"/>
                  </a:lnTo>
                  <a:lnTo>
                    <a:pt x="3349342" y="1605949"/>
                  </a:lnTo>
                  <a:lnTo>
                    <a:pt x="3313711" y="1601595"/>
                  </a:lnTo>
                  <a:lnTo>
                    <a:pt x="3278080" y="1597217"/>
                  </a:lnTo>
                  <a:lnTo>
                    <a:pt x="3242448" y="1592816"/>
                  </a:lnTo>
                  <a:lnTo>
                    <a:pt x="3206817" y="1588391"/>
                  </a:lnTo>
                  <a:lnTo>
                    <a:pt x="3171186" y="1583943"/>
                  </a:lnTo>
                  <a:lnTo>
                    <a:pt x="3135555" y="1579470"/>
                  </a:lnTo>
                  <a:lnTo>
                    <a:pt x="3099923" y="1574974"/>
                  </a:lnTo>
                  <a:lnTo>
                    <a:pt x="3064292" y="1570453"/>
                  </a:lnTo>
                  <a:lnTo>
                    <a:pt x="3028661" y="1565908"/>
                  </a:lnTo>
                  <a:lnTo>
                    <a:pt x="2993029" y="1561338"/>
                  </a:lnTo>
                  <a:lnTo>
                    <a:pt x="2957398" y="1556744"/>
                  </a:lnTo>
                  <a:lnTo>
                    <a:pt x="2921767" y="1552125"/>
                  </a:lnTo>
                  <a:lnTo>
                    <a:pt x="2886135" y="1547481"/>
                  </a:lnTo>
                  <a:lnTo>
                    <a:pt x="2850504" y="1542813"/>
                  </a:lnTo>
                  <a:lnTo>
                    <a:pt x="2814873" y="1538119"/>
                  </a:lnTo>
                  <a:lnTo>
                    <a:pt x="2779241" y="1533400"/>
                  </a:lnTo>
                  <a:lnTo>
                    <a:pt x="2743610" y="1528656"/>
                  </a:lnTo>
                  <a:lnTo>
                    <a:pt x="2707979" y="1523886"/>
                  </a:lnTo>
                  <a:lnTo>
                    <a:pt x="2672348" y="1519090"/>
                  </a:lnTo>
                  <a:lnTo>
                    <a:pt x="2636716" y="1514269"/>
                  </a:lnTo>
                  <a:lnTo>
                    <a:pt x="2601085" y="1509421"/>
                  </a:lnTo>
                  <a:lnTo>
                    <a:pt x="2565454" y="1504548"/>
                  </a:lnTo>
                  <a:lnTo>
                    <a:pt x="2529822" y="1499648"/>
                  </a:lnTo>
                  <a:lnTo>
                    <a:pt x="2494191" y="1494723"/>
                  </a:lnTo>
                  <a:lnTo>
                    <a:pt x="2458560" y="1489770"/>
                  </a:lnTo>
                  <a:lnTo>
                    <a:pt x="2422928" y="1484791"/>
                  </a:lnTo>
                  <a:lnTo>
                    <a:pt x="2387297" y="1479785"/>
                  </a:lnTo>
                  <a:lnTo>
                    <a:pt x="2351666" y="1474752"/>
                  </a:lnTo>
                  <a:lnTo>
                    <a:pt x="2316034" y="1469692"/>
                  </a:lnTo>
                  <a:lnTo>
                    <a:pt x="2280403" y="1464605"/>
                  </a:lnTo>
                  <a:lnTo>
                    <a:pt x="2244772" y="1459491"/>
                  </a:lnTo>
                  <a:lnTo>
                    <a:pt x="2209141" y="1454349"/>
                  </a:lnTo>
                  <a:lnTo>
                    <a:pt x="2173509" y="1449179"/>
                  </a:lnTo>
                  <a:lnTo>
                    <a:pt x="2137878" y="1443982"/>
                  </a:lnTo>
                  <a:lnTo>
                    <a:pt x="2102247" y="1438757"/>
                  </a:lnTo>
                  <a:lnTo>
                    <a:pt x="2066615" y="1433503"/>
                  </a:lnTo>
                  <a:lnTo>
                    <a:pt x="2030984" y="1428221"/>
                  </a:lnTo>
                  <a:lnTo>
                    <a:pt x="1995353" y="1422911"/>
                  </a:lnTo>
                  <a:lnTo>
                    <a:pt x="1959721" y="1417573"/>
                  </a:lnTo>
                  <a:lnTo>
                    <a:pt x="1924090" y="1412205"/>
                  </a:lnTo>
                  <a:lnTo>
                    <a:pt x="1888459" y="1406809"/>
                  </a:lnTo>
                  <a:lnTo>
                    <a:pt x="1852827" y="1401384"/>
                  </a:lnTo>
                  <a:lnTo>
                    <a:pt x="1817196" y="1395929"/>
                  </a:lnTo>
                  <a:lnTo>
                    <a:pt x="1781565" y="1390445"/>
                  </a:lnTo>
                  <a:lnTo>
                    <a:pt x="1745934" y="1384932"/>
                  </a:lnTo>
                  <a:lnTo>
                    <a:pt x="1710302" y="1379389"/>
                  </a:lnTo>
                  <a:lnTo>
                    <a:pt x="1674671" y="1373816"/>
                  </a:lnTo>
                  <a:lnTo>
                    <a:pt x="1639040" y="1368213"/>
                  </a:lnTo>
                  <a:lnTo>
                    <a:pt x="1603408" y="1362580"/>
                  </a:lnTo>
                  <a:lnTo>
                    <a:pt x="1567777" y="1356917"/>
                  </a:lnTo>
                  <a:lnTo>
                    <a:pt x="1532146" y="1351224"/>
                  </a:lnTo>
                  <a:lnTo>
                    <a:pt x="1496514" y="1345499"/>
                  </a:lnTo>
                  <a:lnTo>
                    <a:pt x="1460883" y="1339744"/>
                  </a:lnTo>
                  <a:lnTo>
                    <a:pt x="1425252" y="1333958"/>
                  </a:lnTo>
                  <a:lnTo>
                    <a:pt x="1389620" y="1328141"/>
                  </a:lnTo>
                  <a:lnTo>
                    <a:pt x="1353989" y="1322293"/>
                  </a:lnTo>
                  <a:lnTo>
                    <a:pt x="1318358" y="1316413"/>
                  </a:lnTo>
                  <a:lnTo>
                    <a:pt x="1282727" y="1310501"/>
                  </a:lnTo>
                  <a:lnTo>
                    <a:pt x="1247095" y="1304558"/>
                  </a:lnTo>
                  <a:lnTo>
                    <a:pt x="1211464" y="1298582"/>
                  </a:lnTo>
                  <a:lnTo>
                    <a:pt x="1175833" y="1292575"/>
                  </a:lnTo>
                  <a:lnTo>
                    <a:pt x="1140201" y="1286535"/>
                  </a:lnTo>
                  <a:lnTo>
                    <a:pt x="1104570" y="1280463"/>
                  </a:lnTo>
                  <a:lnTo>
                    <a:pt x="1068939" y="1274358"/>
                  </a:lnTo>
                  <a:lnTo>
                    <a:pt x="1033307" y="1268220"/>
                  </a:lnTo>
                  <a:lnTo>
                    <a:pt x="997676" y="1262050"/>
                  </a:lnTo>
                  <a:lnTo>
                    <a:pt x="962045" y="1255846"/>
                  </a:lnTo>
                  <a:lnTo>
                    <a:pt x="926413" y="1249608"/>
                  </a:lnTo>
                  <a:lnTo>
                    <a:pt x="890782" y="1243337"/>
                  </a:lnTo>
                  <a:lnTo>
                    <a:pt x="855151" y="1237033"/>
                  </a:lnTo>
                  <a:lnTo>
                    <a:pt x="819520" y="1230694"/>
                  </a:lnTo>
                  <a:lnTo>
                    <a:pt x="783888" y="1224322"/>
                  </a:lnTo>
                  <a:lnTo>
                    <a:pt x="748257" y="1217915"/>
                  </a:lnTo>
                  <a:lnTo>
                    <a:pt x="712626" y="1211473"/>
                  </a:lnTo>
                  <a:lnTo>
                    <a:pt x="676994" y="1204998"/>
                  </a:lnTo>
                  <a:lnTo>
                    <a:pt x="641363" y="1198487"/>
                  </a:lnTo>
                  <a:lnTo>
                    <a:pt x="605732" y="1191941"/>
                  </a:lnTo>
                  <a:lnTo>
                    <a:pt x="570100" y="1185360"/>
                  </a:lnTo>
                  <a:lnTo>
                    <a:pt x="534469" y="1178743"/>
                  </a:lnTo>
                  <a:lnTo>
                    <a:pt x="498838" y="1172091"/>
                  </a:lnTo>
                  <a:lnTo>
                    <a:pt x="463206" y="1165403"/>
                  </a:lnTo>
                  <a:lnTo>
                    <a:pt x="427575" y="1158680"/>
                  </a:lnTo>
                  <a:lnTo>
                    <a:pt x="391944" y="1151920"/>
                  </a:lnTo>
                  <a:lnTo>
                    <a:pt x="356313" y="1145123"/>
                  </a:lnTo>
                  <a:lnTo>
                    <a:pt x="320681" y="1138291"/>
                  </a:lnTo>
                  <a:lnTo>
                    <a:pt x="285050" y="1131421"/>
                  </a:lnTo>
                  <a:lnTo>
                    <a:pt x="249419" y="1124514"/>
                  </a:lnTo>
                  <a:lnTo>
                    <a:pt x="213787" y="1117571"/>
                  </a:lnTo>
                  <a:lnTo>
                    <a:pt x="178156" y="1110590"/>
                  </a:lnTo>
                  <a:lnTo>
                    <a:pt x="142525" y="1103571"/>
                  </a:lnTo>
                  <a:lnTo>
                    <a:pt x="106893" y="1096515"/>
                  </a:lnTo>
                  <a:lnTo>
                    <a:pt x="71262" y="1089420"/>
                  </a:lnTo>
                  <a:lnTo>
                    <a:pt x="35631" y="1082288"/>
                  </a:lnTo>
                  <a:lnTo>
                    <a:pt x="0" y="107511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3147407"/>
              <a:ext cx="7090630" cy="1954563"/>
            </a:xfrm>
            <a:custGeom>
              <a:avLst/>
              <a:pathLst>
                <a:path w="7090630" h="1954563">
                  <a:moveTo>
                    <a:pt x="0" y="0"/>
                  </a:moveTo>
                  <a:lnTo>
                    <a:pt x="35631" y="27636"/>
                  </a:lnTo>
                  <a:lnTo>
                    <a:pt x="71262" y="54957"/>
                  </a:lnTo>
                  <a:lnTo>
                    <a:pt x="106893" y="81964"/>
                  </a:lnTo>
                  <a:lnTo>
                    <a:pt x="142525" y="108663"/>
                  </a:lnTo>
                  <a:lnTo>
                    <a:pt x="178156" y="135057"/>
                  </a:lnTo>
                  <a:lnTo>
                    <a:pt x="213787" y="161148"/>
                  </a:lnTo>
                  <a:lnTo>
                    <a:pt x="249419" y="186941"/>
                  </a:lnTo>
                  <a:lnTo>
                    <a:pt x="285050" y="212439"/>
                  </a:lnTo>
                  <a:lnTo>
                    <a:pt x="320681" y="237645"/>
                  </a:lnTo>
                  <a:lnTo>
                    <a:pt x="356313" y="262562"/>
                  </a:lnTo>
                  <a:lnTo>
                    <a:pt x="391944" y="287195"/>
                  </a:lnTo>
                  <a:lnTo>
                    <a:pt x="427575" y="311546"/>
                  </a:lnTo>
                  <a:lnTo>
                    <a:pt x="463206" y="335618"/>
                  </a:lnTo>
                  <a:lnTo>
                    <a:pt x="498838" y="359414"/>
                  </a:lnTo>
                  <a:lnTo>
                    <a:pt x="534469" y="382939"/>
                  </a:lnTo>
                  <a:lnTo>
                    <a:pt x="570100" y="406194"/>
                  </a:lnTo>
                  <a:lnTo>
                    <a:pt x="605732" y="429183"/>
                  </a:lnTo>
                  <a:lnTo>
                    <a:pt x="641363" y="451909"/>
                  </a:lnTo>
                  <a:lnTo>
                    <a:pt x="676994" y="474375"/>
                  </a:lnTo>
                  <a:lnTo>
                    <a:pt x="712626" y="496584"/>
                  </a:lnTo>
                  <a:lnTo>
                    <a:pt x="748257" y="518539"/>
                  </a:lnTo>
                  <a:lnTo>
                    <a:pt x="783888" y="540243"/>
                  </a:lnTo>
                  <a:lnTo>
                    <a:pt x="819520" y="561698"/>
                  </a:lnTo>
                  <a:lnTo>
                    <a:pt x="855151" y="582908"/>
                  </a:lnTo>
                  <a:lnTo>
                    <a:pt x="890782" y="603876"/>
                  </a:lnTo>
                  <a:lnTo>
                    <a:pt x="926413" y="624603"/>
                  </a:lnTo>
                  <a:lnTo>
                    <a:pt x="962045" y="645093"/>
                  </a:lnTo>
                  <a:lnTo>
                    <a:pt x="997676" y="665349"/>
                  </a:lnTo>
                  <a:lnTo>
                    <a:pt x="1033307" y="685373"/>
                  </a:lnTo>
                  <a:lnTo>
                    <a:pt x="1068939" y="705168"/>
                  </a:lnTo>
                  <a:lnTo>
                    <a:pt x="1104570" y="724736"/>
                  </a:lnTo>
                  <a:lnTo>
                    <a:pt x="1140201" y="744081"/>
                  </a:lnTo>
                  <a:lnTo>
                    <a:pt x="1175833" y="763204"/>
                  </a:lnTo>
                  <a:lnTo>
                    <a:pt x="1211464" y="782108"/>
                  </a:lnTo>
                  <a:lnTo>
                    <a:pt x="1247095" y="800796"/>
                  </a:lnTo>
                  <a:lnTo>
                    <a:pt x="1282727" y="819271"/>
                  </a:lnTo>
                  <a:lnTo>
                    <a:pt x="1318358" y="837533"/>
                  </a:lnTo>
                  <a:lnTo>
                    <a:pt x="1353989" y="855587"/>
                  </a:lnTo>
                  <a:lnTo>
                    <a:pt x="1389620" y="873435"/>
                  </a:lnTo>
                  <a:lnTo>
                    <a:pt x="1425252" y="891078"/>
                  </a:lnTo>
                  <a:lnTo>
                    <a:pt x="1460883" y="908519"/>
                  </a:lnTo>
                  <a:lnTo>
                    <a:pt x="1496514" y="925761"/>
                  </a:lnTo>
                  <a:lnTo>
                    <a:pt x="1532146" y="942805"/>
                  </a:lnTo>
                  <a:lnTo>
                    <a:pt x="1567777" y="959655"/>
                  </a:lnTo>
                  <a:lnTo>
                    <a:pt x="1603408" y="976312"/>
                  </a:lnTo>
                  <a:lnTo>
                    <a:pt x="1639040" y="992778"/>
                  </a:lnTo>
                  <a:lnTo>
                    <a:pt x="1674671" y="1009055"/>
                  </a:lnTo>
                  <a:lnTo>
                    <a:pt x="1710302" y="1025147"/>
                  </a:lnTo>
                  <a:lnTo>
                    <a:pt x="1745934" y="1041054"/>
                  </a:lnTo>
                  <a:lnTo>
                    <a:pt x="1781565" y="1056779"/>
                  </a:lnTo>
                  <a:lnTo>
                    <a:pt x="1817196" y="1072325"/>
                  </a:lnTo>
                  <a:lnTo>
                    <a:pt x="1852827" y="1087692"/>
                  </a:lnTo>
                  <a:lnTo>
                    <a:pt x="1888459" y="1102884"/>
                  </a:lnTo>
                  <a:lnTo>
                    <a:pt x="1924090" y="1117902"/>
                  </a:lnTo>
                  <a:lnTo>
                    <a:pt x="1959721" y="1132748"/>
                  </a:lnTo>
                  <a:lnTo>
                    <a:pt x="1995353" y="1147424"/>
                  </a:lnTo>
                  <a:lnTo>
                    <a:pt x="2030984" y="1161932"/>
                  </a:lnTo>
                  <a:lnTo>
                    <a:pt x="2066615" y="1176275"/>
                  </a:lnTo>
                  <a:lnTo>
                    <a:pt x="2102247" y="1190453"/>
                  </a:lnTo>
                  <a:lnTo>
                    <a:pt x="2137878" y="1204469"/>
                  </a:lnTo>
                  <a:lnTo>
                    <a:pt x="2173509" y="1218324"/>
                  </a:lnTo>
                  <a:lnTo>
                    <a:pt x="2209141" y="1232022"/>
                  </a:lnTo>
                  <a:lnTo>
                    <a:pt x="2244772" y="1245562"/>
                  </a:lnTo>
                  <a:lnTo>
                    <a:pt x="2280403" y="1258947"/>
                  </a:lnTo>
                  <a:lnTo>
                    <a:pt x="2316034" y="1272180"/>
                  </a:lnTo>
                  <a:lnTo>
                    <a:pt x="2351666" y="1285261"/>
                  </a:lnTo>
                  <a:lnTo>
                    <a:pt x="2387297" y="1298192"/>
                  </a:lnTo>
                  <a:lnTo>
                    <a:pt x="2422928" y="1310975"/>
                  </a:lnTo>
                  <a:lnTo>
                    <a:pt x="2458560" y="1323612"/>
                  </a:lnTo>
                  <a:lnTo>
                    <a:pt x="2494191" y="1336104"/>
                  </a:lnTo>
                  <a:lnTo>
                    <a:pt x="2529822" y="1348454"/>
                  </a:lnTo>
                  <a:lnTo>
                    <a:pt x="2565454" y="1360662"/>
                  </a:lnTo>
                  <a:lnTo>
                    <a:pt x="2601085" y="1372731"/>
                  </a:lnTo>
                  <a:lnTo>
                    <a:pt x="2636716" y="1384661"/>
                  </a:lnTo>
                  <a:lnTo>
                    <a:pt x="2672348" y="1396455"/>
                  </a:lnTo>
                  <a:lnTo>
                    <a:pt x="2707979" y="1408114"/>
                  </a:lnTo>
                  <a:lnTo>
                    <a:pt x="2743610" y="1419639"/>
                  </a:lnTo>
                  <a:lnTo>
                    <a:pt x="2779241" y="1431033"/>
                  </a:lnTo>
                  <a:lnTo>
                    <a:pt x="2814873" y="1442296"/>
                  </a:lnTo>
                  <a:lnTo>
                    <a:pt x="2850504" y="1453431"/>
                  </a:lnTo>
                  <a:lnTo>
                    <a:pt x="2886135" y="1464438"/>
                  </a:lnTo>
                  <a:lnTo>
                    <a:pt x="2921767" y="1475319"/>
                  </a:lnTo>
                  <a:lnTo>
                    <a:pt x="2957398" y="1486076"/>
                  </a:lnTo>
                  <a:lnTo>
                    <a:pt x="2993029" y="1496709"/>
                  </a:lnTo>
                  <a:lnTo>
                    <a:pt x="3028661" y="1507221"/>
                  </a:lnTo>
                  <a:lnTo>
                    <a:pt x="3064292" y="1517613"/>
                  </a:lnTo>
                  <a:lnTo>
                    <a:pt x="3099923" y="1527886"/>
                  </a:lnTo>
                  <a:lnTo>
                    <a:pt x="3135555" y="1538041"/>
                  </a:lnTo>
                  <a:lnTo>
                    <a:pt x="3171186" y="1548080"/>
                  </a:lnTo>
                  <a:lnTo>
                    <a:pt x="3206817" y="1558004"/>
                  </a:lnTo>
                  <a:lnTo>
                    <a:pt x="3242448" y="1567814"/>
                  </a:lnTo>
                  <a:lnTo>
                    <a:pt x="3278080" y="1577513"/>
                  </a:lnTo>
                  <a:lnTo>
                    <a:pt x="3313711" y="1587100"/>
                  </a:lnTo>
                  <a:lnTo>
                    <a:pt x="3349342" y="1596578"/>
                  </a:lnTo>
                  <a:lnTo>
                    <a:pt x="3384974" y="1605947"/>
                  </a:lnTo>
                  <a:lnTo>
                    <a:pt x="3420605" y="1614588"/>
                  </a:lnTo>
                  <a:lnTo>
                    <a:pt x="3456236" y="1618872"/>
                  </a:lnTo>
                  <a:lnTo>
                    <a:pt x="3491868" y="1623134"/>
                  </a:lnTo>
                  <a:lnTo>
                    <a:pt x="3527499" y="1627373"/>
                  </a:lnTo>
                  <a:lnTo>
                    <a:pt x="3563130" y="1631589"/>
                  </a:lnTo>
                  <a:lnTo>
                    <a:pt x="3598762" y="1635783"/>
                  </a:lnTo>
                  <a:lnTo>
                    <a:pt x="3634393" y="1639954"/>
                  </a:lnTo>
                  <a:lnTo>
                    <a:pt x="3670024" y="1644103"/>
                  </a:lnTo>
                  <a:lnTo>
                    <a:pt x="3705655" y="1648230"/>
                  </a:lnTo>
                  <a:lnTo>
                    <a:pt x="3741287" y="1652335"/>
                  </a:lnTo>
                  <a:lnTo>
                    <a:pt x="3776918" y="1656417"/>
                  </a:lnTo>
                  <a:lnTo>
                    <a:pt x="3812549" y="1660478"/>
                  </a:lnTo>
                  <a:lnTo>
                    <a:pt x="3848181" y="1664517"/>
                  </a:lnTo>
                  <a:lnTo>
                    <a:pt x="3883812" y="1668535"/>
                  </a:lnTo>
                  <a:lnTo>
                    <a:pt x="3919443" y="1672531"/>
                  </a:lnTo>
                  <a:lnTo>
                    <a:pt x="3955075" y="1676506"/>
                  </a:lnTo>
                  <a:lnTo>
                    <a:pt x="3990706" y="1680459"/>
                  </a:lnTo>
                  <a:lnTo>
                    <a:pt x="4026337" y="1684391"/>
                  </a:lnTo>
                  <a:lnTo>
                    <a:pt x="4061968" y="1688302"/>
                  </a:lnTo>
                  <a:lnTo>
                    <a:pt x="4097600" y="1692193"/>
                  </a:lnTo>
                  <a:lnTo>
                    <a:pt x="4133231" y="1696062"/>
                  </a:lnTo>
                  <a:lnTo>
                    <a:pt x="4168862" y="1699911"/>
                  </a:lnTo>
                  <a:lnTo>
                    <a:pt x="4204494" y="1703739"/>
                  </a:lnTo>
                  <a:lnTo>
                    <a:pt x="4240125" y="1707547"/>
                  </a:lnTo>
                  <a:lnTo>
                    <a:pt x="4275756" y="1711334"/>
                  </a:lnTo>
                  <a:lnTo>
                    <a:pt x="4311388" y="1715101"/>
                  </a:lnTo>
                  <a:lnTo>
                    <a:pt x="4347019" y="1718848"/>
                  </a:lnTo>
                  <a:lnTo>
                    <a:pt x="4382650" y="1722575"/>
                  </a:lnTo>
                  <a:lnTo>
                    <a:pt x="4418282" y="1726282"/>
                  </a:lnTo>
                  <a:lnTo>
                    <a:pt x="4453913" y="1729969"/>
                  </a:lnTo>
                  <a:lnTo>
                    <a:pt x="4489544" y="1733636"/>
                  </a:lnTo>
                  <a:lnTo>
                    <a:pt x="4525175" y="1737284"/>
                  </a:lnTo>
                  <a:lnTo>
                    <a:pt x="4560807" y="1740912"/>
                  </a:lnTo>
                  <a:lnTo>
                    <a:pt x="4596438" y="1744521"/>
                  </a:lnTo>
                  <a:lnTo>
                    <a:pt x="4632069" y="1748111"/>
                  </a:lnTo>
                  <a:lnTo>
                    <a:pt x="4667701" y="1751681"/>
                  </a:lnTo>
                  <a:lnTo>
                    <a:pt x="4703332" y="1755232"/>
                  </a:lnTo>
                  <a:lnTo>
                    <a:pt x="4738963" y="1758764"/>
                  </a:lnTo>
                  <a:lnTo>
                    <a:pt x="4774595" y="1762278"/>
                  </a:lnTo>
                  <a:lnTo>
                    <a:pt x="4810226" y="1765772"/>
                  </a:lnTo>
                  <a:lnTo>
                    <a:pt x="4845857" y="1769248"/>
                  </a:lnTo>
                  <a:lnTo>
                    <a:pt x="4881489" y="1772705"/>
                  </a:lnTo>
                  <a:lnTo>
                    <a:pt x="4917120" y="1776144"/>
                  </a:lnTo>
                  <a:lnTo>
                    <a:pt x="4952751" y="1779564"/>
                  </a:lnTo>
                  <a:lnTo>
                    <a:pt x="4988382" y="1782966"/>
                  </a:lnTo>
                  <a:lnTo>
                    <a:pt x="5024014" y="1786350"/>
                  </a:lnTo>
                  <a:lnTo>
                    <a:pt x="5059645" y="1789716"/>
                  </a:lnTo>
                  <a:lnTo>
                    <a:pt x="5095276" y="1793064"/>
                  </a:lnTo>
                  <a:lnTo>
                    <a:pt x="5130908" y="1796393"/>
                  </a:lnTo>
                  <a:lnTo>
                    <a:pt x="5166539" y="1799705"/>
                  </a:lnTo>
                  <a:lnTo>
                    <a:pt x="5202170" y="1803000"/>
                  </a:lnTo>
                  <a:lnTo>
                    <a:pt x="5237802" y="1806276"/>
                  </a:lnTo>
                  <a:lnTo>
                    <a:pt x="5273433" y="1809535"/>
                  </a:lnTo>
                  <a:lnTo>
                    <a:pt x="5309064" y="1812777"/>
                  </a:lnTo>
                  <a:lnTo>
                    <a:pt x="5344696" y="1816002"/>
                  </a:lnTo>
                  <a:lnTo>
                    <a:pt x="5380327" y="1819209"/>
                  </a:lnTo>
                  <a:lnTo>
                    <a:pt x="5415958" y="1822399"/>
                  </a:lnTo>
                  <a:lnTo>
                    <a:pt x="5451589" y="1825571"/>
                  </a:lnTo>
                  <a:lnTo>
                    <a:pt x="5487221" y="1828727"/>
                  </a:lnTo>
                  <a:lnTo>
                    <a:pt x="5522852" y="1831866"/>
                  </a:lnTo>
                  <a:lnTo>
                    <a:pt x="5558483" y="1834989"/>
                  </a:lnTo>
                  <a:lnTo>
                    <a:pt x="5594115" y="1838094"/>
                  </a:lnTo>
                  <a:lnTo>
                    <a:pt x="5629746" y="1841183"/>
                  </a:lnTo>
                  <a:lnTo>
                    <a:pt x="5665377" y="1844255"/>
                  </a:lnTo>
                  <a:lnTo>
                    <a:pt x="5701009" y="1847311"/>
                  </a:lnTo>
                  <a:lnTo>
                    <a:pt x="5736640" y="1850351"/>
                  </a:lnTo>
                  <a:lnTo>
                    <a:pt x="5772271" y="1853374"/>
                  </a:lnTo>
                  <a:lnTo>
                    <a:pt x="5807903" y="1856381"/>
                  </a:lnTo>
                  <a:lnTo>
                    <a:pt x="5843534" y="1859372"/>
                  </a:lnTo>
                  <a:lnTo>
                    <a:pt x="5879165" y="1862347"/>
                  </a:lnTo>
                  <a:lnTo>
                    <a:pt x="5914796" y="1865307"/>
                  </a:lnTo>
                  <a:lnTo>
                    <a:pt x="5950428" y="1868250"/>
                  </a:lnTo>
                  <a:lnTo>
                    <a:pt x="5986059" y="1871177"/>
                  </a:lnTo>
                  <a:lnTo>
                    <a:pt x="6021690" y="1874089"/>
                  </a:lnTo>
                  <a:lnTo>
                    <a:pt x="6057322" y="1876986"/>
                  </a:lnTo>
                  <a:lnTo>
                    <a:pt x="6092953" y="1879866"/>
                  </a:lnTo>
                  <a:lnTo>
                    <a:pt x="6128584" y="1882732"/>
                  </a:lnTo>
                  <a:lnTo>
                    <a:pt x="6164216" y="1885582"/>
                  </a:lnTo>
                  <a:lnTo>
                    <a:pt x="6199847" y="1888417"/>
                  </a:lnTo>
                  <a:lnTo>
                    <a:pt x="6235478" y="1891236"/>
                  </a:lnTo>
                  <a:lnTo>
                    <a:pt x="6271110" y="1894041"/>
                  </a:lnTo>
                  <a:lnTo>
                    <a:pt x="6306741" y="1896831"/>
                  </a:lnTo>
                  <a:lnTo>
                    <a:pt x="6342372" y="1899605"/>
                  </a:lnTo>
                  <a:lnTo>
                    <a:pt x="6378003" y="1902365"/>
                  </a:lnTo>
                  <a:lnTo>
                    <a:pt x="6413635" y="1905110"/>
                  </a:lnTo>
                  <a:lnTo>
                    <a:pt x="6449266" y="1907840"/>
                  </a:lnTo>
                  <a:lnTo>
                    <a:pt x="6484897" y="1910556"/>
                  </a:lnTo>
                  <a:lnTo>
                    <a:pt x="6520529" y="1913257"/>
                  </a:lnTo>
                  <a:lnTo>
                    <a:pt x="6556160" y="1915944"/>
                  </a:lnTo>
                  <a:lnTo>
                    <a:pt x="6591791" y="1918617"/>
                  </a:lnTo>
                  <a:lnTo>
                    <a:pt x="6627423" y="1921275"/>
                  </a:lnTo>
                  <a:lnTo>
                    <a:pt x="6663054" y="1923918"/>
                  </a:lnTo>
                  <a:lnTo>
                    <a:pt x="6698685" y="1926548"/>
                  </a:lnTo>
                  <a:lnTo>
                    <a:pt x="6734317" y="1929164"/>
                  </a:lnTo>
                  <a:lnTo>
                    <a:pt x="6769948" y="1931766"/>
                  </a:lnTo>
                  <a:lnTo>
                    <a:pt x="6805579" y="1934353"/>
                  </a:lnTo>
                  <a:lnTo>
                    <a:pt x="6841210" y="1936927"/>
                  </a:lnTo>
                  <a:lnTo>
                    <a:pt x="6876842" y="1939487"/>
                  </a:lnTo>
                  <a:lnTo>
                    <a:pt x="6912473" y="1942034"/>
                  </a:lnTo>
                  <a:lnTo>
                    <a:pt x="6948104" y="1944567"/>
                  </a:lnTo>
                  <a:lnTo>
                    <a:pt x="6983736" y="1947086"/>
                  </a:lnTo>
                  <a:lnTo>
                    <a:pt x="7019367" y="1949592"/>
                  </a:lnTo>
                  <a:lnTo>
                    <a:pt x="7054998" y="1952084"/>
                  </a:lnTo>
                  <a:lnTo>
                    <a:pt x="7090630" y="195456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222525"/>
              <a:ext cx="7090630" cy="1095732"/>
            </a:xfrm>
            <a:custGeom>
              <a:avLst/>
              <a:pathLst>
                <a:path w="7090630" h="1095732">
                  <a:moveTo>
                    <a:pt x="7090630" y="1095732"/>
                  </a:moveTo>
                  <a:lnTo>
                    <a:pt x="7054998" y="1092901"/>
                  </a:lnTo>
                  <a:lnTo>
                    <a:pt x="7019367" y="1090037"/>
                  </a:lnTo>
                  <a:lnTo>
                    <a:pt x="6983736" y="1087140"/>
                  </a:lnTo>
                  <a:lnTo>
                    <a:pt x="6948104" y="1084210"/>
                  </a:lnTo>
                  <a:lnTo>
                    <a:pt x="6912473" y="1081245"/>
                  </a:lnTo>
                  <a:lnTo>
                    <a:pt x="6876842" y="1078247"/>
                  </a:lnTo>
                  <a:lnTo>
                    <a:pt x="6841210" y="1075213"/>
                  </a:lnTo>
                  <a:lnTo>
                    <a:pt x="6805579" y="1072145"/>
                  </a:lnTo>
                  <a:lnTo>
                    <a:pt x="6769948" y="1069041"/>
                  </a:lnTo>
                  <a:lnTo>
                    <a:pt x="6734317" y="1065901"/>
                  </a:lnTo>
                  <a:lnTo>
                    <a:pt x="6698685" y="1062724"/>
                  </a:lnTo>
                  <a:lnTo>
                    <a:pt x="6663054" y="1059511"/>
                  </a:lnTo>
                  <a:lnTo>
                    <a:pt x="6627423" y="1056261"/>
                  </a:lnTo>
                  <a:lnTo>
                    <a:pt x="6591791" y="1052973"/>
                  </a:lnTo>
                  <a:lnTo>
                    <a:pt x="6556160" y="1049647"/>
                  </a:lnTo>
                  <a:lnTo>
                    <a:pt x="6520529" y="1046283"/>
                  </a:lnTo>
                  <a:lnTo>
                    <a:pt x="6484897" y="1042880"/>
                  </a:lnTo>
                  <a:lnTo>
                    <a:pt x="6449266" y="1039437"/>
                  </a:lnTo>
                  <a:lnTo>
                    <a:pt x="6413635" y="1035954"/>
                  </a:lnTo>
                  <a:lnTo>
                    <a:pt x="6378003" y="1032431"/>
                  </a:lnTo>
                  <a:lnTo>
                    <a:pt x="6342372" y="1028868"/>
                  </a:lnTo>
                  <a:lnTo>
                    <a:pt x="6306741" y="1025263"/>
                  </a:lnTo>
                  <a:lnTo>
                    <a:pt x="6271110" y="1021616"/>
                  </a:lnTo>
                  <a:lnTo>
                    <a:pt x="6235478" y="1017927"/>
                  </a:lnTo>
                  <a:lnTo>
                    <a:pt x="6199847" y="1014196"/>
                  </a:lnTo>
                  <a:lnTo>
                    <a:pt x="6164216" y="1010421"/>
                  </a:lnTo>
                  <a:lnTo>
                    <a:pt x="6128584" y="1006602"/>
                  </a:lnTo>
                  <a:lnTo>
                    <a:pt x="6092953" y="1002740"/>
                  </a:lnTo>
                  <a:lnTo>
                    <a:pt x="6057322" y="998832"/>
                  </a:lnTo>
                  <a:lnTo>
                    <a:pt x="6021690" y="994880"/>
                  </a:lnTo>
                  <a:lnTo>
                    <a:pt x="5986059" y="990881"/>
                  </a:lnTo>
                  <a:lnTo>
                    <a:pt x="5950428" y="986837"/>
                  </a:lnTo>
                  <a:lnTo>
                    <a:pt x="5914796" y="982745"/>
                  </a:lnTo>
                  <a:lnTo>
                    <a:pt x="5879165" y="978607"/>
                  </a:lnTo>
                  <a:lnTo>
                    <a:pt x="5843534" y="974420"/>
                  </a:lnTo>
                  <a:lnTo>
                    <a:pt x="5807903" y="970185"/>
                  </a:lnTo>
                  <a:lnTo>
                    <a:pt x="5772271" y="965901"/>
                  </a:lnTo>
                  <a:lnTo>
                    <a:pt x="5736640" y="961567"/>
                  </a:lnTo>
                  <a:lnTo>
                    <a:pt x="5701009" y="957183"/>
                  </a:lnTo>
                  <a:lnTo>
                    <a:pt x="5665377" y="952749"/>
                  </a:lnTo>
                  <a:lnTo>
                    <a:pt x="5629746" y="948263"/>
                  </a:lnTo>
                  <a:lnTo>
                    <a:pt x="5594115" y="943725"/>
                  </a:lnTo>
                  <a:lnTo>
                    <a:pt x="5558483" y="939134"/>
                  </a:lnTo>
                  <a:lnTo>
                    <a:pt x="5522852" y="934491"/>
                  </a:lnTo>
                  <a:lnTo>
                    <a:pt x="5487221" y="929794"/>
                  </a:lnTo>
                  <a:lnTo>
                    <a:pt x="5451589" y="925042"/>
                  </a:lnTo>
                  <a:lnTo>
                    <a:pt x="5415958" y="920235"/>
                  </a:lnTo>
                  <a:lnTo>
                    <a:pt x="5380327" y="915373"/>
                  </a:lnTo>
                  <a:lnTo>
                    <a:pt x="5344696" y="910455"/>
                  </a:lnTo>
                  <a:lnTo>
                    <a:pt x="5309064" y="905479"/>
                  </a:lnTo>
                  <a:lnTo>
                    <a:pt x="5273433" y="900446"/>
                  </a:lnTo>
                  <a:lnTo>
                    <a:pt x="5237802" y="895355"/>
                  </a:lnTo>
                  <a:lnTo>
                    <a:pt x="5202170" y="890205"/>
                  </a:lnTo>
                  <a:lnTo>
                    <a:pt x="5166539" y="884995"/>
                  </a:lnTo>
                  <a:lnTo>
                    <a:pt x="5130908" y="879725"/>
                  </a:lnTo>
                  <a:lnTo>
                    <a:pt x="5095276" y="874394"/>
                  </a:lnTo>
                  <a:lnTo>
                    <a:pt x="5059645" y="869001"/>
                  </a:lnTo>
                  <a:lnTo>
                    <a:pt x="5024014" y="863546"/>
                  </a:lnTo>
                  <a:lnTo>
                    <a:pt x="4988382" y="858027"/>
                  </a:lnTo>
                  <a:lnTo>
                    <a:pt x="4952751" y="852445"/>
                  </a:lnTo>
                  <a:lnTo>
                    <a:pt x="4917120" y="846798"/>
                  </a:lnTo>
                  <a:lnTo>
                    <a:pt x="4881489" y="841086"/>
                  </a:lnTo>
                  <a:lnTo>
                    <a:pt x="4845857" y="835307"/>
                  </a:lnTo>
                  <a:lnTo>
                    <a:pt x="4810226" y="829462"/>
                  </a:lnTo>
                  <a:lnTo>
                    <a:pt x="4774595" y="823549"/>
                  </a:lnTo>
                  <a:lnTo>
                    <a:pt x="4738963" y="817568"/>
                  </a:lnTo>
                  <a:lnTo>
                    <a:pt x="4703332" y="811518"/>
                  </a:lnTo>
                  <a:lnTo>
                    <a:pt x="4667701" y="805397"/>
                  </a:lnTo>
                  <a:lnTo>
                    <a:pt x="4632069" y="799206"/>
                  </a:lnTo>
                  <a:lnTo>
                    <a:pt x="4596438" y="792943"/>
                  </a:lnTo>
                  <a:lnTo>
                    <a:pt x="4560807" y="786607"/>
                  </a:lnTo>
                  <a:lnTo>
                    <a:pt x="4525175" y="780198"/>
                  </a:lnTo>
                  <a:lnTo>
                    <a:pt x="4489544" y="773715"/>
                  </a:lnTo>
                  <a:lnTo>
                    <a:pt x="4453913" y="767157"/>
                  </a:lnTo>
                  <a:lnTo>
                    <a:pt x="4418282" y="760523"/>
                  </a:lnTo>
                  <a:lnTo>
                    <a:pt x="4382650" y="753812"/>
                  </a:lnTo>
                  <a:lnTo>
                    <a:pt x="4347019" y="747024"/>
                  </a:lnTo>
                  <a:lnTo>
                    <a:pt x="4311388" y="740157"/>
                  </a:lnTo>
                  <a:lnTo>
                    <a:pt x="4275756" y="733210"/>
                  </a:lnTo>
                  <a:lnTo>
                    <a:pt x="4240125" y="726184"/>
                  </a:lnTo>
                  <a:lnTo>
                    <a:pt x="4204494" y="719075"/>
                  </a:lnTo>
                  <a:lnTo>
                    <a:pt x="4168862" y="711885"/>
                  </a:lnTo>
                  <a:lnTo>
                    <a:pt x="4133231" y="704611"/>
                  </a:lnTo>
                  <a:lnTo>
                    <a:pt x="4097600" y="697253"/>
                  </a:lnTo>
                  <a:lnTo>
                    <a:pt x="4061968" y="689810"/>
                  </a:lnTo>
                  <a:lnTo>
                    <a:pt x="4026337" y="682281"/>
                  </a:lnTo>
                  <a:lnTo>
                    <a:pt x="3990706" y="674665"/>
                  </a:lnTo>
                  <a:lnTo>
                    <a:pt x="3955075" y="666960"/>
                  </a:lnTo>
                  <a:lnTo>
                    <a:pt x="3919443" y="659167"/>
                  </a:lnTo>
                  <a:lnTo>
                    <a:pt x="3883812" y="651283"/>
                  </a:lnTo>
                  <a:lnTo>
                    <a:pt x="3848181" y="643308"/>
                  </a:lnTo>
                  <a:lnTo>
                    <a:pt x="3812549" y="635240"/>
                  </a:lnTo>
                  <a:lnTo>
                    <a:pt x="3776918" y="627079"/>
                  </a:lnTo>
                  <a:lnTo>
                    <a:pt x="3741287" y="618824"/>
                  </a:lnTo>
                  <a:lnTo>
                    <a:pt x="3705655" y="610473"/>
                  </a:lnTo>
                  <a:lnTo>
                    <a:pt x="3670024" y="602026"/>
                  </a:lnTo>
                  <a:lnTo>
                    <a:pt x="3634393" y="593481"/>
                  </a:lnTo>
                  <a:lnTo>
                    <a:pt x="3598762" y="584836"/>
                  </a:lnTo>
                  <a:lnTo>
                    <a:pt x="3563130" y="576092"/>
                  </a:lnTo>
                  <a:lnTo>
                    <a:pt x="3527499" y="567247"/>
                  </a:lnTo>
                  <a:lnTo>
                    <a:pt x="3491868" y="558299"/>
                  </a:lnTo>
                  <a:lnTo>
                    <a:pt x="3456236" y="549248"/>
                  </a:lnTo>
                  <a:lnTo>
                    <a:pt x="3420605" y="540092"/>
                  </a:lnTo>
                  <a:lnTo>
                    <a:pt x="3384974" y="535163"/>
                  </a:lnTo>
                  <a:lnTo>
                    <a:pt x="3349342" y="530832"/>
                  </a:lnTo>
                  <a:lnTo>
                    <a:pt x="3313711" y="526478"/>
                  </a:lnTo>
                  <a:lnTo>
                    <a:pt x="3278080" y="522100"/>
                  </a:lnTo>
                  <a:lnTo>
                    <a:pt x="3242448" y="517699"/>
                  </a:lnTo>
                  <a:lnTo>
                    <a:pt x="3206817" y="513274"/>
                  </a:lnTo>
                  <a:lnTo>
                    <a:pt x="3171186" y="508825"/>
                  </a:lnTo>
                  <a:lnTo>
                    <a:pt x="3135555" y="504353"/>
                  </a:lnTo>
                  <a:lnTo>
                    <a:pt x="3099923" y="499856"/>
                  </a:lnTo>
                  <a:lnTo>
                    <a:pt x="3064292" y="495335"/>
                  </a:lnTo>
                  <a:lnTo>
                    <a:pt x="3028661" y="490790"/>
                  </a:lnTo>
                  <a:lnTo>
                    <a:pt x="2993029" y="486221"/>
                  </a:lnTo>
                  <a:lnTo>
                    <a:pt x="2957398" y="481627"/>
                  </a:lnTo>
                  <a:lnTo>
                    <a:pt x="2921767" y="477008"/>
                  </a:lnTo>
                  <a:lnTo>
                    <a:pt x="2886135" y="472364"/>
                  </a:lnTo>
                  <a:lnTo>
                    <a:pt x="2850504" y="467695"/>
                  </a:lnTo>
                  <a:lnTo>
                    <a:pt x="2814873" y="463002"/>
                  </a:lnTo>
                  <a:lnTo>
                    <a:pt x="2779241" y="458283"/>
                  </a:lnTo>
                  <a:lnTo>
                    <a:pt x="2743610" y="453538"/>
                  </a:lnTo>
                  <a:lnTo>
                    <a:pt x="2707979" y="448768"/>
                  </a:lnTo>
                  <a:lnTo>
                    <a:pt x="2672348" y="443973"/>
                  </a:lnTo>
                  <a:lnTo>
                    <a:pt x="2636716" y="439151"/>
                  </a:lnTo>
                  <a:lnTo>
                    <a:pt x="2601085" y="434304"/>
                  </a:lnTo>
                  <a:lnTo>
                    <a:pt x="2565454" y="429431"/>
                  </a:lnTo>
                  <a:lnTo>
                    <a:pt x="2529822" y="424531"/>
                  </a:lnTo>
                  <a:lnTo>
                    <a:pt x="2494191" y="419605"/>
                  </a:lnTo>
                  <a:lnTo>
                    <a:pt x="2458560" y="414653"/>
                  </a:lnTo>
                  <a:lnTo>
                    <a:pt x="2422928" y="409674"/>
                  </a:lnTo>
                  <a:lnTo>
                    <a:pt x="2387297" y="404668"/>
                  </a:lnTo>
                  <a:lnTo>
                    <a:pt x="2351666" y="399635"/>
                  </a:lnTo>
                  <a:lnTo>
                    <a:pt x="2316034" y="394575"/>
                  </a:lnTo>
                  <a:lnTo>
                    <a:pt x="2280403" y="389488"/>
                  </a:lnTo>
                  <a:lnTo>
                    <a:pt x="2244772" y="384374"/>
                  </a:lnTo>
                  <a:lnTo>
                    <a:pt x="2209141" y="379232"/>
                  </a:lnTo>
                  <a:lnTo>
                    <a:pt x="2173509" y="374062"/>
                  </a:lnTo>
                  <a:lnTo>
                    <a:pt x="2137878" y="368865"/>
                  </a:lnTo>
                  <a:lnTo>
                    <a:pt x="2102247" y="363639"/>
                  </a:lnTo>
                  <a:lnTo>
                    <a:pt x="2066615" y="358386"/>
                  </a:lnTo>
                  <a:lnTo>
                    <a:pt x="2030984" y="353104"/>
                  </a:lnTo>
                  <a:lnTo>
                    <a:pt x="1995353" y="347794"/>
                  </a:lnTo>
                  <a:lnTo>
                    <a:pt x="1959721" y="342455"/>
                  </a:lnTo>
                  <a:lnTo>
                    <a:pt x="1924090" y="337088"/>
                  </a:lnTo>
                  <a:lnTo>
                    <a:pt x="1888459" y="331692"/>
                  </a:lnTo>
                  <a:lnTo>
                    <a:pt x="1852827" y="326266"/>
                  </a:lnTo>
                  <a:lnTo>
                    <a:pt x="1817196" y="320812"/>
                  </a:lnTo>
                  <a:lnTo>
                    <a:pt x="1781565" y="315328"/>
                  </a:lnTo>
                  <a:lnTo>
                    <a:pt x="1745934" y="309815"/>
                  </a:lnTo>
                  <a:lnTo>
                    <a:pt x="1710302" y="304272"/>
                  </a:lnTo>
                  <a:lnTo>
                    <a:pt x="1674671" y="298699"/>
                  </a:lnTo>
                  <a:lnTo>
                    <a:pt x="1639040" y="293096"/>
                  </a:lnTo>
                  <a:lnTo>
                    <a:pt x="1603408" y="287463"/>
                  </a:lnTo>
                  <a:lnTo>
                    <a:pt x="1567777" y="281800"/>
                  </a:lnTo>
                  <a:lnTo>
                    <a:pt x="1532146" y="276106"/>
                  </a:lnTo>
                  <a:lnTo>
                    <a:pt x="1496514" y="270382"/>
                  </a:lnTo>
                  <a:lnTo>
                    <a:pt x="1460883" y="264627"/>
                  </a:lnTo>
                  <a:lnTo>
                    <a:pt x="1425252" y="258841"/>
                  </a:lnTo>
                  <a:lnTo>
                    <a:pt x="1389620" y="253024"/>
                  </a:lnTo>
                  <a:lnTo>
                    <a:pt x="1353989" y="247175"/>
                  </a:lnTo>
                  <a:lnTo>
                    <a:pt x="1318358" y="241295"/>
                  </a:lnTo>
                  <a:lnTo>
                    <a:pt x="1282727" y="235384"/>
                  </a:lnTo>
                  <a:lnTo>
                    <a:pt x="1247095" y="229440"/>
                  </a:lnTo>
                  <a:lnTo>
                    <a:pt x="1211464" y="223465"/>
                  </a:lnTo>
                  <a:lnTo>
                    <a:pt x="1175833" y="217458"/>
                  </a:lnTo>
                  <a:lnTo>
                    <a:pt x="1140201" y="211418"/>
                  </a:lnTo>
                  <a:lnTo>
                    <a:pt x="1104570" y="205346"/>
                  </a:lnTo>
                  <a:lnTo>
                    <a:pt x="1068939" y="199241"/>
                  </a:lnTo>
                  <a:lnTo>
                    <a:pt x="1033307" y="193103"/>
                  </a:lnTo>
                  <a:lnTo>
                    <a:pt x="997676" y="186932"/>
                  </a:lnTo>
                  <a:lnTo>
                    <a:pt x="962045" y="180728"/>
                  </a:lnTo>
                  <a:lnTo>
                    <a:pt x="926413" y="174491"/>
                  </a:lnTo>
                  <a:lnTo>
                    <a:pt x="890782" y="168220"/>
                  </a:lnTo>
                  <a:lnTo>
                    <a:pt x="855151" y="161915"/>
                  </a:lnTo>
                  <a:lnTo>
                    <a:pt x="819520" y="155577"/>
                  </a:lnTo>
                  <a:lnTo>
                    <a:pt x="783888" y="149204"/>
                  </a:lnTo>
                  <a:lnTo>
                    <a:pt x="748257" y="142797"/>
                  </a:lnTo>
                  <a:lnTo>
                    <a:pt x="712626" y="136356"/>
                  </a:lnTo>
                  <a:lnTo>
                    <a:pt x="676994" y="129880"/>
                  </a:lnTo>
                  <a:lnTo>
                    <a:pt x="641363" y="123369"/>
                  </a:lnTo>
                  <a:lnTo>
                    <a:pt x="605732" y="116823"/>
                  </a:lnTo>
                  <a:lnTo>
                    <a:pt x="570100" y="110242"/>
                  </a:lnTo>
                  <a:lnTo>
                    <a:pt x="534469" y="103626"/>
                  </a:lnTo>
                  <a:lnTo>
                    <a:pt x="498838" y="96974"/>
                  </a:lnTo>
                  <a:lnTo>
                    <a:pt x="463206" y="90286"/>
                  </a:lnTo>
                  <a:lnTo>
                    <a:pt x="427575" y="83562"/>
                  </a:lnTo>
                  <a:lnTo>
                    <a:pt x="391944" y="76802"/>
                  </a:lnTo>
                  <a:lnTo>
                    <a:pt x="356313" y="70006"/>
                  </a:lnTo>
                  <a:lnTo>
                    <a:pt x="320681" y="63173"/>
                  </a:lnTo>
                  <a:lnTo>
                    <a:pt x="285050" y="56304"/>
                  </a:lnTo>
                  <a:lnTo>
                    <a:pt x="249419" y="49397"/>
                  </a:lnTo>
                  <a:lnTo>
                    <a:pt x="213787" y="42453"/>
                  </a:lnTo>
                  <a:lnTo>
                    <a:pt x="178156" y="35472"/>
                  </a:lnTo>
                  <a:lnTo>
                    <a:pt x="142525" y="28454"/>
                  </a:lnTo>
                  <a:lnTo>
                    <a:pt x="106893" y="21397"/>
                  </a:lnTo>
                  <a:lnTo>
                    <a:pt x="71262" y="14303"/>
                  </a:lnTo>
                  <a:lnTo>
                    <a:pt x="35631" y="717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763550"/>
              <a:ext cx="7090630" cy="1463550"/>
            </a:xfrm>
            <a:custGeom>
              <a:avLst/>
              <a:pathLst>
                <a:path w="7090630" h="1463550">
                  <a:moveTo>
                    <a:pt x="0" y="0"/>
                  </a:moveTo>
                  <a:lnTo>
                    <a:pt x="35631" y="15115"/>
                  </a:lnTo>
                  <a:lnTo>
                    <a:pt x="71262" y="30103"/>
                  </a:lnTo>
                  <a:lnTo>
                    <a:pt x="106893" y="44965"/>
                  </a:lnTo>
                  <a:lnTo>
                    <a:pt x="142525" y="59702"/>
                  </a:lnTo>
                  <a:lnTo>
                    <a:pt x="178156" y="74316"/>
                  </a:lnTo>
                  <a:lnTo>
                    <a:pt x="213787" y="88807"/>
                  </a:lnTo>
                  <a:lnTo>
                    <a:pt x="249419" y="103176"/>
                  </a:lnTo>
                  <a:lnTo>
                    <a:pt x="285050" y="117424"/>
                  </a:lnTo>
                  <a:lnTo>
                    <a:pt x="320681" y="131553"/>
                  </a:lnTo>
                  <a:lnTo>
                    <a:pt x="356313" y="145563"/>
                  </a:lnTo>
                  <a:lnTo>
                    <a:pt x="391944" y="159455"/>
                  </a:lnTo>
                  <a:lnTo>
                    <a:pt x="427575" y="173231"/>
                  </a:lnTo>
                  <a:lnTo>
                    <a:pt x="463206" y="186891"/>
                  </a:lnTo>
                  <a:lnTo>
                    <a:pt x="498838" y="200436"/>
                  </a:lnTo>
                  <a:lnTo>
                    <a:pt x="534469" y="213867"/>
                  </a:lnTo>
                  <a:lnTo>
                    <a:pt x="570100" y="227186"/>
                  </a:lnTo>
                  <a:lnTo>
                    <a:pt x="605732" y="240392"/>
                  </a:lnTo>
                  <a:lnTo>
                    <a:pt x="641363" y="253488"/>
                  </a:lnTo>
                  <a:lnTo>
                    <a:pt x="676994" y="266474"/>
                  </a:lnTo>
                  <a:lnTo>
                    <a:pt x="712626" y="279350"/>
                  </a:lnTo>
                  <a:lnTo>
                    <a:pt x="748257" y="292119"/>
                  </a:lnTo>
                  <a:lnTo>
                    <a:pt x="783888" y="304780"/>
                  </a:lnTo>
                  <a:lnTo>
                    <a:pt x="819520" y="317335"/>
                  </a:lnTo>
                  <a:lnTo>
                    <a:pt x="855151" y="329784"/>
                  </a:lnTo>
                  <a:lnTo>
                    <a:pt x="890782" y="342129"/>
                  </a:lnTo>
                  <a:lnTo>
                    <a:pt x="926413" y="354370"/>
                  </a:lnTo>
                  <a:lnTo>
                    <a:pt x="962045" y="366508"/>
                  </a:lnTo>
                  <a:lnTo>
                    <a:pt x="997676" y="378544"/>
                  </a:lnTo>
                  <a:lnTo>
                    <a:pt x="1033307" y="390479"/>
                  </a:lnTo>
                  <a:lnTo>
                    <a:pt x="1068939" y="402314"/>
                  </a:lnTo>
                  <a:lnTo>
                    <a:pt x="1104570" y="414050"/>
                  </a:lnTo>
                  <a:lnTo>
                    <a:pt x="1140201" y="425687"/>
                  </a:lnTo>
                  <a:lnTo>
                    <a:pt x="1175833" y="437226"/>
                  </a:lnTo>
                  <a:lnTo>
                    <a:pt x="1211464" y="448668"/>
                  </a:lnTo>
                  <a:lnTo>
                    <a:pt x="1247095" y="460014"/>
                  </a:lnTo>
                  <a:lnTo>
                    <a:pt x="1282727" y="471265"/>
                  </a:lnTo>
                  <a:lnTo>
                    <a:pt x="1318358" y="482421"/>
                  </a:lnTo>
                  <a:lnTo>
                    <a:pt x="1353989" y="493484"/>
                  </a:lnTo>
                  <a:lnTo>
                    <a:pt x="1389620" y="504453"/>
                  </a:lnTo>
                  <a:lnTo>
                    <a:pt x="1425252" y="515331"/>
                  </a:lnTo>
                  <a:lnTo>
                    <a:pt x="1460883" y="526117"/>
                  </a:lnTo>
                  <a:lnTo>
                    <a:pt x="1496514" y="536812"/>
                  </a:lnTo>
                  <a:lnTo>
                    <a:pt x="1532146" y="547418"/>
                  </a:lnTo>
                  <a:lnTo>
                    <a:pt x="1567777" y="557934"/>
                  </a:lnTo>
                  <a:lnTo>
                    <a:pt x="1603408" y="568363"/>
                  </a:lnTo>
                  <a:lnTo>
                    <a:pt x="1639040" y="578703"/>
                  </a:lnTo>
                  <a:lnTo>
                    <a:pt x="1674671" y="588957"/>
                  </a:lnTo>
                  <a:lnTo>
                    <a:pt x="1710302" y="599124"/>
                  </a:lnTo>
                  <a:lnTo>
                    <a:pt x="1745934" y="609207"/>
                  </a:lnTo>
                  <a:lnTo>
                    <a:pt x="1781565" y="619204"/>
                  </a:lnTo>
                  <a:lnTo>
                    <a:pt x="1817196" y="629117"/>
                  </a:lnTo>
                  <a:lnTo>
                    <a:pt x="1852827" y="638948"/>
                  </a:lnTo>
                  <a:lnTo>
                    <a:pt x="1888459" y="648695"/>
                  </a:lnTo>
                  <a:lnTo>
                    <a:pt x="1924090" y="658361"/>
                  </a:lnTo>
                  <a:lnTo>
                    <a:pt x="1959721" y="667946"/>
                  </a:lnTo>
                  <a:lnTo>
                    <a:pt x="1995353" y="677450"/>
                  </a:lnTo>
                  <a:lnTo>
                    <a:pt x="2030984" y="686874"/>
                  </a:lnTo>
                  <a:lnTo>
                    <a:pt x="2066615" y="696219"/>
                  </a:lnTo>
                  <a:lnTo>
                    <a:pt x="2102247" y="705485"/>
                  </a:lnTo>
                  <a:lnTo>
                    <a:pt x="2137878" y="714674"/>
                  </a:lnTo>
                  <a:lnTo>
                    <a:pt x="2173509" y="723786"/>
                  </a:lnTo>
                  <a:lnTo>
                    <a:pt x="2209141" y="732820"/>
                  </a:lnTo>
                  <a:lnTo>
                    <a:pt x="2244772" y="741780"/>
                  </a:lnTo>
                  <a:lnTo>
                    <a:pt x="2280403" y="750663"/>
                  </a:lnTo>
                  <a:lnTo>
                    <a:pt x="2316034" y="759472"/>
                  </a:lnTo>
                  <a:lnTo>
                    <a:pt x="2351666" y="768208"/>
                  </a:lnTo>
                  <a:lnTo>
                    <a:pt x="2387297" y="776869"/>
                  </a:lnTo>
                  <a:lnTo>
                    <a:pt x="2422928" y="785458"/>
                  </a:lnTo>
                  <a:lnTo>
                    <a:pt x="2458560" y="793975"/>
                  </a:lnTo>
                  <a:lnTo>
                    <a:pt x="2494191" y="802421"/>
                  </a:lnTo>
                  <a:lnTo>
                    <a:pt x="2529822" y="810795"/>
                  </a:lnTo>
                  <a:lnTo>
                    <a:pt x="2565454" y="819099"/>
                  </a:lnTo>
                  <a:lnTo>
                    <a:pt x="2601085" y="827333"/>
                  </a:lnTo>
                  <a:lnTo>
                    <a:pt x="2636716" y="835498"/>
                  </a:lnTo>
                  <a:lnTo>
                    <a:pt x="2672348" y="843595"/>
                  </a:lnTo>
                  <a:lnTo>
                    <a:pt x="2707979" y="851623"/>
                  </a:lnTo>
                  <a:lnTo>
                    <a:pt x="2743610" y="859584"/>
                  </a:lnTo>
                  <a:lnTo>
                    <a:pt x="2779241" y="867479"/>
                  </a:lnTo>
                  <a:lnTo>
                    <a:pt x="2814873" y="875306"/>
                  </a:lnTo>
                  <a:lnTo>
                    <a:pt x="2850504" y="883069"/>
                  </a:lnTo>
                  <a:lnTo>
                    <a:pt x="2886135" y="890765"/>
                  </a:lnTo>
                  <a:lnTo>
                    <a:pt x="2921767" y="898398"/>
                  </a:lnTo>
                  <a:lnTo>
                    <a:pt x="2957398" y="905966"/>
                  </a:lnTo>
                  <a:lnTo>
                    <a:pt x="2993029" y="913470"/>
                  </a:lnTo>
                  <a:lnTo>
                    <a:pt x="3028661" y="920912"/>
                  </a:lnTo>
                  <a:lnTo>
                    <a:pt x="3064292" y="928291"/>
                  </a:lnTo>
                  <a:lnTo>
                    <a:pt x="3099923" y="935608"/>
                  </a:lnTo>
                  <a:lnTo>
                    <a:pt x="3135555" y="942863"/>
                  </a:lnTo>
                  <a:lnTo>
                    <a:pt x="3171186" y="950058"/>
                  </a:lnTo>
                  <a:lnTo>
                    <a:pt x="3206817" y="957192"/>
                  </a:lnTo>
                  <a:lnTo>
                    <a:pt x="3242448" y="964266"/>
                  </a:lnTo>
                  <a:lnTo>
                    <a:pt x="3278080" y="971281"/>
                  </a:lnTo>
                  <a:lnTo>
                    <a:pt x="3313711" y="978237"/>
                  </a:lnTo>
                  <a:lnTo>
                    <a:pt x="3349342" y="985134"/>
                  </a:lnTo>
                  <a:lnTo>
                    <a:pt x="3384974" y="991974"/>
                  </a:lnTo>
                  <a:lnTo>
                    <a:pt x="3420605" y="998756"/>
                  </a:lnTo>
                  <a:lnTo>
                    <a:pt x="3456236" y="1005481"/>
                  </a:lnTo>
                  <a:lnTo>
                    <a:pt x="3491868" y="1012149"/>
                  </a:lnTo>
                  <a:lnTo>
                    <a:pt x="3527499" y="1018762"/>
                  </a:lnTo>
                  <a:lnTo>
                    <a:pt x="3563130" y="1025319"/>
                  </a:lnTo>
                  <a:lnTo>
                    <a:pt x="3598762" y="1031821"/>
                  </a:lnTo>
                  <a:lnTo>
                    <a:pt x="3634393" y="1038268"/>
                  </a:lnTo>
                  <a:lnTo>
                    <a:pt x="3670024" y="1044661"/>
                  </a:lnTo>
                  <a:lnTo>
                    <a:pt x="3705655" y="1051001"/>
                  </a:lnTo>
                  <a:lnTo>
                    <a:pt x="3741287" y="1057287"/>
                  </a:lnTo>
                  <a:lnTo>
                    <a:pt x="3776918" y="1063520"/>
                  </a:lnTo>
                  <a:lnTo>
                    <a:pt x="3812549" y="1069701"/>
                  </a:lnTo>
                  <a:lnTo>
                    <a:pt x="3848181" y="1075830"/>
                  </a:lnTo>
                  <a:lnTo>
                    <a:pt x="3883812" y="1081908"/>
                  </a:lnTo>
                  <a:lnTo>
                    <a:pt x="3919443" y="1087935"/>
                  </a:lnTo>
                  <a:lnTo>
                    <a:pt x="3955075" y="1093910"/>
                  </a:lnTo>
                  <a:lnTo>
                    <a:pt x="3990706" y="1099836"/>
                  </a:lnTo>
                  <a:lnTo>
                    <a:pt x="4026337" y="1105712"/>
                  </a:lnTo>
                  <a:lnTo>
                    <a:pt x="4061968" y="1111539"/>
                  </a:lnTo>
                  <a:lnTo>
                    <a:pt x="4097600" y="1117316"/>
                  </a:lnTo>
                  <a:lnTo>
                    <a:pt x="4133231" y="1123045"/>
                  </a:lnTo>
                  <a:lnTo>
                    <a:pt x="4168862" y="1128726"/>
                  </a:lnTo>
                  <a:lnTo>
                    <a:pt x="4204494" y="1134360"/>
                  </a:lnTo>
                  <a:lnTo>
                    <a:pt x="4240125" y="1139945"/>
                  </a:lnTo>
                  <a:lnTo>
                    <a:pt x="4275756" y="1145484"/>
                  </a:lnTo>
                  <a:lnTo>
                    <a:pt x="4311388" y="1150977"/>
                  </a:lnTo>
                  <a:lnTo>
                    <a:pt x="4347019" y="1156423"/>
                  </a:lnTo>
                  <a:lnTo>
                    <a:pt x="4382650" y="1161824"/>
                  </a:lnTo>
                  <a:lnTo>
                    <a:pt x="4418282" y="1167179"/>
                  </a:lnTo>
                  <a:lnTo>
                    <a:pt x="4453913" y="1172489"/>
                  </a:lnTo>
                  <a:lnTo>
                    <a:pt x="4489544" y="1177755"/>
                  </a:lnTo>
                  <a:lnTo>
                    <a:pt x="4525175" y="1182976"/>
                  </a:lnTo>
                  <a:lnTo>
                    <a:pt x="4560807" y="1188154"/>
                  </a:lnTo>
                  <a:lnTo>
                    <a:pt x="4596438" y="1193288"/>
                  </a:lnTo>
                  <a:lnTo>
                    <a:pt x="4632069" y="1198379"/>
                  </a:lnTo>
                  <a:lnTo>
                    <a:pt x="4667701" y="1203427"/>
                  </a:lnTo>
                  <a:lnTo>
                    <a:pt x="4703332" y="1208432"/>
                  </a:lnTo>
                  <a:lnTo>
                    <a:pt x="4738963" y="1213396"/>
                  </a:lnTo>
                  <a:lnTo>
                    <a:pt x="4774595" y="1218318"/>
                  </a:lnTo>
                  <a:lnTo>
                    <a:pt x="4810226" y="1223199"/>
                  </a:lnTo>
                  <a:lnTo>
                    <a:pt x="4845857" y="1228038"/>
                  </a:lnTo>
                  <a:lnTo>
                    <a:pt x="4881489" y="1232837"/>
                  </a:lnTo>
                  <a:lnTo>
                    <a:pt x="4917120" y="1237596"/>
                  </a:lnTo>
                  <a:lnTo>
                    <a:pt x="4952751" y="1242315"/>
                  </a:lnTo>
                  <a:lnTo>
                    <a:pt x="4988382" y="1246994"/>
                  </a:lnTo>
                  <a:lnTo>
                    <a:pt x="5024014" y="1251633"/>
                  </a:lnTo>
                  <a:lnTo>
                    <a:pt x="5059645" y="1256234"/>
                  </a:lnTo>
                  <a:lnTo>
                    <a:pt x="5095276" y="1260796"/>
                  </a:lnTo>
                  <a:lnTo>
                    <a:pt x="5130908" y="1265320"/>
                  </a:lnTo>
                  <a:lnTo>
                    <a:pt x="5166539" y="1269806"/>
                  </a:lnTo>
                  <a:lnTo>
                    <a:pt x="5202170" y="1274254"/>
                  </a:lnTo>
                  <a:lnTo>
                    <a:pt x="5237802" y="1278665"/>
                  </a:lnTo>
                  <a:lnTo>
                    <a:pt x="5273433" y="1283038"/>
                  </a:lnTo>
                  <a:lnTo>
                    <a:pt x="5309064" y="1287375"/>
                  </a:lnTo>
                  <a:lnTo>
                    <a:pt x="5344696" y="1291676"/>
                  </a:lnTo>
                  <a:lnTo>
                    <a:pt x="5380327" y="1295940"/>
                  </a:lnTo>
                  <a:lnTo>
                    <a:pt x="5415958" y="1300169"/>
                  </a:lnTo>
                  <a:lnTo>
                    <a:pt x="5451589" y="1304362"/>
                  </a:lnTo>
                  <a:lnTo>
                    <a:pt x="5487221" y="1308520"/>
                  </a:lnTo>
                  <a:lnTo>
                    <a:pt x="5522852" y="1312643"/>
                  </a:lnTo>
                  <a:lnTo>
                    <a:pt x="5558483" y="1316731"/>
                  </a:lnTo>
                  <a:lnTo>
                    <a:pt x="5594115" y="1320785"/>
                  </a:lnTo>
                  <a:lnTo>
                    <a:pt x="5629746" y="1324805"/>
                  </a:lnTo>
                  <a:lnTo>
                    <a:pt x="5665377" y="1328791"/>
                  </a:lnTo>
                  <a:lnTo>
                    <a:pt x="5701009" y="1332743"/>
                  </a:lnTo>
                  <a:lnTo>
                    <a:pt x="5736640" y="1336663"/>
                  </a:lnTo>
                  <a:lnTo>
                    <a:pt x="5772271" y="1340549"/>
                  </a:lnTo>
                  <a:lnTo>
                    <a:pt x="5807903" y="1344403"/>
                  </a:lnTo>
                  <a:lnTo>
                    <a:pt x="5843534" y="1348224"/>
                  </a:lnTo>
                  <a:lnTo>
                    <a:pt x="5879165" y="1352014"/>
                  </a:lnTo>
                  <a:lnTo>
                    <a:pt x="5914796" y="1355771"/>
                  </a:lnTo>
                  <a:lnTo>
                    <a:pt x="5950428" y="1359497"/>
                  </a:lnTo>
                  <a:lnTo>
                    <a:pt x="5986059" y="1363192"/>
                  </a:lnTo>
                  <a:lnTo>
                    <a:pt x="6021690" y="1366855"/>
                  </a:lnTo>
                  <a:lnTo>
                    <a:pt x="6057322" y="1370488"/>
                  </a:lnTo>
                  <a:lnTo>
                    <a:pt x="6092953" y="1374091"/>
                  </a:lnTo>
                  <a:lnTo>
                    <a:pt x="6128584" y="1377663"/>
                  </a:lnTo>
                  <a:lnTo>
                    <a:pt x="6164216" y="1381205"/>
                  </a:lnTo>
                  <a:lnTo>
                    <a:pt x="6199847" y="1384717"/>
                  </a:lnTo>
                  <a:lnTo>
                    <a:pt x="6235478" y="1388200"/>
                  </a:lnTo>
                  <a:lnTo>
                    <a:pt x="6271110" y="1391653"/>
                  </a:lnTo>
                  <a:lnTo>
                    <a:pt x="6306741" y="1395078"/>
                  </a:lnTo>
                  <a:lnTo>
                    <a:pt x="6342372" y="1398474"/>
                  </a:lnTo>
                  <a:lnTo>
                    <a:pt x="6378003" y="1401841"/>
                  </a:lnTo>
                  <a:lnTo>
                    <a:pt x="6413635" y="1405180"/>
                  </a:lnTo>
                  <a:lnTo>
                    <a:pt x="6449266" y="1408491"/>
                  </a:lnTo>
                  <a:lnTo>
                    <a:pt x="6484897" y="1411774"/>
                  </a:lnTo>
                  <a:lnTo>
                    <a:pt x="6520529" y="1415029"/>
                  </a:lnTo>
                  <a:lnTo>
                    <a:pt x="6556160" y="1418257"/>
                  </a:lnTo>
                  <a:lnTo>
                    <a:pt x="6591791" y="1421458"/>
                  </a:lnTo>
                  <a:lnTo>
                    <a:pt x="6627423" y="1424633"/>
                  </a:lnTo>
                  <a:lnTo>
                    <a:pt x="6663054" y="1427780"/>
                  </a:lnTo>
                  <a:lnTo>
                    <a:pt x="6698685" y="1430901"/>
                  </a:lnTo>
                  <a:lnTo>
                    <a:pt x="6734317" y="1433996"/>
                  </a:lnTo>
                  <a:lnTo>
                    <a:pt x="6769948" y="1437065"/>
                  </a:lnTo>
                  <a:lnTo>
                    <a:pt x="6805579" y="1440108"/>
                  </a:lnTo>
                  <a:lnTo>
                    <a:pt x="6841210" y="1443125"/>
                  </a:lnTo>
                  <a:lnTo>
                    <a:pt x="6876842" y="1446117"/>
                  </a:lnTo>
                  <a:lnTo>
                    <a:pt x="6912473" y="1449084"/>
                  </a:lnTo>
                  <a:lnTo>
                    <a:pt x="6948104" y="1452026"/>
                  </a:lnTo>
                  <a:lnTo>
                    <a:pt x="6983736" y="1454944"/>
                  </a:lnTo>
                  <a:lnTo>
                    <a:pt x="7019367" y="1457837"/>
                  </a:lnTo>
                  <a:lnTo>
                    <a:pt x="7054998" y="1460705"/>
                  </a:lnTo>
                  <a:lnTo>
                    <a:pt x="7090630" y="146355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33471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8539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228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7214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91999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11858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31717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7232" y="5925448"/>
              <a:ext cx="302026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(%), BSA-indexed (per 1.73 m²)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909935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338245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1.23 (1.14-1.32), p_Bonf = &lt;0.001 (n = 6)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2020007"/>
              <a:ext cx="324639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 IQR decline (Δ = 29.3): 1.82 (1.46-2.26)  |  IQR: [-14.6, 14.7]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17517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2026-10-08T16:28:05Z</dcterms:modified>
  <cp:category/>
</cp:coreProperties>
</file>