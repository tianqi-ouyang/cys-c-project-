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233384"/>
            </a:xfrm>
            <a:custGeom>
              <a:avLst/>
              <a:pathLst>
                <a:path w="7090630" h="3233384">
                  <a:moveTo>
                    <a:pt x="485878" y="0"/>
                  </a:moveTo>
                  <a:lnTo>
                    <a:pt x="498838" y="21412"/>
                  </a:lnTo>
                  <a:lnTo>
                    <a:pt x="534469" y="79268"/>
                  </a:lnTo>
                  <a:lnTo>
                    <a:pt x="570100" y="136123"/>
                  </a:lnTo>
                  <a:lnTo>
                    <a:pt x="605732" y="191994"/>
                  </a:lnTo>
                  <a:lnTo>
                    <a:pt x="641363" y="246899"/>
                  </a:lnTo>
                  <a:lnTo>
                    <a:pt x="676994" y="300854"/>
                  </a:lnTo>
                  <a:lnTo>
                    <a:pt x="712626" y="353875"/>
                  </a:lnTo>
                  <a:lnTo>
                    <a:pt x="748257" y="405980"/>
                  </a:lnTo>
                  <a:lnTo>
                    <a:pt x="783888" y="457183"/>
                  </a:lnTo>
                  <a:lnTo>
                    <a:pt x="819520" y="507500"/>
                  </a:lnTo>
                  <a:lnTo>
                    <a:pt x="855151" y="556947"/>
                  </a:lnTo>
                  <a:lnTo>
                    <a:pt x="890782" y="605539"/>
                  </a:lnTo>
                  <a:lnTo>
                    <a:pt x="926413" y="653290"/>
                  </a:lnTo>
                  <a:lnTo>
                    <a:pt x="962045" y="700215"/>
                  </a:lnTo>
                  <a:lnTo>
                    <a:pt x="997676" y="746328"/>
                  </a:lnTo>
                  <a:lnTo>
                    <a:pt x="1033307" y="791643"/>
                  </a:lnTo>
                  <a:lnTo>
                    <a:pt x="1068939" y="836175"/>
                  </a:lnTo>
                  <a:lnTo>
                    <a:pt x="1104570" y="879936"/>
                  </a:lnTo>
                  <a:lnTo>
                    <a:pt x="1140201" y="922940"/>
                  </a:lnTo>
                  <a:lnTo>
                    <a:pt x="1175833" y="965201"/>
                  </a:lnTo>
                  <a:lnTo>
                    <a:pt x="1211464" y="1006730"/>
                  </a:lnTo>
                  <a:lnTo>
                    <a:pt x="1247095" y="1047541"/>
                  </a:lnTo>
                  <a:lnTo>
                    <a:pt x="1282727" y="1087646"/>
                  </a:lnTo>
                  <a:lnTo>
                    <a:pt x="1318358" y="1127057"/>
                  </a:lnTo>
                  <a:lnTo>
                    <a:pt x="1353989" y="1165786"/>
                  </a:lnTo>
                  <a:lnTo>
                    <a:pt x="1389620" y="1203846"/>
                  </a:lnTo>
                  <a:lnTo>
                    <a:pt x="1425252" y="1241247"/>
                  </a:lnTo>
                  <a:lnTo>
                    <a:pt x="1460883" y="1278001"/>
                  </a:lnTo>
                  <a:lnTo>
                    <a:pt x="1496514" y="1314119"/>
                  </a:lnTo>
                  <a:lnTo>
                    <a:pt x="1532146" y="1349612"/>
                  </a:lnTo>
                  <a:lnTo>
                    <a:pt x="1567777" y="1384492"/>
                  </a:lnTo>
                  <a:lnTo>
                    <a:pt x="1603408" y="1418768"/>
                  </a:lnTo>
                  <a:lnTo>
                    <a:pt x="1639040" y="1452451"/>
                  </a:lnTo>
                  <a:lnTo>
                    <a:pt x="1674671" y="1485551"/>
                  </a:lnTo>
                  <a:lnTo>
                    <a:pt x="1710302" y="1518079"/>
                  </a:lnTo>
                  <a:lnTo>
                    <a:pt x="1745934" y="1550044"/>
                  </a:lnTo>
                  <a:lnTo>
                    <a:pt x="1781565" y="1581457"/>
                  </a:lnTo>
                  <a:lnTo>
                    <a:pt x="1817196" y="1612326"/>
                  </a:lnTo>
                  <a:lnTo>
                    <a:pt x="1852827" y="1642660"/>
                  </a:lnTo>
                  <a:lnTo>
                    <a:pt x="1888459" y="1672470"/>
                  </a:lnTo>
                  <a:lnTo>
                    <a:pt x="1924090" y="1701765"/>
                  </a:lnTo>
                  <a:lnTo>
                    <a:pt x="1959721" y="1730553"/>
                  </a:lnTo>
                  <a:lnTo>
                    <a:pt x="1995353" y="1758842"/>
                  </a:lnTo>
                  <a:lnTo>
                    <a:pt x="2030984" y="1786642"/>
                  </a:lnTo>
                  <a:lnTo>
                    <a:pt x="2066615" y="1813962"/>
                  </a:lnTo>
                  <a:lnTo>
                    <a:pt x="2102247" y="1840809"/>
                  </a:lnTo>
                  <a:lnTo>
                    <a:pt x="2137878" y="1867191"/>
                  </a:lnTo>
                  <a:lnTo>
                    <a:pt x="2173509" y="1893117"/>
                  </a:lnTo>
                  <a:lnTo>
                    <a:pt x="2209141" y="1918594"/>
                  </a:lnTo>
                  <a:lnTo>
                    <a:pt x="2244772" y="1943631"/>
                  </a:lnTo>
                  <a:lnTo>
                    <a:pt x="2280403" y="1968235"/>
                  </a:lnTo>
                  <a:lnTo>
                    <a:pt x="2316034" y="1992413"/>
                  </a:lnTo>
                  <a:lnTo>
                    <a:pt x="2351666" y="2016173"/>
                  </a:lnTo>
                  <a:lnTo>
                    <a:pt x="2387297" y="2039522"/>
                  </a:lnTo>
                  <a:lnTo>
                    <a:pt x="2422928" y="2062466"/>
                  </a:lnTo>
                  <a:lnTo>
                    <a:pt x="2458560" y="2085014"/>
                  </a:lnTo>
                  <a:lnTo>
                    <a:pt x="2494191" y="2107172"/>
                  </a:lnTo>
                  <a:lnTo>
                    <a:pt x="2529822" y="2128947"/>
                  </a:lnTo>
                  <a:lnTo>
                    <a:pt x="2565454" y="2150345"/>
                  </a:lnTo>
                  <a:lnTo>
                    <a:pt x="2601085" y="2171373"/>
                  </a:lnTo>
                  <a:lnTo>
                    <a:pt x="2636716" y="2192037"/>
                  </a:lnTo>
                  <a:lnTo>
                    <a:pt x="2672348" y="2212343"/>
                  </a:lnTo>
                  <a:lnTo>
                    <a:pt x="2707979" y="2232299"/>
                  </a:lnTo>
                  <a:lnTo>
                    <a:pt x="2743610" y="2251909"/>
                  </a:lnTo>
                  <a:lnTo>
                    <a:pt x="2779241" y="2271180"/>
                  </a:lnTo>
                  <a:lnTo>
                    <a:pt x="2814873" y="2290117"/>
                  </a:lnTo>
                  <a:lnTo>
                    <a:pt x="2850504" y="2308727"/>
                  </a:lnTo>
                  <a:lnTo>
                    <a:pt x="2886135" y="2327015"/>
                  </a:lnTo>
                  <a:lnTo>
                    <a:pt x="2921767" y="2344987"/>
                  </a:lnTo>
                  <a:lnTo>
                    <a:pt x="2957398" y="2362647"/>
                  </a:lnTo>
                  <a:lnTo>
                    <a:pt x="2993029" y="2380003"/>
                  </a:lnTo>
                  <a:lnTo>
                    <a:pt x="3028661" y="2397058"/>
                  </a:lnTo>
                  <a:lnTo>
                    <a:pt x="3064292" y="2413818"/>
                  </a:lnTo>
                  <a:lnTo>
                    <a:pt x="3099923" y="2430288"/>
                  </a:lnTo>
                  <a:lnTo>
                    <a:pt x="3135555" y="2446473"/>
                  </a:lnTo>
                  <a:lnTo>
                    <a:pt x="3171186" y="2462378"/>
                  </a:lnTo>
                  <a:lnTo>
                    <a:pt x="3206817" y="2478008"/>
                  </a:lnTo>
                  <a:lnTo>
                    <a:pt x="3242448" y="2493367"/>
                  </a:lnTo>
                  <a:lnTo>
                    <a:pt x="3278080" y="2508461"/>
                  </a:lnTo>
                  <a:lnTo>
                    <a:pt x="3313711" y="2523294"/>
                  </a:lnTo>
                  <a:lnTo>
                    <a:pt x="3349342" y="2537870"/>
                  </a:lnTo>
                  <a:lnTo>
                    <a:pt x="3384974" y="2552195"/>
                  </a:lnTo>
                  <a:lnTo>
                    <a:pt x="3420605" y="2565060"/>
                  </a:lnTo>
                  <a:lnTo>
                    <a:pt x="3456236" y="2569436"/>
                  </a:lnTo>
                  <a:lnTo>
                    <a:pt x="3491868" y="2573788"/>
                  </a:lnTo>
                  <a:lnTo>
                    <a:pt x="3527499" y="2578116"/>
                  </a:lnTo>
                  <a:lnTo>
                    <a:pt x="3563130" y="2582421"/>
                  </a:lnTo>
                  <a:lnTo>
                    <a:pt x="3598762" y="2586701"/>
                  </a:lnTo>
                  <a:lnTo>
                    <a:pt x="3634393" y="2590959"/>
                  </a:lnTo>
                  <a:lnTo>
                    <a:pt x="3670024" y="2595193"/>
                  </a:lnTo>
                  <a:lnTo>
                    <a:pt x="3705655" y="2599405"/>
                  </a:lnTo>
                  <a:lnTo>
                    <a:pt x="3741287" y="2603593"/>
                  </a:lnTo>
                  <a:lnTo>
                    <a:pt x="3776918" y="2607758"/>
                  </a:lnTo>
                  <a:lnTo>
                    <a:pt x="3812549" y="2611901"/>
                  </a:lnTo>
                  <a:lnTo>
                    <a:pt x="3848181" y="2616020"/>
                  </a:lnTo>
                  <a:lnTo>
                    <a:pt x="3883812" y="2620118"/>
                  </a:lnTo>
                  <a:lnTo>
                    <a:pt x="3919443" y="2624193"/>
                  </a:lnTo>
                  <a:lnTo>
                    <a:pt x="3955075" y="2628246"/>
                  </a:lnTo>
                  <a:lnTo>
                    <a:pt x="3990706" y="2632276"/>
                  </a:lnTo>
                  <a:lnTo>
                    <a:pt x="4026337" y="2636285"/>
                  </a:lnTo>
                  <a:lnTo>
                    <a:pt x="4061968" y="2640271"/>
                  </a:lnTo>
                  <a:lnTo>
                    <a:pt x="4097600" y="2644236"/>
                  </a:lnTo>
                  <a:lnTo>
                    <a:pt x="4133231" y="2648179"/>
                  </a:lnTo>
                  <a:lnTo>
                    <a:pt x="4168862" y="2652101"/>
                  </a:lnTo>
                  <a:lnTo>
                    <a:pt x="4204494" y="2656001"/>
                  </a:lnTo>
                  <a:lnTo>
                    <a:pt x="4240125" y="2659880"/>
                  </a:lnTo>
                  <a:lnTo>
                    <a:pt x="4275756" y="2663738"/>
                  </a:lnTo>
                  <a:lnTo>
                    <a:pt x="4311388" y="2667575"/>
                  </a:lnTo>
                  <a:lnTo>
                    <a:pt x="4347019" y="2671390"/>
                  </a:lnTo>
                  <a:lnTo>
                    <a:pt x="4382650" y="2675185"/>
                  </a:lnTo>
                  <a:lnTo>
                    <a:pt x="4418282" y="2678959"/>
                  </a:lnTo>
                  <a:lnTo>
                    <a:pt x="4453913" y="2682713"/>
                  </a:lnTo>
                  <a:lnTo>
                    <a:pt x="4489544" y="2686446"/>
                  </a:lnTo>
                  <a:lnTo>
                    <a:pt x="4525175" y="2690158"/>
                  </a:lnTo>
                  <a:lnTo>
                    <a:pt x="4560807" y="2693851"/>
                  </a:lnTo>
                  <a:lnTo>
                    <a:pt x="4596438" y="2697523"/>
                  </a:lnTo>
                  <a:lnTo>
                    <a:pt x="4632069" y="2701175"/>
                  </a:lnTo>
                  <a:lnTo>
                    <a:pt x="4667701" y="2704807"/>
                  </a:lnTo>
                  <a:lnTo>
                    <a:pt x="4703332" y="2708419"/>
                  </a:lnTo>
                  <a:lnTo>
                    <a:pt x="4738963" y="2712012"/>
                  </a:lnTo>
                  <a:lnTo>
                    <a:pt x="4774595" y="2715585"/>
                  </a:lnTo>
                  <a:lnTo>
                    <a:pt x="4810226" y="2719138"/>
                  </a:lnTo>
                  <a:lnTo>
                    <a:pt x="4845857" y="2722672"/>
                  </a:lnTo>
                  <a:lnTo>
                    <a:pt x="4881489" y="2726187"/>
                  </a:lnTo>
                  <a:lnTo>
                    <a:pt x="4917120" y="2729682"/>
                  </a:lnTo>
                  <a:lnTo>
                    <a:pt x="4952751" y="2733158"/>
                  </a:lnTo>
                  <a:lnTo>
                    <a:pt x="4988382" y="2736616"/>
                  </a:lnTo>
                  <a:lnTo>
                    <a:pt x="5024014" y="2740054"/>
                  </a:lnTo>
                  <a:lnTo>
                    <a:pt x="5059645" y="2743474"/>
                  </a:lnTo>
                  <a:lnTo>
                    <a:pt x="5095276" y="2746875"/>
                  </a:lnTo>
                  <a:lnTo>
                    <a:pt x="5130908" y="2750257"/>
                  </a:lnTo>
                  <a:lnTo>
                    <a:pt x="5166539" y="2753621"/>
                  </a:lnTo>
                  <a:lnTo>
                    <a:pt x="5202170" y="2756967"/>
                  </a:lnTo>
                  <a:lnTo>
                    <a:pt x="5237802" y="2760294"/>
                  </a:lnTo>
                  <a:lnTo>
                    <a:pt x="5273433" y="2763603"/>
                  </a:lnTo>
                  <a:lnTo>
                    <a:pt x="5309064" y="2766894"/>
                  </a:lnTo>
                  <a:lnTo>
                    <a:pt x="5344696" y="2770167"/>
                  </a:lnTo>
                  <a:lnTo>
                    <a:pt x="5380327" y="2773422"/>
                  </a:lnTo>
                  <a:lnTo>
                    <a:pt x="5415958" y="2776659"/>
                  </a:lnTo>
                  <a:lnTo>
                    <a:pt x="5451589" y="2779879"/>
                  </a:lnTo>
                  <a:lnTo>
                    <a:pt x="5487221" y="2783081"/>
                  </a:lnTo>
                  <a:lnTo>
                    <a:pt x="5522852" y="2786266"/>
                  </a:lnTo>
                  <a:lnTo>
                    <a:pt x="5558483" y="2789433"/>
                  </a:lnTo>
                  <a:lnTo>
                    <a:pt x="5594115" y="2792583"/>
                  </a:lnTo>
                  <a:lnTo>
                    <a:pt x="5629746" y="2795715"/>
                  </a:lnTo>
                  <a:lnTo>
                    <a:pt x="5665377" y="2798831"/>
                  </a:lnTo>
                  <a:lnTo>
                    <a:pt x="5701009" y="2801930"/>
                  </a:lnTo>
                  <a:lnTo>
                    <a:pt x="5736640" y="2805011"/>
                  </a:lnTo>
                  <a:lnTo>
                    <a:pt x="5772271" y="2808076"/>
                  </a:lnTo>
                  <a:lnTo>
                    <a:pt x="5807903" y="2811124"/>
                  </a:lnTo>
                  <a:lnTo>
                    <a:pt x="5843534" y="2814155"/>
                  </a:lnTo>
                  <a:lnTo>
                    <a:pt x="5879165" y="2817170"/>
                  </a:lnTo>
                  <a:lnTo>
                    <a:pt x="5914796" y="2820168"/>
                  </a:lnTo>
                  <a:lnTo>
                    <a:pt x="5950428" y="2823150"/>
                  </a:lnTo>
                  <a:lnTo>
                    <a:pt x="5986059" y="2826116"/>
                  </a:lnTo>
                  <a:lnTo>
                    <a:pt x="6021690" y="2829065"/>
                  </a:lnTo>
                  <a:lnTo>
                    <a:pt x="6057322" y="2831999"/>
                  </a:lnTo>
                  <a:lnTo>
                    <a:pt x="6092953" y="2834916"/>
                  </a:lnTo>
                  <a:lnTo>
                    <a:pt x="6128584" y="2837817"/>
                  </a:lnTo>
                  <a:lnTo>
                    <a:pt x="6164216" y="2840703"/>
                  </a:lnTo>
                  <a:lnTo>
                    <a:pt x="6199847" y="2843572"/>
                  </a:lnTo>
                  <a:lnTo>
                    <a:pt x="6235478" y="2846426"/>
                  </a:lnTo>
                  <a:lnTo>
                    <a:pt x="6271110" y="2849265"/>
                  </a:lnTo>
                  <a:lnTo>
                    <a:pt x="6306741" y="2852088"/>
                  </a:lnTo>
                  <a:lnTo>
                    <a:pt x="6342372" y="2854895"/>
                  </a:lnTo>
                  <a:lnTo>
                    <a:pt x="6378003" y="2857688"/>
                  </a:lnTo>
                  <a:lnTo>
                    <a:pt x="6413635" y="2860465"/>
                  </a:lnTo>
                  <a:lnTo>
                    <a:pt x="6449266" y="2863226"/>
                  </a:lnTo>
                  <a:lnTo>
                    <a:pt x="6484897" y="2865973"/>
                  </a:lnTo>
                  <a:lnTo>
                    <a:pt x="6520529" y="2868705"/>
                  </a:lnTo>
                  <a:lnTo>
                    <a:pt x="6556160" y="2871421"/>
                  </a:lnTo>
                  <a:lnTo>
                    <a:pt x="6591791" y="2874123"/>
                  </a:lnTo>
                  <a:lnTo>
                    <a:pt x="6627423" y="2876810"/>
                  </a:lnTo>
                  <a:lnTo>
                    <a:pt x="6663054" y="2879483"/>
                  </a:lnTo>
                  <a:lnTo>
                    <a:pt x="6698685" y="2882141"/>
                  </a:lnTo>
                  <a:lnTo>
                    <a:pt x="6734317" y="2884784"/>
                  </a:lnTo>
                  <a:lnTo>
                    <a:pt x="6769948" y="2887413"/>
                  </a:lnTo>
                  <a:lnTo>
                    <a:pt x="6805579" y="2890027"/>
                  </a:lnTo>
                  <a:lnTo>
                    <a:pt x="6841210" y="2892627"/>
                  </a:lnTo>
                  <a:lnTo>
                    <a:pt x="6876842" y="2895214"/>
                  </a:lnTo>
                  <a:lnTo>
                    <a:pt x="6912473" y="2897785"/>
                  </a:lnTo>
                  <a:lnTo>
                    <a:pt x="6948104" y="2900343"/>
                  </a:lnTo>
                  <a:lnTo>
                    <a:pt x="6983736" y="2902887"/>
                  </a:lnTo>
                  <a:lnTo>
                    <a:pt x="7019367" y="2905417"/>
                  </a:lnTo>
                  <a:lnTo>
                    <a:pt x="7054998" y="2907933"/>
                  </a:lnTo>
                  <a:lnTo>
                    <a:pt x="7090630" y="2910436"/>
                  </a:lnTo>
                  <a:lnTo>
                    <a:pt x="7090630" y="3233384"/>
                  </a:lnTo>
                  <a:lnTo>
                    <a:pt x="7054998" y="3231051"/>
                  </a:lnTo>
                  <a:lnTo>
                    <a:pt x="7019367" y="3228677"/>
                  </a:lnTo>
                  <a:lnTo>
                    <a:pt x="6983736" y="3226261"/>
                  </a:lnTo>
                  <a:lnTo>
                    <a:pt x="6948104" y="3223803"/>
                  </a:lnTo>
                  <a:lnTo>
                    <a:pt x="6912473" y="3221301"/>
                  </a:lnTo>
                  <a:lnTo>
                    <a:pt x="6876842" y="3218756"/>
                  </a:lnTo>
                  <a:lnTo>
                    <a:pt x="6841210" y="3216165"/>
                  </a:lnTo>
                  <a:lnTo>
                    <a:pt x="6805579" y="3213529"/>
                  </a:lnTo>
                  <a:lnTo>
                    <a:pt x="6769948" y="3210847"/>
                  </a:lnTo>
                  <a:lnTo>
                    <a:pt x="6734317" y="3208117"/>
                  </a:lnTo>
                  <a:lnTo>
                    <a:pt x="6698685" y="3205339"/>
                  </a:lnTo>
                  <a:lnTo>
                    <a:pt x="6663054" y="3202513"/>
                  </a:lnTo>
                  <a:lnTo>
                    <a:pt x="6627423" y="3199636"/>
                  </a:lnTo>
                  <a:lnTo>
                    <a:pt x="6591791" y="3196709"/>
                  </a:lnTo>
                  <a:lnTo>
                    <a:pt x="6556160" y="3193731"/>
                  </a:lnTo>
                  <a:lnTo>
                    <a:pt x="6520529" y="3190700"/>
                  </a:lnTo>
                  <a:lnTo>
                    <a:pt x="6484897" y="3187615"/>
                  </a:lnTo>
                  <a:lnTo>
                    <a:pt x="6449266" y="3184477"/>
                  </a:lnTo>
                  <a:lnTo>
                    <a:pt x="6413635" y="3181283"/>
                  </a:lnTo>
                  <a:lnTo>
                    <a:pt x="6378003" y="3178033"/>
                  </a:lnTo>
                  <a:lnTo>
                    <a:pt x="6342372" y="3174726"/>
                  </a:lnTo>
                  <a:lnTo>
                    <a:pt x="6306741" y="3171360"/>
                  </a:lnTo>
                  <a:lnTo>
                    <a:pt x="6271110" y="3167935"/>
                  </a:lnTo>
                  <a:lnTo>
                    <a:pt x="6235478" y="3164450"/>
                  </a:lnTo>
                  <a:lnTo>
                    <a:pt x="6199847" y="3160904"/>
                  </a:lnTo>
                  <a:lnTo>
                    <a:pt x="6164216" y="3157295"/>
                  </a:lnTo>
                  <a:lnTo>
                    <a:pt x="6128584" y="3153623"/>
                  </a:lnTo>
                  <a:lnTo>
                    <a:pt x="6092953" y="3149886"/>
                  </a:lnTo>
                  <a:lnTo>
                    <a:pt x="6057322" y="3146083"/>
                  </a:lnTo>
                  <a:lnTo>
                    <a:pt x="6021690" y="3142213"/>
                  </a:lnTo>
                  <a:lnTo>
                    <a:pt x="5986059" y="3138275"/>
                  </a:lnTo>
                  <a:lnTo>
                    <a:pt x="5950428" y="3134268"/>
                  </a:lnTo>
                  <a:lnTo>
                    <a:pt x="5914796" y="3130190"/>
                  </a:lnTo>
                  <a:lnTo>
                    <a:pt x="5879165" y="3126041"/>
                  </a:lnTo>
                  <a:lnTo>
                    <a:pt x="5843534" y="3121818"/>
                  </a:lnTo>
                  <a:lnTo>
                    <a:pt x="5807903" y="3117521"/>
                  </a:lnTo>
                  <a:lnTo>
                    <a:pt x="5772271" y="3113149"/>
                  </a:lnTo>
                  <a:lnTo>
                    <a:pt x="5736640" y="3108699"/>
                  </a:lnTo>
                  <a:lnTo>
                    <a:pt x="5701009" y="3104172"/>
                  </a:lnTo>
                  <a:lnTo>
                    <a:pt x="5665377" y="3099564"/>
                  </a:lnTo>
                  <a:lnTo>
                    <a:pt x="5629746" y="3094876"/>
                  </a:lnTo>
                  <a:lnTo>
                    <a:pt x="5594115" y="3090104"/>
                  </a:lnTo>
                  <a:lnTo>
                    <a:pt x="5558483" y="3085249"/>
                  </a:lnTo>
                  <a:lnTo>
                    <a:pt x="5522852" y="3080309"/>
                  </a:lnTo>
                  <a:lnTo>
                    <a:pt x="5487221" y="3075281"/>
                  </a:lnTo>
                  <a:lnTo>
                    <a:pt x="5451589" y="3070165"/>
                  </a:lnTo>
                  <a:lnTo>
                    <a:pt x="5415958" y="3064959"/>
                  </a:lnTo>
                  <a:lnTo>
                    <a:pt x="5380327" y="3059661"/>
                  </a:lnTo>
                  <a:lnTo>
                    <a:pt x="5344696" y="3054270"/>
                  </a:lnTo>
                  <a:lnTo>
                    <a:pt x="5309064" y="3048784"/>
                  </a:lnTo>
                  <a:lnTo>
                    <a:pt x="5273433" y="3043202"/>
                  </a:lnTo>
                  <a:lnTo>
                    <a:pt x="5237802" y="3037521"/>
                  </a:lnTo>
                  <a:lnTo>
                    <a:pt x="5202170" y="3031740"/>
                  </a:lnTo>
                  <a:lnTo>
                    <a:pt x="5166539" y="3025858"/>
                  </a:lnTo>
                  <a:lnTo>
                    <a:pt x="5130908" y="3019871"/>
                  </a:lnTo>
                  <a:lnTo>
                    <a:pt x="5095276" y="3013780"/>
                  </a:lnTo>
                  <a:lnTo>
                    <a:pt x="5059645" y="3007581"/>
                  </a:lnTo>
                  <a:lnTo>
                    <a:pt x="5024014" y="3001274"/>
                  </a:lnTo>
                  <a:lnTo>
                    <a:pt x="4988382" y="2994855"/>
                  </a:lnTo>
                  <a:lnTo>
                    <a:pt x="4952751" y="2988323"/>
                  </a:lnTo>
                  <a:lnTo>
                    <a:pt x="4917120" y="2981676"/>
                  </a:lnTo>
                  <a:lnTo>
                    <a:pt x="4881489" y="2974912"/>
                  </a:lnTo>
                  <a:lnTo>
                    <a:pt x="4845857" y="2968029"/>
                  </a:lnTo>
                  <a:lnTo>
                    <a:pt x="4810226" y="2961025"/>
                  </a:lnTo>
                  <a:lnTo>
                    <a:pt x="4774595" y="2953898"/>
                  </a:lnTo>
                  <a:lnTo>
                    <a:pt x="4738963" y="2946645"/>
                  </a:lnTo>
                  <a:lnTo>
                    <a:pt x="4703332" y="2939265"/>
                  </a:lnTo>
                  <a:lnTo>
                    <a:pt x="4667701" y="2931754"/>
                  </a:lnTo>
                  <a:lnTo>
                    <a:pt x="4632069" y="2924112"/>
                  </a:lnTo>
                  <a:lnTo>
                    <a:pt x="4596438" y="2916334"/>
                  </a:lnTo>
                  <a:lnTo>
                    <a:pt x="4560807" y="2908420"/>
                  </a:lnTo>
                  <a:lnTo>
                    <a:pt x="4525175" y="2900367"/>
                  </a:lnTo>
                  <a:lnTo>
                    <a:pt x="4489544" y="2892172"/>
                  </a:lnTo>
                  <a:lnTo>
                    <a:pt x="4453913" y="2883833"/>
                  </a:lnTo>
                  <a:lnTo>
                    <a:pt x="4418282" y="2875346"/>
                  </a:lnTo>
                  <a:lnTo>
                    <a:pt x="4382650" y="2866711"/>
                  </a:lnTo>
                  <a:lnTo>
                    <a:pt x="4347019" y="2857923"/>
                  </a:lnTo>
                  <a:lnTo>
                    <a:pt x="4311388" y="2848981"/>
                  </a:lnTo>
                  <a:lnTo>
                    <a:pt x="4275756" y="2839881"/>
                  </a:lnTo>
                  <a:lnTo>
                    <a:pt x="4240125" y="2830621"/>
                  </a:lnTo>
                  <a:lnTo>
                    <a:pt x="4204494" y="2821198"/>
                  </a:lnTo>
                  <a:lnTo>
                    <a:pt x="4168862" y="2811610"/>
                  </a:lnTo>
                  <a:lnTo>
                    <a:pt x="4133231" y="2801852"/>
                  </a:lnTo>
                  <a:lnTo>
                    <a:pt x="4097600" y="2791923"/>
                  </a:lnTo>
                  <a:lnTo>
                    <a:pt x="4061968" y="2781819"/>
                  </a:lnTo>
                  <a:lnTo>
                    <a:pt x="4026337" y="2771537"/>
                  </a:lnTo>
                  <a:lnTo>
                    <a:pt x="3990706" y="2761074"/>
                  </a:lnTo>
                  <a:lnTo>
                    <a:pt x="3955075" y="2750427"/>
                  </a:lnTo>
                  <a:lnTo>
                    <a:pt x="3919443" y="2739592"/>
                  </a:lnTo>
                  <a:lnTo>
                    <a:pt x="3883812" y="2728567"/>
                  </a:lnTo>
                  <a:lnTo>
                    <a:pt x="3848181" y="2717348"/>
                  </a:lnTo>
                  <a:lnTo>
                    <a:pt x="3812549" y="2705931"/>
                  </a:lnTo>
                  <a:lnTo>
                    <a:pt x="3776918" y="2694313"/>
                  </a:lnTo>
                  <a:lnTo>
                    <a:pt x="3741287" y="2682490"/>
                  </a:lnTo>
                  <a:lnTo>
                    <a:pt x="3705655" y="2670460"/>
                  </a:lnTo>
                  <a:lnTo>
                    <a:pt x="3670024" y="2658218"/>
                  </a:lnTo>
                  <a:lnTo>
                    <a:pt x="3634393" y="2645760"/>
                  </a:lnTo>
                  <a:lnTo>
                    <a:pt x="3598762" y="2633083"/>
                  </a:lnTo>
                  <a:lnTo>
                    <a:pt x="3563130" y="2620183"/>
                  </a:lnTo>
                  <a:lnTo>
                    <a:pt x="3527499" y="2607056"/>
                  </a:lnTo>
                  <a:lnTo>
                    <a:pt x="3491868" y="2593697"/>
                  </a:lnTo>
                  <a:lnTo>
                    <a:pt x="3456236" y="2580104"/>
                  </a:lnTo>
                  <a:lnTo>
                    <a:pt x="3420605" y="2566271"/>
                  </a:lnTo>
                  <a:lnTo>
                    <a:pt x="3384974" y="2560660"/>
                  </a:lnTo>
                  <a:lnTo>
                    <a:pt x="3349342" y="2556236"/>
                  </a:lnTo>
                  <a:lnTo>
                    <a:pt x="3313711" y="2551788"/>
                  </a:lnTo>
                  <a:lnTo>
                    <a:pt x="3278080" y="2547315"/>
                  </a:lnTo>
                  <a:lnTo>
                    <a:pt x="3242448" y="2542818"/>
                  </a:lnTo>
                  <a:lnTo>
                    <a:pt x="3206817" y="2538296"/>
                  </a:lnTo>
                  <a:lnTo>
                    <a:pt x="3171186" y="2533749"/>
                  </a:lnTo>
                  <a:lnTo>
                    <a:pt x="3135555" y="2529177"/>
                  </a:lnTo>
                  <a:lnTo>
                    <a:pt x="3099923" y="2524580"/>
                  </a:lnTo>
                  <a:lnTo>
                    <a:pt x="3064292" y="2519958"/>
                  </a:lnTo>
                  <a:lnTo>
                    <a:pt x="3028661" y="2515310"/>
                  </a:lnTo>
                  <a:lnTo>
                    <a:pt x="2993029" y="2510637"/>
                  </a:lnTo>
                  <a:lnTo>
                    <a:pt x="2957398" y="2505938"/>
                  </a:lnTo>
                  <a:lnTo>
                    <a:pt x="2921767" y="2501213"/>
                  </a:lnTo>
                  <a:lnTo>
                    <a:pt x="2886135" y="2496463"/>
                  </a:lnTo>
                  <a:lnTo>
                    <a:pt x="2850504" y="2491686"/>
                  </a:lnTo>
                  <a:lnTo>
                    <a:pt x="2814873" y="2486883"/>
                  </a:lnTo>
                  <a:lnTo>
                    <a:pt x="2779241" y="2482053"/>
                  </a:lnTo>
                  <a:lnTo>
                    <a:pt x="2743610" y="2477198"/>
                  </a:lnTo>
                  <a:lnTo>
                    <a:pt x="2707979" y="2472315"/>
                  </a:lnTo>
                  <a:lnTo>
                    <a:pt x="2672348" y="2467406"/>
                  </a:lnTo>
                  <a:lnTo>
                    <a:pt x="2636716" y="2462469"/>
                  </a:lnTo>
                  <a:lnTo>
                    <a:pt x="2601085" y="2457506"/>
                  </a:lnTo>
                  <a:lnTo>
                    <a:pt x="2565454" y="2452515"/>
                  </a:lnTo>
                  <a:lnTo>
                    <a:pt x="2529822" y="2447497"/>
                  </a:lnTo>
                  <a:lnTo>
                    <a:pt x="2494191" y="2442451"/>
                  </a:lnTo>
                  <a:lnTo>
                    <a:pt x="2458560" y="2437377"/>
                  </a:lnTo>
                  <a:lnTo>
                    <a:pt x="2422928" y="2432276"/>
                  </a:lnTo>
                  <a:lnTo>
                    <a:pt x="2387297" y="2427147"/>
                  </a:lnTo>
                  <a:lnTo>
                    <a:pt x="2351666" y="2421989"/>
                  </a:lnTo>
                  <a:lnTo>
                    <a:pt x="2316034" y="2416803"/>
                  </a:lnTo>
                  <a:lnTo>
                    <a:pt x="2280403" y="2411589"/>
                  </a:lnTo>
                  <a:lnTo>
                    <a:pt x="2244772" y="2406346"/>
                  </a:lnTo>
                  <a:lnTo>
                    <a:pt x="2209141" y="2401074"/>
                  </a:lnTo>
                  <a:lnTo>
                    <a:pt x="2173509" y="2395773"/>
                  </a:lnTo>
                  <a:lnTo>
                    <a:pt x="2137878" y="2390443"/>
                  </a:lnTo>
                  <a:lnTo>
                    <a:pt x="2102247" y="2385084"/>
                  </a:lnTo>
                  <a:lnTo>
                    <a:pt x="2066615" y="2379695"/>
                  </a:lnTo>
                  <a:lnTo>
                    <a:pt x="2030984" y="2374277"/>
                  </a:lnTo>
                  <a:lnTo>
                    <a:pt x="1995353" y="2368829"/>
                  </a:lnTo>
                  <a:lnTo>
                    <a:pt x="1959721" y="2363351"/>
                  </a:lnTo>
                  <a:lnTo>
                    <a:pt x="1924090" y="2357843"/>
                  </a:lnTo>
                  <a:lnTo>
                    <a:pt x="1888459" y="2352305"/>
                  </a:lnTo>
                  <a:lnTo>
                    <a:pt x="1852827" y="2346736"/>
                  </a:lnTo>
                  <a:lnTo>
                    <a:pt x="1817196" y="2341137"/>
                  </a:lnTo>
                  <a:lnTo>
                    <a:pt x="1781565" y="2335507"/>
                  </a:lnTo>
                  <a:lnTo>
                    <a:pt x="1745934" y="2329846"/>
                  </a:lnTo>
                  <a:lnTo>
                    <a:pt x="1710302" y="2324154"/>
                  </a:lnTo>
                  <a:lnTo>
                    <a:pt x="1674671" y="2318430"/>
                  </a:lnTo>
                  <a:lnTo>
                    <a:pt x="1639040" y="2312675"/>
                  </a:lnTo>
                  <a:lnTo>
                    <a:pt x="1603408" y="2306889"/>
                  </a:lnTo>
                  <a:lnTo>
                    <a:pt x="1567777" y="2301071"/>
                  </a:lnTo>
                  <a:lnTo>
                    <a:pt x="1532146" y="2295220"/>
                  </a:lnTo>
                  <a:lnTo>
                    <a:pt x="1496514" y="2289338"/>
                  </a:lnTo>
                  <a:lnTo>
                    <a:pt x="1460883" y="2283423"/>
                  </a:lnTo>
                  <a:lnTo>
                    <a:pt x="1425252" y="2277476"/>
                  </a:lnTo>
                  <a:lnTo>
                    <a:pt x="1389620" y="2271496"/>
                  </a:lnTo>
                  <a:lnTo>
                    <a:pt x="1353989" y="2265484"/>
                  </a:lnTo>
                  <a:lnTo>
                    <a:pt x="1318358" y="2259438"/>
                  </a:lnTo>
                  <a:lnTo>
                    <a:pt x="1282727" y="2253359"/>
                  </a:lnTo>
                  <a:lnTo>
                    <a:pt x="1247095" y="2247247"/>
                  </a:lnTo>
                  <a:lnTo>
                    <a:pt x="1211464" y="2241101"/>
                  </a:lnTo>
                  <a:lnTo>
                    <a:pt x="1175833" y="2234921"/>
                  </a:lnTo>
                  <a:lnTo>
                    <a:pt x="1140201" y="2228707"/>
                  </a:lnTo>
                  <a:lnTo>
                    <a:pt x="1104570" y="2222460"/>
                  </a:lnTo>
                  <a:lnTo>
                    <a:pt x="1068939" y="2216177"/>
                  </a:lnTo>
                  <a:lnTo>
                    <a:pt x="1033307" y="2209861"/>
                  </a:lnTo>
                  <a:lnTo>
                    <a:pt x="997676" y="2203509"/>
                  </a:lnTo>
                  <a:lnTo>
                    <a:pt x="962045" y="2197123"/>
                  </a:lnTo>
                  <a:lnTo>
                    <a:pt x="926413" y="2190702"/>
                  </a:lnTo>
                  <a:lnTo>
                    <a:pt x="890782" y="2184245"/>
                  </a:lnTo>
                  <a:lnTo>
                    <a:pt x="855151" y="2177753"/>
                  </a:lnTo>
                  <a:lnTo>
                    <a:pt x="819520" y="2171226"/>
                  </a:lnTo>
                  <a:lnTo>
                    <a:pt x="783888" y="2164662"/>
                  </a:lnTo>
                  <a:lnTo>
                    <a:pt x="748257" y="2158062"/>
                  </a:lnTo>
                  <a:lnTo>
                    <a:pt x="712626" y="2151426"/>
                  </a:lnTo>
                  <a:lnTo>
                    <a:pt x="676994" y="2144754"/>
                  </a:lnTo>
                  <a:lnTo>
                    <a:pt x="641363" y="2138045"/>
                  </a:lnTo>
                  <a:lnTo>
                    <a:pt x="605732" y="2131299"/>
                  </a:lnTo>
                  <a:lnTo>
                    <a:pt x="570100" y="2124516"/>
                  </a:lnTo>
                  <a:lnTo>
                    <a:pt x="534469" y="2117696"/>
                  </a:lnTo>
                  <a:lnTo>
                    <a:pt x="498838" y="2110838"/>
                  </a:lnTo>
                  <a:lnTo>
                    <a:pt x="463206" y="2103943"/>
                  </a:lnTo>
                  <a:lnTo>
                    <a:pt x="427575" y="2097010"/>
                  </a:lnTo>
                  <a:lnTo>
                    <a:pt x="391944" y="2090038"/>
                  </a:lnTo>
                  <a:lnTo>
                    <a:pt x="356313" y="2083029"/>
                  </a:lnTo>
                  <a:lnTo>
                    <a:pt x="320681" y="2075981"/>
                  </a:lnTo>
                  <a:lnTo>
                    <a:pt x="285050" y="2068894"/>
                  </a:lnTo>
                  <a:lnTo>
                    <a:pt x="249419" y="2061768"/>
                  </a:lnTo>
                  <a:lnTo>
                    <a:pt x="213787" y="2054603"/>
                  </a:lnTo>
                  <a:lnTo>
                    <a:pt x="178156" y="2047399"/>
                  </a:lnTo>
                  <a:lnTo>
                    <a:pt x="142525" y="2040155"/>
                  </a:lnTo>
                  <a:lnTo>
                    <a:pt x="106893" y="2032871"/>
                  </a:lnTo>
                  <a:lnTo>
                    <a:pt x="71262" y="2025548"/>
                  </a:lnTo>
                  <a:lnTo>
                    <a:pt x="35631" y="2018184"/>
                  </a:lnTo>
                  <a:lnTo>
                    <a:pt x="0" y="201077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57928" y="2196947"/>
              <a:ext cx="6604751" cy="2910436"/>
            </a:xfrm>
            <a:custGeom>
              <a:avLst/>
              <a:pathLst>
                <a:path w="6604751" h="2910436">
                  <a:moveTo>
                    <a:pt x="0" y="0"/>
                  </a:moveTo>
                  <a:lnTo>
                    <a:pt x="12959" y="21412"/>
                  </a:lnTo>
                  <a:lnTo>
                    <a:pt x="48590" y="79268"/>
                  </a:lnTo>
                  <a:lnTo>
                    <a:pt x="84221" y="136123"/>
                  </a:lnTo>
                  <a:lnTo>
                    <a:pt x="119853" y="191994"/>
                  </a:lnTo>
                  <a:lnTo>
                    <a:pt x="155484" y="246899"/>
                  </a:lnTo>
                  <a:lnTo>
                    <a:pt x="191115" y="300854"/>
                  </a:lnTo>
                  <a:lnTo>
                    <a:pt x="226747" y="353875"/>
                  </a:lnTo>
                  <a:lnTo>
                    <a:pt x="262378" y="405980"/>
                  </a:lnTo>
                  <a:lnTo>
                    <a:pt x="298009" y="457183"/>
                  </a:lnTo>
                  <a:lnTo>
                    <a:pt x="333641" y="507500"/>
                  </a:lnTo>
                  <a:lnTo>
                    <a:pt x="369272" y="556947"/>
                  </a:lnTo>
                  <a:lnTo>
                    <a:pt x="404903" y="605539"/>
                  </a:lnTo>
                  <a:lnTo>
                    <a:pt x="440535" y="653290"/>
                  </a:lnTo>
                  <a:lnTo>
                    <a:pt x="476166" y="700215"/>
                  </a:lnTo>
                  <a:lnTo>
                    <a:pt x="511797" y="746328"/>
                  </a:lnTo>
                  <a:lnTo>
                    <a:pt x="547428" y="791643"/>
                  </a:lnTo>
                  <a:lnTo>
                    <a:pt x="583060" y="836175"/>
                  </a:lnTo>
                  <a:lnTo>
                    <a:pt x="618691" y="879936"/>
                  </a:lnTo>
                  <a:lnTo>
                    <a:pt x="654322" y="922940"/>
                  </a:lnTo>
                  <a:lnTo>
                    <a:pt x="689954" y="965201"/>
                  </a:lnTo>
                  <a:lnTo>
                    <a:pt x="725585" y="1006730"/>
                  </a:lnTo>
                  <a:lnTo>
                    <a:pt x="761216" y="1047541"/>
                  </a:lnTo>
                  <a:lnTo>
                    <a:pt x="796848" y="1087646"/>
                  </a:lnTo>
                  <a:lnTo>
                    <a:pt x="832479" y="1127057"/>
                  </a:lnTo>
                  <a:lnTo>
                    <a:pt x="868110" y="1165786"/>
                  </a:lnTo>
                  <a:lnTo>
                    <a:pt x="903742" y="1203846"/>
                  </a:lnTo>
                  <a:lnTo>
                    <a:pt x="939373" y="1241247"/>
                  </a:lnTo>
                  <a:lnTo>
                    <a:pt x="975004" y="1278001"/>
                  </a:lnTo>
                  <a:lnTo>
                    <a:pt x="1010635" y="1314119"/>
                  </a:lnTo>
                  <a:lnTo>
                    <a:pt x="1046267" y="1349612"/>
                  </a:lnTo>
                  <a:lnTo>
                    <a:pt x="1081898" y="1384492"/>
                  </a:lnTo>
                  <a:lnTo>
                    <a:pt x="1117529" y="1418768"/>
                  </a:lnTo>
                  <a:lnTo>
                    <a:pt x="1153161" y="1452451"/>
                  </a:lnTo>
                  <a:lnTo>
                    <a:pt x="1188792" y="1485551"/>
                  </a:lnTo>
                  <a:lnTo>
                    <a:pt x="1224423" y="1518079"/>
                  </a:lnTo>
                  <a:lnTo>
                    <a:pt x="1260055" y="1550044"/>
                  </a:lnTo>
                  <a:lnTo>
                    <a:pt x="1295686" y="1581457"/>
                  </a:lnTo>
                  <a:lnTo>
                    <a:pt x="1331317" y="1612326"/>
                  </a:lnTo>
                  <a:lnTo>
                    <a:pt x="1366949" y="1642660"/>
                  </a:lnTo>
                  <a:lnTo>
                    <a:pt x="1402580" y="1672470"/>
                  </a:lnTo>
                  <a:lnTo>
                    <a:pt x="1438211" y="1701765"/>
                  </a:lnTo>
                  <a:lnTo>
                    <a:pt x="1473842" y="1730553"/>
                  </a:lnTo>
                  <a:lnTo>
                    <a:pt x="1509474" y="1758842"/>
                  </a:lnTo>
                  <a:lnTo>
                    <a:pt x="1545105" y="1786642"/>
                  </a:lnTo>
                  <a:lnTo>
                    <a:pt x="1580736" y="1813962"/>
                  </a:lnTo>
                  <a:lnTo>
                    <a:pt x="1616368" y="1840809"/>
                  </a:lnTo>
                  <a:lnTo>
                    <a:pt x="1651999" y="1867191"/>
                  </a:lnTo>
                  <a:lnTo>
                    <a:pt x="1687630" y="1893117"/>
                  </a:lnTo>
                  <a:lnTo>
                    <a:pt x="1723262" y="1918594"/>
                  </a:lnTo>
                  <a:lnTo>
                    <a:pt x="1758893" y="1943631"/>
                  </a:lnTo>
                  <a:lnTo>
                    <a:pt x="1794524" y="1968235"/>
                  </a:lnTo>
                  <a:lnTo>
                    <a:pt x="1830156" y="1992413"/>
                  </a:lnTo>
                  <a:lnTo>
                    <a:pt x="1865787" y="2016173"/>
                  </a:lnTo>
                  <a:lnTo>
                    <a:pt x="1901418" y="2039522"/>
                  </a:lnTo>
                  <a:lnTo>
                    <a:pt x="1937049" y="2062466"/>
                  </a:lnTo>
                  <a:lnTo>
                    <a:pt x="1972681" y="2085014"/>
                  </a:lnTo>
                  <a:lnTo>
                    <a:pt x="2008312" y="2107172"/>
                  </a:lnTo>
                  <a:lnTo>
                    <a:pt x="2043943" y="2128947"/>
                  </a:lnTo>
                  <a:lnTo>
                    <a:pt x="2079575" y="2150345"/>
                  </a:lnTo>
                  <a:lnTo>
                    <a:pt x="2115206" y="2171373"/>
                  </a:lnTo>
                  <a:lnTo>
                    <a:pt x="2150837" y="2192037"/>
                  </a:lnTo>
                  <a:lnTo>
                    <a:pt x="2186469" y="2212343"/>
                  </a:lnTo>
                  <a:lnTo>
                    <a:pt x="2222100" y="2232299"/>
                  </a:lnTo>
                  <a:lnTo>
                    <a:pt x="2257731" y="2251909"/>
                  </a:lnTo>
                  <a:lnTo>
                    <a:pt x="2293363" y="2271180"/>
                  </a:lnTo>
                  <a:lnTo>
                    <a:pt x="2328994" y="2290117"/>
                  </a:lnTo>
                  <a:lnTo>
                    <a:pt x="2364625" y="2308727"/>
                  </a:lnTo>
                  <a:lnTo>
                    <a:pt x="2400256" y="2327015"/>
                  </a:lnTo>
                  <a:lnTo>
                    <a:pt x="2435888" y="2344987"/>
                  </a:lnTo>
                  <a:lnTo>
                    <a:pt x="2471519" y="2362647"/>
                  </a:lnTo>
                  <a:lnTo>
                    <a:pt x="2507150" y="2380003"/>
                  </a:lnTo>
                  <a:lnTo>
                    <a:pt x="2542782" y="2397058"/>
                  </a:lnTo>
                  <a:lnTo>
                    <a:pt x="2578413" y="2413818"/>
                  </a:lnTo>
                  <a:lnTo>
                    <a:pt x="2614044" y="2430288"/>
                  </a:lnTo>
                  <a:lnTo>
                    <a:pt x="2649676" y="2446473"/>
                  </a:lnTo>
                  <a:lnTo>
                    <a:pt x="2685307" y="2462378"/>
                  </a:lnTo>
                  <a:lnTo>
                    <a:pt x="2720938" y="2478008"/>
                  </a:lnTo>
                  <a:lnTo>
                    <a:pt x="2756570" y="2493367"/>
                  </a:lnTo>
                  <a:lnTo>
                    <a:pt x="2792201" y="2508461"/>
                  </a:lnTo>
                  <a:lnTo>
                    <a:pt x="2827832" y="2523294"/>
                  </a:lnTo>
                  <a:lnTo>
                    <a:pt x="2863463" y="2537870"/>
                  </a:lnTo>
                  <a:lnTo>
                    <a:pt x="2899095" y="2552195"/>
                  </a:lnTo>
                  <a:lnTo>
                    <a:pt x="2934726" y="2565060"/>
                  </a:lnTo>
                  <a:lnTo>
                    <a:pt x="2970357" y="2569436"/>
                  </a:lnTo>
                  <a:lnTo>
                    <a:pt x="3005989" y="2573788"/>
                  </a:lnTo>
                  <a:lnTo>
                    <a:pt x="3041620" y="2578116"/>
                  </a:lnTo>
                  <a:lnTo>
                    <a:pt x="3077251" y="2582421"/>
                  </a:lnTo>
                  <a:lnTo>
                    <a:pt x="3112883" y="2586701"/>
                  </a:lnTo>
                  <a:lnTo>
                    <a:pt x="3148514" y="2590959"/>
                  </a:lnTo>
                  <a:lnTo>
                    <a:pt x="3184145" y="2595193"/>
                  </a:lnTo>
                  <a:lnTo>
                    <a:pt x="3219777" y="2599405"/>
                  </a:lnTo>
                  <a:lnTo>
                    <a:pt x="3255408" y="2603593"/>
                  </a:lnTo>
                  <a:lnTo>
                    <a:pt x="3291039" y="2607758"/>
                  </a:lnTo>
                  <a:lnTo>
                    <a:pt x="3326670" y="2611901"/>
                  </a:lnTo>
                  <a:lnTo>
                    <a:pt x="3362302" y="2616020"/>
                  </a:lnTo>
                  <a:lnTo>
                    <a:pt x="3397933" y="2620118"/>
                  </a:lnTo>
                  <a:lnTo>
                    <a:pt x="3433564" y="2624193"/>
                  </a:lnTo>
                  <a:lnTo>
                    <a:pt x="3469196" y="2628246"/>
                  </a:lnTo>
                  <a:lnTo>
                    <a:pt x="3504827" y="2632276"/>
                  </a:lnTo>
                  <a:lnTo>
                    <a:pt x="3540458" y="2636285"/>
                  </a:lnTo>
                  <a:lnTo>
                    <a:pt x="3576090" y="2640271"/>
                  </a:lnTo>
                  <a:lnTo>
                    <a:pt x="3611721" y="2644236"/>
                  </a:lnTo>
                  <a:lnTo>
                    <a:pt x="3647352" y="2648179"/>
                  </a:lnTo>
                  <a:lnTo>
                    <a:pt x="3682984" y="2652101"/>
                  </a:lnTo>
                  <a:lnTo>
                    <a:pt x="3718615" y="2656001"/>
                  </a:lnTo>
                  <a:lnTo>
                    <a:pt x="3754246" y="2659880"/>
                  </a:lnTo>
                  <a:lnTo>
                    <a:pt x="3789877" y="2663738"/>
                  </a:lnTo>
                  <a:lnTo>
                    <a:pt x="3825509" y="2667575"/>
                  </a:lnTo>
                  <a:lnTo>
                    <a:pt x="3861140" y="2671390"/>
                  </a:lnTo>
                  <a:lnTo>
                    <a:pt x="3896771" y="2675185"/>
                  </a:lnTo>
                  <a:lnTo>
                    <a:pt x="3932403" y="2678959"/>
                  </a:lnTo>
                  <a:lnTo>
                    <a:pt x="3968034" y="2682713"/>
                  </a:lnTo>
                  <a:lnTo>
                    <a:pt x="4003665" y="2686446"/>
                  </a:lnTo>
                  <a:lnTo>
                    <a:pt x="4039297" y="2690158"/>
                  </a:lnTo>
                  <a:lnTo>
                    <a:pt x="4074928" y="2693851"/>
                  </a:lnTo>
                  <a:lnTo>
                    <a:pt x="4110559" y="2697523"/>
                  </a:lnTo>
                  <a:lnTo>
                    <a:pt x="4146190" y="2701175"/>
                  </a:lnTo>
                  <a:lnTo>
                    <a:pt x="4181822" y="2704807"/>
                  </a:lnTo>
                  <a:lnTo>
                    <a:pt x="4217453" y="2708419"/>
                  </a:lnTo>
                  <a:lnTo>
                    <a:pt x="4253084" y="2712012"/>
                  </a:lnTo>
                  <a:lnTo>
                    <a:pt x="4288716" y="2715585"/>
                  </a:lnTo>
                  <a:lnTo>
                    <a:pt x="4324347" y="2719138"/>
                  </a:lnTo>
                  <a:lnTo>
                    <a:pt x="4359978" y="2722672"/>
                  </a:lnTo>
                  <a:lnTo>
                    <a:pt x="4395610" y="2726187"/>
                  </a:lnTo>
                  <a:lnTo>
                    <a:pt x="4431241" y="2729682"/>
                  </a:lnTo>
                  <a:lnTo>
                    <a:pt x="4466872" y="2733158"/>
                  </a:lnTo>
                  <a:lnTo>
                    <a:pt x="4502504" y="2736616"/>
                  </a:lnTo>
                  <a:lnTo>
                    <a:pt x="4538135" y="2740054"/>
                  </a:lnTo>
                  <a:lnTo>
                    <a:pt x="4573766" y="2743474"/>
                  </a:lnTo>
                  <a:lnTo>
                    <a:pt x="4609397" y="2746875"/>
                  </a:lnTo>
                  <a:lnTo>
                    <a:pt x="4645029" y="2750257"/>
                  </a:lnTo>
                  <a:lnTo>
                    <a:pt x="4680660" y="2753621"/>
                  </a:lnTo>
                  <a:lnTo>
                    <a:pt x="4716291" y="2756967"/>
                  </a:lnTo>
                  <a:lnTo>
                    <a:pt x="4751923" y="2760294"/>
                  </a:lnTo>
                  <a:lnTo>
                    <a:pt x="4787554" y="2763603"/>
                  </a:lnTo>
                  <a:lnTo>
                    <a:pt x="4823185" y="2766894"/>
                  </a:lnTo>
                  <a:lnTo>
                    <a:pt x="4858817" y="2770167"/>
                  </a:lnTo>
                  <a:lnTo>
                    <a:pt x="4894448" y="2773422"/>
                  </a:lnTo>
                  <a:lnTo>
                    <a:pt x="4930079" y="2776659"/>
                  </a:lnTo>
                  <a:lnTo>
                    <a:pt x="4965711" y="2779879"/>
                  </a:lnTo>
                  <a:lnTo>
                    <a:pt x="5001342" y="2783081"/>
                  </a:lnTo>
                  <a:lnTo>
                    <a:pt x="5036973" y="2786266"/>
                  </a:lnTo>
                  <a:lnTo>
                    <a:pt x="5072604" y="2789433"/>
                  </a:lnTo>
                  <a:lnTo>
                    <a:pt x="5108236" y="2792583"/>
                  </a:lnTo>
                  <a:lnTo>
                    <a:pt x="5143867" y="2795715"/>
                  </a:lnTo>
                  <a:lnTo>
                    <a:pt x="5179498" y="2798831"/>
                  </a:lnTo>
                  <a:lnTo>
                    <a:pt x="5215130" y="2801930"/>
                  </a:lnTo>
                  <a:lnTo>
                    <a:pt x="5250761" y="2805011"/>
                  </a:lnTo>
                  <a:lnTo>
                    <a:pt x="5286392" y="2808076"/>
                  </a:lnTo>
                  <a:lnTo>
                    <a:pt x="5322024" y="2811124"/>
                  </a:lnTo>
                  <a:lnTo>
                    <a:pt x="5357655" y="2814155"/>
                  </a:lnTo>
                  <a:lnTo>
                    <a:pt x="5393286" y="2817170"/>
                  </a:lnTo>
                  <a:lnTo>
                    <a:pt x="5428918" y="2820168"/>
                  </a:lnTo>
                  <a:lnTo>
                    <a:pt x="5464549" y="2823150"/>
                  </a:lnTo>
                  <a:lnTo>
                    <a:pt x="5500180" y="2826116"/>
                  </a:lnTo>
                  <a:lnTo>
                    <a:pt x="5535811" y="2829065"/>
                  </a:lnTo>
                  <a:lnTo>
                    <a:pt x="5571443" y="2831999"/>
                  </a:lnTo>
                  <a:lnTo>
                    <a:pt x="5607074" y="2834916"/>
                  </a:lnTo>
                  <a:lnTo>
                    <a:pt x="5642705" y="2837817"/>
                  </a:lnTo>
                  <a:lnTo>
                    <a:pt x="5678337" y="2840703"/>
                  </a:lnTo>
                  <a:lnTo>
                    <a:pt x="5713968" y="2843572"/>
                  </a:lnTo>
                  <a:lnTo>
                    <a:pt x="5749599" y="2846426"/>
                  </a:lnTo>
                  <a:lnTo>
                    <a:pt x="5785231" y="2849265"/>
                  </a:lnTo>
                  <a:lnTo>
                    <a:pt x="5820862" y="2852088"/>
                  </a:lnTo>
                  <a:lnTo>
                    <a:pt x="5856493" y="2854895"/>
                  </a:lnTo>
                  <a:lnTo>
                    <a:pt x="5892125" y="2857688"/>
                  </a:lnTo>
                  <a:lnTo>
                    <a:pt x="5927756" y="2860465"/>
                  </a:lnTo>
                  <a:lnTo>
                    <a:pt x="5963387" y="2863226"/>
                  </a:lnTo>
                  <a:lnTo>
                    <a:pt x="5999018" y="2865973"/>
                  </a:lnTo>
                  <a:lnTo>
                    <a:pt x="6034650" y="2868705"/>
                  </a:lnTo>
                  <a:lnTo>
                    <a:pt x="6070281" y="2871421"/>
                  </a:lnTo>
                  <a:lnTo>
                    <a:pt x="6105912" y="2874123"/>
                  </a:lnTo>
                  <a:lnTo>
                    <a:pt x="6141544" y="2876810"/>
                  </a:lnTo>
                  <a:lnTo>
                    <a:pt x="6177175" y="2879483"/>
                  </a:lnTo>
                  <a:lnTo>
                    <a:pt x="6212806" y="2882141"/>
                  </a:lnTo>
                  <a:lnTo>
                    <a:pt x="6248438" y="2884784"/>
                  </a:lnTo>
                  <a:lnTo>
                    <a:pt x="6284069" y="2887413"/>
                  </a:lnTo>
                  <a:lnTo>
                    <a:pt x="6319700" y="2890027"/>
                  </a:lnTo>
                  <a:lnTo>
                    <a:pt x="6355332" y="2892627"/>
                  </a:lnTo>
                  <a:lnTo>
                    <a:pt x="6390963" y="2895214"/>
                  </a:lnTo>
                  <a:lnTo>
                    <a:pt x="6426594" y="2897785"/>
                  </a:lnTo>
                  <a:lnTo>
                    <a:pt x="6462225" y="2900343"/>
                  </a:lnTo>
                  <a:lnTo>
                    <a:pt x="6497857" y="2902887"/>
                  </a:lnTo>
                  <a:lnTo>
                    <a:pt x="6533488" y="2905417"/>
                  </a:lnTo>
                  <a:lnTo>
                    <a:pt x="6569119" y="2907933"/>
                  </a:lnTo>
                  <a:lnTo>
                    <a:pt x="6604751" y="29104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07726"/>
              <a:ext cx="7090630" cy="1222604"/>
            </a:xfrm>
            <a:custGeom>
              <a:avLst/>
              <a:pathLst>
                <a:path w="7090630" h="1222604">
                  <a:moveTo>
                    <a:pt x="7090630" y="1222604"/>
                  </a:moveTo>
                  <a:lnTo>
                    <a:pt x="7054998" y="1220271"/>
                  </a:lnTo>
                  <a:lnTo>
                    <a:pt x="7019367" y="1217897"/>
                  </a:lnTo>
                  <a:lnTo>
                    <a:pt x="6983736" y="1215482"/>
                  </a:lnTo>
                  <a:lnTo>
                    <a:pt x="6948104" y="1213023"/>
                  </a:lnTo>
                  <a:lnTo>
                    <a:pt x="6912473" y="1210522"/>
                  </a:lnTo>
                  <a:lnTo>
                    <a:pt x="6876842" y="1207976"/>
                  </a:lnTo>
                  <a:lnTo>
                    <a:pt x="6841210" y="1205386"/>
                  </a:lnTo>
                  <a:lnTo>
                    <a:pt x="6805579" y="1202749"/>
                  </a:lnTo>
                  <a:lnTo>
                    <a:pt x="6769948" y="1200067"/>
                  </a:lnTo>
                  <a:lnTo>
                    <a:pt x="6734317" y="1197337"/>
                  </a:lnTo>
                  <a:lnTo>
                    <a:pt x="6698685" y="1194560"/>
                  </a:lnTo>
                  <a:lnTo>
                    <a:pt x="6663054" y="1191733"/>
                  </a:lnTo>
                  <a:lnTo>
                    <a:pt x="6627423" y="1188857"/>
                  </a:lnTo>
                  <a:lnTo>
                    <a:pt x="6591791" y="1185930"/>
                  </a:lnTo>
                  <a:lnTo>
                    <a:pt x="6556160" y="1182951"/>
                  </a:lnTo>
                  <a:lnTo>
                    <a:pt x="6520529" y="1179920"/>
                  </a:lnTo>
                  <a:lnTo>
                    <a:pt x="6484897" y="1176836"/>
                  </a:lnTo>
                  <a:lnTo>
                    <a:pt x="6449266" y="1173697"/>
                  </a:lnTo>
                  <a:lnTo>
                    <a:pt x="6413635" y="1170503"/>
                  </a:lnTo>
                  <a:lnTo>
                    <a:pt x="6378003" y="1167253"/>
                  </a:lnTo>
                  <a:lnTo>
                    <a:pt x="6342372" y="1163946"/>
                  </a:lnTo>
                  <a:lnTo>
                    <a:pt x="6306741" y="1160580"/>
                  </a:lnTo>
                  <a:lnTo>
                    <a:pt x="6271110" y="1157156"/>
                  </a:lnTo>
                  <a:lnTo>
                    <a:pt x="6235478" y="1153670"/>
                  </a:lnTo>
                  <a:lnTo>
                    <a:pt x="6199847" y="1150124"/>
                  </a:lnTo>
                  <a:lnTo>
                    <a:pt x="6164216" y="1146515"/>
                  </a:lnTo>
                  <a:lnTo>
                    <a:pt x="6128584" y="1142843"/>
                  </a:lnTo>
                  <a:lnTo>
                    <a:pt x="6092953" y="1139106"/>
                  </a:lnTo>
                  <a:lnTo>
                    <a:pt x="6057322" y="1135303"/>
                  </a:lnTo>
                  <a:lnTo>
                    <a:pt x="6021690" y="1131433"/>
                  </a:lnTo>
                  <a:lnTo>
                    <a:pt x="5986059" y="1127495"/>
                  </a:lnTo>
                  <a:lnTo>
                    <a:pt x="5950428" y="1123488"/>
                  </a:lnTo>
                  <a:lnTo>
                    <a:pt x="5914796" y="1119411"/>
                  </a:lnTo>
                  <a:lnTo>
                    <a:pt x="5879165" y="1115261"/>
                  </a:lnTo>
                  <a:lnTo>
                    <a:pt x="5843534" y="1111039"/>
                  </a:lnTo>
                  <a:lnTo>
                    <a:pt x="5807903" y="1106742"/>
                  </a:lnTo>
                  <a:lnTo>
                    <a:pt x="5772271" y="1102369"/>
                  </a:lnTo>
                  <a:lnTo>
                    <a:pt x="5736640" y="1097920"/>
                  </a:lnTo>
                  <a:lnTo>
                    <a:pt x="5701009" y="1093392"/>
                  </a:lnTo>
                  <a:lnTo>
                    <a:pt x="5665377" y="1088784"/>
                  </a:lnTo>
                  <a:lnTo>
                    <a:pt x="5629746" y="1084096"/>
                  </a:lnTo>
                  <a:lnTo>
                    <a:pt x="5594115" y="1079325"/>
                  </a:lnTo>
                  <a:lnTo>
                    <a:pt x="5558483" y="1074470"/>
                  </a:lnTo>
                  <a:lnTo>
                    <a:pt x="5522852" y="1069529"/>
                  </a:lnTo>
                  <a:lnTo>
                    <a:pt x="5487221" y="1064501"/>
                  </a:lnTo>
                  <a:lnTo>
                    <a:pt x="5451589" y="1059385"/>
                  </a:lnTo>
                  <a:lnTo>
                    <a:pt x="5415958" y="1054179"/>
                  </a:lnTo>
                  <a:lnTo>
                    <a:pt x="5380327" y="1048881"/>
                  </a:lnTo>
                  <a:lnTo>
                    <a:pt x="5344696" y="1043490"/>
                  </a:lnTo>
                  <a:lnTo>
                    <a:pt x="5309064" y="1038004"/>
                  </a:lnTo>
                  <a:lnTo>
                    <a:pt x="5273433" y="1032422"/>
                  </a:lnTo>
                  <a:lnTo>
                    <a:pt x="5237802" y="1026741"/>
                  </a:lnTo>
                  <a:lnTo>
                    <a:pt x="5202170" y="1020960"/>
                  </a:lnTo>
                  <a:lnTo>
                    <a:pt x="5166539" y="1015078"/>
                  </a:lnTo>
                  <a:lnTo>
                    <a:pt x="5130908" y="1009092"/>
                  </a:lnTo>
                  <a:lnTo>
                    <a:pt x="5095276" y="1003000"/>
                  </a:lnTo>
                  <a:lnTo>
                    <a:pt x="5059645" y="996802"/>
                  </a:lnTo>
                  <a:lnTo>
                    <a:pt x="5024014" y="990494"/>
                  </a:lnTo>
                  <a:lnTo>
                    <a:pt x="4988382" y="984075"/>
                  </a:lnTo>
                  <a:lnTo>
                    <a:pt x="4952751" y="977543"/>
                  </a:lnTo>
                  <a:lnTo>
                    <a:pt x="4917120" y="970896"/>
                  </a:lnTo>
                  <a:lnTo>
                    <a:pt x="4881489" y="964132"/>
                  </a:lnTo>
                  <a:lnTo>
                    <a:pt x="4845857" y="957250"/>
                  </a:lnTo>
                  <a:lnTo>
                    <a:pt x="4810226" y="950246"/>
                  </a:lnTo>
                  <a:lnTo>
                    <a:pt x="4774595" y="943118"/>
                  </a:lnTo>
                  <a:lnTo>
                    <a:pt x="4738963" y="935865"/>
                  </a:lnTo>
                  <a:lnTo>
                    <a:pt x="4703332" y="928485"/>
                  </a:lnTo>
                  <a:lnTo>
                    <a:pt x="4667701" y="920974"/>
                  </a:lnTo>
                  <a:lnTo>
                    <a:pt x="4632069" y="913332"/>
                  </a:lnTo>
                  <a:lnTo>
                    <a:pt x="4596438" y="905555"/>
                  </a:lnTo>
                  <a:lnTo>
                    <a:pt x="4560807" y="897641"/>
                  </a:lnTo>
                  <a:lnTo>
                    <a:pt x="4525175" y="889587"/>
                  </a:lnTo>
                  <a:lnTo>
                    <a:pt x="4489544" y="881392"/>
                  </a:lnTo>
                  <a:lnTo>
                    <a:pt x="4453913" y="873053"/>
                  </a:lnTo>
                  <a:lnTo>
                    <a:pt x="4418282" y="864567"/>
                  </a:lnTo>
                  <a:lnTo>
                    <a:pt x="4382650" y="855931"/>
                  </a:lnTo>
                  <a:lnTo>
                    <a:pt x="4347019" y="847143"/>
                  </a:lnTo>
                  <a:lnTo>
                    <a:pt x="4311388" y="838201"/>
                  </a:lnTo>
                  <a:lnTo>
                    <a:pt x="4275756" y="829101"/>
                  </a:lnTo>
                  <a:lnTo>
                    <a:pt x="4240125" y="819842"/>
                  </a:lnTo>
                  <a:lnTo>
                    <a:pt x="4204494" y="810419"/>
                  </a:lnTo>
                  <a:lnTo>
                    <a:pt x="4168862" y="800830"/>
                  </a:lnTo>
                  <a:lnTo>
                    <a:pt x="4133231" y="791072"/>
                  </a:lnTo>
                  <a:lnTo>
                    <a:pt x="4097600" y="781143"/>
                  </a:lnTo>
                  <a:lnTo>
                    <a:pt x="4061968" y="771039"/>
                  </a:lnTo>
                  <a:lnTo>
                    <a:pt x="4026337" y="760757"/>
                  </a:lnTo>
                  <a:lnTo>
                    <a:pt x="3990706" y="750294"/>
                  </a:lnTo>
                  <a:lnTo>
                    <a:pt x="3955075" y="739647"/>
                  </a:lnTo>
                  <a:lnTo>
                    <a:pt x="3919443" y="728812"/>
                  </a:lnTo>
                  <a:lnTo>
                    <a:pt x="3883812" y="717787"/>
                  </a:lnTo>
                  <a:lnTo>
                    <a:pt x="3848181" y="706568"/>
                  </a:lnTo>
                  <a:lnTo>
                    <a:pt x="3812549" y="695151"/>
                  </a:lnTo>
                  <a:lnTo>
                    <a:pt x="3776918" y="683533"/>
                  </a:lnTo>
                  <a:lnTo>
                    <a:pt x="3741287" y="671711"/>
                  </a:lnTo>
                  <a:lnTo>
                    <a:pt x="3705655" y="659680"/>
                  </a:lnTo>
                  <a:lnTo>
                    <a:pt x="3670024" y="647438"/>
                  </a:lnTo>
                  <a:lnTo>
                    <a:pt x="3634393" y="634980"/>
                  </a:lnTo>
                  <a:lnTo>
                    <a:pt x="3598762" y="622303"/>
                  </a:lnTo>
                  <a:lnTo>
                    <a:pt x="3563130" y="609403"/>
                  </a:lnTo>
                  <a:lnTo>
                    <a:pt x="3527499" y="596276"/>
                  </a:lnTo>
                  <a:lnTo>
                    <a:pt x="3491868" y="582917"/>
                  </a:lnTo>
                  <a:lnTo>
                    <a:pt x="3456236" y="569324"/>
                  </a:lnTo>
                  <a:lnTo>
                    <a:pt x="3420605" y="555491"/>
                  </a:lnTo>
                  <a:lnTo>
                    <a:pt x="3384974" y="549881"/>
                  </a:lnTo>
                  <a:lnTo>
                    <a:pt x="3349342" y="545457"/>
                  </a:lnTo>
                  <a:lnTo>
                    <a:pt x="3313711" y="541008"/>
                  </a:lnTo>
                  <a:lnTo>
                    <a:pt x="3278080" y="536535"/>
                  </a:lnTo>
                  <a:lnTo>
                    <a:pt x="3242448" y="532038"/>
                  </a:lnTo>
                  <a:lnTo>
                    <a:pt x="3206817" y="527516"/>
                  </a:lnTo>
                  <a:lnTo>
                    <a:pt x="3171186" y="522969"/>
                  </a:lnTo>
                  <a:lnTo>
                    <a:pt x="3135555" y="518397"/>
                  </a:lnTo>
                  <a:lnTo>
                    <a:pt x="3099923" y="513800"/>
                  </a:lnTo>
                  <a:lnTo>
                    <a:pt x="3064292" y="509178"/>
                  </a:lnTo>
                  <a:lnTo>
                    <a:pt x="3028661" y="504530"/>
                  </a:lnTo>
                  <a:lnTo>
                    <a:pt x="2993029" y="499857"/>
                  </a:lnTo>
                  <a:lnTo>
                    <a:pt x="2957398" y="495158"/>
                  </a:lnTo>
                  <a:lnTo>
                    <a:pt x="2921767" y="490433"/>
                  </a:lnTo>
                  <a:lnTo>
                    <a:pt x="2886135" y="485683"/>
                  </a:lnTo>
                  <a:lnTo>
                    <a:pt x="2850504" y="480906"/>
                  </a:lnTo>
                  <a:lnTo>
                    <a:pt x="2814873" y="476103"/>
                  </a:lnTo>
                  <a:lnTo>
                    <a:pt x="2779241" y="471274"/>
                  </a:lnTo>
                  <a:lnTo>
                    <a:pt x="2743610" y="466418"/>
                  </a:lnTo>
                  <a:lnTo>
                    <a:pt x="2707979" y="461535"/>
                  </a:lnTo>
                  <a:lnTo>
                    <a:pt x="2672348" y="456626"/>
                  </a:lnTo>
                  <a:lnTo>
                    <a:pt x="2636716" y="451689"/>
                  </a:lnTo>
                  <a:lnTo>
                    <a:pt x="2601085" y="446726"/>
                  </a:lnTo>
                  <a:lnTo>
                    <a:pt x="2565454" y="441735"/>
                  </a:lnTo>
                  <a:lnTo>
                    <a:pt x="2529822" y="436717"/>
                  </a:lnTo>
                  <a:lnTo>
                    <a:pt x="2494191" y="431671"/>
                  </a:lnTo>
                  <a:lnTo>
                    <a:pt x="2458560" y="426598"/>
                  </a:lnTo>
                  <a:lnTo>
                    <a:pt x="2422928" y="421496"/>
                  </a:lnTo>
                  <a:lnTo>
                    <a:pt x="2387297" y="416367"/>
                  </a:lnTo>
                  <a:lnTo>
                    <a:pt x="2351666" y="411209"/>
                  </a:lnTo>
                  <a:lnTo>
                    <a:pt x="2316034" y="406024"/>
                  </a:lnTo>
                  <a:lnTo>
                    <a:pt x="2280403" y="400809"/>
                  </a:lnTo>
                  <a:lnTo>
                    <a:pt x="2244772" y="395566"/>
                  </a:lnTo>
                  <a:lnTo>
                    <a:pt x="2209141" y="390294"/>
                  </a:lnTo>
                  <a:lnTo>
                    <a:pt x="2173509" y="384994"/>
                  </a:lnTo>
                  <a:lnTo>
                    <a:pt x="2137878" y="379664"/>
                  </a:lnTo>
                  <a:lnTo>
                    <a:pt x="2102247" y="374304"/>
                  </a:lnTo>
                  <a:lnTo>
                    <a:pt x="2066615" y="368916"/>
                  </a:lnTo>
                  <a:lnTo>
                    <a:pt x="2030984" y="363497"/>
                  </a:lnTo>
                  <a:lnTo>
                    <a:pt x="1995353" y="358049"/>
                  </a:lnTo>
                  <a:lnTo>
                    <a:pt x="1959721" y="352571"/>
                  </a:lnTo>
                  <a:lnTo>
                    <a:pt x="1924090" y="347063"/>
                  </a:lnTo>
                  <a:lnTo>
                    <a:pt x="1888459" y="341525"/>
                  </a:lnTo>
                  <a:lnTo>
                    <a:pt x="1852827" y="335956"/>
                  </a:lnTo>
                  <a:lnTo>
                    <a:pt x="1817196" y="330357"/>
                  </a:lnTo>
                  <a:lnTo>
                    <a:pt x="1781565" y="324727"/>
                  </a:lnTo>
                  <a:lnTo>
                    <a:pt x="1745934" y="319066"/>
                  </a:lnTo>
                  <a:lnTo>
                    <a:pt x="1710302" y="313374"/>
                  </a:lnTo>
                  <a:lnTo>
                    <a:pt x="1674671" y="307650"/>
                  </a:lnTo>
                  <a:lnTo>
                    <a:pt x="1639040" y="301896"/>
                  </a:lnTo>
                  <a:lnTo>
                    <a:pt x="1603408" y="296109"/>
                  </a:lnTo>
                  <a:lnTo>
                    <a:pt x="1567777" y="290291"/>
                  </a:lnTo>
                  <a:lnTo>
                    <a:pt x="1532146" y="284441"/>
                  </a:lnTo>
                  <a:lnTo>
                    <a:pt x="1496514" y="278558"/>
                  </a:lnTo>
                  <a:lnTo>
                    <a:pt x="1460883" y="272644"/>
                  </a:lnTo>
                  <a:lnTo>
                    <a:pt x="1425252" y="266696"/>
                  </a:lnTo>
                  <a:lnTo>
                    <a:pt x="1389620" y="260717"/>
                  </a:lnTo>
                  <a:lnTo>
                    <a:pt x="1353989" y="254704"/>
                  </a:lnTo>
                  <a:lnTo>
                    <a:pt x="1318358" y="248658"/>
                  </a:lnTo>
                  <a:lnTo>
                    <a:pt x="1282727" y="242579"/>
                  </a:lnTo>
                  <a:lnTo>
                    <a:pt x="1247095" y="236467"/>
                  </a:lnTo>
                  <a:lnTo>
                    <a:pt x="1211464" y="230321"/>
                  </a:lnTo>
                  <a:lnTo>
                    <a:pt x="1175833" y="224141"/>
                  </a:lnTo>
                  <a:lnTo>
                    <a:pt x="1140201" y="217928"/>
                  </a:lnTo>
                  <a:lnTo>
                    <a:pt x="1104570" y="211680"/>
                  </a:lnTo>
                  <a:lnTo>
                    <a:pt x="1068939" y="205398"/>
                  </a:lnTo>
                  <a:lnTo>
                    <a:pt x="1033307" y="199081"/>
                  </a:lnTo>
                  <a:lnTo>
                    <a:pt x="997676" y="192730"/>
                  </a:lnTo>
                  <a:lnTo>
                    <a:pt x="962045" y="186344"/>
                  </a:lnTo>
                  <a:lnTo>
                    <a:pt x="926413" y="179922"/>
                  </a:lnTo>
                  <a:lnTo>
                    <a:pt x="890782" y="173466"/>
                  </a:lnTo>
                  <a:lnTo>
                    <a:pt x="855151" y="166974"/>
                  </a:lnTo>
                  <a:lnTo>
                    <a:pt x="819520" y="160446"/>
                  </a:lnTo>
                  <a:lnTo>
                    <a:pt x="783888" y="153882"/>
                  </a:lnTo>
                  <a:lnTo>
                    <a:pt x="748257" y="147283"/>
                  </a:lnTo>
                  <a:lnTo>
                    <a:pt x="712626" y="140647"/>
                  </a:lnTo>
                  <a:lnTo>
                    <a:pt x="676994" y="133974"/>
                  </a:lnTo>
                  <a:lnTo>
                    <a:pt x="641363" y="127265"/>
                  </a:lnTo>
                  <a:lnTo>
                    <a:pt x="605732" y="120519"/>
                  </a:lnTo>
                  <a:lnTo>
                    <a:pt x="570100" y="113737"/>
                  </a:lnTo>
                  <a:lnTo>
                    <a:pt x="534469" y="106916"/>
                  </a:lnTo>
                  <a:lnTo>
                    <a:pt x="498838" y="100059"/>
                  </a:lnTo>
                  <a:lnTo>
                    <a:pt x="463206" y="93163"/>
                  </a:lnTo>
                  <a:lnTo>
                    <a:pt x="427575" y="86230"/>
                  </a:lnTo>
                  <a:lnTo>
                    <a:pt x="391944" y="79259"/>
                  </a:lnTo>
                  <a:lnTo>
                    <a:pt x="356313" y="72249"/>
                  </a:lnTo>
                  <a:lnTo>
                    <a:pt x="320681" y="65201"/>
                  </a:lnTo>
                  <a:lnTo>
                    <a:pt x="285050" y="58114"/>
                  </a:lnTo>
                  <a:lnTo>
                    <a:pt x="249419" y="50988"/>
                  </a:lnTo>
                  <a:lnTo>
                    <a:pt x="213787" y="43823"/>
                  </a:lnTo>
                  <a:lnTo>
                    <a:pt x="178156" y="36619"/>
                  </a:lnTo>
                  <a:lnTo>
                    <a:pt x="142525" y="29375"/>
                  </a:lnTo>
                  <a:lnTo>
                    <a:pt x="106893" y="22092"/>
                  </a:lnTo>
                  <a:lnTo>
                    <a:pt x="71262" y="14768"/>
                  </a:lnTo>
                  <a:lnTo>
                    <a:pt x="35631" y="740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157356"/>
              <a:ext cx="7090630" cy="2159813"/>
            </a:xfrm>
            <a:custGeom>
              <a:avLst/>
              <a:pathLst>
                <a:path w="7090630" h="2159813">
                  <a:moveTo>
                    <a:pt x="0" y="0"/>
                  </a:moveTo>
                  <a:lnTo>
                    <a:pt x="35631" y="27420"/>
                  </a:lnTo>
                  <a:lnTo>
                    <a:pt x="71262" y="54528"/>
                  </a:lnTo>
                  <a:lnTo>
                    <a:pt x="106893" y="81327"/>
                  </a:lnTo>
                  <a:lnTo>
                    <a:pt x="142525" y="107820"/>
                  </a:lnTo>
                  <a:lnTo>
                    <a:pt x="178156" y="134012"/>
                  </a:lnTo>
                  <a:lnTo>
                    <a:pt x="213787" y="159904"/>
                  </a:lnTo>
                  <a:lnTo>
                    <a:pt x="249419" y="185502"/>
                  </a:lnTo>
                  <a:lnTo>
                    <a:pt x="285050" y="210808"/>
                  </a:lnTo>
                  <a:lnTo>
                    <a:pt x="320681" y="235826"/>
                  </a:lnTo>
                  <a:lnTo>
                    <a:pt x="356313" y="260558"/>
                  </a:lnTo>
                  <a:lnTo>
                    <a:pt x="391944" y="285008"/>
                  </a:lnTo>
                  <a:lnTo>
                    <a:pt x="427575" y="309180"/>
                  </a:lnTo>
                  <a:lnTo>
                    <a:pt x="463206" y="333076"/>
                  </a:lnTo>
                  <a:lnTo>
                    <a:pt x="498838" y="356700"/>
                  </a:lnTo>
                  <a:lnTo>
                    <a:pt x="534469" y="380054"/>
                  </a:lnTo>
                  <a:lnTo>
                    <a:pt x="570100" y="403142"/>
                  </a:lnTo>
                  <a:lnTo>
                    <a:pt x="605732" y="425967"/>
                  </a:lnTo>
                  <a:lnTo>
                    <a:pt x="641363" y="448532"/>
                  </a:lnTo>
                  <a:lnTo>
                    <a:pt x="676994" y="470840"/>
                  </a:lnTo>
                  <a:lnTo>
                    <a:pt x="712626" y="492893"/>
                  </a:lnTo>
                  <a:lnTo>
                    <a:pt x="748257" y="514695"/>
                  </a:lnTo>
                  <a:lnTo>
                    <a:pt x="783888" y="536248"/>
                  </a:lnTo>
                  <a:lnTo>
                    <a:pt x="819520" y="557556"/>
                  </a:lnTo>
                  <a:lnTo>
                    <a:pt x="855151" y="578621"/>
                  </a:lnTo>
                  <a:lnTo>
                    <a:pt x="890782" y="599446"/>
                  </a:lnTo>
                  <a:lnTo>
                    <a:pt x="926413" y="620033"/>
                  </a:lnTo>
                  <a:lnTo>
                    <a:pt x="962045" y="640386"/>
                  </a:lnTo>
                  <a:lnTo>
                    <a:pt x="997676" y="660506"/>
                  </a:lnTo>
                  <a:lnTo>
                    <a:pt x="1033307" y="680398"/>
                  </a:lnTo>
                  <a:lnTo>
                    <a:pt x="1068939" y="700062"/>
                  </a:lnTo>
                  <a:lnTo>
                    <a:pt x="1104570" y="719503"/>
                  </a:lnTo>
                  <a:lnTo>
                    <a:pt x="1140201" y="738722"/>
                  </a:lnTo>
                  <a:lnTo>
                    <a:pt x="1175833" y="757721"/>
                  </a:lnTo>
                  <a:lnTo>
                    <a:pt x="1211464" y="776504"/>
                  </a:lnTo>
                  <a:lnTo>
                    <a:pt x="1247095" y="795073"/>
                  </a:lnTo>
                  <a:lnTo>
                    <a:pt x="1282727" y="813431"/>
                  </a:lnTo>
                  <a:lnTo>
                    <a:pt x="1318358" y="831579"/>
                  </a:lnTo>
                  <a:lnTo>
                    <a:pt x="1353989" y="849520"/>
                  </a:lnTo>
                  <a:lnTo>
                    <a:pt x="1389620" y="867257"/>
                  </a:lnTo>
                  <a:lnTo>
                    <a:pt x="1425252" y="884792"/>
                  </a:lnTo>
                  <a:lnTo>
                    <a:pt x="1460883" y="902126"/>
                  </a:lnTo>
                  <a:lnTo>
                    <a:pt x="1496514" y="919263"/>
                  </a:lnTo>
                  <a:lnTo>
                    <a:pt x="1532146" y="936205"/>
                  </a:lnTo>
                  <a:lnTo>
                    <a:pt x="1567777" y="952954"/>
                  </a:lnTo>
                  <a:lnTo>
                    <a:pt x="1603408" y="969511"/>
                  </a:lnTo>
                  <a:lnTo>
                    <a:pt x="1639040" y="985880"/>
                  </a:lnTo>
                  <a:lnTo>
                    <a:pt x="1674671" y="1002063"/>
                  </a:lnTo>
                  <a:lnTo>
                    <a:pt x="1710302" y="1018061"/>
                  </a:lnTo>
                  <a:lnTo>
                    <a:pt x="1745934" y="1033876"/>
                  </a:lnTo>
                  <a:lnTo>
                    <a:pt x="1781565" y="1049511"/>
                  </a:lnTo>
                  <a:lnTo>
                    <a:pt x="1817196" y="1064968"/>
                  </a:lnTo>
                  <a:lnTo>
                    <a:pt x="1852827" y="1080249"/>
                  </a:lnTo>
                  <a:lnTo>
                    <a:pt x="1888459" y="1095356"/>
                  </a:lnTo>
                  <a:lnTo>
                    <a:pt x="1924090" y="1110290"/>
                  </a:lnTo>
                  <a:lnTo>
                    <a:pt x="1959721" y="1125055"/>
                  </a:lnTo>
                  <a:lnTo>
                    <a:pt x="1995353" y="1139650"/>
                  </a:lnTo>
                  <a:lnTo>
                    <a:pt x="2030984" y="1154080"/>
                  </a:lnTo>
                  <a:lnTo>
                    <a:pt x="2066615" y="1168345"/>
                  </a:lnTo>
                  <a:lnTo>
                    <a:pt x="2102247" y="1182447"/>
                  </a:lnTo>
                  <a:lnTo>
                    <a:pt x="2137878" y="1196389"/>
                  </a:lnTo>
                  <a:lnTo>
                    <a:pt x="2173509" y="1210172"/>
                  </a:lnTo>
                  <a:lnTo>
                    <a:pt x="2209141" y="1223798"/>
                  </a:lnTo>
                  <a:lnTo>
                    <a:pt x="2244772" y="1237268"/>
                  </a:lnTo>
                  <a:lnTo>
                    <a:pt x="2280403" y="1250585"/>
                  </a:lnTo>
                  <a:lnTo>
                    <a:pt x="2316034" y="1263750"/>
                  </a:lnTo>
                  <a:lnTo>
                    <a:pt x="2351666" y="1276765"/>
                  </a:lnTo>
                  <a:lnTo>
                    <a:pt x="2387297" y="1289631"/>
                  </a:lnTo>
                  <a:lnTo>
                    <a:pt x="2422928" y="1302351"/>
                  </a:lnTo>
                  <a:lnTo>
                    <a:pt x="2458560" y="1314926"/>
                  </a:lnTo>
                  <a:lnTo>
                    <a:pt x="2494191" y="1327357"/>
                  </a:lnTo>
                  <a:lnTo>
                    <a:pt x="2529822" y="1339647"/>
                  </a:lnTo>
                  <a:lnTo>
                    <a:pt x="2565454" y="1351797"/>
                  </a:lnTo>
                  <a:lnTo>
                    <a:pt x="2601085" y="1363808"/>
                  </a:lnTo>
                  <a:lnTo>
                    <a:pt x="2636716" y="1375683"/>
                  </a:lnTo>
                  <a:lnTo>
                    <a:pt x="2672348" y="1387422"/>
                  </a:lnTo>
                  <a:lnTo>
                    <a:pt x="2707979" y="1399027"/>
                  </a:lnTo>
                  <a:lnTo>
                    <a:pt x="2743610" y="1410500"/>
                  </a:lnTo>
                  <a:lnTo>
                    <a:pt x="2779241" y="1421842"/>
                  </a:lnTo>
                  <a:lnTo>
                    <a:pt x="2814873" y="1433055"/>
                  </a:lnTo>
                  <a:lnTo>
                    <a:pt x="2850504" y="1444140"/>
                  </a:lnTo>
                  <a:lnTo>
                    <a:pt x="2886135" y="1455098"/>
                  </a:lnTo>
                  <a:lnTo>
                    <a:pt x="2921767" y="1465932"/>
                  </a:lnTo>
                  <a:lnTo>
                    <a:pt x="2957398" y="1476642"/>
                  </a:lnTo>
                  <a:lnTo>
                    <a:pt x="2993029" y="1487230"/>
                  </a:lnTo>
                  <a:lnTo>
                    <a:pt x="3028661" y="1497698"/>
                  </a:lnTo>
                  <a:lnTo>
                    <a:pt x="3064292" y="1508046"/>
                  </a:lnTo>
                  <a:lnTo>
                    <a:pt x="3099923" y="1518276"/>
                  </a:lnTo>
                  <a:lnTo>
                    <a:pt x="3135555" y="1528390"/>
                  </a:lnTo>
                  <a:lnTo>
                    <a:pt x="3171186" y="1538388"/>
                  </a:lnTo>
                  <a:lnTo>
                    <a:pt x="3206817" y="1548272"/>
                  </a:lnTo>
                  <a:lnTo>
                    <a:pt x="3242448" y="1558044"/>
                  </a:lnTo>
                  <a:lnTo>
                    <a:pt x="3278080" y="1567704"/>
                  </a:lnTo>
                  <a:lnTo>
                    <a:pt x="3313711" y="1577254"/>
                  </a:lnTo>
                  <a:lnTo>
                    <a:pt x="3349342" y="1586695"/>
                  </a:lnTo>
                  <a:lnTo>
                    <a:pt x="3384974" y="1596029"/>
                  </a:lnTo>
                  <a:lnTo>
                    <a:pt x="3420605" y="1605256"/>
                  </a:lnTo>
                  <a:lnTo>
                    <a:pt x="3456236" y="1614378"/>
                  </a:lnTo>
                  <a:lnTo>
                    <a:pt x="3491868" y="1623397"/>
                  </a:lnTo>
                  <a:lnTo>
                    <a:pt x="3527499" y="1632312"/>
                  </a:lnTo>
                  <a:lnTo>
                    <a:pt x="3563130" y="1641125"/>
                  </a:lnTo>
                  <a:lnTo>
                    <a:pt x="3598762" y="1649839"/>
                  </a:lnTo>
                  <a:lnTo>
                    <a:pt x="3634393" y="1658453"/>
                  </a:lnTo>
                  <a:lnTo>
                    <a:pt x="3670024" y="1666968"/>
                  </a:lnTo>
                  <a:lnTo>
                    <a:pt x="3705655" y="1675387"/>
                  </a:lnTo>
                  <a:lnTo>
                    <a:pt x="3741287" y="1683709"/>
                  </a:lnTo>
                  <a:lnTo>
                    <a:pt x="3776918" y="1691937"/>
                  </a:lnTo>
                  <a:lnTo>
                    <a:pt x="3812549" y="1700071"/>
                  </a:lnTo>
                  <a:lnTo>
                    <a:pt x="3848181" y="1708112"/>
                  </a:lnTo>
                  <a:lnTo>
                    <a:pt x="3883812" y="1716062"/>
                  </a:lnTo>
                  <a:lnTo>
                    <a:pt x="3919443" y="1723921"/>
                  </a:lnTo>
                  <a:lnTo>
                    <a:pt x="3955075" y="1731690"/>
                  </a:lnTo>
                  <a:lnTo>
                    <a:pt x="3990706" y="1739371"/>
                  </a:lnTo>
                  <a:lnTo>
                    <a:pt x="4026337" y="1746965"/>
                  </a:lnTo>
                  <a:lnTo>
                    <a:pt x="4061968" y="1754471"/>
                  </a:lnTo>
                  <a:lnTo>
                    <a:pt x="4097600" y="1761892"/>
                  </a:lnTo>
                  <a:lnTo>
                    <a:pt x="4133231" y="1769229"/>
                  </a:lnTo>
                  <a:lnTo>
                    <a:pt x="4168862" y="1776482"/>
                  </a:lnTo>
                  <a:lnTo>
                    <a:pt x="4204494" y="1783652"/>
                  </a:lnTo>
                  <a:lnTo>
                    <a:pt x="4240125" y="1790741"/>
                  </a:lnTo>
                  <a:lnTo>
                    <a:pt x="4275756" y="1797748"/>
                  </a:lnTo>
                  <a:lnTo>
                    <a:pt x="4311388" y="1804676"/>
                  </a:lnTo>
                  <a:lnTo>
                    <a:pt x="4347019" y="1811525"/>
                  </a:lnTo>
                  <a:lnTo>
                    <a:pt x="4382650" y="1818296"/>
                  </a:lnTo>
                  <a:lnTo>
                    <a:pt x="4418282" y="1824990"/>
                  </a:lnTo>
                  <a:lnTo>
                    <a:pt x="4453913" y="1831607"/>
                  </a:lnTo>
                  <a:lnTo>
                    <a:pt x="4489544" y="1838149"/>
                  </a:lnTo>
                  <a:lnTo>
                    <a:pt x="4525175" y="1844616"/>
                  </a:lnTo>
                  <a:lnTo>
                    <a:pt x="4560807" y="1851010"/>
                  </a:lnTo>
                  <a:lnTo>
                    <a:pt x="4596438" y="1857330"/>
                  </a:lnTo>
                  <a:lnTo>
                    <a:pt x="4632069" y="1863579"/>
                  </a:lnTo>
                  <a:lnTo>
                    <a:pt x="4667701" y="1869756"/>
                  </a:lnTo>
                  <a:lnTo>
                    <a:pt x="4703332" y="1875863"/>
                  </a:lnTo>
                  <a:lnTo>
                    <a:pt x="4738963" y="1881901"/>
                  </a:lnTo>
                  <a:lnTo>
                    <a:pt x="4774595" y="1887869"/>
                  </a:lnTo>
                  <a:lnTo>
                    <a:pt x="4810226" y="1893770"/>
                  </a:lnTo>
                  <a:lnTo>
                    <a:pt x="4845857" y="1899603"/>
                  </a:lnTo>
                  <a:lnTo>
                    <a:pt x="4881489" y="1905370"/>
                  </a:lnTo>
                  <a:lnTo>
                    <a:pt x="4917120" y="1911071"/>
                  </a:lnTo>
                  <a:lnTo>
                    <a:pt x="4952751" y="1916707"/>
                  </a:lnTo>
                  <a:lnTo>
                    <a:pt x="4988382" y="1922279"/>
                  </a:lnTo>
                  <a:lnTo>
                    <a:pt x="5024014" y="1927787"/>
                  </a:lnTo>
                  <a:lnTo>
                    <a:pt x="5059645" y="1933233"/>
                  </a:lnTo>
                  <a:lnTo>
                    <a:pt x="5095276" y="1938616"/>
                  </a:lnTo>
                  <a:lnTo>
                    <a:pt x="5130908" y="1943938"/>
                  </a:lnTo>
                  <a:lnTo>
                    <a:pt x="5166539" y="1949200"/>
                  </a:lnTo>
                  <a:lnTo>
                    <a:pt x="5202170" y="1954401"/>
                  </a:lnTo>
                  <a:lnTo>
                    <a:pt x="5237802" y="1959543"/>
                  </a:lnTo>
                  <a:lnTo>
                    <a:pt x="5273433" y="1964627"/>
                  </a:lnTo>
                  <a:lnTo>
                    <a:pt x="5309064" y="1969652"/>
                  </a:lnTo>
                  <a:lnTo>
                    <a:pt x="5344696" y="1974621"/>
                  </a:lnTo>
                  <a:lnTo>
                    <a:pt x="5380327" y="1979532"/>
                  </a:lnTo>
                  <a:lnTo>
                    <a:pt x="5415958" y="1984388"/>
                  </a:lnTo>
                  <a:lnTo>
                    <a:pt x="5451589" y="1989188"/>
                  </a:lnTo>
                  <a:lnTo>
                    <a:pt x="5487221" y="1993934"/>
                  </a:lnTo>
                  <a:lnTo>
                    <a:pt x="5522852" y="1998626"/>
                  </a:lnTo>
                  <a:lnTo>
                    <a:pt x="5558483" y="2003264"/>
                  </a:lnTo>
                  <a:lnTo>
                    <a:pt x="5594115" y="2007849"/>
                  </a:lnTo>
                  <a:lnTo>
                    <a:pt x="5629746" y="2012382"/>
                  </a:lnTo>
                  <a:lnTo>
                    <a:pt x="5665377" y="2016863"/>
                  </a:lnTo>
                  <a:lnTo>
                    <a:pt x="5701009" y="2021293"/>
                  </a:lnTo>
                  <a:lnTo>
                    <a:pt x="5736640" y="2025673"/>
                  </a:lnTo>
                  <a:lnTo>
                    <a:pt x="5772271" y="2030002"/>
                  </a:lnTo>
                  <a:lnTo>
                    <a:pt x="5807903" y="2034283"/>
                  </a:lnTo>
                  <a:lnTo>
                    <a:pt x="5843534" y="2038514"/>
                  </a:lnTo>
                  <a:lnTo>
                    <a:pt x="5879165" y="2042698"/>
                  </a:lnTo>
                  <a:lnTo>
                    <a:pt x="5914796" y="2046833"/>
                  </a:lnTo>
                  <a:lnTo>
                    <a:pt x="5950428" y="2050922"/>
                  </a:lnTo>
                  <a:lnTo>
                    <a:pt x="5986059" y="2054964"/>
                  </a:lnTo>
                  <a:lnTo>
                    <a:pt x="6021690" y="2058959"/>
                  </a:lnTo>
                  <a:lnTo>
                    <a:pt x="6057322" y="2062910"/>
                  </a:lnTo>
                  <a:lnTo>
                    <a:pt x="6092953" y="2066815"/>
                  </a:lnTo>
                  <a:lnTo>
                    <a:pt x="6128584" y="2070676"/>
                  </a:lnTo>
                  <a:lnTo>
                    <a:pt x="6164216" y="2074492"/>
                  </a:lnTo>
                  <a:lnTo>
                    <a:pt x="6199847" y="2078266"/>
                  </a:lnTo>
                  <a:lnTo>
                    <a:pt x="6235478" y="2081996"/>
                  </a:lnTo>
                  <a:lnTo>
                    <a:pt x="6271110" y="2085684"/>
                  </a:lnTo>
                  <a:lnTo>
                    <a:pt x="6306741" y="2089329"/>
                  </a:lnTo>
                  <a:lnTo>
                    <a:pt x="6342372" y="2092933"/>
                  </a:lnTo>
                  <a:lnTo>
                    <a:pt x="6378003" y="2096496"/>
                  </a:lnTo>
                  <a:lnTo>
                    <a:pt x="6413635" y="2100019"/>
                  </a:lnTo>
                  <a:lnTo>
                    <a:pt x="6449266" y="2103501"/>
                  </a:lnTo>
                  <a:lnTo>
                    <a:pt x="6484897" y="2106944"/>
                  </a:lnTo>
                  <a:lnTo>
                    <a:pt x="6520529" y="2110347"/>
                  </a:lnTo>
                  <a:lnTo>
                    <a:pt x="6556160" y="2113711"/>
                  </a:lnTo>
                  <a:lnTo>
                    <a:pt x="6591791" y="2117038"/>
                  </a:lnTo>
                  <a:lnTo>
                    <a:pt x="6627423" y="2120326"/>
                  </a:lnTo>
                  <a:lnTo>
                    <a:pt x="6663054" y="2123577"/>
                  </a:lnTo>
                  <a:lnTo>
                    <a:pt x="6698685" y="2126790"/>
                  </a:lnTo>
                  <a:lnTo>
                    <a:pt x="6734317" y="2129967"/>
                  </a:lnTo>
                  <a:lnTo>
                    <a:pt x="6769948" y="2133108"/>
                  </a:lnTo>
                  <a:lnTo>
                    <a:pt x="6805579" y="2136213"/>
                  </a:lnTo>
                  <a:lnTo>
                    <a:pt x="6841210" y="2139283"/>
                  </a:lnTo>
                  <a:lnTo>
                    <a:pt x="6876842" y="2142318"/>
                  </a:lnTo>
                  <a:lnTo>
                    <a:pt x="6912473" y="2145318"/>
                  </a:lnTo>
                  <a:lnTo>
                    <a:pt x="6948104" y="2148283"/>
                  </a:lnTo>
                  <a:lnTo>
                    <a:pt x="6983736" y="2151216"/>
                  </a:lnTo>
                  <a:lnTo>
                    <a:pt x="7019367" y="2154114"/>
                  </a:lnTo>
                  <a:lnTo>
                    <a:pt x="7054998" y="2156980"/>
                  </a:lnTo>
                  <a:lnTo>
                    <a:pt x="7090630" y="21598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1570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(1.14-1.52), p_Bonf = 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2.25 (1.47-3.43)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2026-10-08T16:28:06Z</dcterms:modified>
  <cp:category/>
</cp:coreProperties>
</file>