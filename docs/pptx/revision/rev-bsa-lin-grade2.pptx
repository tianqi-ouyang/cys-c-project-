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685357"/>
              <a:ext cx="7090630" cy="2674878"/>
            </a:xfrm>
            <a:custGeom>
              <a:avLst/>
              <a:pathLst>
                <a:path w="7090630" h="2674878">
                  <a:moveTo>
                    <a:pt x="0" y="0"/>
                  </a:moveTo>
                  <a:lnTo>
                    <a:pt x="35631" y="38111"/>
                  </a:lnTo>
                  <a:lnTo>
                    <a:pt x="71262" y="75718"/>
                  </a:lnTo>
                  <a:lnTo>
                    <a:pt x="106893" y="112827"/>
                  </a:lnTo>
                  <a:lnTo>
                    <a:pt x="142525" y="149445"/>
                  </a:lnTo>
                  <a:lnTo>
                    <a:pt x="178156" y="185577"/>
                  </a:lnTo>
                  <a:lnTo>
                    <a:pt x="213787" y="221231"/>
                  </a:lnTo>
                  <a:lnTo>
                    <a:pt x="249419" y="256413"/>
                  </a:lnTo>
                  <a:lnTo>
                    <a:pt x="285050" y="291129"/>
                  </a:lnTo>
                  <a:lnTo>
                    <a:pt x="320681" y="325385"/>
                  </a:lnTo>
                  <a:lnTo>
                    <a:pt x="356313" y="359187"/>
                  </a:lnTo>
                  <a:lnTo>
                    <a:pt x="391944" y="392542"/>
                  </a:lnTo>
                  <a:lnTo>
                    <a:pt x="427575" y="425454"/>
                  </a:lnTo>
                  <a:lnTo>
                    <a:pt x="463206" y="457931"/>
                  </a:lnTo>
                  <a:lnTo>
                    <a:pt x="498838" y="489978"/>
                  </a:lnTo>
                  <a:lnTo>
                    <a:pt x="534469" y="521600"/>
                  </a:lnTo>
                  <a:lnTo>
                    <a:pt x="570100" y="552803"/>
                  </a:lnTo>
                  <a:lnTo>
                    <a:pt x="605732" y="583594"/>
                  </a:lnTo>
                  <a:lnTo>
                    <a:pt x="641363" y="613976"/>
                  </a:lnTo>
                  <a:lnTo>
                    <a:pt x="676994" y="643956"/>
                  </a:lnTo>
                  <a:lnTo>
                    <a:pt x="712626" y="673539"/>
                  </a:lnTo>
                  <a:lnTo>
                    <a:pt x="748257" y="702730"/>
                  </a:lnTo>
                  <a:lnTo>
                    <a:pt x="783888" y="731534"/>
                  </a:lnTo>
                  <a:lnTo>
                    <a:pt x="819520" y="759957"/>
                  </a:lnTo>
                  <a:lnTo>
                    <a:pt x="855151" y="788003"/>
                  </a:lnTo>
                  <a:lnTo>
                    <a:pt x="890782" y="815678"/>
                  </a:lnTo>
                  <a:lnTo>
                    <a:pt x="926413" y="842987"/>
                  </a:lnTo>
                  <a:lnTo>
                    <a:pt x="962045" y="869933"/>
                  </a:lnTo>
                  <a:lnTo>
                    <a:pt x="997676" y="896523"/>
                  </a:lnTo>
                  <a:lnTo>
                    <a:pt x="1033307" y="922761"/>
                  </a:lnTo>
                  <a:lnTo>
                    <a:pt x="1068939" y="948651"/>
                  </a:lnTo>
                  <a:lnTo>
                    <a:pt x="1104570" y="974198"/>
                  </a:lnTo>
                  <a:lnTo>
                    <a:pt x="1140201" y="999407"/>
                  </a:lnTo>
                  <a:lnTo>
                    <a:pt x="1175833" y="1024282"/>
                  </a:lnTo>
                  <a:lnTo>
                    <a:pt x="1211464" y="1048827"/>
                  </a:lnTo>
                  <a:lnTo>
                    <a:pt x="1247095" y="1073048"/>
                  </a:lnTo>
                  <a:lnTo>
                    <a:pt x="1282727" y="1096947"/>
                  </a:lnTo>
                  <a:lnTo>
                    <a:pt x="1318358" y="1120530"/>
                  </a:lnTo>
                  <a:lnTo>
                    <a:pt x="1353989" y="1143801"/>
                  </a:lnTo>
                  <a:lnTo>
                    <a:pt x="1389620" y="1166764"/>
                  </a:lnTo>
                  <a:lnTo>
                    <a:pt x="1425252" y="1189422"/>
                  </a:lnTo>
                  <a:lnTo>
                    <a:pt x="1460883" y="1211780"/>
                  </a:lnTo>
                  <a:lnTo>
                    <a:pt x="1496514" y="1233842"/>
                  </a:lnTo>
                  <a:lnTo>
                    <a:pt x="1532146" y="1255612"/>
                  </a:lnTo>
                  <a:lnTo>
                    <a:pt x="1567777" y="1277094"/>
                  </a:lnTo>
                  <a:lnTo>
                    <a:pt x="1603408" y="1298291"/>
                  </a:lnTo>
                  <a:lnTo>
                    <a:pt x="1639040" y="1319207"/>
                  </a:lnTo>
                  <a:lnTo>
                    <a:pt x="1674671" y="1339846"/>
                  </a:lnTo>
                  <a:lnTo>
                    <a:pt x="1710302" y="1360212"/>
                  </a:lnTo>
                  <a:lnTo>
                    <a:pt x="1745934" y="1380309"/>
                  </a:lnTo>
                  <a:lnTo>
                    <a:pt x="1781565" y="1400139"/>
                  </a:lnTo>
                  <a:lnTo>
                    <a:pt x="1817196" y="1419706"/>
                  </a:lnTo>
                  <a:lnTo>
                    <a:pt x="1852827" y="1439014"/>
                  </a:lnTo>
                  <a:lnTo>
                    <a:pt x="1888459" y="1458067"/>
                  </a:lnTo>
                  <a:lnTo>
                    <a:pt x="1924090" y="1476867"/>
                  </a:lnTo>
                  <a:lnTo>
                    <a:pt x="1959721" y="1495418"/>
                  </a:lnTo>
                  <a:lnTo>
                    <a:pt x="1995353" y="1513723"/>
                  </a:lnTo>
                  <a:lnTo>
                    <a:pt x="2030984" y="1531786"/>
                  </a:lnTo>
                  <a:lnTo>
                    <a:pt x="2066615" y="1549610"/>
                  </a:lnTo>
                  <a:lnTo>
                    <a:pt x="2102247" y="1567197"/>
                  </a:lnTo>
                  <a:lnTo>
                    <a:pt x="2137878" y="1584552"/>
                  </a:lnTo>
                  <a:lnTo>
                    <a:pt x="2173509" y="1601677"/>
                  </a:lnTo>
                  <a:lnTo>
                    <a:pt x="2209141" y="1618575"/>
                  </a:lnTo>
                  <a:lnTo>
                    <a:pt x="2244772" y="1635249"/>
                  </a:lnTo>
                  <a:lnTo>
                    <a:pt x="2280403" y="1651703"/>
                  </a:lnTo>
                  <a:lnTo>
                    <a:pt x="2316034" y="1667938"/>
                  </a:lnTo>
                  <a:lnTo>
                    <a:pt x="2351666" y="1683958"/>
                  </a:lnTo>
                  <a:lnTo>
                    <a:pt x="2387297" y="1699767"/>
                  </a:lnTo>
                  <a:lnTo>
                    <a:pt x="2422928" y="1715366"/>
                  </a:lnTo>
                  <a:lnTo>
                    <a:pt x="2458560" y="1730758"/>
                  </a:lnTo>
                  <a:lnTo>
                    <a:pt x="2494191" y="1745946"/>
                  </a:lnTo>
                  <a:lnTo>
                    <a:pt x="2529822" y="1760933"/>
                  </a:lnTo>
                  <a:lnTo>
                    <a:pt x="2565454" y="1775722"/>
                  </a:lnTo>
                  <a:lnTo>
                    <a:pt x="2601085" y="1790315"/>
                  </a:lnTo>
                  <a:lnTo>
                    <a:pt x="2636716" y="1804715"/>
                  </a:lnTo>
                  <a:lnTo>
                    <a:pt x="2672348" y="1818923"/>
                  </a:lnTo>
                  <a:lnTo>
                    <a:pt x="2707979" y="1832944"/>
                  </a:lnTo>
                  <a:lnTo>
                    <a:pt x="2743610" y="1846779"/>
                  </a:lnTo>
                  <a:lnTo>
                    <a:pt x="2779241" y="1860431"/>
                  </a:lnTo>
                  <a:lnTo>
                    <a:pt x="2814873" y="1873902"/>
                  </a:lnTo>
                  <a:lnTo>
                    <a:pt x="2850504" y="1887194"/>
                  </a:lnTo>
                  <a:lnTo>
                    <a:pt x="2886135" y="1900310"/>
                  </a:lnTo>
                  <a:lnTo>
                    <a:pt x="2921767" y="1913253"/>
                  </a:lnTo>
                  <a:lnTo>
                    <a:pt x="2957398" y="1926024"/>
                  </a:lnTo>
                  <a:lnTo>
                    <a:pt x="2993029" y="1938627"/>
                  </a:lnTo>
                  <a:lnTo>
                    <a:pt x="3028661" y="1951062"/>
                  </a:lnTo>
                  <a:lnTo>
                    <a:pt x="3064292" y="1963332"/>
                  </a:lnTo>
                  <a:lnTo>
                    <a:pt x="3099923" y="1975440"/>
                  </a:lnTo>
                  <a:lnTo>
                    <a:pt x="3135555" y="1987388"/>
                  </a:lnTo>
                  <a:lnTo>
                    <a:pt x="3171186" y="1999177"/>
                  </a:lnTo>
                  <a:lnTo>
                    <a:pt x="3206817" y="2010810"/>
                  </a:lnTo>
                  <a:lnTo>
                    <a:pt x="3242448" y="2022290"/>
                  </a:lnTo>
                  <a:lnTo>
                    <a:pt x="3278080" y="2033617"/>
                  </a:lnTo>
                  <a:lnTo>
                    <a:pt x="3313711" y="2044794"/>
                  </a:lnTo>
                  <a:lnTo>
                    <a:pt x="3349342" y="2055823"/>
                  </a:lnTo>
                  <a:lnTo>
                    <a:pt x="3384974" y="2066706"/>
                  </a:lnTo>
                  <a:lnTo>
                    <a:pt x="3420605" y="2076895"/>
                  </a:lnTo>
                  <a:lnTo>
                    <a:pt x="3456236" y="2083194"/>
                  </a:lnTo>
                  <a:lnTo>
                    <a:pt x="3491868" y="2089444"/>
                  </a:lnTo>
                  <a:lnTo>
                    <a:pt x="3527499" y="2095645"/>
                  </a:lnTo>
                  <a:lnTo>
                    <a:pt x="3563130" y="2101797"/>
                  </a:lnTo>
                  <a:lnTo>
                    <a:pt x="3598762" y="2107900"/>
                  </a:lnTo>
                  <a:lnTo>
                    <a:pt x="3634393" y="2113955"/>
                  </a:lnTo>
                  <a:lnTo>
                    <a:pt x="3670024" y="2119963"/>
                  </a:lnTo>
                  <a:lnTo>
                    <a:pt x="3705655" y="2125924"/>
                  </a:lnTo>
                  <a:lnTo>
                    <a:pt x="3741287" y="2131837"/>
                  </a:lnTo>
                  <a:lnTo>
                    <a:pt x="3776918" y="2137704"/>
                  </a:lnTo>
                  <a:lnTo>
                    <a:pt x="3812549" y="2143525"/>
                  </a:lnTo>
                  <a:lnTo>
                    <a:pt x="3848181" y="2149300"/>
                  </a:lnTo>
                  <a:lnTo>
                    <a:pt x="3883812" y="2155030"/>
                  </a:lnTo>
                  <a:lnTo>
                    <a:pt x="3919443" y="2160714"/>
                  </a:lnTo>
                  <a:lnTo>
                    <a:pt x="3955075" y="2166354"/>
                  </a:lnTo>
                  <a:lnTo>
                    <a:pt x="3990706" y="2171950"/>
                  </a:lnTo>
                  <a:lnTo>
                    <a:pt x="4026337" y="2177501"/>
                  </a:lnTo>
                  <a:lnTo>
                    <a:pt x="4061968" y="2183009"/>
                  </a:lnTo>
                  <a:lnTo>
                    <a:pt x="4097600" y="2188473"/>
                  </a:lnTo>
                  <a:lnTo>
                    <a:pt x="4133231" y="2193895"/>
                  </a:lnTo>
                  <a:lnTo>
                    <a:pt x="4168862" y="2199274"/>
                  </a:lnTo>
                  <a:lnTo>
                    <a:pt x="4204494" y="2204610"/>
                  </a:lnTo>
                  <a:lnTo>
                    <a:pt x="4240125" y="2209904"/>
                  </a:lnTo>
                  <a:lnTo>
                    <a:pt x="4275756" y="2215157"/>
                  </a:lnTo>
                  <a:lnTo>
                    <a:pt x="4311388" y="2220369"/>
                  </a:lnTo>
                  <a:lnTo>
                    <a:pt x="4347019" y="2225539"/>
                  </a:lnTo>
                  <a:lnTo>
                    <a:pt x="4382650" y="2230669"/>
                  </a:lnTo>
                  <a:lnTo>
                    <a:pt x="4418282" y="2235758"/>
                  </a:lnTo>
                  <a:lnTo>
                    <a:pt x="4453913" y="2240808"/>
                  </a:lnTo>
                  <a:lnTo>
                    <a:pt x="4489544" y="2245817"/>
                  </a:lnTo>
                  <a:lnTo>
                    <a:pt x="4525175" y="2250788"/>
                  </a:lnTo>
                  <a:lnTo>
                    <a:pt x="4560807" y="2255719"/>
                  </a:lnTo>
                  <a:lnTo>
                    <a:pt x="4596438" y="2260611"/>
                  </a:lnTo>
                  <a:lnTo>
                    <a:pt x="4632069" y="2265465"/>
                  </a:lnTo>
                  <a:lnTo>
                    <a:pt x="4667701" y="2270281"/>
                  </a:lnTo>
                  <a:lnTo>
                    <a:pt x="4703332" y="2275058"/>
                  </a:lnTo>
                  <a:lnTo>
                    <a:pt x="4738963" y="2279799"/>
                  </a:lnTo>
                  <a:lnTo>
                    <a:pt x="4774595" y="2284501"/>
                  </a:lnTo>
                  <a:lnTo>
                    <a:pt x="4810226" y="2289167"/>
                  </a:lnTo>
                  <a:lnTo>
                    <a:pt x="4845857" y="2293796"/>
                  </a:lnTo>
                  <a:lnTo>
                    <a:pt x="4881489" y="2298389"/>
                  </a:lnTo>
                  <a:lnTo>
                    <a:pt x="4917120" y="2302946"/>
                  </a:lnTo>
                  <a:lnTo>
                    <a:pt x="4952751" y="2307466"/>
                  </a:lnTo>
                  <a:lnTo>
                    <a:pt x="4988382" y="2311952"/>
                  </a:lnTo>
                  <a:lnTo>
                    <a:pt x="5024014" y="2316401"/>
                  </a:lnTo>
                  <a:lnTo>
                    <a:pt x="5059645" y="2320816"/>
                  </a:lnTo>
                  <a:lnTo>
                    <a:pt x="5095276" y="2325196"/>
                  </a:lnTo>
                  <a:lnTo>
                    <a:pt x="5130908" y="2329542"/>
                  </a:lnTo>
                  <a:lnTo>
                    <a:pt x="5166539" y="2333854"/>
                  </a:lnTo>
                  <a:lnTo>
                    <a:pt x="5202170" y="2338131"/>
                  </a:lnTo>
                  <a:lnTo>
                    <a:pt x="5237802" y="2342375"/>
                  </a:lnTo>
                  <a:lnTo>
                    <a:pt x="5273433" y="2346586"/>
                  </a:lnTo>
                  <a:lnTo>
                    <a:pt x="5309064" y="2350763"/>
                  </a:lnTo>
                  <a:lnTo>
                    <a:pt x="5344696" y="2354907"/>
                  </a:lnTo>
                  <a:lnTo>
                    <a:pt x="5380327" y="2359019"/>
                  </a:lnTo>
                  <a:lnTo>
                    <a:pt x="5415958" y="2363099"/>
                  </a:lnTo>
                  <a:lnTo>
                    <a:pt x="5451589" y="2367146"/>
                  </a:lnTo>
                  <a:lnTo>
                    <a:pt x="5487221" y="2371162"/>
                  </a:lnTo>
                  <a:lnTo>
                    <a:pt x="5522852" y="2375146"/>
                  </a:lnTo>
                  <a:lnTo>
                    <a:pt x="5558483" y="2379098"/>
                  </a:lnTo>
                  <a:lnTo>
                    <a:pt x="5594115" y="2383020"/>
                  </a:lnTo>
                  <a:lnTo>
                    <a:pt x="5629746" y="2386911"/>
                  </a:lnTo>
                  <a:lnTo>
                    <a:pt x="5665377" y="2390771"/>
                  </a:lnTo>
                  <a:lnTo>
                    <a:pt x="5701009" y="2394601"/>
                  </a:lnTo>
                  <a:lnTo>
                    <a:pt x="5736640" y="2398400"/>
                  </a:lnTo>
                  <a:lnTo>
                    <a:pt x="5772271" y="2402170"/>
                  </a:lnTo>
                  <a:lnTo>
                    <a:pt x="5807903" y="2405910"/>
                  </a:lnTo>
                  <a:lnTo>
                    <a:pt x="5843534" y="2409620"/>
                  </a:lnTo>
                  <a:lnTo>
                    <a:pt x="5879165" y="2413302"/>
                  </a:lnTo>
                  <a:lnTo>
                    <a:pt x="5914796" y="2416954"/>
                  </a:lnTo>
                  <a:lnTo>
                    <a:pt x="5950428" y="2420578"/>
                  </a:lnTo>
                  <a:lnTo>
                    <a:pt x="5986059" y="2424173"/>
                  </a:lnTo>
                  <a:lnTo>
                    <a:pt x="6021690" y="2427740"/>
                  </a:lnTo>
                  <a:lnTo>
                    <a:pt x="6057322" y="2431279"/>
                  </a:lnTo>
                  <a:lnTo>
                    <a:pt x="6092953" y="2434790"/>
                  </a:lnTo>
                  <a:lnTo>
                    <a:pt x="6128584" y="2438273"/>
                  </a:lnTo>
                  <a:lnTo>
                    <a:pt x="6164216" y="2441729"/>
                  </a:lnTo>
                  <a:lnTo>
                    <a:pt x="6199847" y="2445158"/>
                  </a:lnTo>
                  <a:lnTo>
                    <a:pt x="6235478" y="2448560"/>
                  </a:lnTo>
                  <a:lnTo>
                    <a:pt x="6271110" y="2451935"/>
                  </a:lnTo>
                  <a:lnTo>
                    <a:pt x="6306741" y="2455283"/>
                  </a:lnTo>
                  <a:lnTo>
                    <a:pt x="6342372" y="2458605"/>
                  </a:lnTo>
                  <a:lnTo>
                    <a:pt x="6378003" y="2461901"/>
                  </a:lnTo>
                  <a:lnTo>
                    <a:pt x="6413635" y="2465171"/>
                  </a:lnTo>
                  <a:lnTo>
                    <a:pt x="6449266" y="2468416"/>
                  </a:lnTo>
                  <a:lnTo>
                    <a:pt x="6484897" y="2471634"/>
                  </a:lnTo>
                  <a:lnTo>
                    <a:pt x="6520529" y="2474828"/>
                  </a:lnTo>
                  <a:lnTo>
                    <a:pt x="6556160" y="2477996"/>
                  </a:lnTo>
                  <a:lnTo>
                    <a:pt x="6591791" y="2481140"/>
                  </a:lnTo>
                  <a:lnTo>
                    <a:pt x="6627423" y="2484258"/>
                  </a:lnTo>
                  <a:lnTo>
                    <a:pt x="6663054" y="2487352"/>
                  </a:lnTo>
                  <a:lnTo>
                    <a:pt x="6698685" y="2490422"/>
                  </a:lnTo>
                  <a:lnTo>
                    <a:pt x="6734317" y="2493468"/>
                  </a:lnTo>
                  <a:lnTo>
                    <a:pt x="6769948" y="2496489"/>
                  </a:lnTo>
                  <a:lnTo>
                    <a:pt x="6805579" y="2499487"/>
                  </a:lnTo>
                  <a:lnTo>
                    <a:pt x="6841210" y="2502462"/>
                  </a:lnTo>
                  <a:lnTo>
                    <a:pt x="6876842" y="2505413"/>
                  </a:lnTo>
                  <a:lnTo>
                    <a:pt x="6912473" y="2508340"/>
                  </a:lnTo>
                  <a:lnTo>
                    <a:pt x="6948104" y="2511245"/>
                  </a:lnTo>
                  <a:lnTo>
                    <a:pt x="6983736" y="2514127"/>
                  </a:lnTo>
                  <a:lnTo>
                    <a:pt x="7019367" y="2516986"/>
                  </a:lnTo>
                  <a:lnTo>
                    <a:pt x="7054998" y="2519822"/>
                  </a:lnTo>
                  <a:lnTo>
                    <a:pt x="7090630" y="2522637"/>
                  </a:lnTo>
                  <a:lnTo>
                    <a:pt x="7090630" y="2674878"/>
                  </a:lnTo>
                  <a:lnTo>
                    <a:pt x="7054998" y="2672158"/>
                  </a:lnTo>
                  <a:lnTo>
                    <a:pt x="7019367" y="2669402"/>
                  </a:lnTo>
                  <a:lnTo>
                    <a:pt x="6983736" y="2666609"/>
                  </a:lnTo>
                  <a:lnTo>
                    <a:pt x="6948104" y="2663778"/>
                  </a:lnTo>
                  <a:lnTo>
                    <a:pt x="6912473" y="2660909"/>
                  </a:lnTo>
                  <a:lnTo>
                    <a:pt x="6876842" y="2658002"/>
                  </a:lnTo>
                  <a:lnTo>
                    <a:pt x="6841210" y="2655056"/>
                  </a:lnTo>
                  <a:lnTo>
                    <a:pt x="6805579" y="2652070"/>
                  </a:lnTo>
                  <a:lnTo>
                    <a:pt x="6769948" y="2649044"/>
                  </a:lnTo>
                  <a:lnTo>
                    <a:pt x="6734317" y="2645978"/>
                  </a:lnTo>
                  <a:lnTo>
                    <a:pt x="6698685" y="2642870"/>
                  </a:lnTo>
                  <a:lnTo>
                    <a:pt x="6663054" y="2639721"/>
                  </a:lnTo>
                  <a:lnTo>
                    <a:pt x="6627423" y="2636529"/>
                  </a:lnTo>
                  <a:lnTo>
                    <a:pt x="6591791" y="2633294"/>
                  </a:lnTo>
                  <a:lnTo>
                    <a:pt x="6556160" y="2630016"/>
                  </a:lnTo>
                  <a:lnTo>
                    <a:pt x="6520529" y="2626695"/>
                  </a:lnTo>
                  <a:lnTo>
                    <a:pt x="6484897" y="2623328"/>
                  </a:lnTo>
                  <a:lnTo>
                    <a:pt x="6449266" y="2619916"/>
                  </a:lnTo>
                  <a:lnTo>
                    <a:pt x="6413635" y="2616459"/>
                  </a:lnTo>
                  <a:lnTo>
                    <a:pt x="6378003" y="2612955"/>
                  </a:lnTo>
                  <a:lnTo>
                    <a:pt x="6342372" y="2609404"/>
                  </a:lnTo>
                  <a:lnTo>
                    <a:pt x="6306741" y="2605806"/>
                  </a:lnTo>
                  <a:lnTo>
                    <a:pt x="6271110" y="2602159"/>
                  </a:lnTo>
                  <a:lnTo>
                    <a:pt x="6235478" y="2598463"/>
                  </a:lnTo>
                  <a:lnTo>
                    <a:pt x="6199847" y="2594717"/>
                  </a:lnTo>
                  <a:lnTo>
                    <a:pt x="6164216" y="2590922"/>
                  </a:lnTo>
                  <a:lnTo>
                    <a:pt x="6128584" y="2587075"/>
                  </a:lnTo>
                  <a:lnTo>
                    <a:pt x="6092953" y="2583177"/>
                  </a:lnTo>
                  <a:lnTo>
                    <a:pt x="6057322" y="2579226"/>
                  </a:lnTo>
                  <a:lnTo>
                    <a:pt x="6021690" y="2575222"/>
                  </a:lnTo>
                  <a:lnTo>
                    <a:pt x="5986059" y="2571165"/>
                  </a:lnTo>
                  <a:lnTo>
                    <a:pt x="5950428" y="2567053"/>
                  </a:lnTo>
                  <a:lnTo>
                    <a:pt x="5914796" y="2562886"/>
                  </a:lnTo>
                  <a:lnTo>
                    <a:pt x="5879165" y="2558663"/>
                  </a:lnTo>
                  <a:lnTo>
                    <a:pt x="5843534" y="2554384"/>
                  </a:lnTo>
                  <a:lnTo>
                    <a:pt x="5807903" y="2550047"/>
                  </a:lnTo>
                  <a:lnTo>
                    <a:pt x="5772271" y="2545651"/>
                  </a:lnTo>
                  <a:lnTo>
                    <a:pt x="5736640" y="2541197"/>
                  </a:lnTo>
                  <a:lnTo>
                    <a:pt x="5701009" y="2536683"/>
                  </a:lnTo>
                  <a:lnTo>
                    <a:pt x="5665377" y="2532108"/>
                  </a:lnTo>
                  <a:lnTo>
                    <a:pt x="5629746" y="2527472"/>
                  </a:lnTo>
                  <a:lnTo>
                    <a:pt x="5594115" y="2522774"/>
                  </a:lnTo>
                  <a:lnTo>
                    <a:pt x="5558483" y="2518012"/>
                  </a:lnTo>
                  <a:lnTo>
                    <a:pt x="5522852" y="2513187"/>
                  </a:lnTo>
                  <a:lnTo>
                    <a:pt x="5487221" y="2508297"/>
                  </a:lnTo>
                  <a:lnTo>
                    <a:pt x="5451589" y="2503341"/>
                  </a:lnTo>
                  <a:lnTo>
                    <a:pt x="5415958" y="2498319"/>
                  </a:lnTo>
                  <a:lnTo>
                    <a:pt x="5380327" y="2493229"/>
                  </a:lnTo>
                  <a:lnTo>
                    <a:pt x="5344696" y="2488072"/>
                  </a:lnTo>
                  <a:lnTo>
                    <a:pt x="5309064" y="2482844"/>
                  </a:lnTo>
                  <a:lnTo>
                    <a:pt x="5273433" y="2477547"/>
                  </a:lnTo>
                  <a:lnTo>
                    <a:pt x="5237802" y="2472179"/>
                  </a:lnTo>
                  <a:lnTo>
                    <a:pt x="5202170" y="2466738"/>
                  </a:lnTo>
                  <a:lnTo>
                    <a:pt x="5166539" y="2461225"/>
                  </a:lnTo>
                  <a:lnTo>
                    <a:pt x="5130908" y="2455637"/>
                  </a:lnTo>
                  <a:lnTo>
                    <a:pt x="5095276" y="2449975"/>
                  </a:lnTo>
                  <a:lnTo>
                    <a:pt x="5059645" y="2444236"/>
                  </a:lnTo>
                  <a:lnTo>
                    <a:pt x="5024014" y="2438420"/>
                  </a:lnTo>
                  <a:lnTo>
                    <a:pt x="4988382" y="2432527"/>
                  </a:lnTo>
                  <a:lnTo>
                    <a:pt x="4952751" y="2426554"/>
                  </a:lnTo>
                  <a:lnTo>
                    <a:pt x="4917120" y="2420501"/>
                  </a:lnTo>
                  <a:lnTo>
                    <a:pt x="4881489" y="2414367"/>
                  </a:lnTo>
                  <a:lnTo>
                    <a:pt x="4845857" y="2408151"/>
                  </a:lnTo>
                  <a:lnTo>
                    <a:pt x="4810226" y="2401851"/>
                  </a:lnTo>
                  <a:lnTo>
                    <a:pt x="4774595" y="2395466"/>
                  </a:lnTo>
                  <a:lnTo>
                    <a:pt x="4738963" y="2388996"/>
                  </a:lnTo>
                  <a:lnTo>
                    <a:pt x="4703332" y="2382439"/>
                  </a:lnTo>
                  <a:lnTo>
                    <a:pt x="4667701" y="2375794"/>
                  </a:lnTo>
                  <a:lnTo>
                    <a:pt x="4632069" y="2369060"/>
                  </a:lnTo>
                  <a:lnTo>
                    <a:pt x="4596438" y="2362235"/>
                  </a:lnTo>
                  <a:lnTo>
                    <a:pt x="4560807" y="2355319"/>
                  </a:lnTo>
                  <a:lnTo>
                    <a:pt x="4525175" y="2348310"/>
                  </a:lnTo>
                  <a:lnTo>
                    <a:pt x="4489544" y="2341207"/>
                  </a:lnTo>
                  <a:lnTo>
                    <a:pt x="4453913" y="2334008"/>
                  </a:lnTo>
                  <a:lnTo>
                    <a:pt x="4418282" y="2326713"/>
                  </a:lnTo>
                  <a:lnTo>
                    <a:pt x="4382650" y="2319320"/>
                  </a:lnTo>
                  <a:lnTo>
                    <a:pt x="4347019" y="2311828"/>
                  </a:lnTo>
                  <a:lnTo>
                    <a:pt x="4311388" y="2304235"/>
                  </a:lnTo>
                  <a:lnTo>
                    <a:pt x="4275756" y="2296541"/>
                  </a:lnTo>
                  <a:lnTo>
                    <a:pt x="4240125" y="2288743"/>
                  </a:lnTo>
                  <a:lnTo>
                    <a:pt x="4204494" y="2280840"/>
                  </a:lnTo>
                  <a:lnTo>
                    <a:pt x="4168862" y="2272831"/>
                  </a:lnTo>
                  <a:lnTo>
                    <a:pt x="4133231" y="2264715"/>
                  </a:lnTo>
                  <a:lnTo>
                    <a:pt x="4097600" y="2256490"/>
                  </a:lnTo>
                  <a:lnTo>
                    <a:pt x="4061968" y="2248154"/>
                  </a:lnTo>
                  <a:lnTo>
                    <a:pt x="4026337" y="2239707"/>
                  </a:lnTo>
                  <a:lnTo>
                    <a:pt x="3990706" y="2231146"/>
                  </a:lnTo>
                  <a:lnTo>
                    <a:pt x="3955075" y="2222470"/>
                  </a:lnTo>
                  <a:lnTo>
                    <a:pt x="3919443" y="2213678"/>
                  </a:lnTo>
                  <a:lnTo>
                    <a:pt x="3883812" y="2204768"/>
                  </a:lnTo>
                  <a:lnTo>
                    <a:pt x="3848181" y="2195738"/>
                  </a:lnTo>
                  <a:lnTo>
                    <a:pt x="3812549" y="2186587"/>
                  </a:lnTo>
                  <a:lnTo>
                    <a:pt x="3776918" y="2177313"/>
                  </a:lnTo>
                  <a:lnTo>
                    <a:pt x="3741287" y="2167915"/>
                  </a:lnTo>
                  <a:lnTo>
                    <a:pt x="3705655" y="2158390"/>
                  </a:lnTo>
                  <a:lnTo>
                    <a:pt x="3670024" y="2148738"/>
                  </a:lnTo>
                  <a:lnTo>
                    <a:pt x="3634393" y="2138956"/>
                  </a:lnTo>
                  <a:lnTo>
                    <a:pt x="3598762" y="2129043"/>
                  </a:lnTo>
                  <a:lnTo>
                    <a:pt x="3563130" y="2118996"/>
                  </a:lnTo>
                  <a:lnTo>
                    <a:pt x="3527499" y="2108815"/>
                  </a:lnTo>
                  <a:lnTo>
                    <a:pt x="3491868" y="2098497"/>
                  </a:lnTo>
                  <a:lnTo>
                    <a:pt x="3456236" y="2088041"/>
                  </a:lnTo>
                  <a:lnTo>
                    <a:pt x="3420605" y="2077445"/>
                  </a:lnTo>
                  <a:lnTo>
                    <a:pt x="3384974" y="2070546"/>
                  </a:lnTo>
                  <a:lnTo>
                    <a:pt x="3349342" y="2064146"/>
                  </a:lnTo>
                  <a:lnTo>
                    <a:pt x="3313711" y="2057696"/>
                  </a:lnTo>
                  <a:lnTo>
                    <a:pt x="3278080" y="2051194"/>
                  </a:lnTo>
                  <a:lnTo>
                    <a:pt x="3242448" y="2044641"/>
                  </a:lnTo>
                  <a:lnTo>
                    <a:pt x="3206817" y="2038036"/>
                  </a:lnTo>
                  <a:lnTo>
                    <a:pt x="3171186" y="2031378"/>
                  </a:lnTo>
                  <a:lnTo>
                    <a:pt x="3135555" y="2024668"/>
                  </a:lnTo>
                  <a:lnTo>
                    <a:pt x="3099923" y="2017905"/>
                  </a:lnTo>
                  <a:lnTo>
                    <a:pt x="3064292" y="2011087"/>
                  </a:lnTo>
                  <a:lnTo>
                    <a:pt x="3028661" y="2004216"/>
                  </a:lnTo>
                  <a:lnTo>
                    <a:pt x="2993029" y="1997291"/>
                  </a:lnTo>
                  <a:lnTo>
                    <a:pt x="2957398" y="1990310"/>
                  </a:lnTo>
                  <a:lnTo>
                    <a:pt x="2921767" y="1983274"/>
                  </a:lnTo>
                  <a:lnTo>
                    <a:pt x="2886135" y="1976182"/>
                  </a:lnTo>
                  <a:lnTo>
                    <a:pt x="2850504" y="1969034"/>
                  </a:lnTo>
                  <a:lnTo>
                    <a:pt x="2814873" y="1961829"/>
                  </a:lnTo>
                  <a:lnTo>
                    <a:pt x="2779241" y="1954568"/>
                  </a:lnTo>
                  <a:lnTo>
                    <a:pt x="2743610" y="1947248"/>
                  </a:lnTo>
                  <a:lnTo>
                    <a:pt x="2707979" y="1939871"/>
                  </a:lnTo>
                  <a:lnTo>
                    <a:pt x="2672348" y="1932435"/>
                  </a:lnTo>
                  <a:lnTo>
                    <a:pt x="2636716" y="1924940"/>
                  </a:lnTo>
                  <a:lnTo>
                    <a:pt x="2601085" y="1917385"/>
                  </a:lnTo>
                  <a:lnTo>
                    <a:pt x="2565454" y="1909771"/>
                  </a:lnTo>
                  <a:lnTo>
                    <a:pt x="2529822" y="1902096"/>
                  </a:lnTo>
                  <a:lnTo>
                    <a:pt x="2494191" y="1894361"/>
                  </a:lnTo>
                  <a:lnTo>
                    <a:pt x="2458560" y="1886564"/>
                  </a:lnTo>
                  <a:lnTo>
                    <a:pt x="2422928" y="1878705"/>
                  </a:lnTo>
                  <a:lnTo>
                    <a:pt x="2387297" y="1870784"/>
                  </a:lnTo>
                  <a:lnTo>
                    <a:pt x="2351666" y="1862800"/>
                  </a:lnTo>
                  <a:lnTo>
                    <a:pt x="2316034" y="1854753"/>
                  </a:lnTo>
                  <a:lnTo>
                    <a:pt x="2280403" y="1846642"/>
                  </a:lnTo>
                  <a:lnTo>
                    <a:pt x="2244772" y="1838467"/>
                  </a:lnTo>
                  <a:lnTo>
                    <a:pt x="2209141" y="1830226"/>
                  </a:lnTo>
                  <a:lnTo>
                    <a:pt x="2173509" y="1821921"/>
                  </a:lnTo>
                  <a:lnTo>
                    <a:pt x="2137878" y="1813549"/>
                  </a:lnTo>
                  <a:lnTo>
                    <a:pt x="2102247" y="1805112"/>
                  </a:lnTo>
                  <a:lnTo>
                    <a:pt x="2066615" y="1796607"/>
                  </a:lnTo>
                  <a:lnTo>
                    <a:pt x="2030984" y="1788035"/>
                  </a:lnTo>
                  <a:lnTo>
                    <a:pt x="1995353" y="1779395"/>
                  </a:lnTo>
                  <a:lnTo>
                    <a:pt x="1959721" y="1770686"/>
                  </a:lnTo>
                  <a:lnTo>
                    <a:pt x="1924090" y="1761908"/>
                  </a:lnTo>
                  <a:lnTo>
                    <a:pt x="1888459" y="1753061"/>
                  </a:lnTo>
                  <a:lnTo>
                    <a:pt x="1852827" y="1744143"/>
                  </a:lnTo>
                  <a:lnTo>
                    <a:pt x="1817196" y="1735155"/>
                  </a:lnTo>
                  <a:lnTo>
                    <a:pt x="1781565" y="1726096"/>
                  </a:lnTo>
                  <a:lnTo>
                    <a:pt x="1745934" y="1716964"/>
                  </a:lnTo>
                  <a:lnTo>
                    <a:pt x="1710302" y="1707761"/>
                  </a:lnTo>
                  <a:lnTo>
                    <a:pt x="1674671" y="1698484"/>
                  </a:lnTo>
                  <a:lnTo>
                    <a:pt x="1639040" y="1689133"/>
                  </a:lnTo>
                  <a:lnTo>
                    <a:pt x="1603408" y="1679709"/>
                  </a:lnTo>
                  <a:lnTo>
                    <a:pt x="1567777" y="1670210"/>
                  </a:lnTo>
                  <a:lnTo>
                    <a:pt x="1532146" y="1660635"/>
                  </a:lnTo>
                  <a:lnTo>
                    <a:pt x="1496514" y="1650985"/>
                  </a:lnTo>
                  <a:lnTo>
                    <a:pt x="1460883" y="1641258"/>
                  </a:lnTo>
                  <a:lnTo>
                    <a:pt x="1425252" y="1631454"/>
                  </a:lnTo>
                  <a:lnTo>
                    <a:pt x="1389620" y="1621572"/>
                  </a:lnTo>
                  <a:lnTo>
                    <a:pt x="1353989" y="1611611"/>
                  </a:lnTo>
                  <a:lnTo>
                    <a:pt x="1318358" y="1601572"/>
                  </a:lnTo>
                  <a:lnTo>
                    <a:pt x="1282727" y="1591453"/>
                  </a:lnTo>
                  <a:lnTo>
                    <a:pt x="1247095" y="1581254"/>
                  </a:lnTo>
                  <a:lnTo>
                    <a:pt x="1211464" y="1570974"/>
                  </a:lnTo>
                  <a:lnTo>
                    <a:pt x="1175833" y="1560612"/>
                  </a:lnTo>
                  <a:lnTo>
                    <a:pt x="1140201" y="1550169"/>
                  </a:lnTo>
                  <a:lnTo>
                    <a:pt x="1104570" y="1539642"/>
                  </a:lnTo>
                  <a:lnTo>
                    <a:pt x="1068939" y="1529032"/>
                  </a:lnTo>
                  <a:lnTo>
                    <a:pt x="1033307" y="1518338"/>
                  </a:lnTo>
                  <a:lnTo>
                    <a:pt x="997676" y="1507559"/>
                  </a:lnTo>
                  <a:lnTo>
                    <a:pt x="962045" y="1496694"/>
                  </a:lnTo>
                  <a:lnTo>
                    <a:pt x="926413" y="1485744"/>
                  </a:lnTo>
                  <a:lnTo>
                    <a:pt x="890782" y="1474706"/>
                  </a:lnTo>
                  <a:lnTo>
                    <a:pt x="855151" y="1463581"/>
                  </a:lnTo>
                  <a:lnTo>
                    <a:pt x="819520" y="1452368"/>
                  </a:lnTo>
                  <a:lnTo>
                    <a:pt x="783888" y="1441066"/>
                  </a:lnTo>
                  <a:lnTo>
                    <a:pt x="748257" y="1429674"/>
                  </a:lnTo>
                  <a:lnTo>
                    <a:pt x="712626" y="1418192"/>
                  </a:lnTo>
                  <a:lnTo>
                    <a:pt x="676994" y="1406619"/>
                  </a:lnTo>
                  <a:lnTo>
                    <a:pt x="641363" y="1394954"/>
                  </a:lnTo>
                  <a:lnTo>
                    <a:pt x="605732" y="1383196"/>
                  </a:lnTo>
                  <a:lnTo>
                    <a:pt x="570100" y="1371345"/>
                  </a:lnTo>
                  <a:lnTo>
                    <a:pt x="534469" y="1359401"/>
                  </a:lnTo>
                  <a:lnTo>
                    <a:pt x="498838" y="1347361"/>
                  </a:lnTo>
                  <a:lnTo>
                    <a:pt x="463206" y="1335226"/>
                  </a:lnTo>
                  <a:lnTo>
                    <a:pt x="427575" y="1322995"/>
                  </a:lnTo>
                  <a:lnTo>
                    <a:pt x="391944" y="1310667"/>
                  </a:lnTo>
                  <a:lnTo>
                    <a:pt x="356313" y="1298241"/>
                  </a:lnTo>
                  <a:lnTo>
                    <a:pt x="320681" y="1285716"/>
                  </a:lnTo>
                  <a:lnTo>
                    <a:pt x="285050" y="1273093"/>
                  </a:lnTo>
                  <a:lnTo>
                    <a:pt x="249419" y="1260369"/>
                  </a:lnTo>
                  <a:lnTo>
                    <a:pt x="213787" y="1247544"/>
                  </a:lnTo>
                  <a:lnTo>
                    <a:pt x="178156" y="1234617"/>
                  </a:lnTo>
                  <a:lnTo>
                    <a:pt x="142525" y="1221588"/>
                  </a:lnTo>
                  <a:lnTo>
                    <a:pt x="106893" y="1208456"/>
                  </a:lnTo>
                  <a:lnTo>
                    <a:pt x="71262" y="1195219"/>
                  </a:lnTo>
                  <a:lnTo>
                    <a:pt x="35631" y="1181878"/>
                  </a:lnTo>
                  <a:lnTo>
                    <a:pt x="0" y="116843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685357"/>
              <a:ext cx="7090630" cy="2522637"/>
            </a:xfrm>
            <a:custGeom>
              <a:avLst/>
              <a:pathLst>
                <a:path w="7090630" h="2522637">
                  <a:moveTo>
                    <a:pt x="0" y="0"/>
                  </a:moveTo>
                  <a:lnTo>
                    <a:pt x="35631" y="38111"/>
                  </a:lnTo>
                  <a:lnTo>
                    <a:pt x="71262" y="75718"/>
                  </a:lnTo>
                  <a:lnTo>
                    <a:pt x="106893" y="112827"/>
                  </a:lnTo>
                  <a:lnTo>
                    <a:pt x="142525" y="149445"/>
                  </a:lnTo>
                  <a:lnTo>
                    <a:pt x="178156" y="185577"/>
                  </a:lnTo>
                  <a:lnTo>
                    <a:pt x="213787" y="221231"/>
                  </a:lnTo>
                  <a:lnTo>
                    <a:pt x="249419" y="256413"/>
                  </a:lnTo>
                  <a:lnTo>
                    <a:pt x="285050" y="291129"/>
                  </a:lnTo>
                  <a:lnTo>
                    <a:pt x="320681" y="325385"/>
                  </a:lnTo>
                  <a:lnTo>
                    <a:pt x="356313" y="359187"/>
                  </a:lnTo>
                  <a:lnTo>
                    <a:pt x="391944" y="392542"/>
                  </a:lnTo>
                  <a:lnTo>
                    <a:pt x="427575" y="425454"/>
                  </a:lnTo>
                  <a:lnTo>
                    <a:pt x="463206" y="457931"/>
                  </a:lnTo>
                  <a:lnTo>
                    <a:pt x="498838" y="489978"/>
                  </a:lnTo>
                  <a:lnTo>
                    <a:pt x="534469" y="521600"/>
                  </a:lnTo>
                  <a:lnTo>
                    <a:pt x="570100" y="552803"/>
                  </a:lnTo>
                  <a:lnTo>
                    <a:pt x="605732" y="583594"/>
                  </a:lnTo>
                  <a:lnTo>
                    <a:pt x="641363" y="613976"/>
                  </a:lnTo>
                  <a:lnTo>
                    <a:pt x="676994" y="643956"/>
                  </a:lnTo>
                  <a:lnTo>
                    <a:pt x="712626" y="673539"/>
                  </a:lnTo>
                  <a:lnTo>
                    <a:pt x="748257" y="702730"/>
                  </a:lnTo>
                  <a:lnTo>
                    <a:pt x="783888" y="731534"/>
                  </a:lnTo>
                  <a:lnTo>
                    <a:pt x="819520" y="759957"/>
                  </a:lnTo>
                  <a:lnTo>
                    <a:pt x="855151" y="788003"/>
                  </a:lnTo>
                  <a:lnTo>
                    <a:pt x="890782" y="815678"/>
                  </a:lnTo>
                  <a:lnTo>
                    <a:pt x="926413" y="842987"/>
                  </a:lnTo>
                  <a:lnTo>
                    <a:pt x="962045" y="869933"/>
                  </a:lnTo>
                  <a:lnTo>
                    <a:pt x="997676" y="896523"/>
                  </a:lnTo>
                  <a:lnTo>
                    <a:pt x="1033307" y="922761"/>
                  </a:lnTo>
                  <a:lnTo>
                    <a:pt x="1068939" y="948651"/>
                  </a:lnTo>
                  <a:lnTo>
                    <a:pt x="1104570" y="974198"/>
                  </a:lnTo>
                  <a:lnTo>
                    <a:pt x="1140201" y="999407"/>
                  </a:lnTo>
                  <a:lnTo>
                    <a:pt x="1175833" y="1024282"/>
                  </a:lnTo>
                  <a:lnTo>
                    <a:pt x="1211464" y="1048827"/>
                  </a:lnTo>
                  <a:lnTo>
                    <a:pt x="1247095" y="1073048"/>
                  </a:lnTo>
                  <a:lnTo>
                    <a:pt x="1282727" y="1096947"/>
                  </a:lnTo>
                  <a:lnTo>
                    <a:pt x="1318358" y="1120530"/>
                  </a:lnTo>
                  <a:lnTo>
                    <a:pt x="1353989" y="1143801"/>
                  </a:lnTo>
                  <a:lnTo>
                    <a:pt x="1389620" y="1166764"/>
                  </a:lnTo>
                  <a:lnTo>
                    <a:pt x="1425252" y="1189422"/>
                  </a:lnTo>
                  <a:lnTo>
                    <a:pt x="1460883" y="1211780"/>
                  </a:lnTo>
                  <a:lnTo>
                    <a:pt x="1496514" y="1233842"/>
                  </a:lnTo>
                  <a:lnTo>
                    <a:pt x="1532146" y="1255612"/>
                  </a:lnTo>
                  <a:lnTo>
                    <a:pt x="1567777" y="1277094"/>
                  </a:lnTo>
                  <a:lnTo>
                    <a:pt x="1603408" y="1298291"/>
                  </a:lnTo>
                  <a:lnTo>
                    <a:pt x="1639040" y="1319207"/>
                  </a:lnTo>
                  <a:lnTo>
                    <a:pt x="1674671" y="1339846"/>
                  </a:lnTo>
                  <a:lnTo>
                    <a:pt x="1710302" y="1360212"/>
                  </a:lnTo>
                  <a:lnTo>
                    <a:pt x="1745934" y="1380309"/>
                  </a:lnTo>
                  <a:lnTo>
                    <a:pt x="1781565" y="1400139"/>
                  </a:lnTo>
                  <a:lnTo>
                    <a:pt x="1817196" y="1419706"/>
                  </a:lnTo>
                  <a:lnTo>
                    <a:pt x="1852827" y="1439014"/>
                  </a:lnTo>
                  <a:lnTo>
                    <a:pt x="1888459" y="1458067"/>
                  </a:lnTo>
                  <a:lnTo>
                    <a:pt x="1924090" y="1476867"/>
                  </a:lnTo>
                  <a:lnTo>
                    <a:pt x="1959721" y="1495418"/>
                  </a:lnTo>
                  <a:lnTo>
                    <a:pt x="1995353" y="1513723"/>
                  </a:lnTo>
                  <a:lnTo>
                    <a:pt x="2030984" y="1531786"/>
                  </a:lnTo>
                  <a:lnTo>
                    <a:pt x="2066615" y="1549610"/>
                  </a:lnTo>
                  <a:lnTo>
                    <a:pt x="2102247" y="1567197"/>
                  </a:lnTo>
                  <a:lnTo>
                    <a:pt x="2137878" y="1584552"/>
                  </a:lnTo>
                  <a:lnTo>
                    <a:pt x="2173509" y="1601677"/>
                  </a:lnTo>
                  <a:lnTo>
                    <a:pt x="2209141" y="1618575"/>
                  </a:lnTo>
                  <a:lnTo>
                    <a:pt x="2244772" y="1635249"/>
                  </a:lnTo>
                  <a:lnTo>
                    <a:pt x="2280403" y="1651703"/>
                  </a:lnTo>
                  <a:lnTo>
                    <a:pt x="2316034" y="1667938"/>
                  </a:lnTo>
                  <a:lnTo>
                    <a:pt x="2351666" y="1683958"/>
                  </a:lnTo>
                  <a:lnTo>
                    <a:pt x="2387297" y="1699767"/>
                  </a:lnTo>
                  <a:lnTo>
                    <a:pt x="2422928" y="1715366"/>
                  </a:lnTo>
                  <a:lnTo>
                    <a:pt x="2458560" y="1730758"/>
                  </a:lnTo>
                  <a:lnTo>
                    <a:pt x="2494191" y="1745946"/>
                  </a:lnTo>
                  <a:lnTo>
                    <a:pt x="2529822" y="1760933"/>
                  </a:lnTo>
                  <a:lnTo>
                    <a:pt x="2565454" y="1775722"/>
                  </a:lnTo>
                  <a:lnTo>
                    <a:pt x="2601085" y="1790315"/>
                  </a:lnTo>
                  <a:lnTo>
                    <a:pt x="2636716" y="1804715"/>
                  </a:lnTo>
                  <a:lnTo>
                    <a:pt x="2672348" y="1818923"/>
                  </a:lnTo>
                  <a:lnTo>
                    <a:pt x="2707979" y="1832944"/>
                  </a:lnTo>
                  <a:lnTo>
                    <a:pt x="2743610" y="1846779"/>
                  </a:lnTo>
                  <a:lnTo>
                    <a:pt x="2779241" y="1860431"/>
                  </a:lnTo>
                  <a:lnTo>
                    <a:pt x="2814873" y="1873902"/>
                  </a:lnTo>
                  <a:lnTo>
                    <a:pt x="2850504" y="1887194"/>
                  </a:lnTo>
                  <a:lnTo>
                    <a:pt x="2886135" y="1900310"/>
                  </a:lnTo>
                  <a:lnTo>
                    <a:pt x="2921767" y="1913253"/>
                  </a:lnTo>
                  <a:lnTo>
                    <a:pt x="2957398" y="1926024"/>
                  </a:lnTo>
                  <a:lnTo>
                    <a:pt x="2993029" y="1938627"/>
                  </a:lnTo>
                  <a:lnTo>
                    <a:pt x="3028661" y="1951062"/>
                  </a:lnTo>
                  <a:lnTo>
                    <a:pt x="3064292" y="1963332"/>
                  </a:lnTo>
                  <a:lnTo>
                    <a:pt x="3099923" y="1975440"/>
                  </a:lnTo>
                  <a:lnTo>
                    <a:pt x="3135555" y="1987388"/>
                  </a:lnTo>
                  <a:lnTo>
                    <a:pt x="3171186" y="1999177"/>
                  </a:lnTo>
                  <a:lnTo>
                    <a:pt x="3206817" y="2010810"/>
                  </a:lnTo>
                  <a:lnTo>
                    <a:pt x="3242448" y="2022290"/>
                  </a:lnTo>
                  <a:lnTo>
                    <a:pt x="3278080" y="2033617"/>
                  </a:lnTo>
                  <a:lnTo>
                    <a:pt x="3313711" y="2044794"/>
                  </a:lnTo>
                  <a:lnTo>
                    <a:pt x="3349342" y="2055823"/>
                  </a:lnTo>
                  <a:lnTo>
                    <a:pt x="3384974" y="2066706"/>
                  </a:lnTo>
                  <a:lnTo>
                    <a:pt x="3420605" y="2076895"/>
                  </a:lnTo>
                  <a:lnTo>
                    <a:pt x="3456236" y="2083194"/>
                  </a:lnTo>
                  <a:lnTo>
                    <a:pt x="3491868" y="2089444"/>
                  </a:lnTo>
                  <a:lnTo>
                    <a:pt x="3527499" y="2095645"/>
                  </a:lnTo>
                  <a:lnTo>
                    <a:pt x="3563130" y="2101797"/>
                  </a:lnTo>
                  <a:lnTo>
                    <a:pt x="3598762" y="2107900"/>
                  </a:lnTo>
                  <a:lnTo>
                    <a:pt x="3634393" y="2113955"/>
                  </a:lnTo>
                  <a:lnTo>
                    <a:pt x="3670024" y="2119963"/>
                  </a:lnTo>
                  <a:lnTo>
                    <a:pt x="3705655" y="2125924"/>
                  </a:lnTo>
                  <a:lnTo>
                    <a:pt x="3741287" y="2131837"/>
                  </a:lnTo>
                  <a:lnTo>
                    <a:pt x="3776918" y="2137704"/>
                  </a:lnTo>
                  <a:lnTo>
                    <a:pt x="3812549" y="2143525"/>
                  </a:lnTo>
                  <a:lnTo>
                    <a:pt x="3848181" y="2149300"/>
                  </a:lnTo>
                  <a:lnTo>
                    <a:pt x="3883812" y="2155030"/>
                  </a:lnTo>
                  <a:lnTo>
                    <a:pt x="3919443" y="2160714"/>
                  </a:lnTo>
                  <a:lnTo>
                    <a:pt x="3955075" y="2166354"/>
                  </a:lnTo>
                  <a:lnTo>
                    <a:pt x="3990706" y="2171950"/>
                  </a:lnTo>
                  <a:lnTo>
                    <a:pt x="4026337" y="2177501"/>
                  </a:lnTo>
                  <a:lnTo>
                    <a:pt x="4061968" y="2183009"/>
                  </a:lnTo>
                  <a:lnTo>
                    <a:pt x="4097600" y="2188473"/>
                  </a:lnTo>
                  <a:lnTo>
                    <a:pt x="4133231" y="2193895"/>
                  </a:lnTo>
                  <a:lnTo>
                    <a:pt x="4168862" y="2199274"/>
                  </a:lnTo>
                  <a:lnTo>
                    <a:pt x="4204494" y="2204610"/>
                  </a:lnTo>
                  <a:lnTo>
                    <a:pt x="4240125" y="2209904"/>
                  </a:lnTo>
                  <a:lnTo>
                    <a:pt x="4275756" y="2215157"/>
                  </a:lnTo>
                  <a:lnTo>
                    <a:pt x="4311388" y="2220369"/>
                  </a:lnTo>
                  <a:lnTo>
                    <a:pt x="4347019" y="2225539"/>
                  </a:lnTo>
                  <a:lnTo>
                    <a:pt x="4382650" y="2230669"/>
                  </a:lnTo>
                  <a:lnTo>
                    <a:pt x="4418282" y="2235758"/>
                  </a:lnTo>
                  <a:lnTo>
                    <a:pt x="4453913" y="2240808"/>
                  </a:lnTo>
                  <a:lnTo>
                    <a:pt x="4489544" y="2245817"/>
                  </a:lnTo>
                  <a:lnTo>
                    <a:pt x="4525175" y="2250788"/>
                  </a:lnTo>
                  <a:lnTo>
                    <a:pt x="4560807" y="2255719"/>
                  </a:lnTo>
                  <a:lnTo>
                    <a:pt x="4596438" y="2260611"/>
                  </a:lnTo>
                  <a:lnTo>
                    <a:pt x="4632069" y="2265465"/>
                  </a:lnTo>
                  <a:lnTo>
                    <a:pt x="4667701" y="2270281"/>
                  </a:lnTo>
                  <a:lnTo>
                    <a:pt x="4703332" y="2275058"/>
                  </a:lnTo>
                  <a:lnTo>
                    <a:pt x="4738963" y="2279799"/>
                  </a:lnTo>
                  <a:lnTo>
                    <a:pt x="4774595" y="2284501"/>
                  </a:lnTo>
                  <a:lnTo>
                    <a:pt x="4810226" y="2289167"/>
                  </a:lnTo>
                  <a:lnTo>
                    <a:pt x="4845857" y="2293796"/>
                  </a:lnTo>
                  <a:lnTo>
                    <a:pt x="4881489" y="2298389"/>
                  </a:lnTo>
                  <a:lnTo>
                    <a:pt x="4917120" y="2302946"/>
                  </a:lnTo>
                  <a:lnTo>
                    <a:pt x="4952751" y="2307466"/>
                  </a:lnTo>
                  <a:lnTo>
                    <a:pt x="4988382" y="2311952"/>
                  </a:lnTo>
                  <a:lnTo>
                    <a:pt x="5024014" y="2316401"/>
                  </a:lnTo>
                  <a:lnTo>
                    <a:pt x="5059645" y="2320816"/>
                  </a:lnTo>
                  <a:lnTo>
                    <a:pt x="5095276" y="2325196"/>
                  </a:lnTo>
                  <a:lnTo>
                    <a:pt x="5130908" y="2329542"/>
                  </a:lnTo>
                  <a:lnTo>
                    <a:pt x="5166539" y="2333854"/>
                  </a:lnTo>
                  <a:lnTo>
                    <a:pt x="5202170" y="2338131"/>
                  </a:lnTo>
                  <a:lnTo>
                    <a:pt x="5237802" y="2342375"/>
                  </a:lnTo>
                  <a:lnTo>
                    <a:pt x="5273433" y="2346586"/>
                  </a:lnTo>
                  <a:lnTo>
                    <a:pt x="5309064" y="2350763"/>
                  </a:lnTo>
                  <a:lnTo>
                    <a:pt x="5344696" y="2354907"/>
                  </a:lnTo>
                  <a:lnTo>
                    <a:pt x="5380327" y="2359019"/>
                  </a:lnTo>
                  <a:lnTo>
                    <a:pt x="5415958" y="2363099"/>
                  </a:lnTo>
                  <a:lnTo>
                    <a:pt x="5451589" y="2367146"/>
                  </a:lnTo>
                  <a:lnTo>
                    <a:pt x="5487221" y="2371162"/>
                  </a:lnTo>
                  <a:lnTo>
                    <a:pt x="5522852" y="2375146"/>
                  </a:lnTo>
                  <a:lnTo>
                    <a:pt x="5558483" y="2379098"/>
                  </a:lnTo>
                  <a:lnTo>
                    <a:pt x="5594115" y="2383020"/>
                  </a:lnTo>
                  <a:lnTo>
                    <a:pt x="5629746" y="2386911"/>
                  </a:lnTo>
                  <a:lnTo>
                    <a:pt x="5665377" y="2390771"/>
                  </a:lnTo>
                  <a:lnTo>
                    <a:pt x="5701009" y="2394601"/>
                  </a:lnTo>
                  <a:lnTo>
                    <a:pt x="5736640" y="2398400"/>
                  </a:lnTo>
                  <a:lnTo>
                    <a:pt x="5772271" y="2402170"/>
                  </a:lnTo>
                  <a:lnTo>
                    <a:pt x="5807903" y="2405910"/>
                  </a:lnTo>
                  <a:lnTo>
                    <a:pt x="5843534" y="2409620"/>
                  </a:lnTo>
                  <a:lnTo>
                    <a:pt x="5879165" y="2413302"/>
                  </a:lnTo>
                  <a:lnTo>
                    <a:pt x="5914796" y="2416954"/>
                  </a:lnTo>
                  <a:lnTo>
                    <a:pt x="5950428" y="2420578"/>
                  </a:lnTo>
                  <a:lnTo>
                    <a:pt x="5986059" y="2424173"/>
                  </a:lnTo>
                  <a:lnTo>
                    <a:pt x="6021690" y="2427740"/>
                  </a:lnTo>
                  <a:lnTo>
                    <a:pt x="6057322" y="2431279"/>
                  </a:lnTo>
                  <a:lnTo>
                    <a:pt x="6092953" y="2434790"/>
                  </a:lnTo>
                  <a:lnTo>
                    <a:pt x="6128584" y="2438273"/>
                  </a:lnTo>
                  <a:lnTo>
                    <a:pt x="6164216" y="2441729"/>
                  </a:lnTo>
                  <a:lnTo>
                    <a:pt x="6199847" y="2445158"/>
                  </a:lnTo>
                  <a:lnTo>
                    <a:pt x="6235478" y="2448560"/>
                  </a:lnTo>
                  <a:lnTo>
                    <a:pt x="6271110" y="2451935"/>
                  </a:lnTo>
                  <a:lnTo>
                    <a:pt x="6306741" y="2455283"/>
                  </a:lnTo>
                  <a:lnTo>
                    <a:pt x="6342372" y="2458605"/>
                  </a:lnTo>
                  <a:lnTo>
                    <a:pt x="6378003" y="2461901"/>
                  </a:lnTo>
                  <a:lnTo>
                    <a:pt x="6413635" y="2465171"/>
                  </a:lnTo>
                  <a:lnTo>
                    <a:pt x="6449266" y="2468416"/>
                  </a:lnTo>
                  <a:lnTo>
                    <a:pt x="6484897" y="2471634"/>
                  </a:lnTo>
                  <a:lnTo>
                    <a:pt x="6520529" y="2474828"/>
                  </a:lnTo>
                  <a:lnTo>
                    <a:pt x="6556160" y="2477996"/>
                  </a:lnTo>
                  <a:lnTo>
                    <a:pt x="6591791" y="2481140"/>
                  </a:lnTo>
                  <a:lnTo>
                    <a:pt x="6627423" y="2484258"/>
                  </a:lnTo>
                  <a:lnTo>
                    <a:pt x="6663054" y="2487352"/>
                  </a:lnTo>
                  <a:lnTo>
                    <a:pt x="6698685" y="2490422"/>
                  </a:lnTo>
                  <a:lnTo>
                    <a:pt x="6734317" y="2493468"/>
                  </a:lnTo>
                  <a:lnTo>
                    <a:pt x="6769948" y="2496489"/>
                  </a:lnTo>
                  <a:lnTo>
                    <a:pt x="6805579" y="2499487"/>
                  </a:lnTo>
                  <a:lnTo>
                    <a:pt x="6841210" y="2502462"/>
                  </a:lnTo>
                  <a:lnTo>
                    <a:pt x="6876842" y="2505413"/>
                  </a:lnTo>
                  <a:lnTo>
                    <a:pt x="6912473" y="2508340"/>
                  </a:lnTo>
                  <a:lnTo>
                    <a:pt x="6948104" y="2511245"/>
                  </a:lnTo>
                  <a:lnTo>
                    <a:pt x="6983736" y="2514127"/>
                  </a:lnTo>
                  <a:lnTo>
                    <a:pt x="7019367" y="2516986"/>
                  </a:lnTo>
                  <a:lnTo>
                    <a:pt x="7054998" y="2519822"/>
                  </a:lnTo>
                  <a:lnTo>
                    <a:pt x="7090630" y="25226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53787"/>
              <a:ext cx="7090630" cy="1506447"/>
            </a:xfrm>
            <a:custGeom>
              <a:avLst/>
              <a:pathLst>
                <a:path w="7090630" h="1506447">
                  <a:moveTo>
                    <a:pt x="7090630" y="1506447"/>
                  </a:moveTo>
                  <a:lnTo>
                    <a:pt x="7054998" y="1503727"/>
                  </a:lnTo>
                  <a:lnTo>
                    <a:pt x="7019367" y="1500971"/>
                  </a:lnTo>
                  <a:lnTo>
                    <a:pt x="6983736" y="1498178"/>
                  </a:lnTo>
                  <a:lnTo>
                    <a:pt x="6948104" y="1495347"/>
                  </a:lnTo>
                  <a:lnTo>
                    <a:pt x="6912473" y="1492478"/>
                  </a:lnTo>
                  <a:lnTo>
                    <a:pt x="6876842" y="1489571"/>
                  </a:lnTo>
                  <a:lnTo>
                    <a:pt x="6841210" y="1486625"/>
                  </a:lnTo>
                  <a:lnTo>
                    <a:pt x="6805579" y="1483639"/>
                  </a:lnTo>
                  <a:lnTo>
                    <a:pt x="6769948" y="1480613"/>
                  </a:lnTo>
                  <a:lnTo>
                    <a:pt x="6734317" y="1477547"/>
                  </a:lnTo>
                  <a:lnTo>
                    <a:pt x="6698685" y="1474439"/>
                  </a:lnTo>
                  <a:lnTo>
                    <a:pt x="6663054" y="1471290"/>
                  </a:lnTo>
                  <a:lnTo>
                    <a:pt x="6627423" y="1468098"/>
                  </a:lnTo>
                  <a:lnTo>
                    <a:pt x="6591791" y="1464864"/>
                  </a:lnTo>
                  <a:lnTo>
                    <a:pt x="6556160" y="1461586"/>
                  </a:lnTo>
                  <a:lnTo>
                    <a:pt x="6520529" y="1458264"/>
                  </a:lnTo>
                  <a:lnTo>
                    <a:pt x="6484897" y="1454897"/>
                  </a:lnTo>
                  <a:lnTo>
                    <a:pt x="6449266" y="1451486"/>
                  </a:lnTo>
                  <a:lnTo>
                    <a:pt x="6413635" y="1448028"/>
                  </a:lnTo>
                  <a:lnTo>
                    <a:pt x="6378003" y="1444524"/>
                  </a:lnTo>
                  <a:lnTo>
                    <a:pt x="6342372" y="1440973"/>
                  </a:lnTo>
                  <a:lnTo>
                    <a:pt x="6306741" y="1437375"/>
                  </a:lnTo>
                  <a:lnTo>
                    <a:pt x="6271110" y="1433728"/>
                  </a:lnTo>
                  <a:lnTo>
                    <a:pt x="6235478" y="1430032"/>
                  </a:lnTo>
                  <a:lnTo>
                    <a:pt x="6199847" y="1426287"/>
                  </a:lnTo>
                  <a:lnTo>
                    <a:pt x="6164216" y="1422491"/>
                  </a:lnTo>
                  <a:lnTo>
                    <a:pt x="6128584" y="1418644"/>
                  </a:lnTo>
                  <a:lnTo>
                    <a:pt x="6092953" y="1414746"/>
                  </a:lnTo>
                  <a:lnTo>
                    <a:pt x="6057322" y="1410795"/>
                  </a:lnTo>
                  <a:lnTo>
                    <a:pt x="6021690" y="1406792"/>
                  </a:lnTo>
                  <a:lnTo>
                    <a:pt x="5986059" y="1402734"/>
                  </a:lnTo>
                  <a:lnTo>
                    <a:pt x="5950428" y="1398622"/>
                  </a:lnTo>
                  <a:lnTo>
                    <a:pt x="5914796" y="1394455"/>
                  </a:lnTo>
                  <a:lnTo>
                    <a:pt x="5879165" y="1390232"/>
                  </a:lnTo>
                  <a:lnTo>
                    <a:pt x="5843534" y="1385953"/>
                  </a:lnTo>
                  <a:lnTo>
                    <a:pt x="5807903" y="1381616"/>
                  </a:lnTo>
                  <a:lnTo>
                    <a:pt x="5772271" y="1377220"/>
                  </a:lnTo>
                  <a:lnTo>
                    <a:pt x="5736640" y="1372766"/>
                  </a:lnTo>
                  <a:lnTo>
                    <a:pt x="5701009" y="1368252"/>
                  </a:lnTo>
                  <a:lnTo>
                    <a:pt x="5665377" y="1363677"/>
                  </a:lnTo>
                  <a:lnTo>
                    <a:pt x="5629746" y="1359041"/>
                  </a:lnTo>
                  <a:lnTo>
                    <a:pt x="5594115" y="1354343"/>
                  </a:lnTo>
                  <a:lnTo>
                    <a:pt x="5558483" y="1349582"/>
                  </a:lnTo>
                  <a:lnTo>
                    <a:pt x="5522852" y="1344756"/>
                  </a:lnTo>
                  <a:lnTo>
                    <a:pt x="5487221" y="1339866"/>
                  </a:lnTo>
                  <a:lnTo>
                    <a:pt x="5451589" y="1334911"/>
                  </a:lnTo>
                  <a:lnTo>
                    <a:pt x="5415958" y="1329888"/>
                  </a:lnTo>
                  <a:lnTo>
                    <a:pt x="5380327" y="1324799"/>
                  </a:lnTo>
                  <a:lnTo>
                    <a:pt x="5344696" y="1319641"/>
                  </a:lnTo>
                  <a:lnTo>
                    <a:pt x="5309064" y="1314414"/>
                  </a:lnTo>
                  <a:lnTo>
                    <a:pt x="5273433" y="1309116"/>
                  </a:lnTo>
                  <a:lnTo>
                    <a:pt x="5237802" y="1303748"/>
                  </a:lnTo>
                  <a:lnTo>
                    <a:pt x="5202170" y="1298307"/>
                  </a:lnTo>
                  <a:lnTo>
                    <a:pt x="5166539" y="1292794"/>
                  </a:lnTo>
                  <a:lnTo>
                    <a:pt x="5130908" y="1287206"/>
                  </a:lnTo>
                  <a:lnTo>
                    <a:pt x="5095276" y="1281544"/>
                  </a:lnTo>
                  <a:lnTo>
                    <a:pt x="5059645" y="1275805"/>
                  </a:lnTo>
                  <a:lnTo>
                    <a:pt x="5024014" y="1269990"/>
                  </a:lnTo>
                  <a:lnTo>
                    <a:pt x="4988382" y="1264096"/>
                  </a:lnTo>
                  <a:lnTo>
                    <a:pt x="4952751" y="1258123"/>
                  </a:lnTo>
                  <a:lnTo>
                    <a:pt x="4917120" y="1252070"/>
                  </a:lnTo>
                  <a:lnTo>
                    <a:pt x="4881489" y="1245936"/>
                  </a:lnTo>
                  <a:lnTo>
                    <a:pt x="4845857" y="1239720"/>
                  </a:lnTo>
                  <a:lnTo>
                    <a:pt x="4810226" y="1233420"/>
                  </a:lnTo>
                  <a:lnTo>
                    <a:pt x="4774595" y="1227035"/>
                  </a:lnTo>
                  <a:lnTo>
                    <a:pt x="4738963" y="1220565"/>
                  </a:lnTo>
                  <a:lnTo>
                    <a:pt x="4703332" y="1214008"/>
                  </a:lnTo>
                  <a:lnTo>
                    <a:pt x="4667701" y="1207363"/>
                  </a:lnTo>
                  <a:lnTo>
                    <a:pt x="4632069" y="1200629"/>
                  </a:lnTo>
                  <a:lnTo>
                    <a:pt x="4596438" y="1193804"/>
                  </a:lnTo>
                  <a:lnTo>
                    <a:pt x="4560807" y="1186888"/>
                  </a:lnTo>
                  <a:lnTo>
                    <a:pt x="4525175" y="1179879"/>
                  </a:lnTo>
                  <a:lnTo>
                    <a:pt x="4489544" y="1172776"/>
                  </a:lnTo>
                  <a:lnTo>
                    <a:pt x="4453913" y="1165578"/>
                  </a:lnTo>
                  <a:lnTo>
                    <a:pt x="4418282" y="1158283"/>
                  </a:lnTo>
                  <a:lnTo>
                    <a:pt x="4382650" y="1150890"/>
                  </a:lnTo>
                  <a:lnTo>
                    <a:pt x="4347019" y="1143397"/>
                  </a:lnTo>
                  <a:lnTo>
                    <a:pt x="4311388" y="1135804"/>
                  </a:lnTo>
                  <a:lnTo>
                    <a:pt x="4275756" y="1128110"/>
                  </a:lnTo>
                  <a:lnTo>
                    <a:pt x="4240125" y="1120312"/>
                  </a:lnTo>
                  <a:lnTo>
                    <a:pt x="4204494" y="1112409"/>
                  </a:lnTo>
                  <a:lnTo>
                    <a:pt x="4168862" y="1104400"/>
                  </a:lnTo>
                  <a:lnTo>
                    <a:pt x="4133231" y="1096284"/>
                  </a:lnTo>
                  <a:lnTo>
                    <a:pt x="4097600" y="1088059"/>
                  </a:lnTo>
                  <a:lnTo>
                    <a:pt x="4061968" y="1079723"/>
                  </a:lnTo>
                  <a:lnTo>
                    <a:pt x="4026337" y="1071276"/>
                  </a:lnTo>
                  <a:lnTo>
                    <a:pt x="3990706" y="1062715"/>
                  </a:lnTo>
                  <a:lnTo>
                    <a:pt x="3955075" y="1054039"/>
                  </a:lnTo>
                  <a:lnTo>
                    <a:pt x="3919443" y="1045247"/>
                  </a:lnTo>
                  <a:lnTo>
                    <a:pt x="3883812" y="1036337"/>
                  </a:lnTo>
                  <a:lnTo>
                    <a:pt x="3848181" y="1027307"/>
                  </a:lnTo>
                  <a:lnTo>
                    <a:pt x="3812549" y="1018156"/>
                  </a:lnTo>
                  <a:lnTo>
                    <a:pt x="3776918" y="1008882"/>
                  </a:lnTo>
                  <a:lnTo>
                    <a:pt x="3741287" y="999484"/>
                  </a:lnTo>
                  <a:lnTo>
                    <a:pt x="3705655" y="989959"/>
                  </a:lnTo>
                  <a:lnTo>
                    <a:pt x="3670024" y="980307"/>
                  </a:lnTo>
                  <a:lnTo>
                    <a:pt x="3634393" y="970525"/>
                  </a:lnTo>
                  <a:lnTo>
                    <a:pt x="3598762" y="960612"/>
                  </a:lnTo>
                  <a:lnTo>
                    <a:pt x="3563130" y="950566"/>
                  </a:lnTo>
                  <a:lnTo>
                    <a:pt x="3527499" y="940384"/>
                  </a:lnTo>
                  <a:lnTo>
                    <a:pt x="3491868" y="930067"/>
                  </a:lnTo>
                  <a:lnTo>
                    <a:pt x="3456236" y="919610"/>
                  </a:lnTo>
                  <a:lnTo>
                    <a:pt x="3420605" y="909014"/>
                  </a:lnTo>
                  <a:lnTo>
                    <a:pt x="3384974" y="902115"/>
                  </a:lnTo>
                  <a:lnTo>
                    <a:pt x="3349342" y="895715"/>
                  </a:lnTo>
                  <a:lnTo>
                    <a:pt x="3313711" y="889265"/>
                  </a:lnTo>
                  <a:lnTo>
                    <a:pt x="3278080" y="882763"/>
                  </a:lnTo>
                  <a:lnTo>
                    <a:pt x="3242448" y="876210"/>
                  </a:lnTo>
                  <a:lnTo>
                    <a:pt x="3206817" y="869605"/>
                  </a:lnTo>
                  <a:lnTo>
                    <a:pt x="3171186" y="862948"/>
                  </a:lnTo>
                  <a:lnTo>
                    <a:pt x="3135555" y="856237"/>
                  </a:lnTo>
                  <a:lnTo>
                    <a:pt x="3099923" y="849474"/>
                  </a:lnTo>
                  <a:lnTo>
                    <a:pt x="3064292" y="842657"/>
                  </a:lnTo>
                  <a:lnTo>
                    <a:pt x="3028661" y="835785"/>
                  </a:lnTo>
                  <a:lnTo>
                    <a:pt x="2993029" y="828860"/>
                  </a:lnTo>
                  <a:lnTo>
                    <a:pt x="2957398" y="821879"/>
                  </a:lnTo>
                  <a:lnTo>
                    <a:pt x="2921767" y="814843"/>
                  </a:lnTo>
                  <a:lnTo>
                    <a:pt x="2886135" y="807751"/>
                  </a:lnTo>
                  <a:lnTo>
                    <a:pt x="2850504" y="800603"/>
                  </a:lnTo>
                  <a:lnTo>
                    <a:pt x="2814873" y="793399"/>
                  </a:lnTo>
                  <a:lnTo>
                    <a:pt x="2779241" y="786137"/>
                  </a:lnTo>
                  <a:lnTo>
                    <a:pt x="2743610" y="778817"/>
                  </a:lnTo>
                  <a:lnTo>
                    <a:pt x="2707979" y="771440"/>
                  </a:lnTo>
                  <a:lnTo>
                    <a:pt x="2672348" y="764004"/>
                  </a:lnTo>
                  <a:lnTo>
                    <a:pt x="2636716" y="756509"/>
                  </a:lnTo>
                  <a:lnTo>
                    <a:pt x="2601085" y="748955"/>
                  </a:lnTo>
                  <a:lnTo>
                    <a:pt x="2565454" y="741340"/>
                  </a:lnTo>
                  <a:lnTo>
                    <a:pt x="2529822" y="733666"/>
                  </a:lnTo>
                  <a:lnTo>
                    <a:pt x="2494191" y="725930"/>
                  </a:lnTo>
                  <a:lnTo>
                    <a:pt x="2458560" y="718133"/>
                  </a:lnTo>
                  <a:lnTo>
                    <a:pt x="2422928" y="710274"/>
                  </a:lnTo>
                  <a:lnTo>
                    <a:pt x="2387297" y="702353"/>
                  </a:lnTo>
                  <a:lnTo>
                    <a:pt x="2351666" y="694369"/>
                  </a:lnTo>
                  <a:lnTo>
                    <a:pt x="2316034" y="686322"/>
                  </a:lnTo>
                  <a:lnTo>
                    <a:pt x="2280403" y="678211"/>
                  </a:lnTo>
                  <a:lnTo>
                    <a:pt x="2244772" y="670036"/>
                  </a:lnTo>
                  <a:lnTo>
                    <a:pt x="2209141" y="661796"/>
                  </a:lnTo>
                  <a:lnTo>
                    <a:pt x="2173509" y="653490"/>
                  </a:lnTo>
                  <a:lnTo>
                    <a:pt x="2137878" y="645119"/>
                  </a:lnTo>
                  <a:lnTo>
                    <a:pt x="2102247" y="636681"/>
                  </a:lnTo>
                  <a:lnTo>
                    <a:pt x="2066615" y="628176"/>
                  </a:lnTo>
                  <a:lnTo>
                    <a:pt x="2030984" y="619604"/>
                  </a:lnTo>
                  <a:lnTo>
                    <a:pt x="1995353" y="610964"/>
                  </a:lnTo>
                  <a:lnTo>
                    <a:pt x="1959721" y="602255"/>
                  </a:lnTo>
                  <a:lnTo>
                    <a:pt x="1924090" y="593477"/>
                  </a:lnTo>
                  <a:lnTo>
                    <a:pt x="1888459" y="584630"/>
                  </a:lnTo>
                  <a:lnTo>
                    <a:pt x="1852827" y="575713"/>
                  </a:lnTo>
                  <a:lnTo>
                    <a:pt x="1817196" y="566724"/>
                  </a:lnTo>
                  <a:lnTo>
                    <a:pt x="1781565" y="557665"/>
                  </a:lnTo>
                  <a:lnTo>
                    <a:pt x="1745934" y="548534"/>
                  </a:lnTo>
                  <a:lnTo>
                    <a:pt x="1710302" y="539330"/>
                  </a:lnTo>
                  <a:lnTo>
                    <a:pt x="1674671" y="530053"/>
                  </a:lnTo>
                  <a:lnTo>
                    <a:pt x="1639040" y="520703"/>
                  </a:lnTo>
                  <a:lnTo>
                    <a:pt x="1603408" y="511278"/>
                  </a:lnTo>
                  <a:lnTo>
                    <a:pt x="1567777" y="501779"/>
                  </a:lnTo>
                  <a:lnTo>
                    <a:pt x="1532146" y="492204"/>
                  </a:lnTo>
                  <a:lnTo>
                    <a:pt x="1496514" y="482554"/>
                  </a:lnTo>
                  <a:lnTo>
                    <a:pt x="1460883" y="472827"/>
                  </a:lnTo>
                  <a:lnTo>
                    <a:pt x="1425252" y="463023"/>
                  </a:lnTo>
                  <a:lnTo>
                    <a:pt x="1389620" y="453141"/>
                  </a:lnTo>
                  <a:lnTo>
                    <a:pt x="1353989" y="443180"/>
                  </a:lnTo>
                  <a:lnTo>
                    <a:pt x="1318358" y="433141"/>
                  </a:lnTo>
                  <a:lnTo>
                    <a:pt x="1282727" y="423022"/>
                  </a:lnTo>
                  <a:lnTo>
                    <a:pt x="1247095" y="412823"/>
                  </a:lnTo>
                  <a:lnTo>
                    <a:pt x="1211464" y="402543"/>
                  </a:lnTo>
                  <a:lnTo>
                    <a:pt x="1175833" y="392182"/>
                  </a:lnTo>
                  <a:lnTo>
                    <a:pt x="1140201" y="381738"/>
                  </a:lnTo>
                  <a:lnTo>
                    <a:pt x="1104570" y="371211"/>
                  </a:lnTo>
                  <a:lnTo>
                    <a:pt x="1068939" y="360601"/>
                  </a:lnTo>
                  <a:lnTo>
                    <a:pt x="1033307" y="349907"/>
                  </a:lnTo>
                  <a:lnTo>
                    <a:pt x="997676" y="339128"/>
                  </a:lnTo>
                  <a:lnTo>
                    <a:pt x="962045" y="328264"/>
                  </a:lnTo>
                  <a:lnTo>
                    <a:pt x="926413" y="317313"/>
                  </a:lnTo>
                  <a:lnTo>
                    <a:pt x="890782" y="306275"/>
                  </a:lnTo>
                  <a:lnTo>
                    <a:pt x="855151" y="295150"/>
                  </a:lnTo>
                  <a:lnTo>
                    <a:pt x="819520" y="283937"/>
                  </a:lnTo>
                  <a:lnTo>
                    <a:pt x="783888" y="272635"/>
                  </a:lnTo>
                  <a:lnTo>
                    <a:pt x="748257" y="261243"/>
                  </a:lnTo>
                  <a:lnTo>
                    <a:pt x="712626" y="249761"/>
                  </a:lnTo>
                  <a:lnTo>
                    <a:pt x="676994" y="238188"/>
                  </a:lnTo>
                  <a:lnTo>
                    <a:pt x="641363" y="226523"/>
                  </a:lnTo>
                  <a:lnTo>
                    <a:pt x="605732" y="214765"/>
                  </a:lnTo>
                  <a:lnTo>
                    <a:pt x="570100" y="202915"/>
                  </a:lnTo>
                  <a:lnTo>
                    <a:pt x="534469" y="190970"/>
                  </a:lnTo>
                  <a:lnTo>
                    <a:pt x="498838" y="178930"/>
                  </a:lnTo>
                  <a:lnTo>
                    <a:pt x="463206" y="166795"/>
                  </a:lnTo>
                  <a:lnTo>
                    <a:pt x="427575" y="154564"/>
                  </a:lnTo>
                  <a:lnTo>
                    <a:pt x="391944" y="142236"/>
                  </a:lnTo>
                  <a:lnTo>
                    <a:pt x="356313" y="129810"/>
                  </a:lnTo>
                  <a:lnTo>
                    <a:pt x="320681" y="117286"/>
                  </a:lnTo>
                  <a:lnTo>
                    <a:pt x="285050" y="104662"/>
                  </a:lnTo>
                  <a:lnTo>
                    <a:pt x="249419" y="91938"/>
                  </a:lnTo>
                  <a:lnTo>
                    <a:pt x="213787" y="79113"/>
                  </a:lnTo>
                  <a:lnTo>
                    <a:pt x="178156" y="66186"/>
                  </a:lnTo>
                  <a:lnTo>
                    <a:pt x="142525" y="53157"/>
                  </a:lnTo>
                  <a:lnTo>
                    <a:pt x="106893" y="40025"/>
                  </a:lnTo>
                  <a:lnTo>
                    <a:pt x="71262" y="26788"/>
                  </a:lnTo>
                  <a:lnTo>
                    <a:pt x="35631" y="134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345235"/>
              <a:ext cx="7090630" cy="1949474"/>
            </a:xfrm>
            <a:custGeom>
              <a:avLst/>
              <a:pathLst>
                <a:path w="7090630" h="1949474">
                  <a:moveTo>
                    <a:pt x="0" y="0"/>
                  </a:moveTo>
                  <a:lnTo>
                    <a:pt x="35631" y="23418"/>
                  </a:lnTo>
                  <a:lnTo>
                    <a:pt x="71262" y="46589"/>
                  </a:lnTo>
                  <a:lnTo>
                    <a:pt x="106893" y="69516"/>
                  </a:lnTo>
                  <a:lnTo>
                    <a:pt x="142525" y="92200"/>
                  </a:lnTo>
                  <a:lnTo>
                    <a:pt x="178156" y="114645"/>
                  </a:lnTo>
                  <a:lnTo>
                    <a:pt x="213787" y="136852"/>
                  </a:lnTo>
                  <a:lnTo>
                    <a:pt x="249419" y="158826"/>
                  </a:lnTo>
                  <a:lnTo>
                    <a:pt x="285050" y="180567"/>
                  </a:lnTo>
                  <a:lnTo>
                    <a:pt x="320681" y="202078"/>
                  </a:lnTo>
                  <a:lnTo>
                    <a:pt x="356313" y="223363"/>
                  </a:lnTo>
                  <a:lnTo>
                    <a:pt x="391944" y="244423"/>
                  </a:lnTo>
                  <a:lnTo>
                    <a:pt x="427575" y="265260"/>
                  </a:lnTo>
                  <a:lnTo>
                    <a:pt x="463206" y="285877"/>
                  </a:lnTo>
                  <a:lnTo>
                    <a:pt x="498838" y="306277"/>
                  </a:lnTo>
                  <a:lnTo>
                    <a:pt x="534469" y="326461"/>
                  </a:lnTo>
                  <a:lnTo>
                    <a:pt x="570100" y="346432"/>
                  </a:lnTo>
                  <a:lnTo>
                    <a:pt x="605732" y="366192"/>
                  </a:lnTo>
                  <a:lnTo>
                    <a:pt x="641363" y="385743"/>
                  </a:lnTo>
                  <a:lnTo>
                    <a:pt x="676994" y="405088"/>
                  </a:lnTo>
                  <a:lnTo>
                    <a:pt x="712626" y="424229"/>
                  </a:lnTo>
                  <a:lnTo>
                    <a:pt x="748257" y="443167"/>
                  </a:lnTo>
                  <a:lnTo>
                    <a:pt x="783888" y="461906"/>
                  </a:lnTo>
                  <a:lnTo>
                    <a:pt x="819520" y="480446"/>
                  </a:lnTo>
                  <a:lnTo>
                    <a:pt x="855151" y="498791"/>
                  </a:lnTo>
                  <a:lnTo>
                    <a:pt x="890782" y="516942"/>
                  </a:lnTo>
                  <a:lnTo>
                    <a:pt x="926413" y="534902"/>
                  </a:lnTo>
                  <a:lnTo>
                    <a:pt x="962045" y="552672"/>
                  </a:lnTo>
                  <a:lnTo>
                    <a:pt x="997676" y="570254"/>
                  </a:lnTo>
                  <a:lnTo>
                    <a:pt x="1033307" y="587650"/>
                  </a:lnTo>
                  <a:lnTo>
                    <a:pt x="1068939" y="604863"/>
                  </a:lnTo>
                  <a:lnTo>
                    <a:pt x="1104570" y="621894"/>
                  </a:lnTo>
                  <a:lnTo>
                    <a:pt x="1140201" y="638745"/>
                  </a:lnTo>
                  <a:lnTo>
                    <a:pt x="1175833" y="655418"/>
                  </a:lnTo>
                  <a:lnTo>
                    <a:pt x="1211464" y="671915"/>
                  </a:lnTo>
                  <a:lnTo>
                    <a:pt x="1247095" y="688238"/>
                  </a:lnTo>
                  <a:lnTo>
                    <a:pt x="1282727" y="704389"/>
                  </a:lnTo>
                  <a:lnTo>
                    <a:pt x="1318358" y="720369"/>
                  </a:lnTo>
                  <a:lnTo>
                    <a:pt x="1353989" y="736180"/>
                  </a:lnTo>
                  <a:lnTo>
                    <a:pt x="1389620" y="751824"/>
                  </a:lnTo>
                  <a:lnTo>
                    <a:pt x="1425252" y="767303"/>
                  </a:lnTo>
                  <a:lnTo>
                    <a:pt x="1460883" y="782619"/>
                  </a:lnTo>
                  <a:lnTo>
                    <a:pt x="1496514" y="797773"/>
                  </a:lnTo>
                  <a:lnTo>
                    <a:pt x="1532146" y="812767"/>
                  </a:lnTo>
                  <a:lnTo>
                    <a:pt x="1567777" y="827602"/>
                  </a:lnTo>
                  <a:lnTo>
                    <a:pt x="1603408" y="842281"/>
                  </a:lnTo>
                  <a:lnTo>
                    <a:pt x="1639040" y="856805"/>
                  </a:lnTo>
                  <a:lnTo>
                    <a:pt x="1674671" y="871175"/>
                  </a:lnTo>
                  <a:lnTo>
                    <a:pt x="1710302" y="885394"/>
                  </a:lnTo>
                  <a:lnTo>
                    <a:pt x="1745934" y="899463"/>
                  </a:lnTo>
                  <a:lnTo>
                    <a:pt x="1781565" y="913383"/>
                  </a:lnTo>
                  <a:lnTo>
                    <a:pt x="1817196" y="927156"/>
                  </a:lnTo>
                  <a:lnTo>
                    <a:pt x="1852827" y="940783"/>
                  </a:lnTo>
                  <a:lnTo>
                    <a:pt x="1888459" y="954267"/>
                  </a:lnTo>
                  <a:lnTo>
                    <a:pt x="1924090" y="967608"/>
                  </a:lnTo>
                  <a:lnTo>
                    <a:pt x="1959721" y="980808"/>
                  </a:lnTo>
                  <a:lnTo>
                    <a:pt x="1995353" y="993869"/>
                  </a:lnTo>
                  <a:lnTo>
                    <a:pt x="2030984" y="1006792"/>
                  </a:lnTo>
                  <a:lnTo>
                    <a:pt x="2066615" y="1019579"/>
                  </a:lnTo>
                  <a:lnTo>
                    <a:pt x="2102247" y="1032230"/>
                  </a:lnTo>
                  <a:lnTo>
                    <a:pt x="2137878" y="1044748"/>
                  </a:lnTo>
                  <a:lnTo>
                    <a:pt x="2173509" y="1057134"/>
                  </a:lnTo>
                  <a:lnTo>
                    <a:pt x="2209141" y="1069389"/>
                  </a:lnTo>
                  <a:lnTo>
                    <a:pt x="2244772" y="1081515"/>
                  </a:lnTo>
                  <a:lnTo>
                    <a:pt x="2280403" y="1093512"/>
                  </a:lnTo>
                  <a:lnTo>
                    <a:pt x="2316034" y="1105383"/>
                  </a:lnTo>
                  <a:lnTo>
                    <a:pt x="2351666" y="1117128"/>
                  </a:lnTo>
                  <a:lnTo>
                    <a:pt x="2387297" y="1128750"/>
                  </a:lnTo>
                  <a:lnTo>
                    <a:pt x="2422928" y="1140248"/>
                  </a:lnTo>
                  <a:lnTo>
                    <a:pt x="2458560" y="1151626"/>
                  </a:lnTo>
                  <a:lnTo>
                    <a:pt x="2494191" y="1162883"/>
                  </a:lnTo>
                  <a:lnTo>
                    <a:pt x="2529822" y="1174021"/>
                  </a:lnTo>
                  <a:lnTo>
                    <a:pt x="2565454" y="1185042"/>
                  </a:lnTo>
                  <a:lnTo>
                    <a:pt x="2601085" y="1195946"/>
                  </a:lnTo>
                  <a:lnTo>
                    <a:pt x="2636716" y="1206735"/>
                  </a:lnTo>
                  <a:lnTo>
                    <a:pt x="2672348" y="1217410"/>
                  </a:lnTo>
                  <a:lnTo>
                    <a:pt x="2707979" y="1227972"/>
                  </a:lnTo>
                  <a:lnTo>
                    <a:pt x="2743610" y="1238423"/>
                  </a:lnTo>
                  <a:lnTo>
                    <a:pt x="2779241" y="1248764"/>
                  </a:lnTo>
                  <a:lnTo>
                    <a:pt x="2814873" y="1258995"/>
                  </a:lnTo>
                  <a:lnTo>
                    <a:pt x="2850504" y="1269118"/>
                  </a:lnTo>
                  <a:lnTo>
                    <a:pt x="2886135" y="1279135"/>
                  </a:lnTo>
                  <a:lnTo>
                    <a:pt x="2921767" y="1289045"/>
                  </a:lnTo>
                  <a:lnTo>
                    <a:pt x="2957398" y="1298851"/>
                  </a:lnTo>
                  <a:lnTo>
                    <a:pt x="2993029" y="1308554"/>
                  </a:lnTo>
                  <a:lnTo>
                    <a:pt x="3028661" y="1318154"/>
                  </a:lnTo>
                  <a:lnTo>
                    <a:pt x="3064292" y="1327652"/>
                  </a:lnTo>
                  <a:lnTo>
                    <a:pt x="3099923" y="1337050"/>
                  </a:lnTo>
                  <a:lnTo>
                    <a:pt x="3135555" y="1346349"/>
                  </a:lnTo>
                  <a:lnTo>
                    <a:pt x="3171186" y="1355550"/>
                  </a:lnTo>
                  <a:lnTo>
                    <a:pt x="3206817" y="1364654"/>
                  </a:lnTo>
                  <a:lnTo>
                    <a:pt x="3242448" y="1373661"/>
                  </a:lnTo>
                  <a:lnTo>
                    <a:pt x="3278080" y="1382574"/>
                  </a:lnTo>
                  <a:lnTo>
                    <a:pt x="3313711" y="1391392"/>
                  </a:lnTo>
                  <a:lnTo>
                    <a:pt x="3349342" y="1400117"/>
                  </a:lnTo>
                  <a:lnTo>
                    <a:pt x="3384974" y="1408750"/>
                  </a:lnTo>
                  <a:lnTo>
                    <a:pt x="3420605" y="1417292"/>
                  </a:lnTo>
                  <a:lnTo>
                    <a:pt x="3456236" y="1425743"/>
                  </a:lnTo>
                  <a:lnTo>
                    <a:pt x="3491868" y="1434106"/>
                  </a:lnTo>
                  <a:lnTo>
                    <a:pt x="3527499" y="1442380"/>
                  </a:lnTo>
                  <a:lnTo>
                    <a:pt x="3563130" y="1450567"/>
                  </a:lnTo>
                  <a:lnTo>
                    <a:pt x="3598762" y="1458667"/>
                  </a:lnTo>
                  <a:lnTo>
                    <a:pt x="3634393" y="1466682"/>
                  </a:lnTo>
                  <a:lnTo>
                    <a:pt x="3670024" y="1474612"/>
                  </a:lnTo>
                  <a:lnTo>
                    <a:pt x="3705655" y="1482458"/>
                  </a:lnTo>
                  <a:lnTo>
                    <a:pt x="3741287" y="1490221"/>
                  </a:lnTo>
                  <a:lnTo>
                    <a:pt x="3776918" y="1497903"/>
                  </a:lnTo>
                  <a:lnTo>
                    <a:pt x="3812549" y="1505503"/>
                  </a:lnTo>
                  <a:lnTo>
                    <a:pt x="3848181" y="1513023"/>
                  </a:lnTo>
                  <a:lnTo>
                    <a:pt x="3883812" y="1520464"/>
                  </a:lnTo>
                  <a:lnTo>
                    <a:pt x="3919443" y="1527826"/>
                  </a:lnTo>
                  <a:lnTo>
                    <a:pt x="3955075" y="1535111"/>
                  </a:lnTo>
                  <a:lnTo>
                    <a:pt x="3990706" y="1542318"/>
                  </a:lnTo>
                  <a:lnTo>
                    <a:pt x="4026337" y="1549449"/>
                  </a:lnTo>
                  <a:lnTo>
                    <a:pt x="4061968" y="1556505"/>
                  </a:lnTo>
                  <a:lnTo>
                    <a:pt x="4097600" y="1563487"/>
                  </a:lnTo>
                  <a:lnTo>
                    <a:pt x="4133231" y="1570395"/>
                  </a:lnTo>
                  <a:lnTo>
                    <a:pt x="4168862" y="1577230"/>
                  </a:lnTo>
                  <a:lnTo>
                    <a:pt x="4204494" y="1583992"/>
                  </a:lnTo>
                  <a:lnTo>
                    <a:pt x="4240125" y="1590683"/>
                  </a:lnTo>
                  <a:lnTo>
                    <a:pt x="4275756" y="1597304"/>
                  </a:lnTo>
                  <a:lnTo>
                    <a:pt x="4311388" y="1603855"/>
                  </a:lnTo>
                  <a:lnTo>
                    <a:pt x="4347019" y="1610336"/>
                  </a:lnTo>
                  <a:lnTo>
                    <a:pt x="4382650" y="1616749"/>
                  </a:lnTo>
                  <a:lnTo>
                    <a:pt x="4418282" y="1623095"/>
                  </a:lnTo>
                  <a:lnTo>
                    <a:pt x="4453913" y="1629373"/>
                  </a:lnTo>
                  <a:lnTo>
                    <a:pt x="4489544" y="1635585"/>
                  </a:lnTo>
                  <a:lnTo>
                    <a:pt x="4525175" y="1641731"/>
                  </a:lnTo>
                  <a:lnTo>
                    <a:pt x="4560807" y="1647813"/>
                  </a:lnTo>
                  <a:lnTo>
                    <a:pt x="4596438" y="1653830"/>
                  </a:lnTo>
                  <a:lnTo>
                    <a:pt x="4632069" y="1659784"/>
                  </a:lnTo>
                  <a:lnTo>
                    <a:pt x="4667701" y="1665675"/>
                  </a:lnTo>
                  <a:lnTo>
                    <a:pt x="4703332" y="1671504"/>
                  </a:lnTo>
                  <a:lnTo>
                    <a:pt x="4738963" y="1677271"/>
                  </a:lnTo>
                  <a:lnTo>
                    <a:pt x="4774595" y="1682977"/>
                  </a:lnTo>
                  <a:lnTo>
                    <a:pt x="4810226" y="1688623"/>
                  </a:lnTo>
                  <a:lnTo>
                    <a:pt x="4845857" y="1694209"/>
                  </a:lnTo>
                  <a:lnTo>
                    <a:pt x="4881489" y="1699737"/>
                  </a:lnTo>
                  <a:lnTo>
                    <a:pt x="4917120" y="1705206"/>
                  </a:lnTo>
                  <a:lnTo>
                    <a:pt x="4952751" y="1710617"/>
                  </a:lnTo>
                  <a:lnTo>
                    <a:pt x="4988382" y="1715971"/>
                  </a:lnTo>
                  <a:lnTo>
                    <a:pt x="5024014" y="1721268"/>
                  </a:lnTo>
                  <a:lnTo>
                    <a:pt x="5059645" y="1726510"/>
                  </a:lnTo>
                  <a:lnTo>
                    <a:pt x="5095276" y="1731696"/>
                  </a:lnTo>
                  <a:lnTo>
                    <a:pt x="5130908" y="1736828"/>
                  </a:lnTo>
                  <a:lnTo>
                    <a:pt x="5166539" y="1741905"/>
                  </a:lnTo>
                  <a:lnTo>
                    <a:pt x="5202170" y="1746929"/>
                  </a:lnTo>
                  <a:lnTo>
                    <a:pt x="5237802" y="1751899"/>
                  </a:lnTo>
                  <a:lnTo>
                    <a:pt x="5273433" y="1756817"/>
                  </a:lnTo>
                  <a:lnTo>
                    <a:pt x="5309064" y="1761684"/>
                  </a:lnTo>
                  <a:lnTo>
                    <a:pt x="5344696" y="1766498"/>
                  </a:lnTo>
                  <a:lnTo>
                    <a:pt x="5380327" y="1771262"/>
                  </a:lnTo>
                  <a:lnTo>
                    <a:pt x="5415958" y="1775976"/>
                  </a:lnTo>
                  <a:lnTo>
                    <a:pt x="5451589" y="1780640"/>
                  </a:lnTo>
                  <a:lnTo>
                    <a:pt x="5487221" y="1785255"/>
                  </a:lnTo>
                  <a:lnTo>
                    <a:pt x="5522852" y="1789820"/>
                  </a:lnTo>
                  <a:lnTo>
                    <a:pt x="5558483" y="1794338"/>
                  </a:lnTo>
                  <a:lnTo>
                    <a:pt x="5594115" y="1798808"/>
                  </a:lnTo>
                  <a:lnTo>
                    <a:pt x="5629746" y="1803231"/>
                  </a:lnTo>
                  <a:lnTo>
                    <a:pt x="5665377" y="1807607"/>
                  </a:lnTo>
                  <a:lnTo>
                    <a:pt x="5701009" y="1811937"/>
                  </a:lnTo>
                  <a:lnTo>
                    <a:pt x="5736640" y="1816221"/>
                  </a:lnTo>
                  <a:lnTo>
                    <a:pt x="5772271" y="1820460"/>
                  </a:lnTo>
                  <a:lnTo>
                    <a:pt x="5807903" y="1824654"/>
                  </a:lnTo>
                  <a:lnTo>
                    <a:pt x="5843534" y="1828804"/>
                  </a:lnTo>
                  <a:lnTo>
                    <a:pt x="5879165" y="1832910"/>
                  </a:lnTo>
                  <a:lnTo>
                    <a:pt x="5914796" y="1836972"/>
                  </a:lnTo>
                  <a:lnTo>
                    <a:pt x="5950428" y="1840992"/>
                  </a:lnTo>
                  <a:lnTo>
                    <a:pt x="5986059" y="1844969"/>
                  </a:lnTo>
                  <a:lnTo>
                    <a:pt x="6021690" y="1848905"/>
                  </a:lnTo>
                  <a:lnTo>
                    <a:pt x="6057322" y="1852798"/>
                  </a:lnTo>
                  <a:lnTo>
                    <a:pt x="6092953" y="1856651"/>
                  </a:lnTo>
                  <a:lnTo>
                    <a:pt x="6128584" y="1860463"/>
                  </a:lnTo>
                  <a:lnTo>
                    <a:pt x="6164216" y="1864235"/>
                  </a:lnTo>
                  <a:lnTo>
                    <a:pt x="6199847" y="1867967"/>
                  </a:lnTo>
                  <a:lnTo>
                    <a:pt x="6235478" y="1871659"/>
                  </a:lnTo>
                  <a:lnTo>
                    <a:pt x="6271110" y="1875312"/>
                  </a:lnTo>
                  <a:lnTo>
                    <a:pt x="6306741" y="1878927"/>
                  </a:lnTo>
                  <a:lnTo>
                    <a:pt x="6342372" y="1882504"/>
                  </a:lnTo>
                  <a:lnTo>
                    <a:pt x="6378003" y="1886043"/>
                  </a:lnTo>
                  <a:lnTo>
                    <a:pt x="6413635" y="1889545"/>
                  </a:lnTo>
                  <a:lnTo>
                    <a:pt x="6449266" y="1893009"/>
                  </a:lnTo>
                  <a:lnTo>
                    <a:pt x="6484897" y="1896437"/>
                  </a:lnTo>
                  <a:lnTo>
                    <a:pt x="6520529" y="1899829"/>
                  </a:lnTo>
                  <a:lnTo>
                    <a:pt x="6556160" y="1903185"/>
                  </a:lnTo>
                  <a:lnTo>
                    <a:pt x="6591791" y="1906505"/>
                  </a:lnTo>
                  <a:lnTo>
                    <a:pt x="6627423" y="1909791"/>
                  </a:lnTo>
                  <a:lnTo>
                    <a:pt x="6663054" y="1913042"/>
                  </a:lnTo>
                  <a:lnTo>
                    <a:pt x="6698685" y="1916258"/>
                  </a:lnTo>
                  <a:lnTo>
                    <a:pt x="6734317" y="1919441"/>
                  </a:lnTo>
                  <a:lnTo>
                    <a:pt x="6769948" y="1922589"/>
                  </a:lnTo>
                  <a:lnTo>
                    <a:pt x="6805579" y="1925705"/>
                  </a:lnTo>
                  <a:lnTo>
                    <a:pt x="6841210" y="1928788"/>
                  </a:lnTo>
                  <a:lnTo>
                    <a:pt x="6876842" y="1931838"/>
                  </a:lnTo>
                  <a:lnTo>
                    <a:pt x="6912473" y="1934856"/>
                  </a:lnTo>
                  <a:lnTo>
                    <a:pt x="6948104" y="1937842"/>
                  </a:lnTo>
                  <a:lnTo>
                    <a:pt x="6983736" y="1940797"/>
                  </a:lnTo>
                  <a:lnTo>
                    <a:pt x="7019367" y="1943720"/>
                  </a:lnTo>
                  <a:lnTo>
                    <a:pt x="7054998" y="1946612"/>
                  </a:lnTo>
                  <a:lnTo>
                    <a:pt x="7090630" y="194947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824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(1.21-1.38),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2.12 (1.75-2.57)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2026-10-08T16:28:06Z</dcterms:modified>
  <cp:category/>
</cp:coreProperties>
</file>