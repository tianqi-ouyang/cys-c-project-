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6215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6074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55934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75793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6286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96004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15863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35722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196947"/>
              <a:ext cx="7090630" cy="3215629"/>
            </a:xfrm>
            <a:custGeom>
              <a:avLst/>
              <a:pathLst>
                <a:path w="7090630" h="3215629">
                  <a:moveTo>
                    <a:pt x="265784" y="0"/>
                  </a:moveTo>
                  <a:lnTo>
                    <a:pt x="285050" y="29519"/>
                  </a:lnTo>
                  <a:lnTo>
                    <a:pt x="320681" y="83235"/>
                  </a:lnTo>
                  <a:lnTo>
                    <a:pt x="356313" y="136086"/>
                  </a:lnTo>
                  <a:lnTo>
                    <a:pt x="391944" y="188086"/>
                  </a:lnTo>
                  <a:lnTo>
                    <a:pt x="427575" y="239249"/>
                  </a:lnTo>
                  <a:lnTo>
                    <a:pt x="463206" y="289588"/>
                  </a:lnTo>
                  <a:lnTo>
                    <a:pt x="498838" y="339117"/>
                  </a:lnTo>
                  <a:lnTo>
                    <a:pt x="534469" y="387848"/>
                  </a:lnTo>
                  <a:lnTo>
                    <a:pt x="570100" y="435795"/>
                  </a:lnTo>
                  <a:lnTo>
                    <a:pt x="605732" y="482970"/>
                  </a:lnTo>
                  <a:lnTo>
                    <a:pt x="641363" y="529385"/>
                  </a:lnTo>
                  <a:lnTo>
                    <a:pt x="676994" y="575053"/>
                  </a:lnTo>
                  <a:lnTo>
                    <a:pt x="712626" y="619986"/>
                  </a:lnTo>
                  <a:lnTo>
                    <a:pt x="748257" y="664195"/>
                  </a:lnTo>
                  <a:lnTo>
                    <a:pt x="783888" y="707693"/>
                  </a:lnTo>
                  <a:lnTo>
                    <a:pt x="819520" y="750490"/>
                  </a:lnTo>
                  <a:lnTo>
                    <a:pt x="855151" y="792598"/>
                  </a:lnTo>
                  <a:lnTo>
                    <a:pt x="890782" y="834029"/>
                  </a:lnTo>
                  <a:lnTo>
                    <a:pt x="926413" y="874792"/>
                  </a:lnTo>
                  <a:lnTo>
                    <a:pt x="962045" y="914899"/>
                  </a:lnTo>
                  <a:lnTo>
                    <a:pt x="997676" y="954360"/>
                  </a:lnTo>
                  <a:lnTo>
                    <a:pt x="1033307" y="993186"/>
                  </a:lnTo>
                  <a:lnTo>
                    <a:pt x="1068939" y="1031387"/>
                  </a:lnTo>
                  <a:lnTo>
                    <a:pt x="1104570" y="1068973"/>
                  </a:lnTo>
                  <a:lnTo>
                    <a:pt x="1140201" y="1105954"/>
                  </a:lnTo>
                  <a:lnTo>
                    <a:pt x="1175833" y="1142339"/>
                  </a:lnTo>
                  <a:lnTo>
                    <a:pt x="1211464" y="1178138"/>
                  </a:lnTo>
                  <a:lnTo>
                    <a:pt x="1247095" y="1213362"/>
                  </a:lnTo>
                  <a:lnTo>
                    <a:pt x="1282727" y="1248018"/>
                  </a:lnTo>
                  <a:lnTo>
                    <a:pt x="1318358" y="1282116"/>
                  </a:lnTo>
                  <a:lnTo>
                    <a:pt x="1353989" y="1315665"/>
                  </a:lnTo>
                  <a:lnTo>
                    <a:pt x="1389620" y="1348674"/>
                  </a:lnTo>
                  <a:lnTo>
                    <a:pt x="1425252" y="1381151"/>
                  </a:lnTo>
                  <a:lnTo>
                    <a:pt x="1460883" y="1413106"/>
                  </a:lnTo>
                  <a:lnTo>
                    <a:pt x="1496514" y="1444546"/>
                  </a:lnTo>
                  <a:lnTo>
                    <a:pt x="1532146" y="1475480"/>
                  </a:lnTo>
                  <a:lnTo>
                    <a:pt x="1567777" y="1505916"/>
                  </a:lnTo>
                  <a:lnTo>
                    <a:pt x="1603408" y="1535862"/>
                  </a:lnTo>
                  <a:lnTo>
                    <a:pt x="1639040" y="1565326"/>
                  </a:lnTo>
                  <a:lnTo>
                    <a:pt x="1674671" y="1594315"/>
                  </a:lnTo>
                  <a:lnTo>
                    <a:pt x="1710302" y="1622838"/>
                  </a:lnTo>
                  <a:lnTo>
                    <a:pt x="1745934" y="1650901"/>
                  </a:lnTo>
                  <a:lnTo>
                    <a:pt x="1781565" y="1678513"/>
                  </a:lnTo>
                  <a:lnTo>
                    <a:pt x="1817196" y="1705680"/>
                  </a:lnTo>
                  <a:lnTo>
                    <a:pt x="1852827" y="1732410"/>
                  </a:lnTo>
                  <a:lnTo>
                    <a:pt x="1888459" y="1758709"/>
                  </a:lnTo>
                  <a:lnTo>
                    <a:pt x="1924090" y="1784585"/>
                  </a:lnTo>
                  <a:lnTo>
                    <a:pt x="1959721" y="1810044"/>
                  </a:lnTo>
                  <a:lnTo>
                    <a:pt x="1995353" y="1835094"/>
                  </a:lnTo>
                  <a:lnTo>
                    <a:pt x="2030984" y="1859740"/>
                  </a:lnTo>
                  <a:lnTo>
                    <a:pt x="2066615" y="1883989"/>
                  </a:lnTo>
                  <a:lnTo>
                    <a:pt x="2102247" y="1907848"/>
                  </a:lnTo>
                  <a:lnTo>
                    <a:pt x="2137878" y="1931323"/>
                  </a:lnTo>
                  <a:lnTo>
                    <a:pt x="2173509" y="1954420"/>
                  </a:lnTo>
                  <a:lnTo>
                    <a:pt x="2209141" y="1977145"/>
                  </a:lnTo>
                  <a:lnTo>
                    <a:pt x="2244772" y="1999504"/>
                  </a:lnTo>
                  <a:lnTo>
                    <a:pt x="2280403" y="2021503"/>
                  </a:lnTo>
                  <a:lnTo>
                    <a:pt x="2316034" y="2043148"/>
                  </a:lnTo>
                  <a:lnTo>
                    <a:pt x="2351666" y="2064445"/>
                  </a:lnTo>
                  <a:lnTo>
                    <a:pt x="2387297" y="2085398"/>
                  </a:lnTo>
                  <a:lnTo>
                    <a:pt x="2422928" y="2106015"/>
                  </a:lnTo>
                  <a:lnTo>
                    <a:pt x="2458560" y="2126299"/>
                  </a:lnTo>
                  <a:lnTo>
                    <a:pt x="2494191" y="2146257"/>
                  </a:lnTo>
                  <a:lnTo>
                    <a:pt x="2529822" y="2165893"/>
                  </a:lnTo>
                  <a:lnTo>
                    <a:pt x="2565454" y="2185214"/>
                  </a:lnTo>
                  <a:lnTo>
                    <a:pt x="2601085" y="2204223"/>
                  </a:lnTo>
                  <a:lnTo>
                    <a:pt x="2636716" y="2222926"/>
                  </a:lnTo>
                  <a:lnTo>
                    <a:pt x="2672348" y="2241328"/>
                  </a:lnTo>
                  <a:lnTo>
                    <a:pt x="2707979" y="2259434"/>
                  </a:lnTo>
                  <a:lnTo>
                    <a:pt x="2743610" y="2277248"/>
                  </a:lnTo>
                  <a:lnTo>
                    <a:pt x="2779241" y="2294776"/>
                  </a:lnTo>
                  <a:lnTo>
                    <a:pt x="2814873" y="2312021"/>
                  </a:lnTo>
                  <a:lnTo>
                    <a:pt x="2850504" y="2328989"/>
                  </a:lnTo>
                  <a:lnTo>
                    <a:pt x="2886135" y="2345683"/>
                  </a:lnTo>
                  <a:lnTo>
                    <a:pt x="2921767" y="2362109"/>
                  </a:lnTo>
                  <a:lnTo>
                    <a:pt x="2957398" y="2378270"/>
                  </a:lnTo>
                  <a:lnTo>
                    <a:pt x="2993029" y="2394171"/>
                  </a:lnTo>
                  <a:lnTo>
                    <a:pt x="3028661" y="2409816"/>
                  </a:lnTo>
                  <a:lnTo>
                    <a:pt x="3064292" y="2425209"/>
                  </a:lnTo>
                  <a:lnTo>
                    <a:pt x="3099923" y="2440354"/>
                  </a:lnTo>
                  <a:lnTo>
                    <a:pt x="3135555" y="2455256"/>
                  </a:lnTo>
                  <a:lnTo>
                    <a:pt x="3171186" y="2469918"/>
                  </a:lnTo>
                  <a:lnTo>
                    <a:pt x="3206817" y="2484343"/>
                  </a:lnTo>
                  <a:lnTo>
                    <a:pt x="3242448" y="2498536"/>
                  </a:lnTo>
                  <a:lnTo>
                    <a:pt x="3278080" y="2512501"/>
                  </a:lnTo>
                  <a:lnTo>
                    <a:pt x="3313711" y="2526241"/>
                  </a:lnTo>
                  <a:lnTo>
                    <a:pt x="3349342" y="2539760"/>
                  </a:lnTo>
                  <a:lnTo>
                    <a:pt x="3384974" y="2553061"/>
                  </a:lnTo>
                  <a:lnTo>
                    <a:pt x="3420605" y="2565132"/>
                  </a:lnTo>
                  <a:lnTo>
                    <a:pt x="3456236" y="2570072"/>
                  </a:lnTo>
                  <a:lnTo>
                    <a:pt x="3491868" y="2574983"/>
                  </a:lnTo>
                  <a:lnTo>
                    <a:pt x="3527499" y="2579862"/>
                  </a:lnTo>
                  <a:lnTo>
                    <a:pt x="3563130" y="2584712"/>
                  </a:lnTo>
                  <a:lnTo>
                    <a:pt x="3598762" y="2589532"/>
                  </a:lnTo>
                  <a:lnTo>
                    <a:pt x="3634393" y="2594322"/>
                  </a:lnTo>
                  <a:lnTo>
                    <a:pt x="3670024" y="2599082"/>
                  </a:lnTo>
                  <a:lnTo>
                    <a:pt x="3705655" y="2603813"/>
                  </a:lnTo>
                  <a:lnTo>
                    <a:pt x="3741287" y="2608515"/>
                  </a:lnTo>
                  <a:lnTo>
                    <a:pt x="3776918" y="2613188"/>
                  </a:lnTo>
                  <a:lnTo>
                    <a:pt x="3812549" y="2617832"/>
                  </a:lnTo>
                  <a:lnTo>
                    <a:pt x="3848181" y="2622447"/>
                  </a:lnTo>
                  <a:lnTo>
                    <a:pt x="3883812" y="2627034"/>
                  </a:lnTo>
                  <a:lnTo>
                    <a:pt x="3919443" y="2631593"/>
                  </a:lnTo>
                  <a:lnTo>
                    <a:pt x="3955075" y="2636123"/>
                  </a:lnTo>
                  <a:lnTo>
                    <a:pt x="3990706" y="2640626"/>
                  </a:lnTo>
                  <a:lnTo>
                    <a:pt x="4026337" y="2645100"/>
                  </a:lnTo>
                  <a:lnTo>
                    <a:pt x="4061968" y="2649547"/>
                  </a:lnTo>
                  <a:lnTo>
                    <a:pt x="4097600" y="2653967"/>
                  </a:lnTo>
                  <a:lnTo>
                    <a:pt x="4133231" y="2658360"/>
                  </a:lnTo>
                  <a:lnTo>
                    <a:pt x="4168862" y="2662725"/>
                  </a:lnTo>
                  <a:lnTo>
                    <a:pt x="4204494" y="2667063"/>
                  </a:lnTo>
                  <a:lnTo>
                    <a:pt x="4240125" y="2671375"/>
                  </a:lnTo>
                  <a:lnTo>
                    <a:pt x="4275756" y="2675660"/>
                  </a:lnTo>
                  <a:lnTo>
                    <a:pt x="4311388" y="2679919"/>
                  </a:lnTo>
                  <a:lnTo>
                    <a:pt x="4347019" y="2684151"/>
                  </a:lnTo>
                  <a:lnTo>
                    <a:pt x="4382650" y="2688357"/>
                  </a:lnTo>
                  <a:lnTo>
                    <a:pt x="4418282" y="2692537"/>
                  </a:lnTo>
                  <a:lnTo>
                    <a:pt x="4453913" y="2696692"/>
                  </a:lnTo>
                  <a:lnTo>
                    <a:pt x="4489544" y="2700821"/>
                  </a:lnTo>
                  <a:lnTo>
                    <a:pt x="4525175" y="2704924"/>
                  </a:lnTo>
                  <a:lnTo>
                    <a:pt x="4560807" y="2709002"/>
                  </a:lnTo>
                  <a:lnTo>
                    <a:pt x="4596438" y="2713055"/>
                  </a:lnTo>
                  <a:lnTo>
                    <a:pt x="4632069" y="2717083"/>
                  </a:lnTo>
                  <a:lnTo>
                    <a:pt x="4667701" y="2721086"/>
                  </a:lnTo>
                  <a:lnTo>
                    <a:pt x="4703332" y="2725064"/>
                  </a:lnTo>
                  <a:lnTo>
                    <a:pt x="4738963" y="2729018"/>
                  </a:lnTo>
                  <a:lnTo>
                    <a:pt x="4774595" y="2732947"/>
                  </a:lnTo>
                  <a:lnTo>
                    <a:pt x="4810226" y="2736852"/>
                  </a:lnTo>
                  <a:lnTo>
                    <a:pt x="4845857" y="2740733"/>
                  </a:lnTo>
                  <a:lnTo>
                    <a:pt x="4881489" y="2744591"/>
                  </a:lnTo>
                  <a:lnTo>
                    <a:pt x="4917120" y="2748424"/>
                  </a:lnTo>
                  <a:lnTo>
                    <a:pt x="4952751" y="2752234"/>
                  </a:lnTo>
                  <a:lnTo>
                    <a:pt x="4988382" y="2756020"/>
                  </a:lnTo>
                  <a:lnTo>
                    <a:pt x="5024014" y="2759783"/>
                  </a:lnTo>
                  <a:lnTo>
                    <a:pt x="5059645" y="2763522"/>
                  </a:lnTo>
                  <a:lnTo>
                    <a:pt x="5095276" y="2767239"/>
                  </a:lnTo>
                  <a:lnTo>
                    <a:pt x="5130908" y="2770932"/>
                  </a:lnTo>
                  <a:lnTo>
                    <a:pt x="5166539" y="2774603"/>
                  </a:lnTo>
                  <a:lnTo>
                    <a:pt x="5202170" y="2778251"/>
                  </a:lnTo>
                  <a:lnTo>
                    <a:pt x="5237802" y="2781877"/>
                  </a:lnTo>
                  <a:lnTo>
                    <a:pt x="5273433" y="2785480"/>
                  </a:lnTo>
                  <a:lnTo>
                    <a:pt x="5309064" y="2789061"/>
                  </a:lnTo>
                  <a:lnTo>
                    <a:pt x="5344696" y="2792620"/>
                  </a:lnTo>
                  <a:lnTo>
                    <a:pt x="5380327" y="2796157"/>
                  </a:lnTo>
                  <a:lnTo>
                    <a:pt x="5415958" y="2799672"/>
                  </a:lnTo>
                  <a:lnTo>
                    <a:pt x="5451589" y="2803166"/>
                  </a:lnTo>
                  <a:lnTo>
                    <a:pt x="5487221" y="2806638"/>
                  </a:lnTo>
                  <a:lnTo>
                    <a:pt x="5522852" y="2810088"/>
                  </a:lnTo>
                  <a:lnTo>
                    <a:pt x="5558483" y="2813517"/>
                  </a:lnTo>
                  <a:lnTo>
                    <a:pt x="5594115" y="2816925"/>
                  </a:lnTo>
                  <a:lnTo>
                    <a:pt x="5629746" y="2820312"/>
                  </a:lnTo>
                  <a:lnTo>
                    <a:pt x="5665377" y="2823679"/>
                  </a:lnTo>
                  <a:lnTo>
                    <a:pt x="5701009" y="2827024"/>
                  </a:lnTo>
                  <a:lnTo>
                    <a:pt x="5736640" y="2830349"/>
                  </a:lnTo>
                  <a:lnTo>
                    <a:pt x="5772271" y="2833653"/>
                  </a:lnTo>
                  <a:lnTo>
                    <a:pt x="5807903" y="2836937"/>
                  </a:lnTo>
                  <a:lnTo>
                    <a:pt x="5843534" y="2840200"/>
                  </a:lnTo>
                  <a:lnTo>
                    <a:pt x="5879165" y="2843444"/>
                  </a:lnTo>
                  <a:lnTo>
                    <a:pt x="5914796" y="2846667"/>
                  </a:lnTo>
                  <a:lnTo>
                    <a:pt x="5950428" y="2849871"/>
                  </a:lnTo>
                  <a:lnTo>
                    <a:pt x="5986059" y="2853055"/>
                  </a:lnTo>
                  <a:lnTo>
                    <a:pt x="6021690" y="2856219"/>
                  </a:lnTo>
                  <a:lnTo>
                    <a:pt x="6057322" y="2859363"/>
                  </a:lnTo>
                  <a:lnTo>
                    <a:pt x="6092953" y="2862489"/>
                  </a:lnTo>
                  <a:lnTo>
                    <a:pt x="6128584" y="2865594"/>
                  </a:lnTo>
                  <a:lnTo>
                    <a:pt x="6164216" y="2868681"/>
                  </a:lnTo>
                  <a:lnTo>
                    <a:pt x="6199847" y="2871749"/>
                  </a:lnTo>
                  <a:lnTo>
                    <a:pt x="6235478" y="2874798"/>
                  </a:lnTo>
                  <a:lnTo>
                    <a:pt x="6271110" y="2877828"/>
                  </a:lnTo>
                  <a:lnTo>
                    <a:pt x="6306741" y="2880839"/>
                  </a:lnTo>
                  <a:lnTo>
                    <a:pt x="6342372" y="2883832"/>
                  </a:lnTo>
                  <a:lnTo>
                    <a:pt x="6378003" y="2886806"/>
                  </a:lnTo>
                  <a:lnTo>
                    <a:pt x="6413635" y="2889762"/>
                  </a:lnTo>
                  <a:lnTo>
                    <a:pt x="6449266" y="2892700"/>
                  </a:lnTo>
                  <a:lnTo>
                    <a:pt x="6484897" y="2895619"/>
                  </a:lnTo>
                  <a:lnTo>
                    <a:pt x="6520529" y="2898521"/>
                  </a:lnTo>
                  <a:lnTo>
                    <a:pt x="6556160" y="2901404"/>
                  </a:lnTo>
                  <a:lnTo>
                    <a:pt x="6591791" y="2904270"/>
                  </a:lnTo>
                  <a:lnTo>
                    <a:pt x="6627423" y="2907118"/>
                  </a:lnTo>
                  <a:lnTo>
                    <a:pt x="6663054" y="2909949"/>
                  </a:lnTo>
                  <a:lnTo>
                    <a:pt x="6698685" y="2912762"/>
                  </a:lnTo>
                  <a:lnTo>
                    <a:pt x="6734317" y="2915558"/>
                  </a:lnTo>
                  <a:lnTo>
                    <a:pt x="6769948" y="2918336"/>
                  </a:lnTo>
                  <a:lnTo>
                    <a:pt x="6805579" y="2921098"/>
                  </a:lnTo>
                  <a:lnTo>
                    <a:pt x="6841210" y="2923842"/>
                  </a:lnTo>
                  <a:lnTo>
                    <a:pt x="6876842" y="2926569"/>
                  </a:lnTo>
                  <a:lnTo>
                    <a:pt x="6912473" y="2929280"/>
                  </a:lnTo>
                  <a:lnTo>
                    <a:pt x="6948104" y="2931974"/>
                  </a:lnTo>
                  <a:lnTo>
                    <a:pt x="6983736" y="2934651"/>
                  </a:lnTo>
                  <a:lnTo>
                    <a:pt x="7019367" y="2937312"/>
                  </a:lnTo>
                  <a:lnTo>
                    <a:pt x="7054998" y="2939956"/>
                  </a:lnTo>
                  <a:lnTo>
                    <a:pt x="7090630" y="2942584"/>
                  </a:lnTo>
                  <a:lnTo>
                    <a:pt x="7090630" y="3215629"/>
                  </a:lnTo>
                  <a:lnTo>
                    <a:pt x="7054998" y="3213170"/>
                  </a:lnTo>
                  <a:lnTo>
                    <a:pt x="7019367" y="3210671"/>
                  </a:lnTo>
                  <a:lnTo>
                    <a:pt x="6983736" y="3208131"/>
                  </a:lnTo>
                  <a:lnTo>
                    <a:pt x="6948104" y="3205549"/>
                  </a:lnTo>
                  <a:lnTo>
                    <a:pt x="6912473" y="3202925"/>
                  </a:lnTo>
                  <a:lnTo>
                    <a:pt x="6876842" y="3200258"/>
                  </a:lnTo>
                  <a:lnTo>
                    <a:pt x="6841210" y="3197547"/>
                  </a:lnTo>
                  <a:lnTo>
                    <a:pt x="6805579" y="3194792"/>
                  </a:lnTo>
                  <a:lnTo>
                    <a:pt x="6769948" y="3191992"/>
                  </a:lnTo>
                  <a:lnTo>
                    <a:pt x="6734317" y="3189146"/>
                  </a:lnTo>
                  <a:lnTo>
                    <a:pt x="6698685" y="3186253"/>
                  </a:lnTo>
                  <a:lnTo>
                    <a:pt x="6663054" y="3183313"/>
                  </a:lnTo>
                  <a:lnTo>
                    <a:pt x="6627423" y="3180325"/>
                  </a:lnTo>
                  <a:lnTo>
                    <a:pt x="6591791" y="3177289"/>
                  </a:lnTo>
                  <a:lnTo>
                    <a:pt x="6556160" y="3174202"/>
                  </a:lnTo>
                  <a:lnTo>
                    <a:pt x="6520529" y="3171065"/>
                  </a:lnTo>
                  <a:lnTo>
                    <a:pt x="6484897" y="3167877"/>
                  </a:lnTo>
                  <a:lnTo>
                    <a:pt x="6449266" y="3164636"/>
                  </a:lnTo>
                  <a:lnTo>
                    <a:pt x="6413635" y="3161342"/>
                  </a:lnTo>
                  <a:lnTo>
                    <a:pt x="6378003" y="3157995"/>
                  </a:lnTo>
                  <a:lnTo>
                    <a:pt x="6342372" y="3154593"/>
                  </a:lnTo>
                  <a:lnTo>
                    <a:pt x="6306741" y="3151135"/>
                  </a:lnTo>
                  <a:lnTo>
                    <a:pt x="6271110" y="3147620"/>
                  </a:lnTo>
                  <a:lnTo>
                    <a:pt x="6235478" y="3144048"/>
                  </a:lnTo>
                  <a:lnTo>
                    <a:pt x="6199847" y="3140418"/>
                  </a:lnTo>
                  <a:lnTo>
                    <a:pt x="6164216" y="3136728"/>
                  </a:lnTo>
                  <a:lnTo>
                    <a:pt x="6128584" y="3132978"/>
                  </a:lnTo>
                  <a:lnTo>
                    <a:pt x="6092953" y="3129166"/>
                  </a:lnTo>
                  <a:lnTo>
                    <a:pt x="6057322" y="3125292"/>
                  </a:lnTo>
                  <a:lnTo>
                    <a:pt x="6021690" y="3121354"/>
                  </a:lnTo>
                  <a:lnTo>
                    <a:pt x="5986059" y="3117353"/>
                  </a:lnTo>
                  <a:lnTo>
                    <a:pt x="5950428" y="3113285"/>
                  </a:lnTo>
                  <a:lnTo>
                    <a:pt x="5914796" y="3109151"/>
                  </a:lnTo>
                  <a:lnTo>
                    <a:pt x="5879165" y="3104950"/>
                  </a:lnTo>
                  <a:lnTo>
                    <a:pt x="5843534" y="3100680"/>
                  </a:lnTo>
                  <a:lnTo>
                    <a:pt x="5807903" y="3096340"/>
                  </a:lnTo>
                  <a:lnTo>
                    <a:pt x="5772271" y="3091928"/>
                  </a:lnTo>
                  <a:lnTo>
                    <a:pt x="5736640" y="3087445"/>
                  </a:lnTo>
                  <a:lnTo>
                    <a:pt x="5701009" y="3082888"/>
                  </a:lnTo>
                  <a:lnTo>
                    <a:pt x="5665377" y="3078257"/>
                  </a:lnTo>
                  <a:lnTo>
                    <a:pt x="5629746" y="3073550"/>
                  </a:lnTo>
                  <a:lnTo>
                    <a:pt x="5594115" y="3068766"/>
                  </a:lnTo>
                  <a:lnTo>
                    <a:pt x="5558483" y="3063904"/>
                  </a:lnTo>
                  <a:lnTo>
                    <a:pt x="5522852" y="3058962"/>
                  </a:lnTo>
                  <a:lnTo>
                    <a:pt x="5487221" y="3053939"/>
                  </a:lnTo>
                  <a:lnTo>
                    <a:pt x="5451589" y="3048834"/>
                  </a:lnTo>
                  <a:lnTo>
                    <a:pt x="5415958" y="3043645"/>
                  </a:lnTo>
                  <a:lnTo>
                    <a:pt x="5380327" y="3038372"/>
                  </a:lnTo>
                  <a:lnTo>
                    <a:pt x="5344696" y="3033012"/>
                  </a:lnTo>
                  <a:lnTo>
                    <a:pt x="5309064" y="3027565"/>
                  </a:lnTo>
                  <a:lnTo>
                    <a:pt x="5273433" y="3022028"/>
                  </a:lnTo>
                  <a:lnTo>
                    <a:pt x="5237802" y="3016401"/>
                  </a:lnTo>
                  <a:lnTo>
                    <a:pt x="5202170" y="3010682"/>
                  </a:lnTo>
                  <a:lnTo>
                    <a:pt x="5166539" y="3004869"/>
                  </a:lnTo>
                  <a:lnTo>
                    <a:pt x="5130908" y="2998961"/>
                  </a:lnTo>
                  <a:lnTo>
                    <a:pt x="5095276" y="2992957"/>
                  </a:lnTo>
                  <a:lnTo>
                    <a:pt x="5059645" y="2986854"/>
                  </a:lnTo>
                  <a:lnTo>
                    <a:pt x="5024014" y="2980651"/>
                  </a:lnTo>
                  <a:lnTo>
                    <a:pt x="4988382" y="2974347"/>
                  </a:lnTo>
                  <a:lnTo>
                    <a:pt x="4952751" y="2967940"/>
                  </a:lnTo>
                  <a:lnTo>
                    <a:pt x="4917120" y="2961427"/>
                  </a:lnTo>
                  <a:lnTo>
                    <a:pt x="4881489" y="2954809"/>
                  </a:lnTo>
                  <a:lnTo>
                    <a:pt x="4845857" y="2948082"/>
                  </a:lnTo>
                  <a:lnTo>
                    <a:pt x="4810226" y="2941244"/>
                  </a:lnTo>
                  <a:lnTo>
                    <a:pt x="4774595" y="2934295"/>
                  </a:lnTo>
                  <a:lnTo>
                    <a:pt x="4738963" y="2927233"/>
                  </a:lnTo>
                  <a:lnTo>
                    <a:pt x="4703332" y="2920054"/>
                  </a:lnTo>
                  <a:lnTo>
                    <a:pt x="4667701" y="2912758"/>
                  </a:lnTo>
                  <a:lnTo>
                    <a:pt x="4632069" y="2905343"/>
                  </a:lnTo>
                  <a:lnTo>
                    <a:pt x="4596438" y="2897807"/>
                  </a:lnTo>
                  <a:lnTo>
                    <a:pt x="4560807" y="2890147"/>
                  </a:lnTo>
                  <a:lnTo>
                    <a:pt x="4525175" y="2882362"/>
                  </a:lnTo>
                  <a:lnTo>
                    <a:pt x="4489544" y="2874449"/>
                  </a:lnTo>
                  <a:lnTo>
                    <a:pt x="4453913" y="2866407"/>
                  </a:lnTo>
                  <a:lnTo>
                    <a:pt x="4418282" y="2858234"/>
                  </a:lnTo>
                  <a:lnTo>
                    <a:pt x="4382650" y="2849926"/>
                  </a:lnTo>
                  <a:lnTo>
                    <a:pt x="4347019" y="2841483"/>
                  </a:lnTo>
                  <a:lnTo>
                    <a:pt x="4311388" y="2832901"/>
                  </a:lnTo>
                  <a:lnTo>
                    <a:pt x="4275756" y="2824179"/>
                  </a:lnTo>
                  <a:lnTo>
                    <a:pt x="4240125" y="2815315"/>
                  </a:lnTo>
                  <a:lnTo>
                    <a:pt x="4204494" y="2806305"/>
                  </a:lnTo>
                  <a:lnTo>
                    <a:pt x="4168862" y="2797148"/>
                  </a:lnTo>
                  <a:lnTo>
                    <a:pt x="4133231" y="2787841"/>
                  </a:lnTo>
                  <a:lnTo>
                    <a:pt x="4097600" y="2778382"/>
                  </a:lnTo>
                  <a:lnTo>
                    <a:pt x="4061968" y="2768768"/>
                  </a:lnTo>
                  <a:lnTo>
                    <a:pt x="4026337" y="2758996"/>
                  </a:lnTo>
                  <a:lnTo>
                    <a:pt x="3990706" y="2749065"/>
                  </a:lnTo>
                  <a:lnTo>
                    <a:pt x="3955075" y="2738971"/>
                  </a:lnTo>
                  <a:lnTo>
                    <a:pt x="3919443" y="2728713"/>
                  </a:lnTo>
                  <a:lnTo>
                    <a:pt x="3883812" y="2718286"/>
                  </a:lnTo>
                  <a:lnTo>
                    <a:pt x="3848181" y="2707688"/>
                  </a:lnTo>
                  <a:lnTo>
                    <a:pt x="3812549" y="2696918"/>
                  </a:lnTo>
                  <a:lnTo>
                    <a:pt x="3776918" y="2685970"/>
                  </a:lnTo>
                  <a:lnTo>
                    <a:pt x="3741287" y="2674844"/>
                  </a:lnTo>
                  <a:lnTo>
                    <a:pt x="3705655" y="2663536"/>
                  </a:lnTo>
                  <a:lnTo>
                    <a:pt x="3670024" y="2652043"/>
                  </a:lnTo>
                  <a:lnTo>
                    <a:pt x="3634393" y="2640361"/>
                  </a:lnTo>
                  <a:lnTo>
                    <a:pt x="3598762" y="2628489"/>
                  </a:lnTo>
                  <a:lnTo>
                    <a:pt x="3563130" y="2616422"/>
                  </a:lnTo>
                  <a:lnTo>
                    <a:pt x="3527499" y="2604158"/>
                  </a:lnTo>
                  <a:lnTo>
                    <a:pt x="3491868" y="2591693"/>
                  </a:lnTo>
                  <a:lnTo>
                    <a:pt x="3456236" y="2579024"/>
                  </a:lnTo>
                  <a:lnTo>
                    <a:pt x="3420605" y="2566148"/>
                  </a:lnTo>
                  <a:lnTo>
                    <a:pt x="3384974" y="2560161"/>
                  </a:lnTo>
                  <a:lnTo>
                    <a:pt x="3349342" y="2555159"/>
                  </a:lnTo>
                  <a:lnTo>
                    <a:pt x="3313711" y="2550126"/>
                  </a:lnTo>
                  <a:lnTo>
                    <a:pt x="3278080" y="2545061"/>
                  </a:lnTo>
                  <a:lnTo>
                    <a:pt x="3242448" y="2539966"/>
                  </a:lnTo>
                  <a:lnTo>
                    <a:pt x="3206817" y="2534838"/>
                  </a:lnTo>
                  <a:lnTo>
                    <a:pt x="3171186" y="2529679"/>
                  </a:lnTo>
                  <a:lnTo>
                    <a:pt x="3135555" y="2524488"/>
                  </a:lnTo>
                  <a:lnTo>
                    <a:pt x="3099923" y="2519264"/>
                  </a:lnTo>
                  <a:lnTo>
                    <a:pt x="3064292" y="2514008"/>
                  </a:lnTo>
                  <a:lnTo>
                    <a:pt x="3028661" y="2508720"/>
                  </a:lnTo>
                  <a:lnTo>
                    <a:pt x="2993029" y="2503398"/>
                  </a:lnTo>
                  <a:lnTo>
                    <a:pt x="2957398" y="2498044"/>
                  </a:lnTo>
                  <a:lnTo>
                    <a:pt x="2921767" y="2492656"/>
                  </a:lnTo>
                  <a:lnTo>
                    <a:pt x="2886135" y="2487235"/>
                  </a:lnTo>
                  <a:lnTo>
                    <a:pt x="2850504" y="2481780"/>
                  </a:lnTo>
                  <a:lnTo>
                    <a:pt x="2814873" y="2476292"/>
                  </a:lnTo>
                  <a:lnTo>
                    <a:pt x="2779241" y="2470769"/>
                  </a:lnTo>
                  <a:lnTo>
                    <a:pt x="2743610" y="2465212"/>
                  </a:lnTo>
                  <a:lnTo>
                    <a:pt x="2707979" y="2459621"/>
                  </a:lnTo>
                  <a:lnTo>
                    <a:pt x="2672348" y="2453995"/>
                  </a:lnTo>
                  <a:lnTo>
                    <a:pt x="2636716" y="2448333"/>
                  </a:lnTo>
                  <a:lnTo>
                    <a:pt x="2601085" y="2442637"/>
                  </a:lnTo>
                  <a:lnTo>
                    <a:pt x="2565454" y="2436906"/>
                  </a:lnTo>
                  <a:lnTo>
                    <a:pt x="2529822" y="2431138"/>
                  </a:lnTo>
                  <a:lnTo>
                    <a:pt x="2494191" y="2425335"/>
                  </a:lnTo>
                  <a:lnTo>
                    <a:pt x="2458560" y="2419496"/>
                  </a:lnTo>
                  <a:lnTo>
                    <a:pt x="2422928" y="2413621"/>
                  </a:lnTo>
                  <a:lnTo>
                    <a:pt x="2387297" y="2407709"/>
                  </a:lnTo>
                  <a:lnTo>
                    <a:pt x="2351666" y="2401761"/>
                  </a:lnTo>
                  <a:lnTo>
                    <a:pt x="2316034" y="2395776"/>
                  </a:lnTo>
                  <a:lnTo>
                    <a:pt x="2280403" y="2389753"/>
                  </a:lnTo>
                  <a:lnTo>
                    <a:pt x="2244772" y="2383693"/>
                  </a:lnTo>
                  <a:lnTo>
                    <a:pt x="2209141" y="2377596"/>
                  </a:lnTo>
                  <a:lnTo>
                    <a:pt x="2173509" y="2371460"/>
                  </a:lnTo>
                  <a:lnTo>
                    <a:pt x="2137878" y="2365287"/>
                  </a:lnTo>
                  <a:lnTo>
                    <a:pt x="2102247" y="2359075"/>
                  </a:lnTo>
                  <a:lnTo>
                    <a:pt x="2066615" y="2352825"/>
                  </a:lnTo>
                  <a:lnTo>
                    <a:pt x="2030984" y="2346535"/>
                  </a:lnTo>
                  <a:lnTo>
                    <a:pt x="1995353" y="2340207"/>
                  </a:lnTo>
                  <a:lnTo>
                    <a:pt x="1959721" y="2333840"/>
                  </a:lnTo>
                  <a:lnTo>
                    <a:pt x="1924090" y="2327433"/>
                  </a:lnTo>
                  <a:lnTo>
                    <a:pt x="1888459" y="2320986"/>
                  </a:lnTo>
                  <a:lnTo>
                    <a:pt x="1852827" y="2314499"/>
                  </a:lnTo>
                  <a:lnTo>
                    <a:pt x="1817196" y="2307972"/>
                  </a:lnTo>
                  <a:lnTo>
                    <a:pt x="1781565" y="2301404"/>
                  </a:lnTo>
                  <a:lnTo>
                    <a:pt x="1745934" y="2294796"/>
                  </a:lnTo>
                  <a:lnTo>
                    <a:pt x="1710302" y="2288147"/>
                  </a:lnTo>
                  <a:lnTo>
                    <a:pt x="1674671" y="2281456"/>
                  </a:lnTo>
                  <a:lnTo>
                    <a:pt x="1639040" y="2274724"/>
                  </a:lnTo>
                  <a:lnTo>
                    <a:pt x="1603408" y="2267950"/>
                  </a:lnTo>
                  <a:lnTo>
                    <a:pt x="1567777" y="2261134"/>
                  </a:lnTo>
                  <a:lnTo>
                    <a:pt x="1532146" y="2254275"/>
                  </a:lnTo>
                  <a:lnTo>
                    <a:pt x="1496514" y="2247374"/>
                  </a:lnTo>
                  <a:lnTo>
                    <a:pt x="1460883" y="2240431"/>
                  </a:lnTo>
                  <a:lnTo>
                    <a:pt x="1425252" y="2233444"/>
                  </a:lnTo>
                  <a:lnTo>
                    <a:pt x="1389620" y="2226414"/>
                  </a:lnTo>
                  <a:lnTo>
                    <a:pt x="1353989" y="2219340"/>
                  </a:lnTo>
                  <a:lnTo>
                    <a:pt x="1318358" y="2212222"/>
                  </a:lnTo>
                  <a:lnTo>
                    <a:pt x="1282727" y="2205060"/>
                  </a:lnTo>
                  <a:lnTo>
                    <a:pt x="1247095" y="2197853"/>
                  </a:lnTo>
                  <a:lnTo>
                    <a:pt x="1211464" y="2190602"/>
                  </a:lnTo>
                  <a:lnTo>
                    <a:pt x="1175833" y="2183306"/>
                  </a:lnTo>
                  <a:lnTo>
                    <a:pt x="1140201" y="2175964"/>
                  </a:lnTo>
                  <a:lnTo>
                    <a:pt x="1104570" y="2168577"/>
                  </a:lnTo>
                  <a:lnTo>
                    <a:pt x="1068939" y="2161144"/>
                  </a:lnTo>
                  <a:lnTo>
                    <a:pt x="1033307" y="2153665"/>
                  </a:lnTo>
                  <a:lnTo>
                    <a:pt x="997676" y="2146140"/>
                  </a:lnTo>
                  <a:lnTo>
                    <a:pt x="962045" y="2138568"/>
                  </a:lnTo>
                  <a:lnTo>
                    <a:pt x="926413" y="2130948"/>
                  </a:lnTo>
                  <a:lnTo>
                    <a:pt x="890782" y="2123282"/>
                  </a:lnTo>
                  <a:lnTo>
                    <a:pt x="855151" y="2115568"/>
                  </a:lnTo>
                  <a:lnTo>
                    <a:pt x="819520" y="2107806"/>
                  </a:lnTo>
                  <a:lnTo>
                    <a:pt x="783888" y="2099995"/>
                  </a:lnTo>
                  <a:lnTo>
                    <a:pt x="748257" y="2092137"/>
                  </a:lnTo>
                  <a:lnTo>
                    <a:pt x="712626" y="2084229"/>
                  </a:lnTo>
                  <a:lnTo>
                    <a:pt x="676994" y="2076273"/>
                  </a:lnTo>
                  <a:lnTo>
                    <a:pt x="641363" y="2068267"/>
                  </a:lnTo>
                  <a:lnTo>
                    <a:pt x="605732" y="2060211"/>
                  </a:lnTo>
                  <a:lnTo>
                    <a:pt x="570100" y="2052105"/>
                  </a:lnTo>
                  <a:lnTo>
                    <a:pt x="534469" y="2043949"/>
                  </a:lnTo>
                  <a:lnTo>
                    <a:pt x="498838" y="2035743"/>
                  </a:lnTo>
                  <a:lnTo>
                    <a:pt x="463206" y="2027485"/>
                  </a:lnTo>
                  <a:lnTo>
                    <a:pt x="427575" y="2019176"/>
                  </a:lnTo>
                  <a:lnTo>
                    <a:pt x="391944" y="2010816"/>
                  </a:lnTo>
                  <a:lnTo>
                    <a:pt x="356313" y="2002404"/>
                  </a:lnTo>
                  <a:lnTo>
                    <a:pt x="320681" y="1993939"/>
                  </a:lnTo>
                  <a:lnTo>
                    <a:pt x="285050" y="1985422"/>
                  </a:lnTo>
                  <a:lnTo>
                    <a:pt x="249419" y="1976852"/>
                  </a:lnTo>
                  <a:lnTo>
                    <a:pt x="213787" y="1968229"/>
                  </a:lnTo>
                  <a:lnTo>
                    <a:pt x="178156" y="1959552"/>
                  </a:lnTo>
                  <a:lnTo>
                    <a:pt x="142525" y="1950822"/>
                  </a:lnTo>
                  <a:lnTo>
                    <a:pt x="106893" y="1942037"/>
                  </a:lnTo>
                  <a:lnTo>
                    <a:pt x="71262" y="1933198"/>
                  </a:lnTo>
                  <a:lnTo>
                    <a:pt x="35631" y="1924303"/>
                  </a:lnTo>
                  <a:lnTo>
                    <a:pt x="0" y="191535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437834" y="2196947"/>
              <a:ext cx="6824845" cy="2942584"/>
            </a:xfrm>
            <a:custGeom>
              <a:avLst/>
              <a:pathLst>
                <a:path w="6824845" h="2942584">
                  <a:moveTo>
                    <a:pt x="0" y="0"/>
                  </a:moveTo>
                  <a:lnTo>
                    <a:pt x="19265" y="29519"/>
                  </a:lnTo>
                  <a:lnTo>
                    <a:pt x="54896" y="83235"/>
                  </a:lnTo>
                  <a:lnTo>
                    <a:pt x="90528" y="136086"/>
                  </a:lnTo>
                  <a:lnTo>
                    <a:pt x="126159" y="188086"/>
                  </a:lnTo>
                  <a:lnTo>
                    <a:pt x="161790" y="239249"/>
                  </a:lnTo>
                  <a:lnTo>
                    <a:pt x="197422" y="289588"/>
                  </a:lnTo>
                  <a:lnTo>
                    <a:pt x="233053" y="339117"/>
                  </a:lnTo>
                  <a:lnTo>
                    <a:pt x="268684" y="387848"/>
                  </a:lnTo>
                  <a:lnTo>
                    <a:pt x="304316" y="435795"/>
                  </a:lnTo>
                  <a:lnTo>
                    <a:pt x="339947" y="482970"/>
                  </a:lnTo>
                  <a:lnTo>
                    <a:pt x="375578" y="529385"/>
                  </a:lnTo>
                  <a:lnTo>
                    <a:pt x="411210" y="575053"/>
                  </a:lnTo>
                  <a:lnTo>
                    <a:pt x="446841" y="619986"/>
                  </a:lnTo>
                  <a:lnTo>
                    <a:pt x="482472" y="664195"/>
                  </a:lnTo>
                  <a:lnTo>
                    <a:pt x="518103" y="707693"/>
                  </a:lnTo>
                  <a:lnTo>
                    <a:pt x="553735" y="750490"/>
                  </a:lnTo>
                  <a:lnTo>
                    <a:pt x="589366" y="792598"/>
                  </a:lnTo>
                  <a:lnTo>
                    <a:pt x="624997" y="834029"/>
                  </a:lnTo>
                  <a:lnTo>
                    <a:pt x="660629" y="874792"/>
                  </a:lnTo>
                  <a:lnTo>
                    <a:pt x="696260" y="914899"/>
                  </a:lnTo>
                  <a:lnTo>
                    <a:pt x="731891" y="954360"/>
                  </a:lnTo>
                  <a:lnTo>
                    <a:pt x="767523" y="993186"/>
                  </a:lnTo>
                  <a:lnTo>
                    <a:pt x="803154" y="1031387"/>
                  </a:lnTo>
                  <a:lnTo>
                    <a:pt x="838785" y="1068973"/>
                  </a:lnTo>
                  <a:lnTo>
                    <a:pt x="874417" y="1105954"/>
                  </a:lnTo>
                  <a:lnTo>
                    <a:pt x="910048" y="1142339"/>
                  </a:lnTo>
                  <a:lnTo>
                    <a:pt x="945679" y="1178138"/>
                  </a:lnTo>
                  <a:lnTo>
                    <a:pt x="981310" y="1213362"/>
                  </a:lnTo>
                  <a:lnTo>
                    <a:pt x="1016942" y="1248018"/>
                  </a:lnTo>
                  <a:lnTo>
                    <a:pt x="1052573" y="1282116"/>
                  </a:lnTo>
                  <a:lnTo>
                    <a:pt x="1088204" y="1315665"/>
                  </a:lnTo>
                  <a:lnTo>
                    <a:pt x="1123836" y="1348674"/>
                  </a:lnTo>
                  <a:lnTo>
                    <a:pt x="1159467" y="1381151"/>
                  </a:lnTo>
                  <a:lnTo>
                    <a:pt x="1195098" y="1413106"/>
                  </a:lnTo>
                  <a:lnTo>
                    <a:pt x="1230730" y="1444546"/>
                  </a:lnTo>
                  <a:lnTo>
                    <a:pt x="1266361" y="1475480"/>
                  </a:lnTo>
                  <a:lnTo>
                    <a:pt x="1301992" y="1505916"/>
                  </a:lnTo>
                  <a:lnTo>
                    <a:pt x="1337624" y="1535862"/>
                  </a:lnTo>
                  <a:lnTo>
                    <a:pt x="1373255" y="1565326"/>
                  </a:lnTo>
                  <a:lnTo>
                    <a:pt x="1408886" y="1594315"/>
                  </a:lnTo>
                  <a:lnTo>
                    <a:pt x="1444517" y="1622838"/>
                  </a:lnTo>
                  <a:lnTo>
                    <a:pt x="1480149" y="1650901"/>
                  </a:lnTo>
                  <a:lnTo>
                    <a:pt x="1515780" y="1678513"/>
                  </a:lnTo>
                  <a:lnTo>
                    <a:pt x="1551411" y="1705680"/>
                  </a:lnTo>
                  <a:lnTo>
                    <a:pt x="1587043" y="1732410"/>
                  </a:lnTo>
                  <a:lnTo>
                    <a:pt x="1622674" y="1758709"/>
                  </a:lnTo>
                  <a:lnTo>
                    <a:pt x="1658305" y="1784585"/>
                  </a:lnTo>
                  <a:lnTo>
                    <a:pt x="1693937" y="1810044"/>
                  </a:lnTo>
                  <a:lnTo>
                    <a:pt x="1729568" y="1835094"/>
                  </a:lnTo>
                  <a:lnTo>
                    <a:pt x="1765199" y="1859740"/>
                  </a:lnTo>
                  <a:lnTo>
                    <a:pt x="1800830" y="1883989"/>
                  </a:lnTo>
                  <a:lnTo>
                    <a:pt x="1836462" y="1907848"/>
                  </a:lnTo>
                  <a:lnTo>
                    <a:pt x="1872093" y="1931323"/>
                  </a:lnTo>
                  <a:lnTo>
                    <a:pt x="1907724" y="1954420"/>
                  </a:lnTo>
                  <a:lnTo>
                    <a:pt x="1943356" y="1977145"/>
                  </a:lnTo>
                  <a:lnTo>
                    <a:pt x="1978987" y="1999504"/>
                  </a:lnTo>
                  <a:lnTo>
                    <a:pt x="2014618" y="2021503"/>
                  </a:lnTo>
                  <a:lnTo>
                    <a:pt x="2050250" y="2043148"/>
                  </a:lnTo>
                  <a:lnTo>
                    <a:pt x="2085881" y="2064445"/>
                  </a:lnTo>
                  <a:lnTo>
                    <a:pt x="2121512" y="2085398"/>
                  </a:lnTo>
                  <a:lnTo>
                    <a:pt x="2157144" y="2106015"/>
                  </a:lnTo>
                  <a:lnTo>
                    <a:pt x="2192775" y="2126299"/>
                  </a:lnTo>
                  <a:lnTo>
                    <a:pt x="2228406" y="2146257"/>
                  </a:lnTo>
                  <a:lnTo>
                    <a:pt x="2264037" y="2165893"/>
                  </a:lnTo>
                  <a:lnTo>
                    <a:pt x="2299669" y="2185214"/>
                  </a:lnTo>
                  <a:lnTo>
                    <a:pt x="2335300" y="2204223"/>
                  </a:lnTo>
                  <a:lnTo>
                    <a:pt x="2370931" y="2222926"/>
                  </a:lnTo>
                  <a:lnTo>
                    <a:pt x="2406563" y="2241328"/>
                  </a:lnTo>
                  <a:lnTo>
                    <a:pt x="2442194" y="2259434"/>
                  </a:lnTo>
                  <a:lnTo>
                    <a:pt x="2477825" y="2277248"/>
                  </a:lnTo>
                  <a:lnTo>
                    <a:pt x="2513457" y="2294776"/>
                  </a:lnTo>
                  <a:lnTo>
                    <a:pt x="2549088" y="2312021"/>
                  </a:lnTo>
                  <a:lnTo>
                    <a:pt x="2584719" y="2328989"/>
                  </a:lnTo>
                  <a:lnTo>
                    <a:pt x="2620351" y="2345683"/>
                  </a:lnTo>
                  <a:lnTo>
                    <a:pt x="2655982" y="2362109"/>
                  </a:lnTo>
                  <a:lnTo>
                    <a:pt x="2691613" y="2378270"/>
                  </a:lnTo>
                  <a:lnTo>
                    <a:pt x="2727244" y="2394171"/>
                  </a:lnTo>
                  <a:lnTo>
                    <a:pt x="2762876" y="2409816"/>
                  </a:lnTo>
                  <a:lnTo>
                    <a:pt x="2798507" y="2425209"/>
                  </a:lnTo>
                  <a:lnTo>
                    <a:pt x="2834138" y="2440354"/>
                  </a:lnTo>
                  <a:lnTo>
                    <a:pt x="2869770" y="2455256"/>
                  </a:lnTo>
                  <a:lnTo>
                    <a:pt x="2905401" y="2469918"/>
                  </a:lnTo>
                  <a:lnTo>
                    <a:pt x="2941032" y="2484343"/>
                  </a:lnTo>
                  <a:lnTo>
                    <a:pt x="2976664" y="2498536"/>
                  </a:lnTo>
                  <a:lnTo>
                    <a:pt x="3012295" y="2512501"/>
                  </a:lnTo>
                  <a:lnTo>
                    <a:pt x="3047926" y="2526241"/>
                  </a:lnTo>
                  <a:lnTo>
                    <a:pt x="3083558" y="2539760"/>
                  </a:lnTo>
                  <a:lnTo>
                    <a:pt x="3119189" y="2553061"/>
                  </a:lnTo>
                  <a:lnTo>
                    <a:pt x="3154820" y="2565132"/>
                  </a:lnTo>
                  <a:lnTo>
                    <a:pt x="3190451" y="2570072"/>
                  </a:lnTo>
                  <a:lnTo>
                    <a:pt x="3226083" y="2574983"/>
                  </a:lnTo>
                  <a:lnTo>
                    <a:pt x="3261714" y="2579862"/>
                  </a:lnTo>
                  <a:lnTo>
                    <a:pt x="3297345" y="2584712"/>
                  </a:lnTo>
                  <a:lnTo>
                    <a:pt x="3332977" y="2589532"/>
                  </a:lnTo>
                  <a:lnTo>
                    <a:pt x="3368608" y="2594322"/>
                  </a:lnTo>
                  <a:lnTo>
                    <a:pt x="3404239" y="2599082"/>
                  </a:lnTo>
                  <a:lnTo>
                    <a:pt x="3439871" y="2603813"/>
                  </a:lnTo>
                  <a:lnTo>
                    <a:pt x="3475502" y="2608515"/>
                  </a:lnTo>
                  <a:lnTo>
                    <a:pt x="3511133" y="2613188"/>
                  </a:lnTo>
                  <a:lnTo>
                    <a:pt x="3546765" y="2617832"/>
                  </a:lnTo>
                  <a:lnTo>
                    <a:pt x="3582396" y="2622447"/>
                  </a:lnTo>
                  <a:lnTo>
                    <a:pt x="3618027" y="2627034"/>
                  </a:lnTo>
                  <a:lnTo>
                    <a:pt x="3653658" y="2631593"/>
                  </a:lnTo>
                  <a:lnTo>
                    <a:pt x="3689290" y="2636123"/>
                  </a:lnTo>
                  <a:lnTo>
                    <a:pt x="3724921" y="2640626"/>
                  </a:lnTo>
                  <a:lnTo>
                    <a:pt x="3760552" y="2645100"/>
                  </a:lnTo>
                  <a:lnTo>
                    <a:pt x="3796184" y="2649547"/>
                  </a:lnTo>
                  <a:lnTo>
                    <a:pt x="3831815" y="2653967"/>
                  </a:lnTo>
                  <a:lnTo>
                    <a:pt x="3867446" y="2658360"/>
                  </a:lnTo>
                  <a:lnTo>
                    <a:pt x="3903078" y="2662725"/>
                  </a:lnTo>
                  <a:lnTo>
                    <a:pt x="3938709" y="2667063"/>
                  </a:lnTo>
                  <a:lnTo>
                    <a:pt x="3974340" y="2671375"/>
                  </a:lnTo>
                  <a:lnTo>
                    <a:pt x="4009972" y="2675660"/>
                  </a:lnTo>
                  <a:lnTo>
                    <a:pt x="4045603" y="2679919"/>
                  </a:lnTo>
                  <a:lnTo>
                    <a:pt x="4081234" y="2684151"/>
                  </a:lnTo>
                  <a:lnTo>
                    <a:pt x="4116865" y="2688357"/>
                  </a:lnTo>
                  <a:lnTo>
                    <a:pt x="4152497" y="2692537"/>
                  </a:lnTo>
                  <a:lnTo>
                    <a:pt x="4188128" y="2696692"/>
                  </a:lnTo>
                  <a:lnTo>
                    <a:pt x="4223759" y="2700821"/>
                  </a:lnTo>
                  <a:lnTo>
                    <a:pt x="4259391" y="2704924"/>
                  </a:lnTo>
                  <a:lnTo>
                    <a:pt x="4295022" y="2709002"/>
                  </a:lnTo>
                  <a:lnTo>
                    <a:pt x="4330653" y="2713055"/>
                  </a:lnTo>
                  <a:lnTo>
                    <a:pt x="4366285" y="2717083"/>
                  </a:lnTo>
                  <a:lnTo>
                    <a:pt x="4401916" y="2721086"/>
                  </a:lnTo>
                  <a:lnTo>
                    <a:pt x="4437547" y="2725064"/>
                  </a:lnTo>
                  <a:lnTo>
                    <a:pt x="4473179" y="2729018"/>
                  </a:lnTo>
                  <a:lnTo>
                    <a:pt x="4508810" y="2732947"/>
                  </a:lnTo>
                  <a:lnTo>
                    <a:pt x="4544441" y="2736852"/>
                  </a:lnTo>
                  <a:lnTo>
                    <a:pt x="4580072" y="2740733"/>
                  </a:lnTo>
                  <a:lnTo>
                    <a:pt x="4615704" y="2744591"/>
                  </a:lnTo>
                  <a:lnTo>
                    <a:pt x="4651335" y="2748424"/>
                  </a:lnTo>
                  <a:lnTo>
                    <a:pt x="4686966" y="2752234"/>
                  </a:lnTo>
                  <a:lnTo>
                    <a:pt x="4722598" y="2756020"/>
                  </a:lnTo>
                  <a:lnTo>
                    <a:pt x="4758229" y="2759783"/>
                  </a:lnTo>
                  <a:lnTo>
                    <a:pt x="4793860" y="2763522"/>
                  </a:lnTo>
                  <a:lnTo>
                    <a:pt x="4829492" y="2767239"/>
                  </a:lnTo>
                  <a:lnTo>
                    <a:pt x="4865123" y="2770932"/>
                  </a:lnTo>
                  <a:lnTo>
                    <a:pt x="4900754" y="2774603"/>
                  </a:lnTo>
                  <a:lnTo>
                    <a:pt x="4936386" y="2778251"/>
                  </a:lnTo>
                  <a:lnTo>
                    <a:pt x="4972017" y="2781877"/>
                  </a:lnTo>
                  <a:lnTo>
                    <a:pt x="5007648" y="2785480"/>
                  </a:lnTo>
                  <a:lnTo>
                    <a:pt x="5043279" y="2789061"/>
                  </a:lnTo>
                  <a:lnTo>
                    <a:pt x="5078911" y="2792620"/>
                  </a:lnTo>
                  <a:lnTo>
                    <a:pt x="5114542" y="2796157"/>
                  </a:lnTo>
                  <a:lnTo>
                    <a:pt x="5150173" y="2799672"/>
                  </a:lnTo>
                  <a:lnTo>
                    <a:pt x="5185805" y="2803166"/>
                  </a:lnTo>
                  <a:lnTo>
                    <a:pt x="5221436" y="2806638"/>
                  </a:lnTo>
                  <a:lnTo>
                    <a:pt x="5257067" y="2810088"/>
                  </a:lnTo>
                  <a:lnTo>
                    <a:pt x="5292699" y="2813517"/>
                  </a:lnTo>
                  <a:lnTo>
                    <a:pt x="5328330" y="2816925"/>
                  </a:lnTo>
                  <a:lnTo>
                    <a:pt x="5363961" y="2820312"/>
                  </a:lnTo>
                  <a:lnTo>
                    <a:pt x="5399593" y="2823679"/>
                  </a:lnTo>
                  <a:lnTo>
                    <a:pt x="5435224" y="2827024"/>
                  </a:lnTo>
                  <a:lnTo>
                    <a:pt x="5470855" y="2830349"/>
                  </a:lnTo>
                  <a:lnTo>
                    <a:pt x="5506486" y="2833653"/>
                  </a:lnTo>
                  <a:lnTo>
                    <a:pt x="5542118" y="2836937"/>
                  </a:lnTo>
                  <a:lnTo>
                    <a:pt x="5577749" y="2840200"/>
                  </a:lnTo>
                  <a:lnTo>
                    <a:pt x="5613380" y="2843444"/>
                  </a:lnTo>
                  <a:lnTo>
                    <a:pt x="5649012" y="2846667"/>
                  </a:lnTo>
                  <a:lnTo>
                    <a:pt x="5684643" y="2849871"/>
                  </a:lnTo>
                  <a:lnTo>
                    <a:pt x="5720274" y="2853055"/>
                  </a:lnTo>
                  <a:lnTo>
                    <a:pt x="5755906" y="2856219"/>
                  </a:lnTo>
                  <a:lnTo>
                    <a:pt x="5791537" y="2859363"/>
                  </a:lnTo>
                  <a:lnTo>
                    <a:pt x="5827168" y="2862489"/>
                  </a:lnTo>
                  <a:lnTo>
                    <a:pt x="5862799" y="2865594"/>
                  </a:lnTo>
                  <a:lnTo>
                    <a:pt x="5898431" y="2868681"/>
                  </a:lnTo>
                  <a:lnTo>
                    <a:pt x="5934062" y="2871749"/>
                  </a:lnTo>
                  <a:lnTo>
                    <a:pt x="5969693" y="2874798"/>
                  </a:lnTo>
                  <a:lnTo>
                    <a:pt x="6005325" y="2877828"/>
                  </a:lnTo>
                  <a:lnTo>
                    <a:pt x="6040956" y="2880839"/>
                  </a:lnTo>
                  <a:lnTo>
                    <a:pt x="6076587" y="2883832"/>
                  </a:lnTo>
                  <a:lnTo>
                    <a:pt x="6112219" y="2886806"/>
                  </a:lnTo>
                  <a:lnTo>
                    <a:pt x="6147850" y="2889762"/>
                  </a:lnTo>
                  <a:lnTo>
                    <a:pt x="6183481" y="2892700"/>
                  </a:lnTo>
                  <a:lnTo>
                    <a:pt x="6219113" y="2895619"/>
                  </a:lnTo>
                  <a:lnTo>
                    <a:pt x="6254744" y="2898521"/>
                  </a:lnTo>
                  <a:lnTo>
                    <a:pt x="6290375" y="2901404"/>
                  </a:lnTo>
                  <a:lnTo>
                    <a:pt x="6326006" y="2904270"/>
                  </a:lnTo>
                  <a:lnTo>
                    <a:pt x="6361638" y="2907118"/>
                  </a:lnTo>
                  <a:lnTo>
                    <a:pt x="6397269" y="2909949"/>
                  </a:lnTo>
                  <a:lnTo>
                    <a:pt x="6432900" y="2912762"/>
                  </a:lnTo>
                  <a:lnTo>
                    <a:pt x="6468532" y="2915558"/>
                  </a:lnTo>
                  <a:lnTo>
                    <a:pt x="6504163" y="2918336"/>
                  </a:lnTo>
                  <a:lnTo>
                    <a:pt x="6539794" y="2921098"/>
                  </a:lnTo>
                  <a:lnTo>
                    <a:pt x="6575426" y="2923842"/>
                  </a:lnTo>
                  <a:lnTo>
                    <a:pt x="6611057" y="2926569"/>
                  </a:lnTo>
                  <a:lnTo>
                    <a:pt x="6646688" y="2929280"/>
                  </a:lnTo>
                  <a:lnTo>
                    <a:pt x="6682320" y="2931974"/>
                  </a:lnTo>
                  <a:lnTo>
                    <a:pt x="6717951" y="2934651"/>
                  </a:lnTo>
                  <a:lnTo>
                    <a:pt x="6753582" y="2937312"/>
                  </a:lnTo>
                  <a:lnTo>
                    <a:pt x="6789213" y="2939956"/>
                  </a:lnTo>
                  <a:lnTo>
                    <a:pt x="6824845" y="29425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12301"/>
              <a:ext cx="7090630" cy="1300275"/>
            </a:xfrm>
            <a:custGeom>
              <a:avLst/>
              <a:pathLst>
                <a:path w="7090630" h="1300275">
                  <a:moveTo>
                    <a:pt x="7090630" y="1300275"/>
                  </a:moveTo>
                  <a:lnTo>
                    <a:pt x="7054998" y="1297816"/>
                  </a:lnTo>
                  <a:lnTo>
                    <a:pt x="7019367" y="1295316"/>
                  </a:lnTo>
                  <a:lnTo>
                    <a:pt x="6983736" y="1292776"/>
                  </a:lnTo>
                  <a:lnTo>
                    <a:pt x="6948104" y="1290194"/>
                  </a:lnTo>
                  <a:lnTo>
                    <a:pt x="6912473" y="1287570"/>
                  </a:lnTo>
                  <a:lnTo>
                    <a:pt x="6876842" y="1284903"/>
                  </a:lnTo>
                  <a:lnTo>
                    <a:pt x="6841210" y="1282192"/>
                  </a:lnTo>
                  <a:lnTo>
                    <a:pt x="6805579" y="1279437"/>
                  </a:lnTo>
                  <a:lnTo>
                    <a:pt x="6769948" y="1276637"/>
                  </a:lnTo>
                  <a:lnTo>
                    <a:pt x="6734317" y="1273791"/>
                  </a:lnTo>
                  <a:lnTo>
                    <a:pt x="6698685" y="1270899"/>
                  </a:lnTo>
                  <a:lnTo>
                    <a:pt x="6663054" y="1267959"/>
                  </a:lnTo>
                  <a:lnTo>
                    <a:pt x="6627423" y="1264971"/>
                  </a:lnTo>
                  <a:lnTo>
                    <a:pt x="6591791" y="1261934"/>
                  </a:lnTo>
                  <a:lnTo>
                    <a:pt x="6556160" y="1258847"/>
                  </a:lnTo>
                  <a:lnTo>
                    <a:pt x="6520529" y="1255710"/>
                  </a:lnTo>
                  <a:lnTo>
                    <a:pt x="6484897" y="1252522"/>
                  </a:lnTo>
                  <a:lnTo>
                    <a:pt x="6449266" y="1249281"/>
                  </a:lnTo>
                  <a:lnTo>
                    <a:pt x="6413635" y="1245988"/>
                  </a:lnTo>
                  <a:lnTo>
                    <a:pt x="6378003" y="1242640"/>
                  </a:lnTo>
                  <a:lnTo>
                    <a:pt x="6342372" y="1239238"/>
                  </a:lnTo>
                  <a:lnTo>
                    <a:pt x="6306741" y="1235780"/>
                  </a:lnTo>
                  <a:lnTo>
                    <a:pt x="6271110" y="1232266"/>
                  </a:lnTo>
                  <a:lnTo>
                    <a:pt x="6235478" y="1228694"/>
                  </a:lnTo>
                  <a:lnTo>
                    <a:pt x="6199847" y="1225063"/>
                  </a:lnTo>
                  <a:lnTo>
                    <a:pt x="6164216" y="1221373"/>
                  </a:lnTo>
                  <a:lnTo>
                    <a:pt x="6128584" y="1217623"/>
                  </a:lnTo>
                  <a:lnTo>
                    <a:pt x="6092953" y="1213811"/>
                  </a:lnTo>
                  <a:lnTo>
                    <a:pt x="6057322" y="1209937"/>
                  </a:lnTo>
                  <a:lnTo>
                    <a:pt x="6021690" y="1206000"/>
                  </a:lnTo>
                  <a:lnTo>
                    <a:pt x="5986059" y="1201998"/>
                  </a:lnTo>
                  <a:lnTo>
                    <a:pt x="5950428" y="1197931"/>
                  </a:lnTo>
                  <a:lnTo>
                    <a:pt x="5914796" y="1193797"/>
                  </a:lnTo>
                  <a:lnTo>
                    <a:pt x="5879165" y="1189595"/>
                  </a:lnTo>
                  <a:lnTo>
                    <a:pt x="5843534" y="1185325"/>
                  </a:lnTo>
                  <a:lnTo>
                    <a:pt x="5807903" y="1180985"/>
                  </a:lnTo>
                  <a:lnTo>
                    <a:pt x="5772271" y="1176574"/>
                  </a:lnTo>
                  <a:lnTo>
                    <a:pt x="5736640" y="1172091"/>
                  </a:lnTo>
                  <a:lnTo>
                    <a:pt x="5701009" y="1167534"/>
                  </a:lnTo>
                  <a:lnTo>
                    <a:pt x="5665377" y="1162903"/>
                  </a:lnTo>
                  <a:lnTo>
                    <a:pt x="5629746" y="1158196"/>
                  </a:lnTo>
                  <a:lnTo>
                    <a:pt x="5594115" y="1153411"/>
                  </a:lnTo>
                  <a:lnTo>
                    <a:pt x="5558483" y="1148549"/>
                  </a:lnTo>
                  <a:lnTo>
                    <a:pt x="5522852" y="1143607"/>
                  </a:lnTo>
                  <a:lnTo>
                    <a:pt x="5487221" y="1138584"/>
                  </a:lnTo>
                  <a:lnTo>
                    <a:pt x="5451589" y="1133479"/>
                  </a:lnTo>
                  <a:lnTo>
                    <a:pt x="5415958" y="1128291"/>
                  </a:lnTo>
                  <a:lnTo>
                    <a:pt x="5380327" y="1123018"/>
                  </a:lnTo>
                  <a:lnTo>
                    <a:pt x="5344696" y="1117658"/>
                  </a:lnTo>
                  <a:lnTo>
                    <a:pt x="5309064" y="1112210"/>
                  </a:lnTo>
                  <a:lnTo>
                    <a:pt x="5273433" y="1106674"/>
                  </a:lnTo>
                  <a:lnTo>
                    <a:pt x="5237802" y="1101047"/>
                  </a:lnTo>
                  <a:lnTo>
                    <a:pt x="5202170" y="1095328"/>
                  </a:lnTo>
                  <a:lnTo>
                    <a:pt x="5166539" y="1089515"/>
                  </a:lnTo>
                  <a:lnTo>
                    <a:pt x="5130908" y="1083607"/>
                  </a:lnTo>
                  <a:lnTo>
                    <a:pt x="5095276" y="1077602"/>
                  </a:lnTo>
                  <a:lnTo>
                    <a:pt x="5059645" y="1071499"/>
                  </a:lnTo>
                  <a:lnTo>
                    <a:pt x="5024014" y="1065297"/>
                  </a:lnTo>
                  <a:lnTo>
                    <a:pt x="4988382" y="1058992"/>
                  </a:lnTo>
                  <a:lnTo>
                    <a:pt x="4952751" y="1052585"/>
                  </a:lnTo>
                  <a:lnTo>
                    <a:pt x="4917120" y="1046073"/>
                  </a:lnTo>
                  <a:lnTo>
                    <a:pt x="4881489" y="1039454"/>
                  </a:lnTo>
                  <a:lnTo>
                    <a:pt x="4845857" y="1032727"/>
                  </a:lnTo>
                  <a:lnTo>
                    <a:pt x="4810226" y="1025890"/>
                  </a:lnTo>
                  <a:lnTo>
                    <a:pt x="4774595" y="1018941"/>
                  </a:lnTo>
                  <a:lnTo>
                    <a:pt x="4738963" y="1011878"/>
                  </a:lnTo>
                  <a:lnTo>
                    <a:pt x="4703332" y="1004700"/>
                  </a:lnTo>
                  <a:lnTo>
                    <a:pt x="4667701" y="997404"/>
                  </a:lnTo>
                  <a:lnTo>
                    <a:pt x="4632069" y="989989"/>
                  </a:lnTo>
                  <a:lnTo>
                    <a:pt x="4596438" y="982452"/>
                  </a:lnTo>
                  <a:lnTo>
                    <a:pt x="4560807" y="974792"/>
                  </a:lnTo>
                  <a:lnTo>
                    <a:pt x="4525175" y="967007"/>
                  </a:lnTo>
                  <a:lnTo>
                    <a:pt x="4489544" y="959095"/>
                  </a:lnTo>
                  <a:lnTo>
                    <a:pt x="4453913" y="951053"/>
                  </a:lnTo>
                  <a:lnTo>
                    <a:pt x="4418282" y="942879"/>
                  </a:lnTo>
                  <a:lnTo>
                    <a:pt x="4382650" y="934572"/>
                  </a:lnTo>
                  <a:lnTo>
                    <a:pt x="4347019" y="926128"/>
                  </a:lnTo>
                  <a:lnTo>
                    <a:pt x="4311388" y="917547"/>
                  </a:lnTo>
                  <a:lnTo>
                    <a:pt x="4275756" y="908825"/>
                  </a:lnTo>
                  <a:lnTo>
                    <a:pt x="4240125" y="899960"/>
                  </a:lnTo>
                  <a:lnTo>
                    <a:pt x="4204494" y="890951"/>
                  </a:lnTo>
                  <a:lnTo>
                    <a:pt x="4168862" y="881793"/>
                  </a:lnTo>
                  <a:lnTo>
                    <a:pt x="4133231" y="872487"/>
                  </a:lnTo>
                  <a:lnTo>
                    <a:pt x="4097600" y="863027"/>
                  </a:lnTo>
                  <a:lnTo>
                    <a:pt x="4061968" y="853413"/>
                  </a:lnTo>
                  <a:lnTo>
                    <a:pt x="4026337" y="843642"/>
                  </a:lnTo>
                  <a:lnTo>
                    <a:pt x="3990706" y="833711"/>
                  </a:lnTo>
                  <a:lnTo>
                    <a:pt x="3955075" y="823617"/>
                  </a:lnTo>
                  <a:lnTo>
                    <a:pt x="3919443" y="813358"/>
                  </a:lnTo>
                  <a:lnTo>
                    <a:pt x="3883812" y="802931"/>
                  </a:lnTo>
                  <a:lnTo>
                    <a:pt x="3848181" y="792334"/>
                  </a:lnTo>
                  <a:lnTo>
                    <a:pt x="3812549" y="781563"/>
                  </a:lnTo>
                  <a:lnTo>
                    <a:pt x="3776918" y="770616"/>
                  </a:lnTo>
                  <a:lnTo>
                    <a:pt x="3741287" y="759490"/>
                  </a:lnTo>
                  <a:lnTo>
                    <a:pt x="3705655" y="748181"/>
                  </a:lnTo>
                  <a:lnTo>
                    <a:pt x="3670024" y="736688"/>
                  </a:lnTo>
                  <a:lnTo>
                    <a:pt x="3634393" y="725007"/>
                  </a:lnTo>
                  <a:lnTo>
                    <a:pt x="3598762" y="713134"/>
                  </a:lnTo>
                  <a:lnTo>
                    <a:pt x="3563130" y="701067"/>
                  </a:lnTo>
                  <a:lnTo>
                    <a:pt x="3527499" y="688803"/>
                  </a:lnTo>
                  <a:lnTo>
                    <a:pt x="3491868" y="676338"/>
                  </a:lnTo>
                  <a:lnTo>
                    <a:pt x="3456236" y="663669"/>
                  </a:lnTo>
                  <a:lnTo>
                    <a:pt x="3420605" y="650793"/>
                  </a:lnTo>
                  <a:lnTo>
                    <a:pt x="3384974" y="644806"/>
                  </a:lnTo>
                  <a:lnTo>
                    <a:pt x="3349342" y="639804"/>
                  </a:lnTo>
                  <a:lnTo>
                    <a:pt x="3313711" y="634771"/>
                  </a:lnTo>
                  <a:lnTo>
                    <a:pt x="3278080" y="629707"/>
                  </a:lnTo>
                  <a:lnTo>
                    <a:pt x="3242448" y="624611"/>
                  </a:lnTo>
                  <a:lnTo>
                    <a:pt x="3206817" y="619484"/>
                  </a:lnTo>
                  <a:lnTo>
                    <a:pt x="3171186" y="614324"/>
                  </a:lnTo>
                  <a:lnTo>
                    <a:pt x="3135555" y="609133"/>
                  </a:lnTo>
                  <a:lnTo>
                    <a:pt x="3099923" y="603910"/>
                  </a:lnTo>
                  <a:lnTo>
                    <a:pt x="3064292" y="598654"/>
                  </a:lnTo>
                  <a:lnTo>
                    <a:pt x="3028661" y="593365"/>
                  </a:lnTo>
                  <a:lnTo>
                    <a:pt x="2993029" y="588044"/>
                  </a:lnTo>
                  <a:lnTo>
                    <a:pt x="2957398" y="582689"/>
                  </a:lnTo>
                  <a:lnTo>
                    <a:pt x="2921767" y="577302"/>
                  </a:lnTo>
                  <a:lnTo>
                    <a:pt x="2886135" y="571881"/>
                  </a:lnTo>
                  <a:lnTo>
                    <a:pt x="2850504" y="566426"/>
                  </a:lnTo>
                  <a:lnTo>
                    <a:pt x="2814873" y="560937"/>
                  </a:lnTo>
                  <a:lnTo>
                    <a:pt x="2779241" y="555415"/>
                  </a:lnTo>
                  <a:lnTo>
                    <a:pt x="2743610" y="549858"/>
                  </a:lnTo>
                  <a:lnTo>
                    <a:pt x="2707979" y="544266"/>
                  </a:lnTo>
                  <a:lnTo>
                    <a:pt x="2672348" y="538640"/>
                  </a:lnTo>
                  <a:lnTo>
                    <a:pt x="2636716" y="532979"/>
                  </a:lnTo>
                  <a:lnTo>
                    <a:pt x="2601085" y="527283"/>
                  </a:lnTo>
                  <a:lnTo>
                    <a:pt x="2565454" y="521551"/>
                  </a:lnTo>
                  <a:lnTo>
                    <a:pt x="2529822" y="515784"/>
                  </a:lnTo>
                  <a:lnTo>
                    <a:pt x="2494191" y="509981"/>
                  </a:lnTo>
                  <a:lnTo>
                    <a:pt x="2458560" y="504142"/>
                  </a:lnTo>
                  <a:lnTo>
                    <a:pt x="2422928" y="498267"/>
                  </a:lnTo>
                  <a:lnTo>
                    <a:pt x="2387297" y="492355"/>
                  </a:lnTo>
                  <a:lnTo>
                    <a:pt x="2351666" y="486406"/>
                  </a:lnTo>
                  <a:lnTo>
                    <a:pt x="2316034" y="480421"/>
                  </a:lnTo>
                  <a:lnTo>
                    <a:pt x="2280403" y="474399"/>
                  </a:lnTo>
                  <a:lnTo>
                    <a:pt x="2244772" y="468339"/>
                  </a:lnTo>
                  <a:lnTo>
                    <a:pt x="2209141" y="462241"/>
                  </a:lnTo>
                  <a:lnTo>
                    <a:pt x="2173509" y="456106"/>
                  </a:lnTo>
                  <a:lnTo>
                    <a:pt x="2137878" y="449932"/>
                  </a:lnTo>
                  <a:lnTo>
                    <a:pt x="2102247" y="443720"/>
                  </a:lnTo>
                  <a:lnTo>
                    <a:pt x="2066615" y="437470"/>
                  </a:lnTo>
                  <a:lnTo>
                    <a:pt x="2030984" y="431181"/>
                  </a:lnTo>
                  <a:lnTo>
                    <a:pt x="1995353" y="424853"/>
                  </a:lnTo>
                  <a:lnTo>
                    <a:pt x="1959721" y="418485"/>
                  </a:lnTo>
                  <a:lnTo>
                    <a:pt x="1924090" y="412078"/>
                  </a:lnTo>
                  <a:lnTo>
                    <a:pt x="1888459" y="405631"/>
                  </a:lnTo>
                  <a:lnTo>
                    <a:pt x="1852827" y="399145"/>
                  </a:lnTo>
                  <a:lnTo>
                    <a:pt x="1817196" y="392618"/>
                  </a:lnTo>
                  <a:lnTo>
                    <a:pt x="1781565" y="386050"/>
                  </a:lnTo>
                  <a:lnTo>
                    <a:pt x="1745934" y="379442"/>
                  </a:lnTo>
                  <a:lnTo>
                    <a:pt x="1710302" y="372792"/>
                  </a:lnTo>
                  <a:lnTo>
                    <a:pt x="1674671" y="366102"/>
                  </a:lnTo>
                  <a:lnTo>
                    <a:pt x="1639040" y="359369"/>
                  </a:lnTo>
                  <a:lnTo>
                    <a:pt x="1603408" y="352595"/>
                  </a:lnTo>
                  <a:lnTo>
                    <a:pt x="1567777" y="345779"/>
                  </a:lnTo>
                  <a:lnTo>
                    <a:pt x="1532146" y="338921"/>
                  </a:lnTo>
                  <a:lnTo>
                    <a:pt x="1496514" y="332020"/>
                  </a:lnTo>
                  <a:lnTo>
                    <a:pt x="1460883" y="325076"/>
                  </a:lnTo>
                  <a:lnTo>
                    <a:pt x="1425252" y="318089"/>
                  </a:lnTo>
                  <a:lnTo>
                    <a:pt x="1389620" y="311059"/>
                  </a:lnTo>
                  <a:lnTo>
                    <a:pt x="1353989" y="303985"/>
                  </a:lnTo>
                  <a:lnTo>
                    <a:pt x="1318358" y="296867"/>
                  </a:lnTo>
                  <a:lnTo>
                    <a:pt x="1282727" y="289705"/>
                  </a:lnTo>
                  <a:lnTo>
                    <a:pt x="1247095" y="282499"/>
                  </a:lnTo>
                  <a:lnTo>
                    <a:pt x="1211464" y="275248"/>
                  </a:lnTo>
                  <a:lnTo>
                    <a:pt x="1175833" y="267951"/>
                  </a:lnTo>
                  <a:lnTo>
                    <a:pt x="1140201" y="260610"/>
                  </a:lnTo>
                  <a:lnTo>
                    <a:pt x="1104570" y="253223"/>
                  </a:lnTo>
                  <a:lnTo>
                    <a:pt x="1068939" y="245790"/>
                  </a:lnTo>
                  <a:lnTo>
                    <a:pt x="1033307" y="238311"/>
                  </a:lnTo>
                  <a:lnTo>
                    <a:pt x="997676" y="230785"/>
                  </a:lnTo>
                  <a:lnTo>
                    <a:pt x="962045" y="223213"/>
                  </a:lnTo>
                  <a:lnTo>
                    <a:pt x="926413" y="215594"/>
                  </a:lnTo>
                  <a:lnTo>
                    <a:pt x="890782" y="207927"/>
                  </a:lnTo>
                  <a:lnTo>
                    <a:pt x="855151" y="200213"/>
                  </a:lnTo>
                  <a:lnTo>
                    <a:pt x="819520" y="192451"/>
                  </a:lnTo>
                  <a:lnTo>
                    <a:pt x="783888" y="184641"/>
                  </a:lnTo>
                  <a:lnTo>
                    <a:pt x="748257" y="176782"/>
                  </a:lnTo>
                  <a:lnTo>
                    <a:pt x="712626" y="168875"/>
                  </a:lnTo>
                  <a:lnTo>
                    <a:pt x="676994" y="160918"/>
                  </a:lnTo>
                  <a:lnTo>
                    <a:pt x="641363" y="152912"/>
                  </a:lnTo>
                  <a:lnTo>
                    <a:pt x="605732" y="144856"/>
                  </a:lnTo>
                  <a:lnTo>
                    <a:pt x="570100" y="136751"/>
                  </a:lnTo>
                  <a:lnTo>
                    <a:pt x="534469" y="128595"/>
                  </a:lnTo>
                  <a:lnTo>
                    <a:pt x="498838" y="120388"/>
                  </a:lnTo>
                  <a:lnTo>
                    <a:pt x="463206" y="112131"/>
                  </a:lnTo>
                  <a:lnTo>
                    <a:pt x="427575" y="103822"/>
                  </a:lnTo>
                  <a:lnTo>
                    <a:pt x="391944" y="95461"/>
                  </a:lnTo>
                  <a:lnTo>
                    <a:pt x="356313" y="87049"/>
                  </a:lnTo>
                  <a:lnTo>
                    <a:pt x="320681" y="78585"/>
                  </a:lnTo>
                  <a:lnTo>
                    <a:pt x="285050" y="70067"/>
                  </a:lnTo>
                  <a:lnTo>
                    <a:pt x="249419" y="61497"/>
                  </a:lnTo>
                  <a:lnTo>
                    <a:pt x="213787" y="52874"/>
                  </a:lnTo>
                  <a:lnTo>
                    <a:pt x="178156" y="44198"/>
                  </a:lnTo>
                  <a:lnTo>
                    <a:pt x="142525" y="35467"/>
                  </a:lnTo>
                  <a:lnTo>
                    <a:pt x="106893" y="26682"/>
                  </a:lnTo>
                  <a:lnTo>
                    <a:pt x="71262" y="17843"/>
                  </a:lnTo>
                  <a:lnTo>
                    <a:pt x="35631" y="894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215377"/>
              <a:ext cx="7090630" cy="2095254"/>
            </a:xfrm>
            <a:custGeom>
              <a:avLst/>
              <a:pathLst>
                <a:path w="7090630" h="2095254">
                  <a:moveTo>
                    <a:pt x="0" y="0"/>
                  </a:moveTo>
                  <a:lnTo>
                    <a:pt x="35631" y="26168"/>
                  </a:lnTo>
                  <a:lnTo>
                    <a:pt x="71262" y="52044"/>
                  </a:lnTo>
                  <a:lnTo>
                    <a:pt x="106893" y="77632"/>
                  </a:lnTo>
                  <a:lnTo>
                    <a:pt x="142525" y="102934"/>
                  </a:lnTo>
                  <a:lnTo>
                    <a:pt x="178156" y="127955"/>
                  </a:lnTo>
                  <a:lnTo>
                    <a:pt x="213787" y="152696"/>
                  </a:lnTo>
                  <a:lnTo>
                    <a:pt x="249419" y="177162"/>
                  </a:lnTo>
                  <a:lnTo>
                    <a:pt x="285050" y="201355"/>
                  </a:lnTo>
                  <a:lnTo>
                    <a:pt x="320681" y="225279"/>
                  </a:lnTo>
                  <a:lnTo>
                    <a:pt x="356313" y="248936"/>
                  </a:lnTo>
                  <a:lnTo>
                    <a:pt x="391944" y="272329"/>
                  </a:lnTo>
                  <a:lnTo>
                    <a:pt x="427575" y="295461"/>
                  </a:lnTo>
                  <a:lnTo>
                    <a:pt x="463206" y="318335"/>
                  </a:lnTo>
                  <a:lnTo>
                    <a:pt x="498838" y="340955"/>
                  </a:lnTo>
                  <a:lnTo>
                    <a:pt x="534469" y="363322"/>
                  </a:lnTo>
                  <a:lnTo>
                    <a:pt x="570100" y="385440"/>
                  </a:lnTo>
                  <a:lnTo>
                    <a:pt x="605732" y="407311"/>
                  </a:lnTo>
                  <a:lnTo>
                    <a:pt x="641363" y="428939"/>
                  </a:lnTo>
                  <a:lnTo>
                    <a:pt x="676994" y="450326"/>
                  </a:lnTo>
                  <a:lnTo>
                    <a:pt x="712626" y="471474"/>
                  </a:lnTo>
                  <a:lnTo>
                    <a:pt x="748257" y="492386"/>
                  </a:lnTo>
                  <a:lnTo>
                    <a:pt x="783888" y="513065"/>
                  </a:lnTo>
                  <a:lnTo>
                    <a:pt x="819520" y="533514"/>
                  </a:lnTo>
                  <a:lnTo>
                    <a:pt x="855151" y="553735"/>
                  </a:lnTo>
                  <a:lnTo>
                    <a:pt x="890782" y="573730"/>
                  </a:lnTo>
                  <a:lnTo>
                    <a:pt x="926413" y="593503"/>
                  </a:lnTo>
                  <a:lnTo>
                    <a:pt x="962045" y="613055"/>
                  </a:lnTo>
                  <a:lnTo>
                    <a:pt x="997676" y="632389"/>
                  </a:lnTo>
                  <a:lnTo>
                    <a:pt x="1033307" y="651507"/>
                  </a:lnTo>
                  <a:lnTo>
                    <a:pt x="1068939" y="670413"/>
                  </a:lnTo>
                  <a:lnTo>
                    <a:pt x="1104570" y="689108"/>
                  </a:lnTo>
                  <a:lnTo>
                    <a:pt x="1140201" y="707594"/>
                  </a:lnTo>
                  <a:lnTo>
                    <a:pt x="1175833" y="725874"/>
                  </a:lnTo>
                  <a:lnTo>
                    <a:pt x="1211464" y="743951"/>
                  </a:lnTo>
                  <a:lnTo>
                    <a:pt x="1247095" y="761826"/>
                  </a:lnTo>
                  <a:lnTo>
                    <a:pt x="1282727" y="779501"/>
                  </a:lnTo>
                  <a:lnTo>
                    <a:pt x="1318358" y="796980"/>
                  </a:lnTo>
                  <a:lnTo>
                    <a:pt x="1353989" y="814264"/>
                  </a:lnTo>
                  <a:lnTo>
                    <a:pt x="1389620" y="831355"/>
                  </a:lnTo>
                  <a:lnTo>
                    <a:pt x="1425252" y="848256"/>
                  </a:lnTo>
                  <a:lnTo>
                    <a:pt x="1460883" y="864968"/>
                  </a:lnTo>
                  <a:lnTo>
                    <a:pt x="1496514" y="881494"/>
                  </a:lnTo>
                  <a:lnTo>
                    <a:pt x="1532146" y="897836"/>
                  </a:lnTo>
                  <a:lnTo>
                    <a:pt x="1567777" y="913995"/>
                  </a:lnTo>
                  <a:lnTo>
                    <a:pt x="1603408" y="929975"/>
                  </a:lnTo>
                  <a:lnTo>
                    <a:pt x="1639040" y="945776"/>
                  </a:lnTo>
                  <a:lnTo>
                    <a:pt x="1674671" y="961401"/>
                  </a:lnTo>
                  <a:lnTo>
                    <a:pt x="1710302" y="976852"/>
                  </a:lnTo>
                  <a:lnTo>
                    <a:pt x="1745934" y="992131"/>
                  </a:lnTo>
                  <a:lnTo>
                    <a:pt x="1781565" y="1007240"/>
                  </a:lnTo>
                  <a:lnTo>
                    <a:pt x="1817196" y="1022180"/>
                  </a:lnTo>
                  <a:lnTo>
                    <a:pt x="1852827" y="1036953"/>
                  </a:lnTo>
                  <a:lnTo>
                    <a:pt x="1888459" y="1051562"/>
                  </a:lnTo>
                  <a:lnTo>
                    <a:pt x="1924090" y="1066008"/>
                  </a:lnTo>
                  <a:lnTo>
                    <a:pt x="1959721" y="1080293"/>
                  </a:lnTo>
                  <a:lnTo>
                    <a:pt x="1995353" y="1094419"/>
                  </a:lnTo>
                  <a:lnTo>
                    <a:pt x="2030984" y="1108387"/>
                  </a:lnTo>
                  <a:lnTo>
                    <a:pt x="2066615" y="1122199"/>
                  </a:lnTo>
                  <a:lnTo>
                    <a:pt x="2102247" y="1135858"/>
                  </a:lnTo>
                  <a:lnTo>
                    <a:pt x="2137878" y="1149364"/>
                  </a:lnTo>
                  <a:lnTo>
                    <a:pt x="2173509" y="1162720"/>
                  </a:lnTo>
                  <a:lnTo>
                    <a:pt x="2209141" y="1175927"/>
                  </a:lnTo>
                  <a:lnTo>
                    <a:pt x="2244772" y="1188986"/>
                  </a:lnTo>
                  <a:lnTo>
                    <a:pt x="2280403" y="1201900"/>
                  </a:lnTo>
                  <a:lnTo>
                    <a:pt x="2316034" y="1214671"/>
                  </a:lnTo>
                  <a:lnTo>
                    <a:pt x="2351666" y="1227298"/>
                  </a:lnTo>
                  <a:lnTo>
                    <a:pt x="2387297" y="1239785"/>
                  </a:lnTo>
                  <a:lnTo>
                    <a:pt x="2422928" y="1252133"/>
                  </a:lnTo>
                  <a:lnTo>
                    <a:pt x="2458560" y="1264343"/>
                  </a:lnTo>
                  <a:lnTo>
                    <a:pt x="2494191" y="1276417"/>
                  </a:lnTo>
                  <a:lnTo>
                    <a:pt x="2529822" y="1288357"/>
                  </a:lnTo>
                  <a:lnTo>
                    <a:pt x="2565454" y="1300163"/>
                  </a:lnTo>
                  <a:lnTo>
                    <a:pt x="2601085" y="1311838"/>
                  </a:lnTo>
                  <a:lnTo>
                    <a:pt x="2636716" y="1323382"/>
                  </a:lnTo>
                  <a:lnTo>
                    <a:pt x="2672348" y="1334798"/>
                  </a:lnTo>
                  <a:lnTo>
                    <a:pt x="2707979" y="1346087"/>
                  </a:lnTo>
                  <a:lnTo>
                    <a:pt x="2743610" y="1357250"/>
                  </a:lnTo>
                  <a:lnTo>
                    <a:pt x="2779241" y="1368288"/>
                  </a:lnTo>
                  <a:lnTo>
                    <a:pt x="2814873" y="1379204"/>
                  </a:lnTo>
                  <a:lnTo>
                    <a:pt x="2850504" y="1389997"/>
                  </a:lnTo>
                  <a:lnTo>
                    <a:pt x="2886135" y="1400671"/>
                  </a:lnTo>
                  <a:lnTo>
                    <a:pt x="2921767" y="1411225"/>
                  </a:lnTo>
                  <a:lnTo>
                    <a:pt x="2957398" y="1421662"/>
                  </a:lnTo>
                  <a:lnTo>
                    <a:pt x="2993029" y="1431982"/>
                  </a:lnTo>
                  <a:lnTo>
                    <a:pt x="3028661" y="1442187"/>
                  </a:lnTo>
                  <a:lnTo>
                    <a:pt x="3064292" y="1452279"/>
                  </a:lnTo>
                  <a:lnTo>
                    <a:pt x="3099923" y="1462258"/>
                  </a:lnTo>
                  <a:lnTo>
                    <a:pt x="3135555" y="1472126"/>
                  </a:lnTo>
                  <a:lnTo>
                    <a:pt x="3171186" y="1481884"/>
                  </a:lnTo>
                  <a:lnTo>
                    <a:pt x="3206817" y="1491533"/>
                  </a:lnTo>
                  <a:lnTo>
                    <a:pt x="3242448" y="1501074"/>
                  </a:lnTo>
                  <a:lnTo>
                    <a:pt x="3278080" y="1510509"/>
                  </a:lnTo>
                  <a:lnTo>
                    <a:pt x="3313711" y="1519839"/>
                  </a:lnTo>
                  <a:lnTo>
                    <a:pt x="3349342" y="1529065"/>
                  </a:lnTo>
                  <a:lnTo>
                    <a:pt x="3384974" y="1538188"/>
                  </a:lnTo>
                  <a:lnTo>
                    <a:pt x="3420605" y="1547210"/>
                  </a:lnTo>
                  <a:lnTo>
                    <a:pt x="3456236" y="1556131"/>
                  </a:lnTo>
                  <a:lnTo>
                    <a:pt x="3491868" y="1564952"/>
                  </a:lnTo>
                  <a:lnTo>
                    <a:pt x="3527499" y="1573675"/>
                  </a:lnTo>
                  <a:lnTo>
                    <a:pt x="3563130" y="1582301"/>
                  </a:lnTo>
                  <a:lnTo>
                    <a:pt x="3598762" y="1590831"/>
                  </a:lnTo>
                  <a:lnTo>
                    <a:pt x="3634393" y="1599265"/>
                  </a:lnTo>
                  <a:lnTo>
                    <a:pt x="3670024" y="1607606"/>
                  </a:lnTo>
                  <a:lnTo>
                    <a:pt x="3705655" y="1615853"/>
                  </a:lnTo>
                  <a:lnTo>
                    <a:pt x="3741287" y="1624009"/>
                  </a:lnTo>
                  <a:lnTo>
                    <a:pt x="3776918" y="1632074"/>
                  </a:lnTo>
                  <a:lnTo>
                    <a:pt x="3812549" y="1640049"/>
                  </a:lnTo>
                  <a:lnTo>
                    <a:pt x="3848181" y="1647935"/>
                  </a:lnTo>
                  <a:lnTo>
                    <a:pt x="3883812" y="1655733"/>
                  </a:lnTo>
                  <a:lnTo>
                    <a:pt x="3919443" y="1663444"/>
                  </a:lnTo>
                  <a:lnTo>
                    <a:pt x="3955075" y="1671069"/>
                  </a:lnTo>
                  <a:lnTo>
                    <a:pt x="3990706" y="1678609"/>
                  </a:lnTo>
                  <a:lnTo>
                    <a:pt x="4026337" y="1686065"/>
                  </a:lnTo>
                  <a:lnTo>
                    <a:pt x="4061968" y="1693438"/>
                  </a:lnTo>
                  <a:lnTo>
                    <a:pt x="4097600" y="1700729"/>
                  </a:lnTo>
                  <a:lnTo>
                    <a:pt x="4133231" y="1707939"/>
                  </a:lnTo>
                  <a:lnTo>
                    <a:pt x="4168862" y="1715068"/>
                  </a:lnTo>
                  <a:lnTo>
                    <a:pt x="4204494" y="1722117"/>
                  </a:lnTo>
                  <a:lnTo>
                    <a:pt x="4240125" y="1729089"/>
                  </a:lnTo>
                  <a:lnTo>
                    <a:pt x="4275756" y="1735982"/>
                  </a:lnTo>
                  <a:lnTo>
                    <a:pt x="4311388" y="1742799"/>
                  </a:lnTo>
                  <a:lnTo>
                    <a:pt x="4347019" y="1749539"/>
                  </a:lnTo>
                  <a:lnTo>
                    <a:pt x="4382650" y="1756205"/>
                  </a:lnTo>
                  <a:lnTo>
                    <a:pt x="4418282" y="1762796"/>
                  </a:lnTo>
                  <a:lnTo>
                    <a:pt x="4453913" y="1769313"/>
                  </a:lnTo>
                  <a:lnTo>
                    <a:pt x="4489544" y="1775758"/>
                  </a:lnTo>
                  <a:lnTo>
                    <a:pt x="4525175" y="1782132"/>
                  </a:lnTo>
                  <a:lnTo>
                    <a:pt x="4560807" y="1788434"/>
                  </a:lnTo>
                  <a:lnTo>
                    <a:pt x="4596438" y="1794666"/>
                  </a:lnTo>
                  <a:lnTo>
                    <a:pt x="4632069" y="1800828"/>
                  </a:lnTo>
                  <a:lnTo>
                    <a:pt x="4667701" y="1806922"/>
                  </a:lnTo>
                  <a:lnTo>
                    <a:pt x="4703332" y="1812947"/>
                  </a:lnTo>
                  <a:lnTo>
                    <a:pt x="4738963" y="1818906"/>
                  </a:lnTo>
                  <a:lnTo>
                    <a:pt x="4774595" y="1824798"/>
                  </a:lnTo>
                  <a:lnTo>
                    <a:pt x="4810226" y="1830625"/>
                  </a:lnTo>
                  <a:lnTo>
                    <a:pt x="4845857" y="1836386"/>
                  </a:lnTo>
                  <a:lnTo>
                    <a:pt x="4881489" y="1842084"/>
                  </a:lnTo>
                  <a:lnTo>
                    <a:pt x="4917120" y="1847717"/>
                  </a:lnTo>
                  <a:lnTo>
                    <a:pt x="4952751" y="1853288"/>
                  </a:lnTo>
                  <a:lnTo>
                    <a:pt x="4988382" y="1858797"/>
                  </a:lnTo>
                  <a:lnTo>
                    <a:pt x="5024014" y="1864245"/>
                  </a:lnTo>
                  <a:lnTo>
                    <a:pt x="5059645" y="1869632"/>
                  </a:lnTo>
                  <a:lnTo>
                    <a:pt x="5095276" y="1874958"/>
                  </a:lnTo>
                  <a:lnTo>
                    <a:pt x="5130908" y="1880226"/>
                  </a:lnTo>
                  <a:lnTo>
                    <a:pt x="5166539" y="1885434"/>
                  </a:lnTo>
                  <a:lnTo>
                    <a:pt x="5202170" y="1890585"/>
                  </a:lnTo>
                  <a:lnTo>
                    <a:pt x="5237802" y="1895678"/>
                  </a:lnTo>
                  <a:lnTo>
                    <a:pt x="5273433" y="1900715"/>
                  </a:lnTo>
                  <a:lnTo>
                    <a:pt x="5309064" y="1905695"/>
                  </a:lnTo>
                  <a:lnTo>
                    <a:pt x="5344696" y="1910619"/>
                  </a:lnTo>
                  <a:lnTo>
                    <a:pt x="5380327" y="1915489"/>
                  </a:lnTo>
                  <a:lnTo>
                    <a:pt x="5415958" y="1920305"/>
                  </a:lnTo>
                  <a:lnTo>
                    <a:pt x="5451589" y="1925067"/>
                  </a:lnTo>
                  <a:lnTo>
                    <a:pt x="5487221" y="1929776"/>
                  </a:lnTo>
                  <a:lnTo>
                    <a:pt x="5522852" y="1934432"/>
                  </a:lnTo>
                  <a:lnTo>
                    <a:pt x="5558483" y="1939036"/>
                  </a:lnTo>
                  <a:lnTo>
                    <a:pt x="5594115" y="1943589"/>
                  </a:lnTo>
                  <a:lnTo>
                    <a:pt x="5629746" y="1948092"/>
                  </a:lnTo>
                  <a:lnTo>
                    <a:pt x="5665377" y="1952544"/>
                  </a:lnTo>
                  <a:lnTo>
                    <a:pt x="5701009" y="1956946"/>
                  </a:lnTo>
                  <a:lnTo>
                    <a:pt x="5736640" y="1961300"/>
                  </a:lnTo>
                  <a:lnTo>
                    <a:pt x="5772271" y="1965605"/>
                  </a:lnTo>
                  <a:lnTo>
                    <a:pt x="5807903" y="1969861"/>
                  </a:lnTo>
                  <a:lnTo>
                    <a:pt x="5843534" y="1974071"/>
                  </a:lnTo>
                  <a:lnTo>
                    <a:pt x="5879165" y="1978233"/>
                  </a:lnTo>
                  <a:lnTo>
                    <a:pt x="5914796" y="1982350"/>
                  </a:lnTo>
                  <a:lnTo>
                    <a:pt x="5950428" y="1986420"/>
                  </a:lnTo>
                  <a:lnTo>
                    <a:pt x="5986059" y="1990445"/>
                  </a:lnTo>
                  <a:lnTo>
                    <a:pt x="6021690" y="1994425"/>
                  </a:lnTo>
                  <a:lnTo>
                    <a:pt x="6057322" y="1998360"/>
                  </a:lnTo>
                  <a:lnTo>
                    <a:pt x="6092953" y="2002252"/>
                  </a:lnTo>
                  <a:lnTo>
                    <a:pt x="6128584" y="2006100"/>
                  </a:lnTo>
                  <a:lnTo>
                    <a:pt x="6164216" y="2009906"/>
                  </a:lnTo>
                  <a:lnTo>
                    <a:pt x="6199847" y="2013669"/>
                  </a:lnTo>
                  <a:lnTo>
                    <a:pt x="6235478" y="2017390"/>
                  </a:lnTo>
                  <a:lnTo>
                    <a:pt x="6271110" y="2021070"/>
                  </a:lnTo>
                  <a:lnTo>
                    <a:pt x="6306741" y="2024708"/>
                  </a:lnTo>
                  <a:lnTo>
                    <a:pt x="6342372" y="2028306"/>
                  </a:lnTo>
                  <a:lnTo>
                    <a:pt x="6378003" y="2031864"/>
                  </a:lnTo>
                  <a:lnTo>
                    <a:pt x="6413635" y="2035383"/>
                  </a:lnTo>
                  <a:lnTo>
                    <a:pt x="6449266" y="2038862"/>
                  </a:lnTo>
                  <a:lnTo>
                    <a:pt x="6484897" y="2042302"/>
                  </a:lnTo>
                  <a:lnTo>
                    <a:pt x="6520529" y="2045704"/>
                  </a:lnTo>
                  <a:lnTo>
                    <a:pt x="6556160" y="2049068"/>
                  </a:lnTo>
                  <a:lnTo>
                    <a:pt x="6591791" y="2052394"/>
                  </a:lnTo>
                  <a:lnTo>
                    <a:pt x="6627423" y="2055684"/>
                  </a:lnTo>
                  <a:lnTo>
                    <a:pt x="6663054" y="2058937"/>
                  </a:lnTo>
                  <a:lnTo>
                    <a:pt x="6698685" y="2062153"/>
                  </a:lnTo>
                  <a:lnTo>
                    <a:pt x="6734317" y="2065334"/>
                  </a:lnTo>
                  <a:lnTo>
                    <a:pt x="6769948" y="2068479"/>
                  </a:lnTo>
                  <a:lnTo>
                    <a:pt x="6805579" y="2071589"/>
                  </a:lnTo>
                  <a:lnTo>
                    <a:pt x="6841210" y="2074665"/>
                  </a:lnTo>
                  <a:lnTo>
                    <a:pt x="6876842" y="2077706"/>
                  </a:lnTo>
                  <a:lnTo>
                    <a:pt x="6912473" y="2080713"/>
                  </a:lnTo>
                  <a:lnTo>
                    <a:pt x="6948104" y="2083687"/>
                  </a:lnTo>
                  <a:lnTo>
                    <a:pt x="6983736" y="2086627"/>
                  </a:lnTo>
                  <a:lnTo>
                    <a:pt x="7019367" y="2089535"/>
                  </a:lnTo>
                  <a:lnTo>
                    <a:pt x="7054998" y="2092411"/>
                  </a:lnTo>
                  <a:lnTo>
                    <a:pt x="7090630" y="209525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6145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334717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853925" y="2196947"/>
              <a:ext cx="0" cy="3526195"/>
            </a:xfrm>
            <a:custGeom>
              <a:avLst/>
              <a:pathLst>
                <a:path w="0" h="3526195">
                  <a:moveTo>
                    <a:pt x="0" y="352619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2281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7214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91999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11858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31717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3207232" y="5925448"/>
              <a:ext cx="3020263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(%), BSA-indexed (per 1.73 m²)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909935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33824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(1.16-1.48), p_Bonf = &lt;0.001 (n = 6)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2020007"/>
              <a:ext cx="324639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per IQR decline (Δ = 29.3): 2.21 (1.55-3.15)  |  IQR: [-14.6, 14.7]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2026-10-08T16:28:05Z</dcterms:modified>
  <cp:category/>
</cp:coreProperties>
</file>