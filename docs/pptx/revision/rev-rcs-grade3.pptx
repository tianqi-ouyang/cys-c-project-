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22171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5053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78906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307274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7987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14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43090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71458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757587" y="2571315"/>
              <a:ext cx="6505092" cy="2878652"/>
            </a:xfrm>
            <a:custGeom>
              <a:avLst/>
              <a:pathLst>
                <a:path w="6505092" h="2878652">
                  <a:moveTo>
                    <a:pt x="1769606" y="0"/>
                  </a:moveTo>
                  <a:lnTo>
                    <a:pt x="1801759" y="55976"/>
                  </a:lnTo>
                  <a:lnTo>
                    <a:pt x="1837390" y="117216"/>
                  </a:lnTo>
                  <a:lnTo>
                    <a:pt x="1873022" y="177690"/>
                  </a:lnTo>
                  <a:lnTo>
                    <a:pt x="1908653" y="237426"/>
                  </a:lnTo>
                  <a:lnTo>
                    <a:pt x="1944284" y="296444"/>
                  </a:lnTo>
                  <a:lnTo>
                    <a:pt x="1979916" y="354768"/>
                  </a:lnTo>
                  <a:lnTo>
                    <a:pt x="2015547" y="412416"/>
                  </a:lnTo>
                  <a:lnTo>
                    <a:pt x="2051178" y="469405"/>
                  </a:lnTo>
                  <a:lnTo>
                    <a:pt x="2086810" y="525751"/>
                  </a:lnTo>
                  <a:lnTo>
                    <a:pt x="2122441" y="581469"/>
                  </a:lnTo>
                  <a:lnTo>
                    <a:pt x="2158072" y="636569"/>
                  </a:lnTo>
                  <a:lnTo>
                    <a:pt x="2193703" y="691063"/>
                  </a:lnTo>
                  <a:lnTo>
                    <a:pt x="2229335" y="744960"/>
                  </a:lnTo>
                  <a:lnTo>
                    <a:pt x="2264966" y="798265"/>
                  </a:lnTo>
                  <a:lnTo>
                    <a:pt x="2300597" y="850986"/>
                  </a:lnTo>
                  <a:lnTo>
                    <a:pt x="2336229" y="903127"/>
                  </a:lnTo>
                  <a:lnTo>
                    <a:pt x="2371860" y="954689"/>
                  </a:lnTo>
                  <a:lnTo>
                    <a:pt x="2407491" y="1005676"/>
                  </a:lnTo>
                  <a:lnTo>
                    <a:pt x="2443123" y="1056088"/>
                  </a:lnTo>
                  <a:lnTo>
                    <a:pt x="2478754" y="1105924"/>
                  </a:lnTo>
                  <a:lnTo>
                    <a:pt x="2514385" y="1155181"/>
                  </a:lnTo>
                  <a:lnTo>
                    <a:pt x="2550017" y="1203859"/>
                  </a:lnTo>
                  <a:lnTo>
                    <a:pt x="2585648" y="1251952"/>
                  </a:lnTo>
                  <a:lnTo>
                    <a:pt x="2621279" y="1299457"/>
                  </a:lnTo>
                  <a:lnTo>
                    <a:pt x="2656910" y="1346368"/>
                  </a:lnTo>
                  <a:lnTo>
                    <a:pt x="2692542" y="1392679"/>
                  </a:lnTo>
                  <a:lnTo>
                    <a:pt x="2728173" y="1438385"/>
                  </a:lnTo>
                  <a:lnTo>
                    <a:pt x="2763804" y="1483477"/>
                  </a:lnTo>
                  <a:lnTo>
                    <a:pt x="2799436" y="1527950"/>
                  </a:lnTo>
                  <a:lnTo>
                    <a:pt x="2835067" y="1571794"/>
                  </a:lnTo>
                  <a:lnTo>
                    <a:pt x="2870698" y="1615001"/>
                  </a:lnTo>
                  <a:lnTo>
                    <a:pt x="2906330" y="1657564"/>
                  </a:lnTo>
                  <a:lnTo>
                    <a:pt x="2941961" y="1699457"/>
                  </a:lnTo>
                  <a:lnTo>
                    <a:pt x="2977592" y="1740619"/>
                  </a:lnTo>
                  <a:lnTo>
                    <a:pt x="3013224" y="1780992"/>
                  </a:lnTo>
                  <a:lnTo>
                    <a:pt x="3048855" y="1820525"/>
                  </a:lnTo>
                  <a:lnTo>
                    <a:pt x="3084486" y="1859173"/>
                  </a:lnTo>
                  <a:lnTo>
                    <a:pt x="3120117" y="1896897"/>
                  </a:lnTo>
                  <a:lnTo>
                    <a:pt x="3155749" y="1933666"/>
                  </a:lnTo>
                  <a:lnTo>
                    <a:pt x="3191380" y="1969453"/>
                  </a:lnTo>
                  <a:lnTo>
                    <a:pt x="3227011" y="2004237"/>
                  </a:lnTo>
                  <a:lnTo>
                    <a:pt x="3262643" y="2038003"/>
                  </a:lnTo>
                  <a:lnTo>
                    <a:pt x="3298274" y="2070739"/>
                  </a:lnTo>
                  <a:lnTo>
                    <a:pt x="3333905" y="2102440"/>
                  </a:lnTo>
                  <a:lnTo>
                    <a:pt x="3369537" y="2133102"/>
                  </a:lnTo>
                  <a:lnTo>
                    <a:pt x="3405168" y="2162727"/>
                  </a:lnTo>
                  <a:lnTo>
                    <a:pt x="3440799" y="2191319"/>
                  </a:lnTo>
                  <a:lnTo>
                    <a:pt x="3476431" y="2218886"/>
                  </a:lnTo>
                  <a:lnTo>
                    <a:pt x="3512062" y="2245439"/>
                  </a:lnTo>
                  <a:lnTo>
                    <a:pt x="3547693" y="2270990"/>
                  </a:lnTo>
                  <a:lnTo>
                    <a:pt x="3583324" y="2293590"/>
                  </a:lnTo>
                  <a:lnTo>
                    <a:pt x="3618956" y="2303334"/>
                  </a:lnTo>
                  <a:lnTo>
                    <a:pt x="3654587" y="2312896"/>
                  </a:lnTo>
                  <a:lnTo>
                    <a:pt x="3690218" y="2322280"/>
                  </a:lnTo>
                  <a:lnTo>
                    <a:pt x="3725850" y="2331490"/>
                  </a:lnTo>
                  <a:lnTo>
                    <a:pt x="3761481" y="2340529"/>
                  </a:lnTo>
                  <a:lnTo>
                    <a:pt x="3797112" y="2349398"/>
                  </a:lnTo>
                  <a:lnTo>
                    <a:pt x="3832744" y="2358100"/>
                  </a:lnTo>
                  <a:lnTo>
                    <a:pt x="3868375" y="2366637"/>
                  </a:lnTo>
                  <a:lnTo>
                    <a:pt x="3904006" y="2375010"/>
                  </a:lnTo>
                  <a:lnTo>
                    <a:pt x="3939637" y="2383220"/>
                  </a:lnTo>
                  <a:lnTo>
                    <a:pt x="3975269" y="2391267"/>
                  </a:lnTo>
                  <a:lnTo>
                    <a:pt x="4010900" y="2399151"/>
                  </a:lnTo>
                  <a:lnTo>
                    <a:pt x="4046531" y="2406872"/>
                  </a:lnTo>
                  <a:lnTo>
                    <a:pt x="4082163" y="2414429"/>
                  </a:lnTo>
                  <a:lnTo>
                    <a:pt x="4117794" y="2421818"/>
                  </a:lnTo>
                  <a:lnTo>
                    <a:pt x="4153425" y="2429038"/>
                  </a:lnTo>
                  <a:lnTo>
                    <a:pt x="4189057" y="2436086"/>
                  </a:lnTo>
                  <a:lnTo>
                    <a:pt x="4224688" y="2442956"/>
                  </a:lnTo>
                  <a:lnTo>
                    <a:pt x="4260319" y="2449646"/>
                  </a:lnTo>
                  <a:lnTo>
                    <a:pt x="4295951" y="2456150"/>
                  </a:lnTo>
                  <a:lnTo>
                    <a:pt x="4331582" y="2462464"/>
                  </a:lnTo>
                  <a:lnTo>
                    <a:pt x="4367213" y="2468586"/>
                  </a:lnTo>
                  <a:lnTo>
                    <a:pt x="4402844" y="2474510"/>
                  </a:lnTo>
                  <a:lnTo>
                    <a:pt x="4438476" y="2480233"/>
                  </a:lnTo>
                  <a:lnTo>
                    <a:pt x="4474107" y="2485750"/>
                  </a:lnTo>
                  <a:lnTo>
                    <a:pt x="4509738" y="2491057"/>
                  </a:lnTo>
                  <a:lnTo>
                    <a:pt x="4545370" y="2496151"/>
                  </a:lnTo>
                  <a:lnTo>
                    <a:pt x="4581001" y="2501028"/>
                  </a:lnTo>
                  <a:lnTo>
                    <a:pt x="4616632" y="2505684"/>
                  </a:lnTo>
                  <a:lnTo>
                    <a:pt x="4652264" y="2510115"/>
                  </a:lnTo>
                  <a:lnTo>
                    <a:pt x="4687895" y="2514318"/>
                  </a:lnTo>
                  <a:lnTo>
                    <a:pt x="4723526" y="2518291"/>
                  </a:lnTo>
                  <a:lnTo>
                    <a:pt x="4759158" y="2522030"/>
                  </a:lnTo>
                  <a:lnTo>
                    <a:pt x="4794789" y="2525534"/>
                  </a:lnTo>
                  <a:lnTo>
                    <a:pt x="4830420" y="2528800"/>
                  </a:lnTo>
                  <a:lnTo>
                    <a:pt x="4866051" y="2531827"/>
                  </a:lnTo>
                  <a:lnTo>
                    <a:pt x="4901683" y="2534614"/>
                  </a:lnTo>
                  <a:lnTo>
                    <a:pt x="4937314" y="2537160"/>
                  </a:lnTo>
                  <a:lnTo>
                    <a:pt x="4972945" y="2539465"/>
                  </a:lnTo>
                  <a:lnTo>
                    <a:pt x="5008577" y="2541530"/>
                  </a:lnTo>
                  <a:lnTo>
                    <a:pt x="5044208" y="2543354"/>
                  </a:lnTo>
                  <a:lnTo>
                    <a:pt x="5079839" y="2544941"/>
                  </a:lnTo>
                  <a:lnTo>
                    <a:pt x="5115471" y="2546291"/>
                  </a:lnTo>
                  <a:lnTo>
                    <a:pt x="5151102" y="2547406"/>
                  </a:lnTo>
                  <a:lnTo>
                    <a:pt x="5186733" y="2548289"/>
                  </a:lnTo>
                  <a:lnTo>
                    <a:pt x="5222365" y="2548944"/>
                  </a:lnTo>
                  <a:lnTo>
                    <a:pt x="5257996" y="2549374"/>
                  </a:lnTo>
                  <a:lnTo>
                    <a:pt x="5293627" y="2549582"/>
                  </a:lnTo>
                  <a:lnTo>
                    <a:pt x="5329258" y="2549573"/>
                  </a:lnTo>
                  <a:lnTo>
                    <a:pt x="5364890" y="2549351"/>
                  </a:lnTo>
                  <a:lnTo>
                    <a:pt x="5400521" y="2548921"/>
                  </a:lnTo>
                  <a:lnTo>
                    <a:pt x="5436152" y="2548287"/>
                  </a:lnTo>
                  <a:lnTo>
                    <a:pt x="5471784" y="2547456"/>
                  </a:lnTo>
                  <a:lnTo>
                    <a:pt x="5507415" y="2546432"/>
                  </a:lnTo>
                  <a:lnTo>
                    <a:pt x="5543046" y="2545221"/>
                  </a:lnTo>
                  <a:lnTo>
                    <a:pt x="5578678" y="2543828"/>
                  </a:lnTo>
                  <a:lnTo>
                    <a:pt x="5614309" y="2542261"/>
                  </a:lnTo>
                  <a:lnTo>
                    <a:pt x="5649940" y="2540524"/>
                  </a:lnTo>
                  <a:lnTo>
                    <a:pt x="5685572" y="2538624"/>
                  </a:lnTo>
                  <a:lnTo>
                    <a:pt x="5721203" y="2536567"/>
                  </a:lnTo>
                  <a:lnTo>
                    <a:pt x="5756834" y="2534361"/>
                  </a:lnTo>
                  <a:lnTo>
                    <a:pt x="5792465" y="2532011"/>
                  </a:lnTo>
                  <a:lnTo>
                    <a:pt x="5828097" y="2529525"/>
                  </a:lnTo>
                  <a:lnTo>
                    <a:pt x="5863728" y="2526909"/>
                  </a:lnTo>
                  <a:lnTo>
                    <a:pt x="5899359" y="2524171"/>
                  </a:lnTo>
                  <a:lnTo>
                    <a:pt x="5934991" y="2521318"/>
                  </a:lnTo>
                  <a:lnTo>
                    <a:pt x="5970622" y="2518357"/>
                  </a:lnTo>
                  <a:lnTo>
                    <a:pt x="6006253" y="2515297"/>
                  </a:lnTo>
                  <a:lnTo>
                    <a:pt x="6041885" y="2512145"/>
                  </a:lnTo>
                  <a:lnTo>
                    <a:pt x="6077516" y="2508909"/>
                  </a:lnTo>
                  <a:lnTo>
                    <a:pt x="6113147" y="2505598"/>
                  </a:lnTo>
                  <a:lnTo>
                    <a:pt x="6148779" y="2502219"/>
                  </a:lnTo>
                  <a:lnTo>
                    <a:pt x="6184410" y="2498779"/>
                  </a:lnTo>
                  <a:lnTo>
                    <a:pt x="6220041" y="2495280"/>
                  </a:lnTo>
                  <a:lnTo>
                    <a:pt x="6255672" y="2491722"/>
                  </a:lnTo>
                  <a:lnTo>
                    <a:pt x="6291304" y="2488107"/>
                  </a:lnTo>
                  <a:lnTo>
                    <a:pt x="6326935" y="2484436"/>
                  </a:lnTo>
                  <a:lnTo>
                    <a:pt x="6362566" y="2480711"/>
                  </a:lnTo>
                  <a:lnTo>
                    <a:pt x="6398198" y="2476931"/>
                  </a:lnTo>
                  <a:lnTo>
                    <a:pt x="6433829" y="2473098"/>
                  </a:lnTo>
                  <a:lnTo>
                    <a:pt x="6469460" y="2469212"/>
                  </a:lnTo>
                  <a:lnTo>
                    <a:pt x="6505092" y="2465275"/>
                  </a:lnTo>
                  <a:lnTo>
                    <a:pt x="6505092" y="2878652"/>
                  </a:lnTo>
                  <a:lnTo>
                    <a:pt x="6469460" y="2876127"/>
                  </a:lnTo>
                  <a:lnTo>
                    <a:pt x="6433829" y="2873557"/>
                  </a:lnTo>
                  <a:lnTo>
                    <a:pt x="6398198" y="2870945"/>
                  </a:lnTo>
                  <a:lnTo>
                    <a:pt x="6362566" y="2868288"/>
                  </a:lnTo>
                  <a:lnTo>
                    <a:pt x="6326935" y="2865588"/>
                  </a:lnTo>
                  <a:lnTo>
                    <a:pt x="6291304" y="2862844"/>
                  </a:lnTo>
                  <a:lnTo>
                    <a:pt x="6255672" y="2860056"/>
                  </a:lnTo>
                  <a:lnTo>
                    <a:pt x="6220041" y="2857224"/>
                  </a:lnTo>
                  <a:lnTo>
                    <a:pt x="6184410" y="2854348"/>
                  </a:lnTo>
                  <a:lnTo>
                    <a:pt x="6148779" y="2851429"/>
                  </a:lnTo>
                  <a:lnTo>
                    <a:pt x="6113147" y="2848466"/>
                  </a:lnTo>
                  <a:lnTo>
                    <a:pt x="6077516" y="2845460"/>
                  </a:lnTo>
                  <a:lnTo>
                    <a:pt x="6041885" y="2842412"/>
                  </a:lnTo>
                  <a:lnTo>
                    <a:pt x="6006253" y="2839320"/>
                  </a:lnTo>
                  <a:lnTo>
                    <a:pt x="5970622" y="2836186"/>
                  </a:lnTo>
                  <a:lnTo>
                    <a:pt x="5934991" y="2833008"/>
                  </a:lnTo>
                  <a:lnTo>
                    <a:pt x="5899359" y="2829789"/>
                  </a:lnTo>
                  <a:lnTo>
                    <a:pt x="5863728" y="2826526"/>
                  </a:lnTo>
                  <a:lnTo>
                    <a:pt x="5828097" y="2823222"/>
                  </a:lnTo>
                  <a:lnTo>
                    <a:pt x="5792465" y="2819876"/>
                  </a:lnTo>
                  <a:lnTo>
                    <a:pt x="5756834" y="2816487"/>
                  </a:lnTo>
                  <a:lnTo>
                    <a:pt x="5721203" y="2813058"/>
                  </a:lnTo>
                  <a:lnTo>
                    <a:pt x="5685572" y="2809586"/>
                  </a:lnTo>
                  <a:lnTo>
                    <a:pt x="5649940" y="2806074"/>
                  </a:lnTo>
                  <a:lnTo>
                    <a:pt x="5614309" y="2802521"/>
                  </a:lnTo>
                  <a:lnTo>
                    <a:pt x="5578678" y="2798926"/>
                  </a:lnTo>
                  <a:lnTo>
                    <a:pt x="5543046" y="2795290"/>
                  </a:lnTo>
                  <a:lnTo>
                    <a:pt x="5507415" y="2791614"/>
                  </a:lnTo>
                  <a:lnTo>
                    <a:pt x="5471784" y="2787895"/>
                  </a:lnTo>
                  <a:lnTo>
                    <a:pt x="5436152" y="2784135"/>
                  </a:lnTo>
                  <a:lnTo>
                    <a:pt x="5400521" y="2780332"/>
                  </a:lnTo>
                  <a:lnTo>
                    <a:pt x="5364890" y="2776485"/>
                  </a:lnTo>
                  <a:lnTo>
                    <a:pt x="5329258" y="2772594"/>
                  </a:lnTo>
                  <a:lnTo>
                    <a:pt x="5293627" y="2768656"/>
                  </a:lnTo>
                  <a:lnTo>
                    <a:pt x="5257996" y="2764670"/>
                  </a:lnTo>
                  <a:lnTo>
                    <a:pt x="5222365" y="2760633"/>
                  </a:lnTo>
                  <a:lnTo>
                    <a:pt x="5186733" y="2756543"/>
                  </a:lnTo>
                  <a:lnTo>
                    <a:pt x="5151102" y="2752396"/>
                  </a:lnTo>
                  <a:lnTo>
                    <a:pt x="5115471" y="2748188"/>
                  </a:lnTo>
                  <a:lnTo>
                    <a:pt x="5079839" y="2743914"/>
                  </a:lnTo>
                  <a:lnTo>
                    <a:pt x="5044208" y="2739569"/>
                  </a:lnTo>
                  <a:lnTo>
                    <a:pt x="5008577" y="2735146"/>
                  </a:lnTo>
                  <a:lnTo>
                    <a:pt x="4972945" y="2730640"/>
                  </a:lnTo>
                  <a:lnTo>
                    <a:pt x="4937314" y="2726040"/>
                  </a:lnTo>
                  <a:lnTo>
                    <a:pt x="4901683" y="2721340"/>
                  </a:lnTo>
                  <a:lnTo>
                    <a:pt x="4866051" y="2716529"/>
                  </a:lnTo>
                  <a:lnTo>
                    <a:pt x="4830420" y="2711595"/>
                  </a:lnTo>
                  <a:lnTo>
                    <a:pt x="4794789" y="2706527"/>
                  </a:lnTo>
                  <a:lnTo>
                    <a:pt x="4759158" y="2701313"/>
                  </a:lnTo>
                  <a:lnTo>
                    <a:pt x="4723526" y="2695936"/>
                  </a:lnTo>
                  <a:lnTo>
                    <a:pt x="4687895" y="2690384"/>
                  </a:lnTo>
                  <a:lnTo>
                    <a:pt x="4652264" y="2684637"/>
                  </a:lnTo>
                  <a:lnTo>
                    <a:pt x="4616632" y="2678679"/>
                  </a:lnTo>
                  <a:lnTo>
                    <a:pt x="4581001" y="2672491"/>
                  </a:lnTo>
                  <a:lnTo>
                    <a:pt x="4545370" y="2666051"/>
                  </a:lnTo>
                  <a:lnTo>
                    <a:pt x="4509738" y="2659338"/>
                  </a:lnTo>
                  <a:lnTo>
                    <a:pt x="4474107" y="2652327"/>
                  </a:lnTo>
                  <a:lnTo>
                    <a:pt x="4438476" y="2644994"/>
                  </a:lnTo>
                  <a:lnTo>
                    <a:pt x="4402844" y="2637312"/>
                  </a:lnTo>
                  <a:lnTo>
                    <a:pt x="4367213" y="2629252"/>
                  </a:lnTo>
                  <a:lnTo>
                    <a:pt x="4331582" y="2620783"/>
                  </a:lnTo>
                  <a:lnTo>
                    <a:pt x="4295951" y="2611872"/>
                  </a:lnTo>
                  <a:lnTo>
                    <a:pt x="4260319" y="2602484"/>
                  </a:lnTo>
                  <a:lnTo>
                    <a:pt x="4224688" y="2592582"/>
                  </a:lnTo>
                  <a:lnTo>
                    <a:pt x="4189057" y="2582125"/>
                  </a:lnTo>
                  <a:lnTo>
                    <a:pt x="4153425" y="2571080"/>
                  </a:lnTo>
                  <a:lnTo>
                    <a:pt x="4117794" y="2559425"/>
                  </a:lnTo>
                  <a:lnTo>
                    <a:pt x="4082163" y="2547137"/>
                  </a:lnTo>
                  <a:lnTo>
                    <a:pt x="4046531" y="2534192"/>
                  </a:lnTo>
                  <a:lnTo>
                    <a:pt x="4010900" y="2520569"/>
                  </a:lnTo>
                  <a:lnTo>
                    <a:pt x="3975269" y="2506243"/>
                  </a:lnTo>
                  <a:lnTo>
                    <a:pt x="3939637" y="2491190"/>
                  </a:lnTo>
                  <a:lnTo>
                    <a:pt x="3904006" y="2475388"/>
                  </a:lnTo>
                  <a:lnTo>
                    <a:pt x="3868375" y="2458811"/>
                  </a:lnTo>
                  <a:lnTo>
                    <a:pt x="3832744" y="2441437"/>
                  </a:lnTo>
                  <a:lnTo>
                    <a:pt x="3797112" y="2423242"/>
                  </a:lnTo>
                  <a:lnTo>
                    <a:pt x="3761481" y="2404202"/>
                  </a:lnTo>
                  <a:lnTo>
                    <a:pt x="3725850" y="2384295"/>
                  </a:lnTo>
                  <a:lnTo>
                    <a:pt x="3690218" y="2363497"/>
                  </a:lnTo>
                  <a:lnTo>
                    <a:pt x="3654587" y="2341788"/>
                  </a:lnTo>
                  <a:lnTo>
                    <a:pt x="3618956" y="2319147"/>
                  </a:lnTo>
                  <a:lnTo>
                    <a:pt x="3583324" y="2295554"/>
                  </a:lnTo>
                  <a:lnTo>
                    <a:pt x="3547693" y="2283662"/>
                  </a:lnTo>
                  <a:lnTo>
                    <a:pt x="3512062" y="2273545"/>
                  </a:lnTo>
                  <a:lnTo>
                    <a:pt x="3476431" y="2263234"/>
                  </a:lnTo>
                  <a:lnTo>
                    <a:pt x="3440799" y="2252724"/>
                  </a:lnTo>
                  <a:lnTo>
                    <a:pt x="3405168" y="2242012"/>
                  </a:lnTo>
                  <a:lnTo>
                    <a:pt x="3369537" y="2231092"/>
                  </a:lnTo>
                  <a:lnTo>
                    <a:pt x="3333905" y="2219957"/>
                  </a:lnTo>
                  <a:lnTo>
                    <a:pt x="3298274" y="2208603"/>
                  </a:lnTo>
                  <a:lnTo>
                    <a:pt x="3262643" y="2197024"/>
                  </a:lnTo>
                  <a:lnTo>
                    <a:pt x="3227011" y="2185213"/>
                  </a:lnTo>
                  <a:lnTo>
                    <a:pt x="3191380" y="2173164"/>
                  </a:lnTo>
                  <a:lnTo>
                    <a:pt x="3155749" y="2160871"/>
                  </a:lnTo>
                  <a:lnTo>
                    <a:pt x="3120117" y="2148326"/>
                  </a:lnTo>
                  <a:lnTo>
                    <a:pt x="3084486" y="2135524"/>
                  </a:lnTo>
                  <a:lnTo>
                    <a:pt x="3048855" y="2122456"/>
                  </a:lnTo>
                  <a:lnTo>
                    <a:pt x="3013224" y="2109116"/>
                  </a:lnTo>
                  <a:lnTo>
                    <a:pt x="2977592" y="2095496"/>
                  </a:lnTo>
                  <a:lnTo>
                    <a:pt x="2941961" y="2081589"/>
                  </a:lnTo>
                  <a:lnTo>
                    <a:pt x="2906330" y="2067388"/>
                  </a:lnTo>
                  <a:lnTo>
                    <a:pt x="2870698" y="2052885"/>
                  </a:lnTo>
                  <a:lnTo>
                    <a:pt x="2835067" y="2038077"/>
                  </a:lnTo>
                  <a:lnTo>
                    <a:pt x="2799436" y="2022959"/>
                  </a:lnTo>
                  <a:lnTo>
                    <a:pt x="2763804" y="2007528"/>
                  </a:lnTo>
                  <a:lnTo>
                    <a:pt x="2728173" y="1991780"/>
                  </a:lnTo>
                  <a:lnTo>
                    <a:pt x="2692542" y="1975713"/>
                  </a:lnTo>
                  <a:lnTo>
                    <a:pt x="2656910" y="1959324"/>
                  </a:lnTo>
                  <a:lnTo>
                    <a:pt x="2621279" y="1942610"/>
                  </a:lnTo>
                  <a:lnTo>
                    <a:pt x="2585648" y="1925568"/>
                  </a:lnTo>
                  <a:lnTo>
                    <a:pt x="2550017" y="1908195"/>
                  </a:lnTo>
                  <a:lnTo>
                    <a:pt x="2514385" y="1890491"/>
                  </a:lnTo>
                  <a:lnTo>
                    <a:pt x="2478754" y="1872453"/>
                  </a:lnTo>
                  <a:lnTo>
                    <a:pt x="2443123" y="1854079"/>
                  </a:lnTo>
                  <a:lnTo>
                    <a:pt x="2407491" y="1835367"/>
                  </a:lnTo>
                  <a:lnTo>
                    <a:pt x="2371860" y="1816318"/>
                  </a:lnTo>
                  <a:lnTo>
                    <a:pt x="2336229" y="1796930"/>
                  </a:lnTo>
                  <a:lnTo>
                    <a:pt x="2300597" y="1777202"/>
                  </a:lnTo>
                  <a:lnTo>
                    <a:pt x="2264966" y="1757135"/>
                  </a:lnTo>
                  <a:lnTo>
                    <a:pt x="2229335" y="1736729"/>
                  </a:lnTo>
                  <a:lnTo>
                    <a:pt x="2193703" y="1715984"/>
                  </a:lnTo>
                  <a:lnTo>
                    <a:pt x="2158072" y="1694902"/>
                  </a:lnTo>
                  <a:lnTo>
                    <a:pt x="2122441" y="1673483"/>
                  </a:lnTo>
                  <a:lnTo>
                    <a:pt x="2086810" y="1651730"/>
                  </a:lnTo>
                  <a:lnTo>
                    <a:pt x="2051178" y="1629645"/>
                  </a:lnTo>
                  <a:lnTo>
                    <a:pt x="2015547" y="1607231"/>
                  </a:lnTo>
                  <a:lnTo>
                    <a:pt x="1979916" y="1584491"/>
                  </a:lnTo>
                  <a:lnTo>
                    <a:pt x="1944284" y="1561428"/>
                  </a:lnTo>
                  <a:lnTo>
                    <a:pt x="1908653" y="1538047"/>
                  </a:lnTo>
                  <a:lnTo>
                    <a:pt x="1873022" y="1514352"/>
                  </a:lnTo>
                  <a:lnTo>
                    <a:pt x="1837390" y="1490348"/>
                  </a:lnTo>
                  <a:lnTo>
                    <a:pt x="1801759" y="1466041"/>
                  </a:lnTo>
                  <a:lnTo>
                    <a:pt x="1766128" y="1441436"/>
                  </a:lnTo>
                  <a:lnTo>
                    <a:pt x="1730496" y="1416540"/>
                  </a:lnTo>
                  <a:lnTo>
                    <a:pt x="1694865" y="1391361"/>
                  </a:lnTo>
                  <a:lnTo>
                    <a:pt x="1659234" y="1365904"/>
                  </a:lnTo>
                  <a:lnTo>
                    <a:pt x="1623603" y="1340178"/>
                  </a:lnTo>
                  <a:lnTo>
                    <a:pt x="1587971" y="1314190"/>
                  </a:lnTo>
                  <a:lnTo>
                    <a:pt x="1552340" y="1287950"/>
                  </a:lnTo>
                  <a:lnTo>
                    <a:pt x="1516709" y="1261465"/>
                  </a:lnTo>
                  <a:lnTo>
                    <a:pt x="1481077" y="1234744"/>
                  </a:lnTo>
                  <a:lnTo>
                    <a:pt x="1445446" y="1207798"/>
                  </a:lnTo>
                  <a:lnTo>
                    <a:pt x="1409815" y="1180634"/>
                  </a:lnTo>
                  <a:lnTo>
                    <a:pt x="1374183" y="1153263"/>
                  </a:lnTo>
                  <a:lnTo>
                    <a:pt x="1338552" y="1125693"/>
                  </a:lnTo>
                  <a:lnTo>
                    <a:pt x="1302921" y="1097935"/>
                  </a:lnTo>
                  <a:lnTo>
                    <a:pt x="1267289" y="1069999"/>
                  </a:lnTo>
                  <a:lnTo>
                    <a:pt x="1231658" y="1041892"/>
                  </a:lnTo>
                  <a:lnTo>
                    <a:pt x="1196027" y="1013625"/>
                  </a:lnTo>
                  <a:lnTo>
                    <a:pt x="1160396" y="985207"/>
                  </a:lnTo>
                  <a:lnTo>
                    <a:pt x="1124764" y="956646"/>
                  </a:lnTo>
                  <a:lnTo>
                    <a:pt x="1089133" y="927950"/>
                  </a:lnTo>
                  <a:lnTo>
                    <a:pt x="1053502" y="899129"/>
                  </a:lnTo>
                  <a:lnTo>
                    <a:pt x="1017870" y="870188"/>
                  </a:lnTo>
                  <a:lnTo>
                    <a:pt x="982239" y="841135"/>
                  </a:lnTo>
                  <a:lnTo>
                    <a:pt x="946608" y="811977"/>
                  </a:lnTo>
                  <a:lnTo>
                    <a:pt x="910976" y="782718"/>
                  </a:lnTo>
                  <a:lnTo>
                    <a:pt x="875345" y="753364"/>
                  </a:lnTo>
                  <a:lnTo>
                    <a:pt x="839714" y="723919"/>
                  </a:lnTo>
                  <a:lnTo>
                    <a:pt x="804082" y="694385"/>
                  </a:lnTo>
                  <a:lnTo>
                    <a:pt x="768451" y="664766"/>
                  </a:lnTo>
                  <a:lnTo>
                    <a:pt x="732820" y="635063"/>
                  </a:lnTo>
                  <a:lnTo>
                    <a:pt x="697189" y="605276"/>
                  </a:lnTo>
                  <a:lnTo>
                    <a:pt x="661557" y="575405"/>
                  </a:lnTo>
                  <a:lnTo>
                    <a:pt x="625926" y="545448"/>
                  </a:lnTo>
                  <a:lnTo>
                    <a:pt x="590295" y="515403"/>
                  </a:lnTo>
                  <a:lnTo>
                    <a:pt x="554663" y="485265"/>
                  </a:lnTo>
                  <a:lnTo>
                    <a:pt x="519032" y="455031"/>
                  </a:lnTo>
                  <a:lnTo>
                    <a:pt x="483401" y="424694"/>
                  </a:lnTo>
                  <a:lnTo>
                    <a:pt x="447769" y="394248"/>
                  </a:lnTo>
                  <a:lnTo>
                    <a:pt x="412138" y="363683"/>
                  </a:lnTo>
                  <a:lnTo>
                    <a:pt x="376507" y="332993"/>
                  </a:lnTo>
                  <a:lnTo>
                    <a:pt x="340875" y="302172"/>
                  </a:lnTo>
                  <a:lnTo>
                    <a:pt x="305244" y="271216"/>
                  </a:lnTo>
                  <a:lnTo>
                    <a:pt x="269613" y="240123"/>
                  </a:lnTo>
                  <a:lnTo>
                    <a:pt x="233982" y="208889"/>
                  </a:lnTo>
                  <a:lnTo>
                    <a:pt x="198350" y="177510"/>
                  </a:lnTo>
                  <a:lnTo>
                    <a:pt x="162719" y="145983"/>
                  </a:lnTo>
                  <a:lnTo>
                    <a:pt x="127088" y="114304"/>
                  </a:lnTo>
                  <a:lnTo>
                    <a:pt x="91456" y="82470"/>
                  </a:lnTo>
                  <a:lnTo>
                    <a:pt x="55825" y="50476"/>
                  </a:lnTo>
                  <a:lnTo>
                    <a:pt x="20194" y="18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78B4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527194" y="2571315"/>
              <a:ext cx="4735485" cy="2549582"/>
            </a:xfrm>
            <a:custGeom>
              <a:avLst/>
              <a:pathLst>
                <a:path w="4735485" h="2549582">
                  <a:moveTo>
                    <a:pt x="0" y="0"/>
                  </a:moveTo>
                  <a:lnTo>
                    <a:pt x="32152" y="55976"/>
                  </a:lnTo>
                  <a:lnTo>
                    <a:pt x="67784" y="117216"/>
                  </a:lnTo>
                  <a:lnTo>
                    <a:pt x="103415" y="177690"/>
                  </a:lnTo>
                  <a:lnTo>
                    <a:pt x="139046" y="237426"/>
                  </a:lnTo>
                  <a:lnTo>
                    <a:pt x="174678" y="296444"/>
                  </a:lnTo>
                  <a:lnTo>
                    <a:pt x="210309" y="354768"/>
                  </a:lnTo>
                  <a:lnTo>
                    <a:pt x="245940" y="412416"/>
                  </a:lnTo>
                  <a:lnTo>
                    <a:pt x="281572" y="469405"/>
                  </a:lnTo>
                  <a:lnTo>
                    <a:pt x="317203" y="525751"/>
                  </a:lnTo>
                  <a:lnTo>
                    <a:pt x="352834" y="581469"/>
                  </a:lnTo>
                  <a:lnTo>
                    <a:pt x="388465" y="636569"/>
                  </a:lnTo>
                  <a:lnTo>
                    <a:pt x="424097" y="691063"/>
                  </a:lnTo>
                  <a:lnTo>
                    <a:pt x="459728" y="744960"/>
                  </a:lnTo>
                  <a:lnTo>
                    <a:pt x="495359" y="798265"/>
                  </a:lnTo>
                  <a:lnTo>
                    <a:pt x="530991" y="850986"/>
                  </a:lnTo>
                  <a:lnTo>
                    <a:pt x="566622" y="903127"/>
                  </a:lnTo>
                  <a:lnTo>
                    <a:pt x="602253" y="954689"/>
                  </a:lnTo>
                  <a:lnTo>
                    <a:pt x="637885" y="1005676"/>
                  </a:lnTo>
                  <a:lnTo>
                    <a:pt x="673516" y="1056088"/>
                  </a:lnTo>
                  <a:lnTo>
                    <a:pt x="709147" y="1105924"/>
                  </a:lnTo>
                  <a:lnTo>
                    <a:pt x="744779" y="1155181"/>
                  </a:lnTo>
                  <a:lnTo>
                    <a:pt x="780410" y="1203859"/>
                  </a:lnTo>
                  <a:lnTo>
                    <a:pt x="816041" y="1251952"/>
                  </a:lnTo>
                  <a:lnTo>
                    <a:pt x="851672" y="1299457"/>
                  </a:lnTo>
                  <a:lnTo>
                    <a:pt x="887304" y="1346368"/>
                  </a:lnTo>
                  <a:lnTo>
                    <a:pt x="922935" y="1392679"/>
                  </a:lnTo>
                  <a:lnTo>
                    <a:pt x="958566" y="1438385"/>
                  </a:lnTo>
                  <a:lnTo>
                    <a:pt x="994198" y="1483477"/>
                  </a:lnTo>
                  <a:lnTo>
                    <a:pt x="1029829" y="1527950"/>
                  </a:lnTo>
                  <a:lnTo>
                    <a:pt x="1065460" y="1571794"/>
                  </a:lnTo>
                  <a:lnTo>
                    <a:pt x="1101092" y="1615001"/>
                  </a:lnTo>
                  <a:lnTo>
                    <a:pt x="1136723" y="1657564"/>
                  </a:lnTo>
                  <a:lnTo>
                    <a:pt x="1172354" y="1699457"/>
                  </a:lnTo>
                  <a:lnTo>
                    <a:pt x="1207985" y="1740619"/>
                  </a:lnTo>
                  <a:lnTo>
                    <a:pt x="1243617" y="1780992"/>
                  </a:lnTo>
                  <a:lnTo>
                    <a:pt x="1279248" y="1820525"/>
                  </a:lnTo>
                  <a:lnTo>
                    <a:pt x="1314879" y="1859173"/>
                  </a:lnTo>
                  <a:lnTo>
                    <a:pt x="1350511" y="1896897"/>
                  </a:lnTo>
                  <a:lnTo>
                    <a:pt x="1386142" y="1933666"/>
                  </a:lnTo>
                  <a:lnTo>
                    <a:pt x="1421773" y="1969453"/>
                  </a:lnTo>
                  <a:lnTo>
                    <a:pt x="1457405" y="2004237"/>
                  </a:lnTo>
                  <a:lnTo>
                    <a:pt x="1493036" y="2038003"/>
                  </a:lnTo>
                  <a:lnTo>
                    <a:pt x="1528667" y="2070739"/>
                  </a:lnTo>
                  <a:lnTo>
                    <a:pt x="1564299" y="2102440"/>
                  </a:lnTo>
                  <a:lnTo>
                    <a:pt x="1599930" y="2133102"/>
                  </a:lnTo>
                  <a:lnTo>
                    <a:pt x="1635561" y="2162727"/>
                  </a:lnTo>
                  <a:lnTo>
                    <a:pt x="1671192" y="2191319"/>
                  </a:lnTo>
                  <a:lnTo>
                    <a:pt x="1706824" y="2218886"/>
                  </a:lnTo>
                  <a:lnTo>
                    <a:pt x="1742455" y="2245439"/>
                  </a:lnTo>
                  <a:lnTo>
                    <a:pt x="1778086" y="2270990"/>
                  </a:lnTo>
                  <a:lnTo>
                    <a:pt x="1813718" y="2293590"/>
                  </a:lnTo>
                  <a:lnTo>
                    <a:pt x="1849349" y="2303334"/>
                  </a:lnTo>
                  <a:lnTo>
                    <a:pt x="1884980" y="2312896"/>
                  </a:lnTo>
                  <a:lnTo>
                    <a:pt x="1920612" y="2322280"/>
                  </a:lnTo>
                  <a:lnTo>
                    <a:pt x="1956243" y="2331490"/>
                  </a:lnTo>
                  <a:lnTo>
                    <a:pt x="1991874" y="2340529"/>
                  </a:lnTo>
                  <a:lnTo>
                    <a:pt x="2027506" y="2349398"/>
                  </a:lnTo>
                  <a:lnTo>
                    <a:pt x="2063137" y="2358100"/>
                  </a:lnTo>
                  <a:lnTo>
                    <a:pt x="2098768" y="2366637"/>
                  </a:lnTo>
                  <a:lnTo>
                    <a:pt x="2134399" y="2375010"/>
                  </a:lnTo>
                  <a:lnTo>
                    <a:pt x="2170031" y="2383220"/>
                  </a:lnTo>
                  <a:lnTo>
                    <a:pt x="2205662" y="2391267"/>
                  </a:lnTo>
                  <a:lnTo>
                    <a:pt x="2241293" y="2399151"/>
                  </a:lnTo>
                  <a:lnTo>
                    <a:pt x="2276925" y="2406872"/>
                  </a:lnTo>
                  <a:lnTo>
                    <a:pt x="2312556" y="2414429"/>
                  </a:lnTo>
                  <a:lnTo>
                    <a:pt x="2348187" y="2421818"/>
                  </a:lnTo>
                  <a:lnTo>
                    <a:pt x="2383819" y="2429038"/>
                  </a:lnTo>
                  <a:lnTo>
                    <a:pt x="2419450" y="2436086"/>
                  </a:lnTo>
                  <a:lnTo>
                    <a:pt x="2455081" y="2442956"/>
                  </a:lnTo>
                  <a:lnTo>
                    <a:pt x="2490713" y="2449646"/>
                  </a:lnTo>
                  <a:lnTo>
                    <a:pt x="2526344" y="2456150"/>
                  </a:lnTo>
                  <a:lnTo>
                    <a:pt x="2561975" y="2462464"/>
                  </a:lnTo>
                  <a:lnTo>
                    <a:pt x="2597606" y="2468586"/>
                  </a:lnTo>
                  <a:lnTo>
                    <a:pt x="2633238" y="2474510"/>
                  </a:lnTo>
                  <a:lnTo>
                    <a:pt x="2668869" y="2480233"/>
                  </a:lnTo>
                  <a:lnTo>
                    <a:pt x="2704500" y="2485750"/>
                  </a:lnTo>
                  <a:lnTo>
                    <a:pt x="2740132" y="2491057"/>
                  </a:lnTo>
                  <a:lnTo>
                    <a:pt x="2775763" y="2496151"/>
                  </a:lnTo>
                  <a:lnTo>
                    <a:pt x="2811394" y="2501028"/>
                  </a:lnTo>
                  <a:lnTo>
                    <a:pt x="2847026" y="2505684"/>
                  </a:lnTo>
                  <a:lnTo>
                    <a:pt x="2882657" y="2510115"/>
                  </a:lnTo>
                  <a:lnTo>
                    <a:pt x="2918288" y="2514318"/>
                  </a:lnTo>
                  <a:lnTo>
                    <a:pt x="2953920" y="2518291"/>
                  </a:lnTo>
                  <a:lnTo>
                    <a:pt x="2989551" y="2522030"/>
                  </a:lnTo>
                  <a:lnTo>
                    <a:pt x="3025182" y="2525534"/>
                  </a:lnTo>
                  <a:lnTo>
                    <a:pt x="3060813" y="2528800"/>
                  </a:lnTo>
                  <a:lnTo>
                    <a:pt x="3096445" y="2531827"/>
                  </a:lnTo>
                  <a:lnTo>
                    <a:pt x="3132076" y="2534614"/>
                  </a:lnTo>
                  <a:lnTo>
                    <a:pt x="3167707" y="2537160"/>
                  </a:lnTo>
                  <a:lnTo>
                    <a:pt x="3203339" y="2539465"/>
                  </a:lnTo>
                  <a:lnTo>
                    <a:pt x="3238970" y="2541530"/>
                  </a:lnTo>
                  <a:lnTo>
                    <a:pt x="3274601" y="2543354"/>
                  </a:lnTo>
                  <a:lnTo>
                    <a:pt x="3310233" y="2544941"/>
                  </a:lnTo>
                  <a:lnTo>
                    <a:pt x="3345864" y="2546291"/>
                  </a:lnTo>
                  <a:lnTo>
                    <a:pt x="3381495" y="2547406"/>
                  </a:lnTo>
                  <a:lnTo>
                    <a:pt x="3417127" y="2548289"/>
                  </a:lnTo>
                  <a:lnTo>
                    <a:pt x="3452758" y="2548944"/>
                  </a:lnTo>
                  <a:lnTo>
                    <a:pt x="3488389" y="2549374"/>
                  </a:lnTo>
                  <a:lnTo>
                    <a:pt x="3524020" y="2549582"/>
                  </a:lnTo>
                  <a:lnTo>
                    <a:pt x="3559652" y="2549573"/>
                  </a:lnTo>
                  <a:lnTo>
                    <a:pt x="3595283" y="2549351"/>
                  </a:lnTo>
                  <a:lnTo>
                    <a:pt x="3630914" y="2548921"/>
                  </a:lnTo>
                  <a:lnTo>
                    <a:pt x="3666546" y="2548287"/>
                  </a:lnTo>
                  <a:lnTo>
                    <a:pt x="3702177" y="2547456"/>
                  </a:lnTo>
                  <a:lnTo>
                    <a:pt x="3737808" y="2546432"/>
                  </a:lnTo>
                  <a:lnTo>
                    <a:pt x="3773440" y="2545221"/>
                  </a:lnTo>
                  <a:lnTo>
                    <a:pt x="3809071" y="2543828"/>
                  </a:lnTo>
                  <a:lnTo>
                    <a:pt x="3844702" y="2542261"/>
                  </a:lnTo>
                  <a:lnTo>
                    <a:pt x="3880334" y="2540524"/>
                  </a:lnTo>
                  <a:lnTo>
                    <a:pt x="3915965" y="2538624"/>
                  </a:lnTo>
                  <a:lnTo>
                    <a:pt x="3951596" y="2536567"/>
                  </a:lnTo>
                  <a:lnTo>
                    <a:pt x="3987227" y="2534361"/>
                  </a:lnTo>
                  <a:lnTo>
                    <a:pt x="4022859" y="2532011"/>
                  </a:lnTo>
                  <a:lnTo>
                    <a:pt x="4058490" y="2529525"/>
                  </a:lnTo>
                  <a:lnTo>
                    <a:pt x="4094121" y="2526909"/>
                  </a:lnTo>
                  <a:lnTo>
                    <a:pt x="4129753" y="2524171"/>
                  </a:lnTo>
                  <a:lnTo>
                    <a:pt x="4165384" y="2521318"/>
                  </a:lnTo>
                  <a:lnTo>
                    <a:pt x="4201015" y="2518357"/>
                  </a:lnTo>
                  <a:lnTo>
                    <a:pt x="4236647" y="2515297"/>
                  </a:lnTo>
                  <a:lnTo>
                    <a:pt x="4272278" y="2512145"/>
                  </a:lnTo>
                  <a:lnTo>
                    <a:pt x="4307909" y="2508909"/>
                  </a:lnTo>
                  <a:lnTo>
                    <a:pt x="4343541" y="2505598"/>
                  </a:lnTo>
                  <a:lnTo>
                    <a:pt x="4379172" y="2502219"/>
                  </a:lnTo>
                  <a:lnTo>
                    <a:pt x="4414803" y="2498779"/>
                  </a:lnTo>
                  <a:lnTo>
                    <a:pt x="4450434" y="2495280"/>
                  </a:lnTo>
                  <a:lnTo>
                    <a:pt x="4486066" y="2491722"/>
                  </a:lnTo>
                  <a:lnTo>
                    <a:pt x="4521697" y="2488107"/>
                  </a:lnTo>
                  <a:lnTo>
                    <a:pt x="4557328" y="2484436"/>
                  </a:lnTo>
                  <a:lnTo>
                    <a:pt x="4592960" y="2480711"/>
                  </a:lnTo>
                  <a:lnTo>
                    <a:pt x="4628591" y="2476931"/>
                  </a:lnTo>
                  <a:lnTo>
                    <a:pt x="4664222" y="2473098"/>
                  </a:lnTo>
                  <a:lnTo>
                    <a:pt x="4699854" y="2469212"/>
                  </a:lnTo>
                  <a:lnTo>
                    <a:pt x="4735485" y="24652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757587" y="2571315"/>
              <a:ext cx="6505092" cy="2878652"/>
            </a:xfrm>
            <a:custGeom>
              <a:avLst/>
              <a:pathLst>
                <a:path w="6505092" h="2878652">
                  <a:moveTo>
                    <a:pt x="6505092" y="2878652"/>
                  </a:moveTo>
                  <a:lnTo>
                    <a:pt x="6469460" y="2876127"/>
                  </a:lnTo>
                  <a:lnTo>
                    <a:pt x="6433829" y="2873557"/>
                  </a:lnTo>
                  <a:lnTo>
                    <a:pt x="6398198" y="2870945"/>
                  </a:lnTo>
                  <a:lnTo>
                    <a:pt x="6362566" y="2868288"/>
                  </a:lnTo>
                  <a:lnTo>
                    <a:pt x="6326935" y="2865588"/>
                  </a:lnTo>
                  <a:lnTo>
                    <a:pt x="6291304" y="2862844"/>
                  </a:lnTo>
                  <a:lnTo>
                    <a:pt x="6255672" y="2860056"/>
                  </a:lnTo>
                  <a:lnTo>
                    <a:pt x="6220041" y="2857224"/>
                  </a:lnTo>
                  <a:lnTo>
                    <a:pt x="6184410" y="2854348"/>
                  </a:lnTo>
                  <a:lnTo>
                    <a:pt x="6148779" y="2851429"/>
                  </a:lnTo>
                  <a:lnTo>
                    <a:pt x="6113147" y="2848466"/>
                  </a:lnTo>
                  <a:lnTo>
                    <a:pt x="6077516" y="2845460"/>
                  </a:lnTo>
                  <a:lnTo>
                    <a:pt x="6041885" y="2842412"/>
                  </a:lnTo>
                  <a:lnTo>
                    <a:pt x="6006253" y="2839320"/>
                  </a:lnTo>
                  <a:lnTo>
                    <a:pt x="5970622" y="2836186"/>
                  </a:lnTo>
                  <a:lnTo>
                    <a:pt x="5934991" y="2833008"/>
                  </a:lnTo>
                  <a:lnTo>
                    <a:pt x="5899359" y="2829789"/>
                  </a:lnTo>
                  <a:lnTo>
                    <a:pt x="5863728" y="2826526"/>
                  </a:lnTo>
                  <a:lnTo>
                    <a:pt x="5828097" y="2823222"/>
                  </a:lnTo>
                  <a:lnTo>
                    <a:pt x="5792465" y="2819876"/>
                  </a:lnTo>
                  <a:lnTo>
                    <a:pt x="5756834" y="2816487"/>
                  </a:lnTo>
                  <a:lnTo>
                    <a:pt x="5721203" y="2813058"/>
                  </a:lnTo>
                  <a:lnTo>
                    <a:pt x="5685572" y="2809586"/>
                  </a:lnTo>
                  <a:lnTo>
                    <a:pt x="5649940" y="2806074"/>
                  </a:lnTo>
                  <a:lnTo>
                    <a:pt x="5614309" y="2802521"/>
                  </a:lnTo>
                  <a:lnTo>
                    <a:pt x="5578678" y="2798926"/>
                  </a:lnTo>
                  <a:lnTo>
                    <a:pt x="5543046" y="2795290"/>
                  </a:lnTo>
                  <a:lnTo>
                    <a:pt x="5507415" y="2791614"/>
                  </a:lnTo>
                  <a:lnTo>
                    <a:pt x="5471784" y="2787895"/>
                  </a:lnTo>
                  <a:lnTo>
                    <a:pt x="5436152" y="2784135"/>
                  </a:lnTo>
                  <a:lnTo>
                    <a:pt x="5400521" y="2780332"/>
                  </a:lnTo>
                  <a:lnTo>
                    <a:pt x="5364890" y="2776485"/>
                  </a:lnTo>
                  <a:lnTo>
                    <a:pt x="5329258" y="2772594"/>
                  </a:lnTo>
                  <a:lnTo>
                    <a:pt x="5293627" y="2768656"/>
                  </a:lnTo>
                  <a:lnTo>
                    <a:pt x="5257996" y="2764670"/>
                  </a:lnTo>
                  <a:lnTo>
                    <a:pt x="5222365" y="2760633"/>
                  </a:lnTo>
                  <a:lnTo>
                    <a:pt x="5186733" y="2756543"/>
                  </a:lnTo>
                  <a:lnTo>
                    <a:pt x="5151102" y="2752396"/>
                  </a:lnTo>
                  <a:lnTo>
                    <a:pt x="5115471" y="2748188"/>
                  </a:lnTo>
                  <a:lnTo>
                    <a:pt x="5079839" y="2743914"/>
                  </a:lnTo>
                  <a:lnTo>
                    <a:pt x="5044208" y="2739569"/>
                  </a:lnTo>
                  <a:lnTo>
                    <a:pt x="5008577" y="2735146"/>
                  </a:lnTo>
                  <a:lnTo>
                    <a:pt x="4972945" y="2730640"/>
                  </a:lnTo>
                  <a:lnTo>
                    <a:pt x="4937314" y="2726040"/>
                  </a:lnTo>
                  <a:lnTo>
                    <a:pt x="4901683" y="2721340"/>
                  </a:lnTo>
                  <a:lnTo>
                    <a:pt x="4866051" y="2716529"/>
                  </a:lnTo>
                  <a:lnTo>
                    <a:pt x="4830420" y="2711595"/>
                  </a:lnTo>
                  <a:lnTo>
                    <a:pt x="4794789" y="2706527"/>
                  </a:lnTo>
                  <a:lnTo>
                    <a:pt x="4759158" y="2701313"/>
                  </a:lnTo>
                  <a:lnTo>
                    <a:pt x="4723526" y="2695936"/>
                  </a:lnTo>
                  <a:lnTo>
                    <a:pt x="4687895" y="2690384"/>
                  </a:lnTo>
                  <a:lnTo>
                    <a:pt x="4652264" y="2684637"/>
                  </a:lnTo>
                  <a:lnTo>
                    <a:pt x="4616632" y="2678679"/>
                  </a:lnTo>
                  <a:lnTo>
                    <a:pt x="4581001" y="2672491"/>
                  </a:lnTo>
                  <a:lnTo>
                    <a:pt x="4545370" y="2666051"/>
                  </a:lnTo>
                  <a:lnTo>
                    <a:pt x="4509738" y="2659338"/>
                  </a:lnTo>
                  <a:lnTo>
                    <a:pt x="4474107" y="2652327"/>
                  </a:lnTo>
                  <a:lnTo>
                    <a:pt x="4438476" y="2644994"/>
                  </a:lnTo>
                  <a:lnTo>
                    <a:pt x="4402844" y="2637312"/>
                  </a:lnTo>
                  <a:lnTo>
                    <a:pt x="4367213" y="2629252"/>
                  </a:lnTo>
                  <a:lnTo>
                    <a:pt x="4331582" y="2620783"/>
                  </a:lnTo>
                  <a:lnTo>
                    <a:pt x="4295951" y="2611872"/>
                  </a:lnTo>
                  <a:lnTo>
                    <a:pt x="4260319" y="2602484"/>
                  </a:lnTo>
                  <a:lnTo>
                    <a:pt x="4224688" y="2592582"/>
                  </a:lnTo>
                  <a:lnTo>
                    <a:pt x="4189057" y="2582125"/>
                  </a:lnTo>
                  <a:lnTo>
                    <a:pt x="4153425" y="2571080"/>
                  </a:lnTo>
                  <a:lnTo>
                    <a:pt x="4117794" y="2559425"/>
                  </a:lnTo>
                  <a:lnTo>
                    <a:pt x="4082163" y="2547137"/>
                  </a:lnTo>
                  <a:lnTo>
                    <a:pt x="4046531" y="2534192"/>
                  </a:lnTo>
                  <a:lnTo>
                    <a:pt x="4010900" y="2520569"/>
                  </a:lnTo>
                  <a:lnTo>
                    <a:pt x="3975269" y="2506243"/>
                  </a:lnTo>
                  <a:lnTo>
                    <a:pt x="3939637" y="2491190"/>
                  </a:lnTo>
                  <a:lnTo>
                    <a:pt x="3904006" y="2475388"/>
                  </a:lnTo>
                  <a:lnTo>
                    <a:pt x="3868375" y="2458811"/>
                  </a:lnTo>
                  <a:lnTo>
                    <a:pt x="3832744" y="2441437"/>
                  </a:lnTo>
                  <a:lnTo>
                    <a:pt x="3797112" y="2423242"/>
                  </a:lnTo>
                  <a:lnTo>
                    <a:pt x="3761481" y="2404202"/>
                  </a:lnTo>
                  <a:lnTo>
                    <a:pt x="3725850" y="2384295"/>
                  </a:lnTo>
                  <a:lnTo>
                    <a:pt x="3690218" y="2363497"/>
                  </a:lnTo>
                  <a:lnTo>
                    <a:pt x="3654587" y="2341788"/>
                  </a:lnTo>
                  <a:lnTo>
                    <a:pt x="3618956" y="2319147"/>
                  </a:lnTo>
                  <a:lnTo>
                    <a:pt x="3583324" y="2295554"/>
                  </a:lnTo>
                  <a:lnTo>
                    <a:pt x="3547693" y="2283662"/>
                  </a:lnTo>
                  <a:lnTo>
                    <a:pt x="3512062" y="2273545"/>
                  </a:lnTo>
                  <a:lnTo>
                    <a:pt x="3476431" y="2263234"/>
                  </a:lnTo>
                  <a:lnTo>
                    <a:pt x="3440799" y="2252724"/>
                  </a:lnTo>
                  <a:lnTo>
                    <a:pt x="3405168" y="2242012"/>
                  </a:lnTo>
                  <a:lnTo>
                    <a:pt x="3369537" y="2231092"/>
                  </a:lnTo>
                  <a:lnTo>
                    <a:pt x="3333905" y="2219957"/>
                  </a:lnTo>
                  <a:lnTo>
                    <a:pt x="3298274" y="2208603"/>
                  </a:lnTo>
                  <a:lnTo>
                    <a:pt x="3262643" y="2197024"/>
                  </a:lnTo>
                  <a:lnTo>
                    <a:pt x="3227011" y="2185213"/>
                  </a:lnTo>
                  <a:lnTo>
                    <a:pt x="3191380" y="2173164"/>
                  </a:lnTo>
                  <a:lnTo>
                    <a:pt x="3155749" y="2160871"/>
                  </a:lnTo>
                  <a:lnTo>
                    <a:pt x="3120117" y="2148326"/>
                  </a:lnTo>
                  <a:lnTo>
                    <a:pt x="3084486" y="2135524"/>
                  </a:lnTo>
                  <a:lnTo>
                    <a:pt x="3048855" y="2122456"/>
                  </a:lnTo>
                  <a:lnTo>
                    <a:pt x="3013224" y="2109116"/>
                  </a:lnTo>
                  <a:lnTo>
                    <a:pt x="2977592" y="2095496"/>
                  </a:lnTo>
                  <a:lnTo>
                    <a:pt x="2941961" y="2081589"/>
                  </a:lnTo>
                  <a:lnTo>
                    <a:pt x="2906330" y="2067388"/>
                  </a:lnTo>
                  <a:lnTo>
                    <a:pt x="2870698" y="2052885"/>
                  </a:lnTo>
                  <a:lnTo>
                    <a:pt x="2835067" y="2038077"/>
                  </a:lnTo>
                  <a:lnTo>
                    <a:pt x="2799436" y="2022959"/>
                  </a:lnTo>
                  <a:lnTo>
                    <a:pt x="2763804" y="2007528"/>
                  </a:lnTo>
                  <a:lnTo>
                    <a:pt x="2728173" y="1991780"/>
                  </a:lnTo>
                  <a:lnTo>
                    <a:pt x="2692542" y="1975713"/>
                  </a:lnTo>
                  <a:lnTo>
                    <a:pt x="2656910" y="1959324"/>
                  </a:lnTo>
                  <a:lnTo>
                    <a:pt x="2621279" y="1942610"/>
                  </a:lnTo>
                  <a:lnTo>
                    <a:pt x="2585648" y="1925568"/>
                  </a:lnTo>
                  <a:lnTo>
                    <a:pt x="2550017" y="1908195"/>
                  </a:lnTo>
                  <a:lnTo>
                    <a:pt x="2514385" y="1890491"/>
                  </a:lnTo>
                  <a:lnTo>
                    <a:pt x="2478754" y="1872453"/>
                  </a:lnTo>
                  <a:lnTo>
                    <a:pt x="2443123" y="1854079"/>
                  </a:lnTo>
                  <a:lnTo>
                    <a:pt x="2407491" y="1835367"/>
                  </a:lnTo>
                  <a:lnTo>
                    <a:pt x="2371860" y="1816318"/>
                  </a:lnTo>
                  <a:lnTo>
                    <a:pt x="2336229" y="1796930"/>
                  </a:lnTo>
                  <a:lnTo>
                    <a:pt x="2300597" y="1777202"/>
                  </a:lnTo>
                  <a:lnTo>
                    <a:pt x="2264966" y="1757135"/>
                  </a:lnTo>
                  <a:lnTo>
                    <a:pt x="2229335" y="1736729"/>
                  </a:lnTo>
                  <a:lnTo>
                    <a:pt x="2193703" y="1715984"/>
                  </a:lnTo>
                  <a:lnTo>
                    <a:pt x="2158072" y="1694902"/>
                  </a:lnTo>
                  <a:lnTo>
                    <a:pt x="2122441" y="1673483"/>
                  </a:lnTo>
                  <a:lnTo>
                    <a:pt x="2086810" y="1651730"/>
                  </a:lnTo>
                  <a:lnTo>
                    <a:pt x="2051178" y="1629645"/>
                  </a:lnTo>
                  <a:lnTo>
                    <a:pt x="2015547" y="1607231"/>
                  </a:lnTo>
                  <a:lnTo>
                    <a:pt x="1979916" y="1584491"/>
                  </a:lnTo>
                  <a:lnTo>
                    <a:pt x="1944284" y="1561428"/>
                  </a:lnTo>
                  <a:lnTo>
                    <a:pt x="1908653" y="1538047"/>
                  </a:lnTo>
                  <a:lnTo>
                    <a:pt x="1873022" y="1514352"/>
                  </a:lnTo>
                  <a:lnTo>
                    <a:pt x="1837390" y="1490348"/>
                  </a:lnTo>
                  <a:lnTo>
                    <a:pt x="1801759" y="1466041"/>
                  </a:lnTo>
                  <a:lnTo>
                    <a:pt x="1766128" y="1441436"/>
                  </a:lnTo>
                  <a:lnTo>
                    <a:pt x="1730496" y="1416540"/>
                  </a:lnTo>
                  <a:lnTo>
                    <a:pt x="1694865" y="1391361"/>
                  </a:lnTo>
                  <a:lnTo>
                    <a:pt x="1659234" y="1365904"/>
                  </a:lnTo>
                  <a:lnTo>
                    <a:pt x="1623603" y="1340178"/>
                  </a:lnTo>
                  <a:lnTo>
                    <a:pt x="1587971" y="1314190"/>
                  </a:lnTo>
                  <a:lnTo>
                    <a:pt x="1552340" y="1287950"/>
                  </a:lnTo>
                  <a:lnTo>
                    <a:pt x="1516709" y="1261465"/>
                  </a:lnTo>
                  <a:lnTo>
                    <a:pt x="1481077" y="1234744"/>
                  </a:lnTo>
                  <a:lnTo>
                    <a:pt x="1445446" y="1207798"/>
                  </a:lnTo>
                  <a:lnTo>
                    <a:pt x="1409815" y="1180634"/>
                  </a:lnTo>
                  <a:lnTo>
                    <a:pt x="1374183" y="1153263"/>
                  </a:lnTo>
                  <a:lnTo>
                    <a:pt x="1338552" y="1125693"/>
                  </a:lnTo>
                  <a:lnTo>
                    <a:pt x="1302921" y="1097935"/>
                  </a:lnTo>
                  <a:lnTo>
                    <a:pt x="1267289" y="1069999"/>
                  </a:lnTo>
                  <a:lnTo>
                    <a:pt x="1231658" y="1041892"/>
                  </a:lnTo>
                  <a:lnTo>
                    <a:pt x="1196027" y="1013625"/>
                  </a:lnTo>
                  <a:lnTo>
                    <a:pt x="1160396" y="985207"/>
                  </a:lnTo>
                  <a:lnTo>
                    <a:pt x="1124764" y="956646"/>
                  </a:lnTo>
                  <a:lnTo>
                    <a:pt x="1089133" y="927950"/>
                  </a:lnTo>
                  <a:lnTo>
                    <a:pt x="1053502" y="899129"/>
                  </a:lnTo>
                  <a:lnTo>
                    <a:pt x="1017870" y="870188"/>
                  </a:lnTo>
                  <a:lnTo>
                    <a:pt x="982239" y="841135"/>
                  </a:lnTo>
                  <a:lnTo>
                    <a:pt x="946608" y="811977"/>
                  </a:lnTo>
                  <a:lnTo>
                    <a:pt x="910976" y="782718"/>
                  </a:lnTo>
                  <a:lnTo>
                    <a:pt x="875345" y="753364"/>
                  </a:lnTo>
                  <a:lnTo>
                    <a:pt x="839714" y="723919"/>
                  </a:lnTo>
                  <a:lnTo>
                    <a:pt x="804082" y="694385"/>
                  </a:lnTo>
                  <a:lnTo>
                    <a:pt x="768451" y="664766"/>
                  </a:lnTo>
                  <a:lnTo>
                    <a:pt x="732820" y="635063"/>
                  </a:lnTo>
                  <a:lnTo>
                    <a:pt x="697189" y="605276"/>
                  </a:lnTo>
                  <a:lnTo>
                    <a:pt x="661557" y="575405"/>
                  </a:lnTo>
                  <a:lnTo>
                    <a:pt x="625926" y="545448"/>
                  </a:lnTo>
                  <a:lnTo>
                    <a:pt x="590295" y="515403"/>
                  </a:lnTo>
                  <a:lnTo>
                    <a:pt x="554663" y="485265"/>
                  </a:lnTo>
                  <a:lnTo>
                    <a:pt x="519032" y="455031"/>
                  </a:lnTo>
                  <a:lnTo>
                    <a:pt x="483401" y="424694"/>
                  </a:lnTo>
                  <a:lnTo>
                    <a:pt x="447769" y="394248"/>
                  </a:lnTo>
                  <a:lnTo>
                    <a:pt x="412138" y="363683"/>
                  </a:lnTo>
                  <a:lnTo>
                    <a:pt x="376507" y="332993"/>
                  </a:lnTo>
                  <a:lnTo>
                    <a:pt x="340875" y="302172"/>
                  </a:lnTo>
                  <a:lnTo>
                    <a:pt x="305244" y="271216"/>
                  </a:lnTo>
                  <a:lnTo>
                    <a:pt x="269613" y="240123"/>
                  </a:lnTo>
                  <a:lnTo>
                    <a:pt x="233982" y="208889"/>
                  </a:lnTo>
                  <a:lnTo>
                    <a:pt x="198350" y="177510"/>
                  </a:lnTo>
                  <a:lnTo>
                    <a:pt x="162719" y="145983"/>
                  </a:lnTo>
                  <a:lnTo>
                    <a:pt x="127088" y="114304"/>
                  </a:lnTo>
                  <a:lnTo>
                    <a:pt x="91456" y="82470"/>
                  </a:lnTo>
                  <a:lnTo>
                    <a:pt x="55825" y="50476"/>
                  </a:lnTo>
                  <a:lnTo>
                    <a:pt x="20194" y="1831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17869" y="2571315"/>
              <a:ext cx="5744809" cy="2847173"/>
            </a:xfrm>
            <a:custGeom>
              <a:avLst/>
              <a:pathLst>
                <a:path w="5744809" h="2847173">
                  <a:moveTo>
                    <a:pt x="0" y="0"/>
                  </a:moveTo>
                  <a:lnTo>
                    <a:pt x="8169" y="12576"/>
                  </a:lnTo>
                  <a:lnTo>
                    <a:pt x="43800" y="66446"/>
                  </a:lnTo>
                  <a:lnTo>
                    <a:pt x="79431" y="119347"/>
                  </a:lnTo>
                  <a:lnTo>
                    <a:pt x="115063" y="171296"/>
                  </a:lnTo>
                  <a:lnTo>
                    <a:pt x="150694" y="222312"/>
                  </a:lnTo>
                  <a:lnTo>
                    <a:pt x="186325" y="272410"/>
                  </a:lnTo>
                  <a:lnTo>
                    <a:pt x="221957" y="321608"/>
                  </a:lnTo>
                  <a:lnTo>
                    <a:pt x="257588" y="369920"/>
                  </a:lnTo>
                  <a:lnTo>
                    <a:pt x="293219" y="417365"/>
                  </a:lnTo>
                  <a:lnTo>
                    <a:pt x="328851" y="463956"/>
                  </a:lnTo>
                  <a:lnTo>
                    <a:pt x="364482" y="509709"/>
                  </a:lnTo>
                  <a:lnTo>
                    <a:pt x="400113" y="554640"/>
                  </a:lnTo>
                  <a:lnTo>
                    <a:pt x="435744" y="598763"/>
                  </a:lnTo>
                  <a:lnTo>
                    <a:pt x="471376" y="642092"/>
                  </a:lnTo>
                  <a:lnTo>
                    <a:pt x="507007" y="684643"/>
                  </a:lnTo>
                  <a:lnTo>
                    <a:pt x="542638" y="726428"/>
                  </a:lnTo>
                  <a:lnTo>
                    <a:pt x="578270" y="767462"/>
                  </a:lnTo>
                  <a:lnTo>
                    <a:pt x="613901" y="807758"/>
                  </a:lnTo>
                  <a:lnTo>
                    <a:pt x="649532" y="847330"/>
                  </a:lnTo>
                  <a:lnTo>
                    <a:pt x="685164" y="886190"/>
                  </a:lnTo>
                  <a:lnTo>
                    <a:pt x="720795" y="924351"/>
                  </a:lnTo>
                  <a:lnTo>
                    <a:pt x="756426" y="961826"/>
                  </a:lnTo>
                  <a:lnTo>
                    <a:pt x="792058" y="998628"/>
                  </a:lnTo>
                  <a:lnTo>
                    <a:pt x="827689" y="1034767"/>
                  </a:lnTo>
                  <a:lnTo>
                    <a:pt x="863320" y="1070257"/>
                  </a:lnTo>
                  <a:lnTo>
                    <a:pt x="898951" y="1105109"/>
                  </a:lnTo>
                  <a:lnTo>
                    <a:pt x="934583" y="1139334"/>
                  </a:lnTo>
                  <a:lnTo>
                    <a:pt x="970214" y="1172944"/>
                  </a:lnTo>
                  <a:lnTo>
                    <a:pt x="1005845" y="1205949"/>
                  </a:lnTo>
                  <a:lnTo>
                    <a:pt x="1041477" y="1238361"/>
                  </a:lnTo>
                  <a:lnTo>
                    <a:pt x="1077108" y="1270190"/>
                  </a:lnTo>
                  <a:lnTo>
                    <a:pt x="1112739" y="1301447"/>
                  </a:lnTo>
                  <a:lnTo>
                    <a:pt x="1148371" y="1332142"/>
                  </a:lnTo>
                  <a:lnTo>
                    <a:pt x="1184002" y="1362285"/>
                  </a:lnTo>
                  <a:lnTo>
                    <a:pt x="1219633" y="1391886"/>
                  </a:lnTo>
                  <a:lnTo>
                    <a:pt x="1255265" y="1420955"/>
                  </a:lnTo>
                  <a:lnTo>
                    <a:pt x="1290896" y="1449501"/>
                  </a:lnTo>
                  <a:lnTo>
                    <a:pt x="1326527" y="1477533"/>
                  </a:lnTo>
                  <a:lnTo>
                    <a:pt x="1362158" y="1505062"/>
                  </a:lnTo>
                  <a:lnTo>
                    <a:pt x="1397790" y="1532096"/>
                  </a:lnTo>
                  <a:lnTo>
                    <a:pt x="1433421" y="1558643"/>
                  </a:lnTo>
                  <a:lnTo>
                    <a:pt x="1469052" y="1584714"/>
                  </a:lnTo>
                  <a:lnTo>
                    <a:pt x="1504684" y="1610315"/>
                  </a:lnTo>
                  <a:lnTo>
                    <a:pt x="1540315" y="1635457"/>
                  </a:lnTo>
                  <a:lnTo>
                    <a:pt x="1575946" y="1660146"/>
                  </a:lnTo>
                  <a:lnTo>
                    <a:pt x="1611578" y="1684391"/>
                  </a:lnTo>
                  <a:lnTo>
                    <a:pt x="1647209" y="1708200"/>
                  </a:lnTo>
                  <a:lnTo>
                    <a:pt x="1682840" y="1731581"/>
                  </a:lnTo>
                  <a:lnTo>
                    <a:pt x="1718472" y="1754542"/>
                  </a:lnTo>
                  <a:lnTo>
                    <a:pt x="1754103" y="1777090"/>
                  </a:lnTo>
                  <a:lnTo>
                    <a:pt x="1789734" y="1799233"/>
                  </a:lnTo>
                  <a:lnTo>
                    <a:pt x="1825365" y="1820977"/>
                  </a:lnTo>
                  <a:lnTo>
                    <a:pt x="1860997" y="1842330"/>
                  </a:lnTo>
                  <a:lnTo>
                    <a:pt x="1896628" y="1863300"/>
                  </a:lnTo>
                  <a:lnTo>
                    <a:pt x="1932259" y="1883892"/>
                  </a:lnTo>
                  <a:lnTo>
                    <a:pt x="1967891" y="1904115"/>
                  </a:lnTo>
                  <a:lnTo>
                    <a:pt x="2003522" y="1923973"/>
                  </a:lnTo>
                  <a:lnTo>
                    <a:pt x="2039153" y="1943475"/>
                  </a:lnTo>
                  <a:lnTo>
                    <a:pt x="2074785" y="1962625"/>
                  </a:lnTo>
                  <a:lnTo>
                    <a:pt x="2110416" y="1981432"/>
                  </a:lnTo>
                  <a:lnTo>
                    <a:pt x="2146047" y="1999900"/>
                  </a:lnTo>
                  <a:lnTo>
                    <a:pt x="2181679" y="2018037"/>
                  </a:lnTo>
                  <a:lnTo>
                    <a:pt x="2217310" y="2035847"/>
                  </a:lnTo>
                  <a:lnTo>
                    <a:pt x="2252941" y="2053337"/>
                  </a:lnTo>
                  <a:lnTo>
                    <a:pt x="2288572" y="2070512"/>
                  </a:lnTo>
                  <a:lnTo>
                    <a:pt x="2324204" y="2087379"/>
                  </a:lnTo>
                  <a:lnTo>
                    <a:pt x="2359835" y="2103942"/>
                  </a:lnTo>
                  <a:lnTo>
                    <a:pt x="2395466" y="2120208"/>
                  </a:lnTo>
                  <a:lnTo>
                    <a:pt x="2431098" y="2136181"/>
                  </a:lnTo>
                  <a:lnTo>
                    <a:pt x="2466729" y="2151867"/>
                  </a:lnTo>
                  <a:lnTo>
                    <a:pt x="2502360" y="2167270"/>
                  </a:lnTo>
                  <a:lnTo>
                    <a:pt x="2537992" y="2182397"/>
                  </a:lnTo>
                  <a:lnTo>
                    <a:pt x="2573623" y="2197252"/>
                  </a:lnTo>
                  <a:lnTo>
                    <a:pt x="2609254" y="2211840"/>
                  </a:lnTo>
                  <a:lnTo>
                    <a:pt x="2644886" y="2226165"/>
                  </a:lnTo>
                  <a:lnTo>
                    <a:pt x="2680517" y="2240233"/>
                  </a:lnTo>
                  <a:lnTo>
                    <a:pt x="2716148" y="2254048"/>
                  </a:lnTo>
                  <a:lnTo>
                    <a:pt x="2751779" y="2267615"/>
                  </a:lnTo>
                  <a:lnTo>
                    <a:pt x="2787411" y="2280938"/>
                  </a:lnTo>
                  <a:lnTo>
                    <a:pt x="2823042" y="2294021"/>
                  </a:lnTo>
                  <a:lnTo>
                    <a:pt x="2858673" y="2306868"/>
                  </a:lnTo>
                  <a:lnTo>
                    <a:pt x="2894305" y="2319485"/>
                  </a:lnTo>
                  <a:lnTo>
                    <a:pt x="2929936" y="2331875"/>
                  </a:lnTo>
                  <a:lnTo>
                    <a:pt x="2965567" y="2344042"/>
                  </a:lnTo>
                  <a:lnTo>
                    <a:pt x="3001199" y="2355991"/>
                  </a:lnTo>
                  <a:lnTo>
                    <a:pt x="3036830" y="2367724"/>
                  </a:lnTo>
                  <a:lnTo>
                    <a:pt x="3072461" y="2379247"/>
                  </a:lnTo>
                  <a:lnTo>
                    <a:pt x="3108093" y="2390562"/>
                  </a:lnTo>
                  <a:lnTo>
                    <a:pt x="3143724" y="2401674"/>
                  </a:lnTo>
                  <a:lnTo>
                    <a:pt x="3179355" y="2412587"/>
                  </a:lnTo>
                  <a:lnTo>
                    <a:pt x="3214986" y="2423303"/>
                  </a:lnTo>
                  <a:lnTo>
                    <a:pt x="3250618" y="2433826"/>
                  </a:lnTo>
                  <a:lnTo>
                    <a:pt x="3286249" y="2444160"/>
                  </a:lnTo>
                  <a:lnTo>
                    <a:pt x="3321880" y="2454308"/>
                  </a:lnTo>
                  <a:lnTo>
                    <a:pt x="3357512" y="2464274"/>
                  </a:lnTo>
                  <a:lnTo>
                    <a:pt x="3393143" y="2474060"/>
                  </a:lnTo>
                  <a:lnTo>
                    <a:pt x="3428774" y="2483671"/>
                  </a:lnTo>
                  <a:lnTo>
                    <a:pt x="3464406" y="2493109"/>
                  </a:lnTo>
                  <a:lnTo>
                    <a:pt x="3500037" y="2502377"/>
                  </a:lnTo>
                  <a:lnTo>
                    <a:pt x="3535668" y="2511479"/>
                  </a:lnTo>
                  <a:lnTo>
                    <a:pt x="3571300" y="2520416"/>
                  </a:lnTo>
                  <a:lnTo>
                    <a:pt x="3606931" y="2529193"/>
                  </a:lnTo>
                  <a:lnTo>
                    <a:pt x="3642562" y="2537813"/>
                  </a:lnTo>
                  <a:lnTo>
                    <a:pt x="3678193" y="2546277"/>
                  </a:lnTo>
                  <a:lnTo>
                    <a:pt x="3713825" y="2554589"/>
                  </a:lnTo>
                  <a:lnTo>
                    <a:pt x="3749456" y="2562752"/>
                  </a:lnTo>
                  <a:lnTo>
                    <a:pt x="3785087" y="2570768"/>
                  </a:lnTo>
                  <a:lnTo>
                    <a:pt x="3820719" y="2578640"/>
                  </a:lnTo>
                  <a:lnTo>
                    <a:pt x="3856350" y="2586370"/>
                  </a:lnTo>
                  <a:lnTo>
                    <a:pt x="3891981" y="2593961"/>
                  </a:lnTo>
                  <a:lnTo>
                    <a:pt x="3927613" y="2601416"/>
                  </a:lnTo>
                  <a:lnTo>
                    <a:pt x="3963244" y="2608736"/>
                  </a:lnTo>
                  <a:lnTo>
                    <a:pt x="3998875" y="2615926"/>
                  </a:lnTo>
                  <a:lnTo>
                    <a:pt x="4034507" y="2622985"/>
                  </a:lnTo>
                  <a:lnTo>
                    <a:pt x="4070138" y="2629918"/>
                  </a:lnTo>
                  <a:lnTo>
                    <a:pt x="4105769" y="2636726"/>
                  </a:lnTo>
                  <a:lnTo>
                    <a:pt x="4141400" y="2643412"/>
                  </a:lnTo>
                  <a:lnTo>
                    <a:pt x="4177032" y="2649978"/>
                  </a:lnTo>
                  <a:lnTo>
                    <a:pt x="4212663" y="2656425"/>
                  </a:lnTo>
                  <a:lnTo>
                    <a:pt x="4248294" y="2662757"/>
                  </a:lnTo>
                  <a:lnTo>
                    <a:pt x="4283926" y="2668975"/>
                  </a:lnTo>
                  <a:lnTo>
                    <a:pt x="4319557" y="2675081"/>
                  </a:lnTo>
                  <a:lnTo>
                    <a:pt x="4355188" y="2681077"/>
                  </a:lnTo>
                  <a:lnTo>
                    <a:pt x="4390820" y="2686965"/>
                  </a:lnTo>
                  <a:lnTo>
                    <a:pt x="4426451" y="2692748"/>
                  </a:lnTo>
                  <a:lnTo>
                    <a:pt x="4462082" y="2698426"/>
                  </a:lnTo>
                  <a:lnTo>
                    <a:pt x="4497713" y="2704003"/>
                  </a:lnTo>
                  <a:lnTo>
                    <a:pt x="4533345" y="2709479"/>
                  </a:lnTo>
                  <a:lnTo>
                    <a:pt x="4568976" y="2714856"/>
                  </a:lnTo>
                  <a:lnTo>
                    <a:pt x="4604607" y="2720137"/>
                  </a:lnTo>
                  <a:lnTo>
                    <a:pt x="4640239" y="2725323"/>
                  </a:lnTo>
                  <a:lnTo>
                    <a:pt x="4675870" y="2730416"/>
                  </a:lnTo>
                  <a:lnTo>
                    <a:pt x="4711501" y="2735417"/>
                  </a:lnTo>
                  <a:lnTo>
                    <a:pt x="4747133" y="2740329"/>
                  </a:lnTo>
                  <a:lnTo>
                    <a:pt x="4782764" y="2745152"/>
                  </a:lnTo>
                  <a:lnTo>
                    <a:pt x="4818395" y="2749888"/>
                  </a:lnTo>
                  <a:lnTo>
                    <a:pt x="4854027" y="2754539"/>
                  </a:lnTo>
                  <a:lnTo>
                    <a:pt x="4889658" y="2759107"/>
                  </a:lnTo>
                  <a:lnTo>
                    <a:pt x="4925289" y="2763592"/>
                  </a:lnTo>
                  <a:lnTo>
                    <a:pt x="4960920" y="2767997"/>
                  </a:lnTo>
                  <a:lnTo>
                    <a:pt x="4996552" y="2772322"/>
                  </a:lnTo>
                  <a:lnTo>
                    <a:pt x="5032183" y="2776570"/>
                  </a:lnTo>
                  <a:lnTo>
                    <a:pt x="5067814" y="2780741"/>
                  </a:lnTo>
                  <a:lnTo>
                    <a:pt x="5103446" y="2784837"/>
                  </a:lnTo>
                  <a:lnTo>
                    <a:pt x="5139077" y="2788860"/>
                  </a:lnTo>
                  <a:lnTo>
                    <a:pt x="5174708" y="2792811"/>
                  </a:lnTo>
                  <a:lnTo>
                    <a:pt x="5210340" y="2796690"/>
                  </a:lnTo>
                  <a:lnTo>
                    <a:pt x="5245971" y="2800499"/>
                  </a:lnTo>
                  <a:lnTo>
                    <a:pt x="5281602" y="2804241"/>
                  </a:lnTo>
                  <a:lnTo>
                    <a:pt x="5317234" y="2807914"/>
                  </a:lnTo>
                  <a:lnTo>
                    <a:pt x="5352865" y="2811522"/>
                  </a:lnTo>
                  <a:lnTo>
                    <a:pt x="5388496" y="2815065"/>
                  </a:lnTo>
                  <a:lnTo>
                    <a:pt x="5424127" y="2818544"/>
                  </a:lnTo>
                  <a:lnTo>
                    <a:pt x="5459759" y="2821961"/>
                  </a:lnTo>
                  <a:lnTo>
                    <a:pt x="5495390" y="2825316"/>
                  </a:lnTo>
                  <a:lnTo>
                    <a:pt x="5531021" y="2828611"/>
                  </a:lnTo>
                  <a:lnTo>
                    <a:pt x="5566653" y="2831846"/>
                  </a:lnTo>
                  <a:lnTo>
                    <a:pt x="5602284" y="2835024"/>
                  </a:lnTo>
                  <a:lnTo>
                    <a:pt x="5637915" y="2838144"/>
                  </a:lnTo>
                  <a:lnTo>
                    <a:pt x="5673547" y="2841208"/>
                  </a:lnTo>
                  <a:lnTo>
                    <a:pt x="5709178" y="2844218"/>
                  </a:lnTo>
                  <a:lnTo>
                    <a:pt x="5744809" y="284717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857714" y="2571315"/>
              <a:ext cx="5404965" cy="2742896"/>
            </a:xfrm>
            <a:custGeom>
              <a:avLst/>
              <a:pathLst>
                <a:path w="5404965" h="2742896">
                  <a:moveTo>
                    <a:pt x="0" y="0"/>
                  </a:moveTo>
                  <a:lnTo>
                    <a:pt x="24637" y="34650"/>
                  </a:lnTo>
                  <a:lnTo>
                    <a:pt x="60269" y="84102"/>
                  </a:lnTo>
                  <a:lnTo>
                    <a:pt x="95900" y="132907"/>
                  </a:lnTo>
                  <a:lnTo>
                    <a:pt x="131531" y="181077"/>
                  </a:lnTo>
                  <a:lnTo>
                    <a:pt x="167163" y="228627"/>
                  </a:lnTo>
                  <a:lnTo>
                    <a:pt x="202794" y="275567"/>
                  </a:lnTo>
                  <a:lnTo>
                    <a:pt x="238425" y="321910"/>
                  </a:lnTo>
                  <a:lnTo>
                    <a:pt x="274057" y="367666"/>
                  </a:lnTo>
                  <a:lnTo>
                    <a:pt x="309688" y="412847"/>
                  </a:lnTo>
                  <a:lnTo>
                    <a:pt x="345319" y="457461"/>
                  </a:lnTo>
                  <a:lnTo>
                    <a:pt x="380950" y="501520"/>
                  </a:lnTo>
                  <a:lnTo>
                    <a:pt x="416582" y="545032"/>
                  </a:lnTo>
                  <a:lnTo>
                    <a:pt x="452213" y="588006"/>
                  </a:lnTo>
                  <a:lnTo>
                    <a:pt x="487844" y="630452"/>
                  </a:lnTo>
                  <a:lnTo>
                    <a:pt x="523476" y="672376"/>
                  </a:lnTo>
                  <a:lnTo>
                    <a:pt x="559107" y="713788"/>
                  </a:lnTo>
                  <a:lnTo>
                    <a:pt x="594738" y="754695"/>
                  </a:lnTo>
                  <a:lnTo>
                    <a:pt x="630370" y="795103"/>
                  </a:lnTo>
                  <a:lnTo>
                    <a:pt x="666001" y="835020"/>
                  </a:lnTo>
                  <a:lnTo>
                    <a:pt x="701632" y="874452"/>
                  </a:lnTo>
                  <a:lnTo>
                    <a:pt x="737264" y="913405"/>
                  </a:lnTo>
                  <a:lnTo>
                    <a:pt x="772895" y="951886"/>
                  </a:lnTo>
                  <a:lnTo>
                    <a:pt x="808526" y="989900"/>
                  </a:lnTo>
                  <a:lnTo>
                    <a:pt x="844157" y="1027452"/>
                  </a:lnTo>
                  <a:lnTo>
                    <a:pt x="879789" y="1064548"/>
                  </a:lnTo>
                  <a:lnTo>
                    <a:pt x="915420" y="1101192"/>
                  </a:lnTo>
                  <a:lnTo>
                    <a:pt x="951051" y="1137390"/>
                  </a:lnTo>
                  <a:lnTo>
                    <a:pt x="986683" y="1173145"/>
                  </a:lnTo>
                  <a:lnTo>
                    <a:pt x="1022314" y="1208462"/>
                  </a:lnTo>
                  <a:lnTo>
                    <a:pt x="1057945" y="1243344"/>
                  </a:lnTo>
                  <a:lnTo>
                    <a:pt x="1093577" y="1277797"/>
                  </a:lnTo>
                  <a:lnTo>
                    <a:pt x="1129208" y="1311823"/>
                  </a:lnTo>
                  <a:lnTo>
                    <a:pt x="1164839" y="1345425"/>
                  </a:lnTo>
                  <a:lnTo>
                    <a:pt x="1200470" y="1378607"/>
                  </a:lnTo>
                  <a:lnTo>
                    <a:pt x="1236102" y="1411373"/>
                  </a:lnTo>
                  <a:lnTo>
                    <a:pt x="1271733" y="1443724"/>
                  </a:lnTo>
                  <a:lnTo>
                    <a:pt x="1307364" y="1475665"/>
                  </a:lnTo>
                  <a:lnTo>
                    <a:pt x="1342996" y="1507196"/>
                  </a:lnTo>
                  <a:lnTo>
                    <a:pt x="1378627" y="1538322"/>
                  </a:lnTo>
                  <a:lnTo>
                    <a:pt x="1414258" y="1569044"/>
                  </a:lnTo>
                  <a:lnTo>
                    <a:pt x="1449890" y="1599365"/>
                  </a:lnTo>
                  <a:lnTo>
                    <a:pt x="1485521" y="1629287"/>
                  </a:lnTo>
                  <a:lnTo>
                    <a:pt x="1521152" y="1658812"/>
                  </a:lnTo>
                  <a:lnTo>
                    <a:pt x="1556784" y="1687942"/>
                  </a:lnTo>
                  <a:lnTo>
                    <a:pt x="1592415" y="1716679"/>
                  </a:lnTo>
                  <a:lnTo>
                    <a:pt x="1628046" y="1745024"/>
                  </a:lnTo>
                  <a:lnTo>
                    <a:pt x="1663677" y="1772980"/>
                  </a:lnTo>
                  <a:lnTo>
                    <a:pt x="1699309" y="1800549"/>
                  </a:lnTo>
                  <a:lnTo>
                    <a:pt x="1734940" y="1827731"/>
                  </a:lnTo>
                  <a:lnTo>
                    <a:pt x="1770571" y="1854529"/>
                  </a:lnTo>
                  <a:lnTo>
                    <a:pt x="1806203" y="1880943"/>
                  </a:lnTo>
                  <a:lnTo>
                    <a:pt x="1841834" y="1906970"/>
                  </a:lnTo>
                  <a:lnTo>
                    <a:pt x="1877465" y="1932590"/>
                  </a:lnTo>
                  <a:lnTo>
                    <a:pt x="1913097" y="1957785"/>
                  </a:lnTo>
                  <a:lnTo>
                    <a:pt x="1948728" y="1982537"/>
                  </a:lnTo>
                  <a:lnTo>
                    <a:pt x="1984359" y="2006833"/>
                  </a:lnTo>
                  <a:lnTo>
                    <a:pt x="2019991" y="2030659"/>
                  </a:lnTo>
                  <a:lnTo>
                    <a:pt x="2055622" y="2054005"/>
                  </a:lnTo>
                  <a:lnTo>
                    <a:pt x="2091253" y="2076860"/>
                  </a:lnTo>
                  <a:lnTo>
                    <a:pt x="2126884" y="2099216"/>
                  </a:lnTo>
                  <a:lnTo>
                    <a:pt x="2162516" y="2121068"/>
                  </a:lnTo>
                  <a:lnTo>
                    <a:pt x="2198147" y="2142410"/>
                  </a:lnTo>
                  <a:lnTo>
                    <a:pt x="2233778" y="2163238"/>
                  </a:lnTo>
                  <a:lnTo>
                    <a:pt x="2269410" y="2183550"/>
                  </a:lnTo>
                  <a:lnTo>
                    <a:pt x="2305041" y="2203345"/>
                  </a:lnTo>
                  <a:lnTo>
                    <a:pt x="2340672" y="2222621"/>
                  </a:lnTo>
                  <a:lnTo>
                    <a:pt x="2376304" y="2241380"/>
                  </a:lnTo>
                  <a:lnTo>
                    <a:pt x="2411935" y="2259624"/>
                  </a:lnTo>
                  <a:lnTo>
                    <a:pt x="2447566" y="2277353"/>
                  </a:lnTo>
                  <a:lnTo>
                    <a:pt x="2483198" y="2294573"/>
                  </a:lnTo>
                  <a:lnTo>
                    <a:pt x="2518829" y="2311285"/>
                  </a:lnTo>
                  <a:lnTo>
                    <a:pt x="2554460" y="2327495"/>
                  </a:lnTo>
                  <a:lnTo>
                    <a:pt x="2590091" y="2343208"/>
                  </a:lnTo>
                  <a:lnTo>
                    <a:pt x="2625723" y="2358428"/>
                  </a:lnTo>
                  <a:lnTo>
                    <a:pt x="2661354" y="2373162"/>
                  </a:lnTo>
                  <a:lnTo>
                    <a:pt x="2696985" y="2387416"/>
                  </a:lnTo>
                  <a:lnTo>
                    <a:pt x="2732617" y="2401196"/>
                  </a:lnTo>
                  <a:lnTo>
                    <a:pt x="2768248" y="2414509"/>
                  </a:lnTo>
                  <a:lnTo>
                    <a:pt x="2803879" y="2427362"/>
                  </a:lnTo>
                  <a:lnTo>
                    <a:pt x="2839511" y="2439761"/>
                  </a:lnTo>
                  <a:lnTo>
                    <a:pt x="2875142" y="2451714"/>
                  </a:lnTo>
                  <a:lnTo>
                    <a:pt x="2910773" y="2463229"/>
                  </a:lnTo>
                  <a:lnTo>
                    <a:pt x="2946405" y="2474312"/>
                  </a:lnTo>
                  <a:lnTo>
                    <a:pt x="2982036" y="2484970"/>
                  </a:lnTo>
                  <a:lnTo>
                    <a:pt x="3017667" y="2495212"/>
                  </a:lnTo>
                  <a:lnTo>
                    <a:pt x="3053298" y="2505043"/>
                  </a:lnTo>
                  <a:lnTo>
                    <a:pt x="3088930" y="2514472"/>
                  </a:lnTo>
                  <a:lnTo>
                    <a:pt x="3124561" y="2523505"/>
                  </a:lnTo>
                  <a:lnTo>
                    <a:pt x="3160192" y="2532155"/>
                  </a:lnTo>
                  <a:lnTo>
                    <a:pt x="3195824" y="2540442"/>
                  </a:lnTo>
                  <a:lnTo>
                    <a:pt x="3231455" y="2548382"/>
                  </a:lnTo>
                  <a:lnTo>
                    <a:pt x="3267086" y="2555993"/>
                  </a:lnTo>
                  <a:lnTo>
                    <a:pt x="3302718" y="2563290"/>
                  </a:lnTo>
                  <a:lnTo>
                    <a:pt x="3338349" y="2570289"/>
                  </a:lnTo>
                  <a:lnTo>
                    <a:pt x="3373980" y="2577002"/>
                  </a:lnTo>
                  <a:lnTo>
                    <a:pt x="3409612" y="2583444"/>
                  </a:lnTo>
                  <a:lnTo>
                    <a:pt x="3445243" y="2589627"/>
                  </a:lnTo>
                  <a:lnTo>
                    <a:pt x="3480874" y="2595564"/>
                  </a:lnTo>
                  <a:lnTo>
                    <a:pt x="3516505" y="2601265"/>
                  </a:lnTo>
                  <a:lnTo>
                    <a:pt x="3552137" y="2606742"/>
                  </a:lnTo>
                  <a:lnTo>
                    <a:pt x="3587768" y="2612005"/>
                  </a:lnTo>
                  <a:lnTo>
                    <a:pt x="3623399" y="2617063"/>
                  </a:lnTo>
                  <a:lnTo>
                    <a:pt x="3659031" y="2621927"/>
                  </a:lnTo>
                  <a:lnTo>
                    <a:pt x="3694662" y="2626605"/>
                  </a:lnTo>
                  <a:lnTo>
                    <a:pt x="3730293" y="2631105"/>
                  </a:lnTo>
                  <a:lnTo>
                    <a:pt x="3765925" y="2635437"/>
                  </a:lnTo>
                  <a:lnTo>
                    <a:pt x="3801556" y="2639606"/>
                  </a:lnTo>
                  <a:lnTo>
                    <a:pt x="3837187" y="2643622"/>
                  </a:lnTo>
                  <a:lnTo>
                    <a:pt x="3872819" y="2647491"/>
                  </a:lnTo>
                  <a:lnTo>
                    <a:pt x="3908450" y="2651219"/>
                  </a:lnTo>
                  <a:lnTo>
                    <a:pt x="3944081" y="2654814"/>
                  </a:lnTo>
                  <a:lnTo>
                    <a:pt x="3979712" y="2658281"/>
                  </a:lnTo>
                  <a:lnTo>
                    <a:pt x="4015344" y="2661627"/>
                  </a:lnTo>
                  <a:lnTo>
                    <a:pt x="4050975" y="2664858"/>
                  </a:lnTo>
                  <a:lnTo>
                    <a:pt x="4086606" y="2667978"/>
                  </a:lnTo>
                  <a:lnTo>
                    <a:pt x="4122238" y="2670994"/>
                  </a:lnTo>
                  <a:lnTo>
                    <a:pt x="4157869" y="2673909"/>
                  </a:lnTo>
                  <a:lnTo>
                    <a:pt x="4193500" y="2676731"/>
                  </a:lnTo>
                  <a:lnTo>
                    <a:pt x="4229132" y="2679462"/>
                  </a:lnTo>
                  <a:lnTo>
                    <a:pt x="4264763" y="2682108"/>
                  </a:lnTo>
                  <a:lnTo>
                    <a:pt x="4300394" y="2684673"/>
                  </a:lnTo>
                  <a:lnTo>
                    <a:pt x="4336026" y="2687162"/>
                  </a:lnTo>
                  <a:lnTo>
                    <a:pt x="4371657" y="2689578"/>
                  </a:lnTo>
                  <a:lnTo>
                    <a:pt x="4407288" y="2691926"/>
                  </a:lnTo>
                  <a:lnTo>
                    <a:pt x="4442919" y="2694209"/>
                  </a:lnTo>
                  <a:lnTo>
                    <a:pt x="4478551" y="2696432"/>
                  </a:lnTo>
                  <a:lnTo>
                    <a:pt x="4514182" y="2698598"/>
                  </a:lnTo>
                  <a:lnTo>
                    <a:pt x="4549813" y="2700711"/>
                  </a:lnTo>
                  <a:lnTo>
                    <a:pt x="4585445" y="2702774"/>
                  </a:lnTo>
                  <a:lnTo>
                    <a:pt x="4621076" y="2704791"/>
                  </a:lnTo>
                  <a:lnTo>
                    <a:pt x="4656707" y="2706764"/>
                  </a:lnTo>
                  <a:lnTo>
                    <a:pt x="4692339" y="2708698"/>
                  </a:lnTo>
                  <a:lnTo>
                    <a:pt x="4727970" y="2710594"/>
                  </a:lnTo>
                  <a:lnTo>
                    <a:pt x="4763601" y="2712457"/>
                  </a:lnTo>
                  <a:lnTo>
                    <a:pt x="4799233" y="2714290"/>
                  </a:lnTo>
                  <a:lnTo>
                    <a:pt x="4834864" y="2716094"/>
                  </a:lnTo>
                  <a:lnTo>
                    <a:pt x="4870495" y="2717874"/>
                  </a:lnTo>
                  <a:lnTo>
                    <a:pt x="4906126" y="2719631"/>
                  </a:lnTo>
                  <a:lnTo>
                    <a:pt x="4941758" y="2721369"/>
                  </a:lnTo>
                  <a:lnTo>
                    <a:pt x="4977389" y="2723090"/>
                  </a:lnTo>
                  <a:lnTo>
                    <a:pt x="5013020" y="2724797"/>
                  </a:lnTo>
                  <a:lnTo>
                    <a:pt x="5048652" y="2726492"/>
                  </a:lnTo>
                  <a:lnTo>
                    <a:pt x="5084283" y="2728177"/>
                  </a:lnTo>
                  <a:lnTo>
                    <a:pt x="5119914" y="2729852"/>
                  </a:lnTo>
                  <a:lnTo>
                    <a:pt x="5155546" y="2731517"/>
                  </a:lnTo>
                  <a:lnTo>
                    <a:pt x="5191177" y="2733172"/>
                  </a:lnTo>
                  <a:lnTo>
                    <a:pt x="5226808" y="2734817"/>
                  </a:lnTo>
                  <a:lnTo>
                    <a:pt x="5262439" y="2736452"/>
                  </a:lnTo>
                  <a:lnTo>
                    <a:pt x="5298071" y="2738078"/>
                  </a:lnTo>
                  <a:lnTo>
                    <a:pt x="5333702" y="2739694"/>
                  </a:lnTo>
                  <a:lnTo>
                    <a:pt x="5369333" y="2741300"/>
                  </a:lnTo>
                  <a:lnTo>
                    <a:pt x="5404965" y="2742896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3601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165601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656882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962846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892587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692708" y="553982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48235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410717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339085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92708" y="267452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7" name="tx57"/>
            <p:cNvSpPr/>
            <p:nvPr/>
          </p:nvSpPr>
          <p:spPr>
            <a:xfrm rot="-5400000">
              <a:off x="68446" y="4097119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41141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64966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608241" y="2212769"/>
              <a:ext cx="56519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Linear term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532066" y="2212769"/>
              <a:ext cx="158346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Restricted cubic spline (4 knots)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17517" y="1896563"/>
              <a:ext cx="568921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Spline: p non-linear = 0.232 (2 df), p overall = &lt;0.001 (3 df)  |  Linear: subHR per 10 % decline = 1.52 (1.38-1.68)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2026-10-05T07:55:22Z</dcterms:modified>
  <cp:category/>
</cp:coreProperties>
</file>