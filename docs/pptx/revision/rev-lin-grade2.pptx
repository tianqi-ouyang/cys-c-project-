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102123"/>
            </a:xfrm>
            <a:custGeom>
              <a:avLst/>
              <a:pathLst>
                <a:path w="7090630" h="3102123">
                  <a:moveTo>
                    <a:pt x="384356" y="0"/>
                  </a:moveTo>
                  <a:lnTo>
                    <a:pt x="391944" y="9734"/>
                  </a:lnTo>
                  <a:lnTo>
                    <a:pt x="427575" y="54833"/>
                  </a:lnTo>
                  <a:lnTo>
                    <a:pt x="463206" y="99326"/>
                  </a:lnTo>
                  <a:lnTo>
                    <a:pt x="498838" y="143221"/>
                  </a:lnTo>
                  <a:lnTo>
                    <a:pt x="534469" y="186527"/>
                  </a:lnTo>
                  <a:lnTo>
                    <a:pt x="570100" y="229250"/>
                  </a:lnTo>
                  <a:lnTo>
                    <a:pt x="605732" y="271400"/>
                  </a:lnTo>
                  <a:lnTo>
                    <a:pt x="641363" y="312983"/>
                  </a:lnTo>
                  <a:lnTo>
                    <a:pt x="676994" y="354007"/>
                  </a:lnTo>
                  <a:lnTo>
                    <a:pt x="712626" y="394480"/>
                  </a:lnTo>
                  <a:lnTo>
                    <a:pt x="748257" y="434409"/>
                  </a:lnTo>
                  <a:lnTo>
                    <a:pt x="783888" y="473801"/>
                  </a:lnTo>
                  <a:lnTo>
                    <a:pt x="819520" y="512664"/>
                  </a:lnTo>
                  <a:lnTo>
                    <a:pt x="855151" y="551005"/>
                  </a:lnTo>
                  <a:lnTo>
                    <a:pt x="890782" y="588831"/>
                  </a:lnTo>
                  <a:lnTo>
                    <a:pt x="926413" y="626148"/>
                  </a:lnTo>
                  <a:lnTo>
                    <a:pt x="962045" y="662964"/>
                  </a:lnTo>
                  <a:lnTo>
                    <a:pt x="997676" y="699286"/>
                  </a:lnTo>
                  <a:lnTo>
                    <a:pt x="1033307" y="735119"/>
                  </a:lnTo>
                  <a:lnTo>
                    <a:pt x="1068939" y="770471"/>
                  </a:lnTo>
                  <a:lnTo>
                    <a:pt x="1104570" y="805347"/>
                  </a:lnTo>
                  <a:lnTo>
                    <a:pt x="1140201" y="839755"/>
                  </a:lnTo>
                  <a:lnTo>
                    <a:pt x="1175833" y="873701"/>
                  </a:lnTo>
                  <a:lnTo>
                    <a:pt x="1211464" y="907190"/>
                  </a:lnTo>
                  <a:lnTo>
                    <a:pt x="1247095" y="940230"/>
                  </a:lnTo>
                  <a:lnTo>
                    <a:pt x="1282727" y="972825"/>
                  </a:lnTo>
                  <a:lnTo>
                    <a:pt x="1318358" y="1004982"/>
                  </a:lnTo>
                  <a:lnTo>
                    <a:pt x="1353989" y="1036708"/>
                  </a:lnTo>
                  <a:lnTo>
                    <a:pt x="1389620" y="1068007"/>
                  </a:lnTo>
                  <a:lnTo>
                    <a:pt x="1425252" y="1098885"/>
                  </a:lnTo>
                  <a:lnTo>
                    <a:pt x="1460883" y="1129349"/>
                  </a:lnTo>
                  <a:lnTo>
                    <a:pt x="1496514" y="1159403"/>
                  </a:lnTo>
                  <a:lnTo>
                    <a:pt x="1532146" y="1189053"/>
                  </a:lnTo>
                  <a:lnTo>
                    <a:pt x="1567777" y="1218305"/>
                  </a:lnTo>
                  <a:lnTo>
                    <a:pt x="1603408" y="1247164"/>
                  </a:lnTo>
                  <a:lnTo>
                    <a:pt x="1639040" y="1275635"/>
                  </a:lnTo>
                  <a:lnTo>
                    <a:pt x="1674671" y="1303723"/>
                  </a:lnTo>
                  <a:lnTo>
                    <a:pt x="1710302" y="1331434"/>
                  </a:lnTo>
                  <a:lnTo>
                    <a:pt x="1745934" y="1358773"/>
                  </a:lnTo>
                  <a:lnTo>
                    <a:pt x="1781565" y="1385744"/>
                  </a:lnTo>
                  <a:lnTo>
                    <a:pt x="1817196" y="1412353"/>
                  </a:lnTo>
                  <a:lnTo>
                    <a:pt x="1852827" y="1438604"/>
                  </a:lnTo>
                  <a:lnTo>
                    <a:pt x="1888459" y="1464503"/>
                  </a:lnTo>
                  <a:lnTo>
                    <a:pt x="1924090" y="1490053"/>
                  </a:lnTo>
                  <a:lnTo>
                    <a:pt x="1959721" y="1515260"/>
                  </a:lnTo>
                  <a:lnTo>
                    <a:pt x="1995353" y="1540129"/>
                  </a:lnTo>
                  <a:lnTo>
                    <a:pt x="2030984" y="1564663"/>
                  </a:lnTo>
                  <a:lnTo>
                    <a:pt x="2066615" y="1588867"/>
                  </a:lnTo>
                  <a:lnTo>
                    <a:pt x="2102247" y="1612747"/>
                  </a:lnTo>
                  <a:lnTo>
                    <a:pt x="2137878" y="1636305"/>
                  </a:lnTo>
                  <a:lnTo>
                    <a:pt x="2173509" y="1659547"/>
                  </a:lnTo>
                  <a:lnTo>
                    <a:pt x="2209141" y="1682477"/>
                  </a:lnTo>
                  <a:lnTo>
                    <a:pt x="2244772" y="1705098"/>
                  </a:lnTo>
                  <a:lnTo>
                    <a:pt x="2280403" y="1727415"/>
                  </a:lnTo>
                  <a:lnTo>
                    <a:pt x="2316034" y="1749433"/>
                  </a:lnTo>
                  <a:lnTo>
                    <a:pt x="2351666" y="1771155"/>
                  </a:lnTo>
                  <a:lnTo>
                    <a:pt x="2387297" y="1792584"/>
                  </a:lnTo>
                  <a:lnTo>
                    <a:pt x="2422928" y="1813726"/>
                  </a:lnTo>
                  <a:lnTo>
                    <a:pt x="2458560" y="1834584"/>
                  </a:lnTo>
                  <a:lnTo>
                    <a:pt x="2494191" y="1855161"/>
                  </a:lnTo>
                  <a:lnTo>
                    <a:pt x="2529822" y="1875462"/>
                  </a:lnTo>
                  <a:lnTo>
                    <a:pt x="2565454" y="1895490"/>
                  </a:lnTo>
                  <a:lnTo>
                    <a:pt x="2601085" y="1915249"/>
                  </a:lnTo>
                  <a:lnTo>
                    <a:pt x="2636716" y="1934743"/>
                  </a:lnTo>
                  <a:lnTo>
                    <a:pt x="2672348" y="1953975"/>
                  </a:lnTo>
                  <a:lnTo>
                    <a:pt x="2707979" y="1972948"/>
                  </a:lnTo>
                  <a:lnTo>
                    <a:pt x="2743610" y="1991666"/>
                  </a:lnTo>
                  <a:lnTo>
                    <a:pt x="2779241" y="2010132"/>
                  </a:lnTo>
                  <a:lnTo>
                    <a:pt x="2814873" y="2028351"/>
                  </a:lnTo>
                  <a:lnTo>
                    <a:pt x="2850504" y="2046325"/>
                  </a:lnTo>
                  <a:lnTo>
                    <a:pt x="2886135" y="2064057"/>
                  </a:lnTo>
                  <a:lnTo>
                    <a:pt x="2921767" y="2081551"/>
                  </a:lnTo>
                  <a:lnTo>
                    <a:pt x="2957398" y="2098809"/>
                  </a:lnTo>
                  <a:lnTo>
                    <a:pt x="2993029" y="2115836"/>
                  </a:lnTo>
                  <a:lnTo>
                    <a:pt x="3028661" y="2132634"/>
                  </a:lnTo>
                  <a:lnTo>
                    <a:pt x="3064292" y="2149207"/>
                  </a:lnTo>
                  <a:lnTo>
                    <a:pt x="3099923" y="2165556"/>
                  </a:lnTo>
                  <a:lnTo>
                    <a:pt x="3135555" y="2181686"/>
                  </a:lnTo>
                  <a:lnTo>
                    <a:pt x="3171186" y="2197600"/>
                  </a:lnTo>
                  <a:lnTo>
                    <a:pt x="3206817" y="2213299"/>
                  </a:lnTo>
                  <a:lnTo>
                    <a:pt x="3242448" y="2228787"/>
                  </a:lnTo>
                  <a:lnTo>
                    <a:pt x="3278080" y="2244068"/>
                  </a:lnTo>
                  <a:lnTo>
                    <a:pt x="3313711" y="2259143"/>
                  </a:lnTo>
                  <a:lnTo>
                    <a:pt x="3349342" y="2274015"/>
                  </a:lnTo>
                  <a:lnTo>
                    <a:pt x="3384974" y="2288688"/>
                  </a:lnTo>
                  <a:lnTo>
                    <a:pt x="3420605" y="2303163"/>
                  </a:lnTo>
                  <a:lnTo>
                    <a:pt x="3456236" y="2317444"/>
                  </a:lnTo>
                  <a:lnTo>
                    <a:pt x="3491868" y="2331533"/>
                  </a:lnTo>
                  <a:lnTo>
                    <a:pt x="3527499" y="2345432"/>
                  </a:lnTo>
                  <a:lnTo>
                    <a:pt x="3563130" y="2359145"/>
                  </a:lnTo>
                  <a:lnTo>
                    <a:pt x="3598762" y="2372674"/>
                  </a:lnTo>
                  <a:lnTo>
                    <a:pt x="3634393" y="2386021"/>
                  </a:lnTo>
                  <a:lnTo>
                    <a:pt x="3670024" y="2399188"/>
                  </a:lnTo>
                  <a:lnTo>
                    <a:pt x="3705655" y="2412179"/>
                  </a:lnTo>
                  <a:lnTo>
                    <a:pt x="3741287" y="2424995"/>
                  </a:lnTo>
                  <a:lnTo>
                    <a:pt x="3776918" y="2437638"/>
                  </a:lnTo>
                  <a:lnTo>
                    <a:pt x="3812549" y="2450112"/>
                  </a:lnTo>
                  <a:lnTo>
                    <a:pt x="3848181" y="2462418"/>
                  </a:lnTo>
                  <a:lnTo>
                    <a:pt x="3883812" y="2474559"/>
                  </a:lnTo>
                  <a:lnTo>
                    <a:pt x="3919443" y="2486537"/>
                  </a:lnTo>
                  <a:lnTo>
                    <a:pt x="3955075" y="2498354"/>
                  </a:lnTo>
                  <a:lnTo>
                    <a:pt x="3990706" y="2510012"/>
                  </a:lnTo>
                  <a:lnTo>
                    <a:pt x="4026337" y="2521513"/>
                  </a:lnTo>
                  <a:lnTo>
                    <a:pt x="4061968" y="2532860"/>
                  </a:lnTo>
                  <a:lnTo>
                    <a:pt x="4097600" y="2544054"/>
                  </a:lnTo>
                  <a:lnTo>
                    <a:pt x="4133231" y="2555098"/>
                  </a:lnTo>
                  <a:lnTo>
                    <a:pt x="4168862" y="2565424"/>
                  </a:lnTo>
                  <a:lnTo>
                    <a:pt x="4204494" y="2572077"/>
                  </a:lnTo>
                  <a:lnTo>
                    <a:pt x="4240125" y="2578676"/>
                  </a:lnTo>
                  <a:lnTo>
                    <a:pt x="4275756" y="2585219"/>
                  </a:lnTo>
                  <a:lnTo>
                    <a:pt x="4311388" y="2591708"/>
                  </a:lnTo>
                  <a:lnTo>
                    <a:pt x="4347019" y="2598144"/>
                  </a:lnTo>
                  <a:lnTo>
                    <a:pt x="4382650" y="2604525"/>
                  </a:lnTo>
                  <a:lnTo>
                    <a:pt x="4418282" y="2610854"/>
                  </a:lnTo>
                  <a:lnTo>
                    <a:pt x="4453913" y="2617130"/>
                  </a:lnTo>
                  <a:lnTo>
                    <a:pt x="4489544" y="2623354"/>
                  </a:lnTo>
                  <a:lnTo>
                    <a:pt x="4525175" y="2629526"/>
                  </a:lnTo>
                  <a:lnTo>
                    <a:pt x="4560807" y="2635647"/>
                  </a:lnTo>
                  <a:lnTo>
                    <a:pt x="4596438" y="2641717"/>
                  </a:lnTo>
                  <a:lnTo>
                    <a:pt x="4632069" y="2647736"/>
                  </a:lnTo>
                  <a:lnTo>
                    <a:pt x="4667701" y="2653706"/>
                  </a:lnTo>
                  <a:lnTo>
                    <a:pt x="4703332" y="2659626"/>
                  </a:lnTo>
                  <a:lnTo>
                    <a:pt x="4738963" y="2665496"/>
                  </a:lnTo>
                  <a:lnTo>
                    <a:pt x="4774595" y="2671318"/>
                  </a:lnTo>
                  <a:lnTo>
                    <a:pt x="4810226" y="2677092"/>
                  </a:lnTo>
                  <a:lnTo>
                    <a:pt x="4845857" y="2682817"/>
                  </a:lnTo>
                  <a:lnTo>
                    <a:pt x="4881489" y="2688495"/>
                  </a:lnTo>
                  <a:lnTo>
                    <a:pt x="4917120" y="2694126"/>
                  </a:lnTo>
                  <a:lnTo>
                    <a:pt x="4952751" y="2699710"/>
                  </a:lnTo>
                  <a:lnTo>
                    <a:pt x="4988382" y="2705247"/>
                  </a:lnTo>
                  <a:lnTo>
                    <a:pt x="5024014" y="2710739"/>
                  </a:lnTo>
                  <a:lnTo>
                    <a:pt x="5059645" y="2716184"/>
                  </a:lnTo>
                  <a:lnTo>
                    <a:pt x="5095276" y="2721585"/>
                  </a:lnTo>
                  <a:lnTo>
                    <a:pt x="5130908" y="2726941"/>
                  </a:lnTo>
                  <a:lnTo>
                    <a:pt x="5166539" y="2732252"/>
                  </a:lnTo>
                  <a:lnTo>
                    <a:pt x="5202170" y="2737519"/>
                  </a:lnTo>
                  <a:lnTo>
                    <a:pt x="5237802" y="2742742"/>
                  </a:lnTo>
                  <a:lnTo>
                    <a:pt x="5273433" y="2747922"/>
                  </a:lnTo>
                  <a:lnTo>
                    <a:pt x="5309064" y="2753059"/>
                  </a:lnTo>
                  <a:lnTo>
                    <a:pt x="5344696" y="2758153"/>
                  </a:lnTo>
                  <a:lnTo>
                    <a:pt x="5380327" y="2763204"/>
                  </a:lnTo>
                  <a:lnTo>
                    <a:pt x="5415958" y="2768214"/>
                  </a:lnTo>
                  <a:lnTo>
                    <a:pt x="5451589" y="2773182"/>
                  </a:lnTo>
                  <a:lnTo>
                    <a:pt x="5487221" y="2778109"/>
                  </a:lnTo>
                  <a:lnTo>
                    <a:pt x="5522852" y="2782995"/>
                  </a:lnTo>
                  <a:lnTo>
                    <a:pt x="5558483" y="2787840"/>
                  </a:lnTo>
                  <a:lnTo>
                    <a:pt x="5594115" y="2792645"/>
                  </a:lnTo>
                  <a:lnTo>
                    <a:pt x="5629746" y="2797410"/>
                  </a:lnTo>
                  <a:lnTo>
                    <a:pt x="5665377" y="2802135"/>
                  </a:lnTo>
                  <a:lnTo>
                    <a:pt x="5701009" y="2806821"/>
                  </a:lnTo>
                  <a:lnTo>
                    <a:pt x="5736640" y="2811469"/>
                  </a:lnTo>
                  <a:lnTo>
                    <a:pt x="5772271" y="2816077"/>
                  </a:lnTo>
                  <a:lnTo>
                    <a:pt x="5807903" y="2820647"/>
                  </a:lnTo>
                  <a:lnTo>
                    <a:pt x="5843534" y="2825180"/>
                  </a:lnTo>
                  <a:lnTo>
                    <a:pt x="5879165" y="2829674"/>
                  </a:lnTo>
                  <a:lnTo>
                    <a:pt x="5914796" y="2834131"/>
                  </a:lnTo>
                  <a:lnTo>
                    <a:pt x="5950428" y="2838552"/>
                  </a:lnTo>
                  <a:lnTo>
                    <a:pt x="5986059" y="2842935"/>
                  </a:lnTo>
                  <a:lnTo>
                    <a:pt x="6021690" y="2847282"/>
                  </a:lnTo>
                  <a:lnTo>
                    <a:pt x="6057322" y="2851593"/>
                  </a:lnTo>
                  <a:lnTo>
                    <a:pt x="6092953" y="2855868"/>
                  </a:lnTo>
                  <a:lnTo>
                    <a:pt x="6128584" y="2860107"/>
                  </a:lnTo>
                  <a:lnTo>
                    <a:pt x="6164216" y="2864312"/>
                  </a:lnTo>
                  <a:lnTo>
                    <a:pt x="6199847" y="2868481"/>
                  </a:lnTo>
                  <a:lnTo>
                    <a:pt x="6235478" y="2872616"/>
                  </a:lnTo>
                  <a:lnTo>
                    <a:pt x="6271110" y="2876716"/>
                  </a:lnTo>
                  <a:lnTo>
                    <a:pt x="6306741" y="2880782"/>
                  </a:lnTo>
                  <a:lnTo>
                    <a:pt x="6342372" y="2884815"/>
                  </a:lnTo>
                  <a:lnTo>
                    <a:pt x="6378003" y="2888814"/>
                  </a:lnTo>
                  <a:lnTo>
                    <a:pt x="6413635" y="2892779"/>
                  </a:lnTo>
                  <a:lnTo>
                    <a:pt x="6449266" y="2896712"/>
                  </a:lnTo>
                  <a:lnTo>
                    <a:pt x="6484897" y="2900612"/>
                  </a:lnTo>
                  <a:lnTo>
                    <a:pt x="6520529" y="2904479"/>
                  </a:lnTo>
                  <a:lnTo>
                    <a:pt x="6556160" y="2908315"/>
                  </a:lnTo>
                  <a:lnTo>
                    <a:pt x="6591791" y="2912118"/>
                  </a:lnTo>
                  <a:lnTo>
                    <a:pt x="6627423" y="2915890"/>
                  </a:lnTo>
                  <a:lnTo>
                    <a:pt x="6663054" y="2919631"/>
                  </a:lnTo>
                  <a:lnTo>
                    <a:pt x="6698685" y="2923341"/>
                  </a:lnTo>
                  <a:lnTo>
                    <a:pt x="6734317" y="2927019"/>
                  </a:lnTo>
                  <a:lnTo>
                    <a:pt x="6769948" y="2930667"/>
                  </a:lnTo>
                  <a:lnTo>
                    <a:pt x="6805579" y="2934285"/>
                  </a:lnTo>
                  <a:lnTo>
                    <a:pt x="6841210" y="2937873"/>
                  </a:lnTo>
                  <a:lnTo>
                    <a:pt x="6876842" y="2941431"/>
                  </a:lnTo>
                  <a:lnTo>
                    <a:pt x="6912473" y="2944959"/>
                  </a:lnTo>
                  <a:lnTo>
                    <a:pt x="6948104" y="2948458"/>
                  </a:lnTo>
                  <a:lnTo>
                    <a:pt x="6983736" y="2951928"/>
                  </a:lnTo>
                  <a:lnTo>
                    <a:pt x="7019367" y="2955369"/>
                  </a:lnTo>
                  <a:lnTo>
                    <a:pt x="7054998" y="2958781"/>
                  </a:lnTo>
                  <a:lnTo>
                    <a:pt x="7090630" y="2962165"/>
                  </a:lnTo>
                  <a:lnTo>
                    <a:pt x="7090630" y="3102123"/>
                  </a:lnTo>
                  <a:lnTo>
                    <a:pt x="7054998" y="3098530"/>
                  </a:lnTo>
                  <a:lnTo>
                    <a:pt x="7019367" y="3094888"/>
                  </a:lnTo>
                  <a:lnTo>
                    <a:pt x="6983736" y="3091196"/>
                  </a:lnTo>
                  <a:lnTo>
                    <a:pt x="6948104" y="3087455"/>
                  </a:lnTo>
                  <a:lnTo>
                    <a:pt x="6912473" y="3083662"/>
                  </a:lnTo>
                  <a:lnTo>
                    <a:pt x="6876842" y="3079817"/>
                  </a:lnTo>
                  <a:lnTo>
                    <a:pt x="6841210" y="3075921"/>
                  </a:lnTo>
                  <a:lnTo>
                    <a:pt x="6805579" y="3071971"/>
                  </a:lnTo>
                  <a:lnTo>
                    <a:pt x="6769948" y="3067967"/>
                  </a:lnTo>
                  <a:lnTo>
                    <a:pt x="6734317" y="3063909"/>
                  </a:lnTo>
                  <a:lnTo>
                    <a:pt x="6698685" y="3059795"/>
                  </a:lnTo>
                  <a:lnTo>
                    <a:pt x="6663054" y="3055626"/>
                  </a:lnTo>
                  <a:lnTo>
                    <a:pt x="6627423" y="3051399"/>
                  </a:lnTo>
                  <a:lnTo>
                    <a:pt x="6591791" y="3047115"/>
                  </a:lnTo>
                  <a:lnTo>
                    <a:pt x="6556160" y="3042773"/>
                  </a:lnTo>
                  <a:lnTo>
                    <a:pt x="6520529" y="3038372"/>
                  </a:lnTo>
                  <a:lnTo>
                    <a:pt x="6484897" y="3033910"/>
                  </a:lnTo>
                  <a:lnTo>
                    <a:pt x="6449266" y="3029388"/>
                  </a:lnTo>
                  <a:lnTo>
                    <a:pt x="6413635" y="3024805"/>
                  </a:lnTo>
                  <a:lnTo>
                    <a:pt x="6378003" y="3020159"/>
                  </a:lnTo>
                  <a:lnTo>
                    <a:pt x="6342372" y="3015449"/>
                  </a:lnTo>
                  <a:lnTo>
                    <a:pt x="6306741" y="3010676"/>
                  </a:lnTo>
                  <a:lnTo>
                    <a:pt x="6271110" y="3005837"/>
                  </a:lnTo>
                  <a:lnTo>
                    <a:pt x="6235478" y="3000933"/>
                  </a:lnTo>
                  <a:lnTo>
                    <a:pt x="6199847" y="2995961"/>
                  </a:lnTo>
                  <a:lnTo>
                    <a:pt x="6164216" y="2990922"/>
                  </a:lnTo>
                  <a:lnTo>
                    <a:pt x="6128584" y="2985815"/>
                  </a:lnTo>
                  <a:lnTo>
                    <a:pt x="6092953" y="2980637"/>
                  </a:lnTo>
                  <a:lnTo>
                    <a:pt x="6057322" y="2975390"/>
                  </a:lnTo>
                  <a:lnTo>
                    <a:pt x="6021690" y="2970071"/>
                  </a:lnTo>
                  <a:lnTo>
                    <a:pt x="5986059" y="2964679"/>
                  </a:lnTo>
                  <a:lnTo>
                    <a:pt x="5950428" y="2959214"/>
                  </a:lnTo>
                  <a:lnTo>
                    <a:pt x="5914796" y="2953674"/>
                  </a:lnTo>
                  <a:lnTo>
                    <a:pt x="5879165" y="2948059"/>
                  </a:lnTo>
                  <a:lnTo>
                    <a:pt x="5843534" y="2942368"/>
                  </a:lnTo>
                  <a:lnTo>
                    <a:pt x="5807903" y="2936599"/>
                  </a:lnTo>
                  <a:lnTo>
                    <a:pt x="5772271" y="2930751"/>
                  </a:lnTo>
                  <a:lnTo>
                    <a:pt x="5736640" y="2924824"/>
                  </a:lnTo>
                  <a:lnTo>
                    <a:pt x="5701009" y="2918816"/>
                  </a:lnTo>
                  <a:lnTo>
                    <a:pt x="5665377" y="2912726"/>
                  </a:lnTo>
                  <a:lnTo>
                    <a:pt x="5629746" y="2906554"/>
                  </a:lnTo>
                  <a:lnTo>
                    <a:pt x="5594115" y="2900297"/>
                  </a:lnTo>
                  <a:lnTo>
                    <a:pt x="5558483" y="2893955"/>
                  </a:lnTo>
                  <a:lnTo>
                    <a:pt x="5522852" y="2887527"/>
                  </a:lnTo>
                  <a:lnTo>
                    <a:pt x="5487221" y="2881011"/>
                  </a:lnTo>
                  <a:lnTo>
                    <a:pt x="5451589" y="2874406"/>
                  </a:lnTo>
                  <a:lnTo>
                    <a:pt x="5415958" y="2867711"/>
                  </a:lnTo>
                  <a:lnTo>
                    <a:pt x="5380327" y="2860925"/>
                  </a:lnTo>
                  <a:lnTo>
                    <a:pt x="5344696" y="2854047"/>
                  </a:lnTo>
                  <a:lnTo>
                    <a:pt x="5309064" y="2847075"/>
                  </a:lnTo>
                  <a:lnTo>
                    <a:pt x="5273433" y="2840008"/>
                  </a:lnTo>
                  <a:lnTo>
                    <a:pt x="5237802" y="2832845"/>
                  </a:lnTo>
                  <a:lnTo>
                    <a:pt x="5202170" y="2825584"/>
                  </a:lnTo>
                  <a:lnTo>
                    <a:pt x="5166539" y="2818225"/>
                  </a:lnTo>
                  <a:lnTo>
                    <a:pt x="5130908" y="2810765"/>
                  </a:lnTo>
                  <a:lnTo>
                    <a:pt x="5095276" y="2803203"/>
                  </a:lnTo>
                  <a:lnTo>
                    <a:pt x="5059645" y="2795539"/>
                  </a:lnTo>
                  <a:lnTo>
                    <a:pt x="5024014" y="2787770"/>
                  </a:lnTo>
                  <a:lnTo>
                    <a:pt x="4988382" y="2779895"/>
                  </a:lnTo>
                  <a:lnTo>
                    <a:pt x="4952751" y="2771913"/>
                  </a:lnTo>
                  <a:lnTo>
                    <a:pt x="4917120" y="2763823"/>
                  </a:lnTo>
                  <a:lnTo>
                    <a:pt x="4881489" y="2755622"/>
                  </a:lnTo>
                  <a:lnTo>
                    <a:pt x="4845857" y="2747309"/>
                  </a:lnTo>
                  <a:lnTo>
                    <a:pt x="4810226" y="2738883"/>
                  </a:lnTo>
                  <a:lnTo>
                    <a:pt x="4774595" y="2730343"/>
                  </a:lnTo>
                  <a:lnTo>
                    <a:pt x="4738963" y="2721686"/>
                  </a:lnTo>
                  <a:lnTo>
                    <a:pt x="4703332" y="2712911"/>
                  </a:lnTo>
                  <a:lnTo>
                    <a:pt x="4667701" y="2704017"/>
                  </a:lnTo>
                  <a:lnTo>
                    <a:pt x="4632069" y="2695001"/>
                  </a:lnTo>
                  <a:lnTo>
                    <a:pt x="4596438" y="2685863"/>
                  </a:lnTo>
                  <a:lnTo>
                    <a:pt x="4560807" y="2676600"/>
                  </a:lnTo>
                  <a:lnTo>
                    <a:pt x="4525175" y="2667211"/>
                  </a:lnTo>
                  <a:lnTo>
                    <a:pt x="4489544" y="2657694"/>
                  </a:lnTo>
                  <a:lnTo>
                    <a:pt x="4453913" y="2648048"/>
                  </a:lnTo>
                  <a:lnTo>
                    <a:pt x="4418282" y="2638270"/>
                  </a:lnTo>
                  <a:lnTo>
                    <a:pt x="4382650" y="2628359"/>
                  </a:lnTo>
                  <a:lnTo>
                    <a:pt x="4347019" y="2618313"/>
                  </a:lnTo>
                  <a:lnTo>
                    <a:pt x="4311388" y="2608130"/>
                  </a:lnTo>
                  <a:lnTo>
                    <a:pt x="4275756" y="2597809"/>
                  </a:lnTo>
                  <a:lnTo>
                    <a:pt x="4240125" y="2587347"/>
                  </a:lnTo>
                  <a:lnTo>
                    <a:pt x="4204494" y="2576742"/>
                  </a:lnTo>
                  <a:lnTo>
                    <a:pt x="4168862" y="2565993"/>
                  </a:lnTo>
                  <a:lnTo>
                    <a:pt x="4133231" y="2558714"/>
                  </a:lnTo>
                  <a:lnTo>
                    <a:pt x="4097600" y="2551949"/>
                  </a:lnTo>
                  <a:lnTo>
                    <a:pt x="4061968" y="2545126"/>
                  </a:lnTo>
                  <a:lnTo>
                    <a:pt x="4026337" y="2538247"/>
                  </a:lnTo>
                  <a:lnTo>
                    <a:pt x="3990706" y="2531309"/>
                  </a:lnTo>
                  <a:lnTo>
                    <a:pt x="3955075" y="2524314"/>
                  </a:lnTo>
                  <a:lnTo>
                    <a:pt x="3919443" y="2517260"/>
                  </a:lnTo>
                  <a:lnTo>
                    <a:pt x="3883812" y="2510147"/>
                  </a:lnTo>
                  <a:lnTo>
                    <a:pt x="3848181" y="2502974"/>
                  </a:lnTo>
                  <a:lnTo>
                    <a:pt x="3812549" y="2495741"/>
                  </a:lnTo>
                  <a:lnTo>
                    <a:pt x="3776918" y="2488448"/>
                  </a:lnTo>
                  <a:lnTo>
                    <a:pt x="3741287" y="2481093"/>
                  </a:lnTo>
                  <a:lnTo>
                    <a:pt x="3705655" y="2473677"/>
                  </a:lnTo>
                  <a:lnTo>
                    <a:pt x="3670024" y="2466198"/>
                  </a:lnTo>
                  <a:lnTo>
                    <a:pt x="3634393" y="2458657"/>
                  </a:lnTo>
                  <a:lnTo>
                    <a:pt x="3598762" y="2451053"/>
                  </a:lnTo>
                  <a:lnTo>
                    <a:pt x="3563130" y="2443385"/>
                  </a:lnTo>
                  <a:lnTo>
                    <a:pt x="3527499" y="2435653"/>
                  </a:lnTo>
                  <a:lnTo>
                    <a:pt x="3491868" y="2427855"/>
                  </a:lnTo>
                  <a:lnTo>
                    <a:pt x="3456236" y="2419993"/>
                  </a:lnTo>
                  <a:lnTo>
                    <a:pt x="3420605" y="2412064"/>
                  </a:lnTo>
                  <a:lnTo>
                    <a:pt x="3384974" y="2404070"/>
                  </a:lnTo>
                  <a:lnTo>
                    <a:pt x="3349342" y="2396008"/>
                  </a:lnTo>
                  <a:lnTo>
                    <a:pt x="3313711" y="2387878"/>
                  </a:lnTo>
                  <a:lnTo>
                    <a:pt x="3278080" y="2379681"/>
                  </a:lnTo>
                  <a:lnTo>
                    <a:pt x="3242448" y="2371415"/>
                  </a:lnTo>
                  <a:lnTo>
                    <a:pt x="3206817" y="2363079"/>
                  </a:lnTo>
                  <a:lnTo>
                    <a:pt x="3171186" y="2354674"/>
                  </a:lnTo>
                  <a:lnTo>
                    <a:pt x="3135555" y="2346198"/>
                  </a:lnTo>
                  <a:lnTo>
                    <a:pt x="3099923" y="2337651"/>
                  </a:lnTo>
                  <a:lnTo>
                    <a:pt x="3064292" y="2329032"/>
                  </a:lnTo>
                  <a:lnTo>
                    <a:pt x="3028661" y="2320341"/>
                  </a:lnTo>
                  <a:lnTo>
                    <a:pt x="2993029" y="2311578"/>
                  </a:lnTo>
                  <a:lnTo>
                    <a:pt x="2957398" y="2302741"/>
                  </a:lnTo>
                  <a:lnTo>
                    <a:pt x="2921767" y="2293829"/>
                  </a:lnTo>
                  <a:lnTo>
                    <a:pt x="2886135" y="2284844"/>
                  </a:lnTo>
                  <a:lnTo>
                    <a:pt x="2850504" y="2275782"/>
                  </a:lnTo>
                  <a:lnTo>
                    <a:pt x="2814873" y="2266645"/>
                  </a:lnTo>
                  <a:lnTo>
                    <a:pt x="2779241" y="2257432"/>
                  </a:lnTo>
                  <a:lnTo>
                    <a:pt x="2743610" y="2248141"/>
                  </a:lnTo>
                  <a:lnTo>
                    <a:pt x="2707979" y="2238772"/>
                  </a:lnTo>
                  <a:lnTo>
                    <a:pt x="2672348" y="2229325"/>
                  </a:lnTo>
                  <a:lnTo>
                    <a:pt x="2636716" y="2219798"/>
                  </a:lnTo>
                  <a:lnTo>
                    <a:pt x="2601085" y="2210192"/>
                  </a:lnTo>
                  <a:lnTo>
                    <a:pt x="2565454" y="2200505"/>
                  </a:lnTo>
                  <a:lnTo>
                    <a:pt x="2529822" y="2190737"/>
                  </a:lnTo>
                  <a:lnTo>
                    <a:pt x="2494191" y="2180887"/>
                  </a:lnTo>
                  <a:lnTo>
                    <a:pt x="2458560" y="2170954"/>
                  </a:lnTo>
                  <a:lnTo>
                    <a:pt x="2422928" y="2160939"/>
                  </a:lnTo>
                  <a:lnTo>
                    <a:pt x="2387297" y="2150839"/>
                  </a:lnTo>
                  <a:lnTo>
                    <a:pt x="2351666" y="2140654"/>
                  </a:lnTo>
                  <a:lnTo>
                    <a:pt x="2316034" y="2130385"/>
                  </a:lnTo>
                  <a:lnTo>
                    <a:pt x="2280403" y="2120029"/>
                  </a:lnTo>
                  <a:lnTo>
                    <a:pt x="2244772" y="2109586"/>
                  </a:lnTo>
                  <a:lnTo>
                    <a:pt x="2209141" y="2099056"/>
                  </a:lnTo>
                  <a:lnTo>
                    <a:pt x="2173509" y="2088438"/>
                  </a:lnTo>
                  <a:lnTo>
                    <a:pt x="2137878" y="2077730"/>
                  </a:lnTo>
                  <a:lnTo>
                    <a:pt x="2102247" y="2066933"/>
                  </a:lnTo>
                  <a:lnTo>
                    <a:pt x="2066615" y="2056046"/>
                  </a:lnTo>
                  <a:lnTo>
                    <a:pt x="2030984" y="2045067"/>
                  </a:lnTo>
                  <a:lnTo>
                    <a:pt x="1995353" y="2033996"/>
                  </a:lnTo>
                  <a:lnTo>
                    <a:pt x="1959721" y="2022832"/>
                  </a:lnTo>
                  <a:lnTo>
                    <a:pt x="1924090" y="2011575"/>
                  </a:lnTo>
                  <a:lnTo>
                    <a:pt x="1888459" y="2000223"/>
                  </a:lnTo>
                  <a:lnTo>
                    <a:pt x="1852827" y="1988777"/>
                  </a:lnTo>
                  <a:lnTo>
                    <a:pt x="1817196" y="1977234"/>
                  </a:lnTo>
                  <a:lnTo>
                    <a:pt x="1781565" y="1965594"/>
                  </a:lnTo>
                  <a:lnTo>
                    <a:pt x="1745934" y="1953857"/>
                  </a:lnTo>
                  <a:lnTo>
                    <a:pt x="1710302" y="1942022"/>
                  </a:lnTo>
                  <a:lnTo>
                    <a:pt x="1674671" y="1930087"/>
                  </a:lnTo>
                  <a:lnTo>
                    <a:pt x="1639040" y="1918053"/>
                  </a:lnTo>
                  <a:lnTo>
                    <a:pt x="1603408" y="1905917"/>
                  </a:lnTo>
                  <a:lnTo>
                    <a:pt x="1567777" y="1893680"/>
                  </a:lnTo>
                  <a:lnTo>
                    <a:pt x="1532146" y="1881340"/>
                  </a:lnTo>
                  <a:lnTo>
                    <a:pt x="1496514" y="1868897"/>
                  </a:lnTo>
                  <a:lnTo>
                    <a:pt x="1460883" y="1856350"/>
                  </a:lnTo>
                  <a:lnTo>
                    <a:pt x="1425252" y="1843697"/>
                  </a:lnTo>
                  <a:lnTo>
                    <a:pt x="1389620" y="1830938"/>
                  </a:lnTo>
                  <a:lnTo>
                    <a:pt x="1353989" y="1818073"/>
                  </a:lnTo>
                  <a:lnTo>
                    <a:pt x="1318358" y="1805099"/>
                  </a:lnTo>
                  <a:lnTo>
                    <a:pt x="1282727" y="1792017"/>
                  </a:lnTo>
                  <a:lnTo>
                    <a:pt x="1247095" y="1778825"/>
                  </a:lnTo>
                  <a:lnTo>
                    <a:pt x="1211464" y="1765523"/>
                  </a:lnTo>
                  <a:lnTo>
                    <a:pt x="1175833" y="1752109"/>
                  </a:lnTo>
                  <a:lnTo>
                    <a:pt x="1140201" y="1738582"/>
                  </a:lnTo>
                  <a:lnTo>
                    <a:pt x="1104570" y="1724942"/>
                  </a:lnTo>
                  <a:lnTo>
                    <a:pt x="1068939" y="1711188"/>
                  </a:lnTo>
                  <a:lnTo>
                    <a:pt x="1033307" y="1697319"/>
                  </a:lnTo>
                  <a:lnTo>
                    <a:pt x="997676" y="1683333"/>
                  </a:lnTo>
                  <a:lnTo>
                    <a:pt x="962045" y="1669231"/>
                  </a:lnTo>
                  <a:lnTo>
                    <a:pt x="926413" y="1655010"/>
                  </a:lnTo>
                  <a:lnTo>
                    <a:pt x="890782" y="1640669"/>
                  </a:lnTo>
                  <a:lnTo>
                    <a:pt x="855151" y="1626209"/>
                  </a:lnTo>
                  <a:lnTo>
                    <a:pt x="819520" y="1611627"/>
                  </a:lnTo>
                  <a:lnTo>
                    <a:pt x="783888" y="1596923"/>
                  </a:lnTo>
                  <a:lnTo>
                    <a:pt x="748257" y="1582096"/>
                  </a:lnTo>
                  <a:lnTo>
                    <a:pt x="712626" y="1567145"/>
                  </a:lnTo>
                  <a:lnTo>
                    <a:pt x="676994" y="1552068"/>
                  </a:lnTo>
                  <a:lnTo>
                    <a:pt x="641363" y="1536865"/>
                  </a:lnTo>
                  <a:lnTo>
                    <a:pt x="605732" y="1521535"/>
                  </a:lnTo>
                  <a:lnTo>
                    <a:pt x="570100" y="1506076"/>
                  </a:lnTo>
                  <a:lnTo>
                    <a:pt x="534469" y="1490487"/>
                  </a:lnTo>
                  <a:lnTo>
                    <a:pt x="498838" y="1474768"/>
                  </a:lnTo>
                  <a:lnTo>
                    <a:pt x="463206" y="1458917"/>
                  </a:lnTo>
                  <a:lnTo>
                    <a:pt x="427575" y="1442933"/>
                  </a:lnTo>
                  <a:lnTo>
                    <a:pt x="391944" y="1426815"/>
                  </a:lnTo>
                  <a:lnTo>
                    <a:pt x="356313" y="1410563"/>
                  </a:lnTo>
                  <a:lnTo>
                    <a:pt x="320681" y="1394173"/>
                  </a:lnTo>
                  <a:lnTo>
                    <a:pt x="285050" y="1377647"/>
                  </a:lnTo>
                  <a:lnTo>
                    <a:pt x="249419" y="1360982"/>
                  </a:lnTo>
                  <a:lnTo>
                    <a:pt x="213787" y="1344177"/>
                  </a:lnTo>
                  <a:lnTo>
                    <a:pt x="178156" y="1327232"/>
                  </a:lnTo>
                  <a:lnTo>
                    <a:pt x="142525" y="1310144"/>
                  </a:lnTo>
                  <a:lnTo>
                    <a:pt x="106893" y="1292913"/>
                  </a:lnTo>
                  <a:lnTo>
                    <a:pt x="71262" y="1275538"/>
                  </a:lnTo>
                  <a:lnTo>
                    <a:pt x="35631" y="1258017"/>
                  </a:lnTo>
                  <a:lnTo>
                    <a:pt x="0" y="124035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556406" y="2196947"/>
              <a:ext cx="6706273" cy="2962165"/>
            </a:xfrm>
            <a:custGeom>
              <a:avLst/>
              <a:pathLst>
                <a:path w="6706273" h="2962165">
                  <a:moveTo>
                    <a:pt x="0" y="0"/>
                  </a:moveTo>
                  <a:lnTo>
                    <a:pt x="7587" y="9734"/>
                  </a:lnTo>
                  <a:lnTo>
                    <a:pt x="43218" y="54833"/>
                  </a:lnTo>
                  <a:lnTo>
                    <a:pt x="78850" y="99326"/>
                  </a:lnTo>
                  <a:lnTo>
                    <a:pt x="114481" y="143221"/>
                  </a:lnTo>
                  <a:lnTo>
                    <a:pt x="150112" y="186527"/>
                  </a:lnTo>
                  <a:lnTo>
                    <a:pt x="185744" y="229250"/>
                  </a:lnTo>
                  <a:lnTo>
                    <a:pt x="221375" y="271400"/>
                  </a:lnTo>
                  <a:lnTo>
                    <a:pt x="257006" y="312983"/>
                  </a:lnTo>
                  <a:lnTo>
                    <a:pt x="292638" y="354007"/>
                  </a:lnTo>
                  <a:lnTo>
                    <a:pt x="328269" y="394480"/>
                  </a:lnTo>
                  <a:lnTo>
                    <a:pt x="363900" y="434409"/>
                  </a:lnTo>
                  <a:lnTo>
                    <a:pt x="399531" y="473801"/>
                  </a:lnTo>
                  <a:lnTo>
                    <a:pt x="435163" y="512664"/>
                  </a:lnTo>
                  <a:lnTo>
                    <a:pt x="470794" y="551005"/>
                  </a:lnTo>
                  <a:lnTo>
                    <a:pt x="506425" y="588831"/>
                  </a:lnTo>
                  <a:lnTo>
                    <a:pt x="542057" y="626148"/>
                  </a:lnTo>
                  <a:lnTo>
                    <a:pt x="577688" y="662964"/>
                  </a:lnTo>
                  <a:lnTo>
                    <a:pt x="613319" y="699286"/>
                  </a:lnTo>
                  <a:lnTo>
                    <a:pt x="648951" y="735119"/>
                  </a:lnTo>
                  <a:lnTo>
                    <a:pt x="684582" y="770471"/>
                  </a:lnTo>
                  <a:lnTo>
                    <a:pt x="720213" y="805347"/>
                  </a:lnTo>
                  <a:lnTo>
                    <a:pt x="755844" y="839755"/>
                  </a:lnTo>
                  <a:lnTo>
                    <a:pt x="791476" y="873701"/>
                  </a:lnTo>
                  <a:lnTo>
                    <a:pt x="827107" y="907190"/>
                  </a:lnTo>
                  <a:lnTo>
                    <a:pt x="862738" y="940230"/>
                  </a:lnTo>
                  <a:lnTo>
                    <a:pt x="898370" y="972825"/>
                  </a:lnTo>
                  <a:lnTo>
                    <a:pt x="934001" y="1004982"/>
                  </a:lnTo>
                  <a:lnTo>
                    <a:pt x="969632" y="1036708"/>
                  </a:lnTo>
                  <a:lnTo>
                    <a:pt x="1005264" y="1068007"/>
                  </a:lnTo>
                  <a:lnTo>
                    <a:pt x="1040895" y="1098885"/>
                  </a:lnTo>
                  <a:lnTo>
                    <a:pt x="1076526" y="1129349"/>
                  </a:lnTo>
                  <a:lnTo>
                    <a:pt x="1112158" y="1159403"/>
                  </a:lnTo>
                  <a:lnTo>
                    <a:pt x="1147789" y="1189053"/>
                  </a:lnTo>
                  <a:lnTo>
                    <a:pt x="1183420" y="1218305"/>
                  </a:lnTo>
                  <a:lnTo>
                    <a:pt x="1219051" y="1247164"/>
                  </a:lnTo>
                  <a:lnTo>
                    <a:pt x="1254683" y="1275635"/>
                  </a:lnTo>
                  <a:lnTo>
                    <a:pt x="1290314" y="1303723"/>
                  </a:lnTo>
                  <a:lnTo>
                    <a:pt x="1325945" y="1331434"/>
                  </a:lnTo>
                  <a:lnTo>
                    <a:pt x="1361577" y="1358773"/>
                  </a:lnTo>
                  <a:lnTo>
                    <a:pt x="1397208" y="1385744"/>
                  </a:lnTo>
                  <a:lnTo>
                    <a:pt x="1432839" y="1412353"/>
                  </a:lnTo>
                  <a:lnTo>
                    <a:pt x="1468471" y="1438604"/>
                  </a:lnTo>
                  <a:lnTo>
                    <a:pt x="1504102" y="1464503"/>
                  </a:lnTo>
                  <a:lnTo>
                    <a:pt x="1539733" y="1490053"/>
                  </a:lnTo>
                  <a:lnTo>
                    <a:pt x="1575365" y="1515260"/>
                  </a:lnTo>
                  <a:lnTo>
                    <a:pt x="1610996" y="1540129"/>
                  </a:lnTo>
                  <a:lnTo>
                    <a:pt x="1646627" y="1564663"/>
                  </a:lnTo>
                  <a:lnTo>
                    <a:pt x="1682258" y="1588867"/>
                  </a:lnTo>
                  <a:lnTo>
                    <a:pt x="1717890" y="1612747"/>
                  </a:lnTo>
                  <a:lnTo>
                    <a:pt x="1753521" y="1636305"/>
                  </a:lnTo>
                  <a:lnTo>
                    <a:pt x="1789152" y="1659547"/>
                  </a:lnTo>
                  <a:lnTo>
                    <a:pt x="1824784" y="1682477"/>
                  </a:lnTo>
                  <a:lnTo>
                    <a:pt x="1860415" y="1705098"/>
                  </a:lnTo>
                  <a:lnTo>
                    <a:pt x="1896046" y="1727415"/>
                  </a:lnTo>
                  <a:lnTo>
                    <a:pt x="1931678" y="1749433"/>
                  </a:lnTo>
                  <a:lnTo>
                    <a:pt x="1967309" y="1771155"/>
                  </a:lnTo>
                  <a:lnTo>
                    <a:pt x="2002940" y="1792584"/>
                  </a:lnTo>
                  <a:lnTo>
                    <a:pt x="2038572" y="1813726"/>
                  </a:lnTo>
                  <a:lnTo>
                    <a:pt x="2074203" y="1834584"/>
                  </a:lnTo>
                  <a:lnTo>
                    <a:pt x="2109834" y="1855161"/>
                  </a:lnTo>
                  <a:lnTo>
                    <a:pt x="2145465" y="1875462"/>
                  </a:lnTo>
                  <a:lnTo>
                    <a:pt x="2181097" y="1895490"/>
                  </a:lnTo>
                  <a:lnTo>
                    <a:pt x="2216728" y="1915249"/>
                  </a:lnTo>
                  <a:lnTo>
                    <a:pt x="2252359" y="1934743"/>
                  </a:lnTo>
                  <a:lnTo>
                    <a:pt x="2287991" y="1953975"/>
                  </a:lnTo>
                  <a:lnTo>
                    <a:pt x="2323622" y="1972948"/>
                  </a:lnTo>
                  <a:lnTo>
                    <a:pt x="2359253" y="1991666"/>
                  </a:lnTo>
                  <a:lnTo>
                    <a:pt x="2394885" y="2010132"/>
                  </a:lnTo>
                  <a:lnTo>
                    <a:pt x="2430516" y="2028351"/>
                  </a:lnTo>
                  <a:lnTo>
                    <a:pt x="2466147" y="2046325"/>
                  </a:lnTo>
                  <a:lnTo>
                    <a:pt x="2501779" y="2064057"/>
                  </a:lnTo>
                  <a:lnTo>
                    <a:pt x="2537410" y="2081551"/>
                  </a:lnTo>
                  <a:lnTo>
                    <a:pt x="2573041" y="2098809"/>
                  </a:lnTo>
                  <a:lnTo>
                    <a:pt x="2608672" y="2115836"/>
                  </a:lnTo>
                  <a:lnTo>
                    <a:pt x="2644304" y="2132634"/>
                  </a:lnTo>
                  <a:lnTo>
                    <a:pt x="2679935" y="2149207"/>
                  </a:lnTo>
                  <a:lnTo>
                    <a:pt x="2715566" y="2165556"/>
                  </a:lnTo>
                  <a:lnTo>
                    <a:pt x="2751198" y="2181686"/>
                  </a:lnTo>
                  <a:lnTo>
                    <a:pt x="2786829" y="2197600"/>
                  </a:lnTo>
                  <a:lnTo>
                    <a:pt x="2822460" y="2213299"/>
                  </a:lnTo>
                  <a:lnTo>
                    <a:pt x="2858092" y="2228787"/>
                  </a:lnTo>
                  <a:lnTo>
                    <a:pt x="2893723" y="2244068"/>
                  </a:lnTo>
                  <a:lnTo>
                    <a:pt x="2929354" y="2259143"/>
                  </a:lnTo>
                  <a:lnTo>
                    <a:pt x="2964986" y="2274015"/>
                  </a:lnTo>
                  <a:lnTo>
                    <a:pt x="3000617" y="2288688"/>
                  </a:lnTo>
                  <a:lnTo>
                    <a:pt x="3036248" y="2303163"/>
                  </a:lnTo>
                  <a:lnTo>
                    <a:pt x="3071879" y="2317444"/>
                  </a:lnTo>
                  <a:lnTo>
                    <a:pt x="3107511" y="2331533"/>
                  </a:lnTo>
                  <a:lnTo>
                    <a:pt x="3143142" y="2345432"/>
                  </a:lnTo>
                  <a:lnTo>
                    <a:pt x="3178773" y="2359145"/>
                  </a:lnTo>
                  <a:lnTo>
                    <a:pt x="3214405" y="2372674"/>
                  </a:lnTo>
                  <a:lnTo>
                    <a:pt x="3250036" y="2386021"/>
                  </a:lnTo>
                  <a:lnTo>
                    <a:pt x="3285667" y="2399188"/>
                  </a:lnTo>
                  <a:lnTo>
                    <a:pt x="3321299" y="2412179"/>
                  </a:lnTo>
                  <a:lnTo>
                    <a:pt x="3356930" y="2424995"/>
                  </a:lnTo>
                  <a:lnTo>
                    <a:pt x="3392561" y="2437638"/>
                  </a:lnTo>
                  <a:lnTo>
                    <a:pt x="3428193" y="2450112"/>
                  </a:lnTo>
                  <a:lnTo>
                    <a:pt x="3463824" y="2462418"/>
                  </a:lnTo>
                  <a:lnTo>
                    <a:pt x="3499455" y="2474559"/>
                  </a:lnTo>
                  <a:lnTo>
                    <a:pt x="3535086" y="2486537"/>
                  </a:lnTo>
                  <a:lnTo>
                    <a:pt x="3570718" y="2498354"/>
                  </a:lnTo>
                  <a:lnTo>
                    <a:pt x="3606349" y="2510012"/>
                  </a:lnTo>
                  <a:lnTo>
                    <a:pt x="3641980" y="2521513"/>
                  </a:lnTo>
                  <a:lnTo>
                    <a:pt x="3677612" y="2532860"/>
                  </a:lnTo>
                  <a:lnTo>
                    <a:pt x="3713243" y="2544054"/>
                  </a:lnTo>
                  <a:lnTo>
                    <a:pt x="3748874" y="2555098"/>
                  </a:lnTo>
                  <a:lnTo>
                    <a:pt x="3784506" y="2565424"/>
                  </a:lnTo>
                  <a:lnTo>
                    <a:pt x="3820137" y="2572077"/>
                  </a:lnTo>
                  <a:lnTo>
                    <a:pt x="3855768" y="2578676"/>
                  </a:lnTo>
                  <a:lnTo>
                    <a:pt x="3891400" y="2585219"/>
                  </a:lnTo>
                  <a:lnTo>
                    <a:pt x="3927031" y="2591708"/>
                  </a:lnTo>
                  <a:lnTo>
                    <a:pt x="3962662" y="2598144"/>
                  </a:lnTo>
                  <a:lnTo>
                    <a:pt x="3998293" y="2604525"/>
                  </a:lnTo>
                  <a:lnTo>
                    <a:pt x="4033925" y="2610854"/>
                  </a:lnTo>
                  <a:lnTo>
                    <a:pt x="4069556" y="2617130"/>
                  </a:lnTo>
                  <a:lnTo>
                    <a:pt x="4105187" y="2623354"/>
                  </a:lnTo>
                  <a:lnTo>
                    <a:pt x="4140819" y="2629526"/>
                  </a:lnTo>
                  <a:lnTo>
                    <a:pt x="4176450" y="2635647"/>
                  </a:lnTo>
                  <a:lnTo>
                    <a:pt x="4212081" y="2641717"/>
                  </a:lnTo>
                  <a:lnTo>
                    <a:pt x="4247713" y="2647736"/>
                  </a:lnTo>
                  <a:lnTo>
                    <a:pt x="4283344" y="2653706"/>
                  </a:lnTo>
                  <a:lnTo>
                    <a:pt x="4318975" y="2659626"/>
                  </a:lnTo>
                  <a:lnTo>
                    <a:pt x="4354607" y="2665496"/>
                  </a:lnTo>
                  <a:lnTo>
                    <a:pt x="4390238" y="2671318"/>
                  </a:lnTo>
                  <a:lnTo>
                    <a:pt x="4425869" y="2677092"/>
                  </a:lnTo>
                  <a:lnTo>
                    <a:pt x="4461500" y="2682817"/>
                  </a:lnTo>
                  <a:lnTo>
                    <a:pt x="4497132" y="2688495"/>
                  </a:lnTo>
                  <a:lnTo>
                    <a:pt x="4532763" y="2694126"/>
                  </a:lnTo>
                  <a:lnTo>
                    <a:pt x="4568394" y="2699710"/>
                  </a:lnTo>
                  <a:lnTo>
                    <a:pt x="4604026" y="2705247"/>
                  </a:lnTo>
                  <a:lnTo>
                    <a:pt x="4639657" y="2710739"/>
                  </a:lnTo>
                  <a:lnTo>
                    <a:pt x="4675288" y="2716184"/>
                  </a:lnTo>
                  <a:lnTo>
                    <a:pt x="4710920" y="2721585"/>
                  </a:lnTo>
                  <a:lnTo>
                    <a:pt x="4746551" y="2726941"/>
                  </a:lnTo>
                  <a:lnTo>
                    <a:pt x="4782182" y="2732252"/>
                  </a:lnTo>
                  <a:lnTo>
                    <a:pt x="4817813" y="2737519"/>
                  </a:lnTo>
                  <a:lnTo>
                    <a:pt x="4853445" y="2742742"/>
                  </a:lnTo>
                  <a:lnTo>
                    <a:pt x="4889076" y="2747922"/>
                  </a:lnTo>
                  <a:lnTo>
                    <a:pt x="4924707" y="2753059"/>
                  </a:lnTo>
                  <a:lnTo>
                    <a:pt x="4960339" y="2758153"/>
                  </a:lnTo>
                  <a:lnTo>
                    <a:pt x="4995970" y="2763204"/>
                  </a:lnTo>
                  <a:lnTo>
                    <a:pt x="5031601" y="2768214"/>
                  </a:lnTo>
                  <a:lnTo>
                    <a:pt x="5067233" y="2773182"/>
                  </a:lnTo>
                  <a:lnTo>
                    <a:pt x="5102864" y="2778109"/>
                  </a:lnTo>
                  <a:lnTo>
                    <a:pt x="5138495" y="2782995"/>
                  </a:lnTo>
                  <a:lnTo>
                    <a:pt x="5174127" y="2787840"/>
                  </a:lnTo>
                  <a:lnTo>
                    <a:pt x="5209758" y="2792645"/>
                  </a:lnTo>
                  <a:lnTo>
                    <a:pt x="5245389" y="2797410"/>
                  </a:lnTo>
                  <a:lnTo>
                    <a:pt x="5281020" y="2802135"/>
                  </a:lnTo>
                  <a:lnTo>
                    <a:pt x="5316652" y="2806821"/>
                  </a:lnTo>
                  <a:lnTo>
                    <a:pt x="5352283" y="2811469"/>
                  </a:lnTo>
                  <a:lnTo>
                    <a:pt x="5387914" y="2816077"/>
                  </a:lnTo>
                  <a:lnTo>
                    <a:pt x="5423546" y="2820647"/>
                  </a:lnTo>
                  <a:lnTo>
                    <a:pt x="5459177" y="2825180"/>
                  </a:lnTo>
                  <a:lnTo>
                    <a:pt x="5494808" y="2829674"/>
                  </a:lnTo>
                  <a:lnTo>
                    <a:pt x="5530440" y="2834131"/>
                  </a:lnTo>
                  <a:lnTo>
                    <a:pt x="5566071" y="2838552"/>
                  </a:lnTo>
                  <a:lnTo>
                    <a:pt x="5601702" y="2842935"/>
                  </a:lnTo>
                  <a:lnTo>
                    <a:pt x="5637334" y="2847282"/>
                  </a:lnTo>
                  <a:lnTo>
                    <a:pt x="5672965" y="2851593"/>
                  </a:lnTo>
                  <a:lnTo>
                    <a:pt x="5708596" y="2855868"/>
                  </a:lnTo>
                  <a:lnTo>
                    <a:pt x="5744227" y="2860107"/>
                  </a:lnTo>
                  <a:lnTo>
                    <a:pt x="5779859" y="2864312"/>
                  </a:lnTo>
                  <a:lnTo>
                    <a:pt x="5815490" y="2868481"/>
                  </a:lnTo>
                  <a:lnTo>
                    <a:pt x="5851121" y="2872616"/>
                  </a:lnTo>
                  <a:lnTo>
                    <a:pt x="5886753" y="2876716"/>
                  </a:lnTo>
                  <a:lnTo>
                    <a:pt x="5922384" y="2880782"/>
                  </a:lnTo>
                  <a:lnTo>
                    <a:pt x="5958015" y="2884815"/>
                  </a:lnTo>
                  <a:lnTo>
                    <a:pt x="5993647" y="2888814"/>
                  </a:lnTo>
                  <a:lnTo>
                    <a:pt x="6029278" y="2892779"/>
                  </a:lnTo>
                  <a:lnTo>
                    <a:pt x="6064909" y="2896712"/>
                  </a:lnTo>
                  <a:lnTo>
                    <a:pt x="6100541" y="2900612"/>
                  </a:lnTo>
                  <a:lnTo>
                    <a:pt x="6136172" y="2904479"/>
                  </a:lnTo>
                  <a:lnTo>
                    <a:pt x="6171803" y="2908315"/>
                  </a:lnTo>
                  <a:lnTo>
                    <a:pt x="6207434" y="2912118"/>
                  </a:lnTo>
                  <a:lnTo>
                    <a:pt x="6243066" y="2915890"/>
                  </a:lnTo>
                  <a:lnTo>
                    <a:pt x="6278697" y="2919631"/>
                  </a:lnTo>
                  <a:lnTo>
                    <a:pt x="6314328" y="2923341"/>
                  </a:lnTo>
                  <a:lnTo>
                    <a:pt x="6349960" y="2927019"/>
                  </a:lnTo>
                  <a:lnTo>
                    <a:pt x="6385591" y="2930667"/>
                  </a:lnTo>
                  <a:lnTo>
                    <a:pt x="6421222" y="2934285"/>
                  </a:lnTo>
                  <a:lnTo>
                    <a:pt x="6456854" y="2937873"/>
                  </a:lnTo>
                  <a:lnTo>
                    <a:pt x="6492485" y="2941431"/>
                  </a:lnTo>
                  <a:lnTo>
                    <a:pt x="6528116" y="2944959"/>
                  </a:lnTo>
                  <a:lnTo>
                    <a:pt x="6563748" y="2948458"/>
                  </a:lnTo>
                  <a:lnTo>
                    <a:pt x="6599379" y="2951928"/>
                  </a:lnTo>
                  <a:lnTo>
                    <a:pt x="6635010" y="2955369"/>
                  </a:lnTo>
                  <a:lnTo>
                    <a:pt x="6670641" y="2958781"/>
                  </a:lnTo>
                  <a:lnTo>
                    <a:pt x="6706273" y="29621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437297"/>
              <a:ext cx="7090630" cy="1861773"/>
            </a:xfrm>
            <a:custGeom>
              <a:avLst/>
              <a:pathLst>
                <a:path w="7090630" h="1861773">
                  <a:moveTo>
                    <a:pt x="7090630" y="1861773"/>
                  </a:moveTo>
                  <a:lnTo>
                    <a:pt x="7054998" y="1858180"/>
                  </a:lnTo>
                  <a:lnTo>
                    <a:pt x="7019367" y="1854538"/>
                  </a:lnTo>
                  <a:lnTo>
                    <a:pt x="6983736" y="1850846"/>
                  </a:lnTo>
                  <a:lnTo>
                    <a:pt x="6948104" y="1847104"/>
                  </a:lnTo>
                  <a:lnTo>
                    <a:pt x="6912473" y="1843312"/>
                  </a:lnTo>
                  <a:lnTo>
                    <a:pt x="6876842" y="1839467"/>
                  </a:lnTo>
                  <a:lnTo>
                    <a:pt x="6841210" y="1835570"/>
                  </a:lnTo>
                  <a:lnTo>
                    <a:pt x="6805579" y="1831620"/>
                  </a:lnTo>
                  <a:lnTo>
                    <a:pt x="6769948" y="1827617"/>
                  </a:lnTo>
                  <a:lnTo>
                    <a:pt x="6734317" y="1823558"/>
                  </a:lnTo>
                  <a:lnTo>
                    <a:pt x="6698685" y="1819445"/>
                  </a:lnTo>
                  <a:lnTo>
                    <a:pt x="6663054" y="1815275"/>
                  </a:lnTo>
                  <a:lnTo>
                    <a:pt x="6627423" y="1811049"/>
                  </a:lnTo>
                  <a:lnTo>
                    <a:pt x="6591791" y="1806765"/>
                  </a:lnTo>
                  <a:lnTo>
                    <a:pt x="6556160" y="1802423"/>
                  </a:lnTo>
                  <a:lnTo>
                    <a:pt x="6520529" y="1798022"/>
                  </a:lnTo>
                  <a:lnTo>
                    <a:pt x="6484897" y="1793560"/>
                  </a:lnTo>
                  <a:lnTo>
                    <a:pt x="6449266" y="1789038"/>
                  </a:lnTo>
                  <a:lnTo>
                    <a:pt x="6413635" y="1784454"/>
                  </a:lnTo>
                  <a:lnTo>
                    <a:pt x="6378003" y="1779808"/>
                  </a:lnTo>
                  <a:lnTo>
                    <a:pt x="6342372" y="1775099"/>
                  </a:lnTo>
                  <a:lnTo>
                    <a:pt x="6306741" y="1770325"/>
                  </a:lnTo>
                  <a:lnTo>
                    <a:pt x="6271110" y="1765487"/>
                  </a:lnTo>
                  <a:lnTo>
                    <a:pt x="6235478" y="1760582"/>
                  </a:lnTo>
                  <a:lnTo>
                    <a:pt x="6199847" y="1755611"/>
                  </a:lnTo>
                  <a:lnTo>
                    <a:pt x="6164216" y="1750572"/>
                  </a:lnTo>
                  <a:lnTo>
                    <a:pt x="6128584" y="1745464"/>
                  </a:lnTo>
                  <a:lnTo>
                    <a:pt x="6092953" y="1740287"/>
                  </a:lnTo>
                  <a:lnTo>
                    <a:pt x="6057322" y="1735039"/>
                  </a:lnTo>
                  <a:lnTo>
                    <a:pt x="6021690" y="1729720"/>
                  </a:lnTo>
                  <a:lnTo>
                    <a:pt x="5986059" y="1724329"/>
                  </a:lnTo>
                  <a:lnTo>
                    <a:pt x="5950428" y="1718864"/>
                  </a:lnTo>
                  <a:lnTo>
                    <a:pt x="5914796" y="1713324"/>
                  </a:lnTo>
                  <a:lnTo>
                    <a:pt x="5879165" y="1707709"/>
                  </a:lnTo>
                  <a:lnTo>
                    <a:pt x="5843534" y="1702018"/>
                  </a:lnTo>
                  <a:lnTo>
                    <a:pt x="5807903" y="1696249"/>
                  </a:lnTo>
                  <a:lnTo>
                    <a:pt x="5772271" y="1690401"/>
                  </a:lnTo>
                  <a:lnTo>
                    <a:pt x="5736640" y="1684474"/>
                  </a:lnTo>
                  <a:lnTo>
                    <a:pt x="5701009" y="1678466"/>
                  </a:lnTo>
                  <a:lnTo>
                    <a:pt x="5665377" y="1672376"/>
                  </a:lnTo>
                  <a:lnTo>
                    <a:pt x="5629746" y="1666203"/>
                  </a:lnTo>
                  <a:lnTo>
                    <a:pt x="5594115" y="1659947"/>
                  </a:lnTo>
                  <a:lnTo>
                    <a:pt x="5558483" y="1653605"/>
                  </a:lnTo>
                  <a:lnTo>
                    <a:pt x="5522852" y="1647176"/>
                  </a:lnTo>
                  <a:lnTo>
                    <a:pt x="5487221" y="1640660"/>
                  </a:lnTo>
                  <a:lnTo>
                    <a:pt x="5451589" y="1634056"/>
                  </a:lnTo>
                  <a:lnTo>
                    <a:pt x="5415958" y="1627361"/>
                  </a:lnTo>
                  <a:lnTo>
                    <a:pt x="5380327" y="1620575"/>
                  </a:lnTo>
                  <a:lnTo>
                    <a:pt x="5344696" y="1613697"/>
                  </a:lnTo>
                  <a:lnTo>
                    <a:pt x="5309064" y="1606725"/>
                  </a:lnTo>
                  <a:lnTo>
                    <a:pt x="5273433" y="1599658"/>
                  </a:lnTo>
                  <a:lnTo>
                    <a:pt x="5237802" y="1592495"/>
                  </a:lnTo>
                  <a:lnTo>
                    <a:pt x="5202170" y="1585234"/>
                  </a:lnTo>
                  <a:lnTo>
                    <a:pt x="5166539" y="1577874"/>
                  </a:lnTo>
                  <a:lnTo>
                    <a:pt x="5130908" y="1570414"/>
                  </a:lnTo>
                  <a:lnTo>
                    <a:pt x="5095276" y="1562853"/>
                  </a:lnTo>
                  <a:lnTo>
                    <a:pt x="5059645" y="1555189"/>
                  </a:lnTo>
                  <a:lnTo>
                    <a:pt x="5024014" y="1547420"/>
                  </a:lnTo>
                  <a:lnTo>
                    <a:pt x="4988382" y="1539545"/>
                  </a:lnTo>
                  <a:lnTo>
                    <a:pt x="4952751" y="1531563"/>
                  </a:lnTo>
                  <a:lnTo>
                    <a:pt x="4917120" y="1523472"/>
                  </a:lnTo>
                  <a:lnTo>
                    <a:pt x="4881489" y="1515271"/>
                  </a:lnTo>
                  <a:lnTo>
                    <a:pt x="4845857" y="1506959"/>
                  </a:lnTo>
                  <a:lnTo>
                    <a:pt x="4810226" y="1498533"/>
                  </a:lnTo>
                  <a:lnTo>
                    <a:pt x="4774595" y="1489992"/>
                  </a:lnTo>
                  <a:lnTo>
                    <a:pt x="4738963" y="1481336"/>
                  </a:lnTo>
                  <a:lnTo>
                    <a:pt x="4703332" y="1472561"/>
                  </a:lnTo>
                  <a:lnTo>
                    <a:pt x="4667701" y="1463666"/>
                  </a:lnTo>
                  <a:lnTo>
                    <a:pt x="4632069" y="1454651"/>
                  </a:lnTo>
                  <a:lnTo>
                    <a:pt x="4596438" y="1445513"/>
                  </a:lnTo>
                  <a:lnTo>
                    <a:pt x="4560807" y="1436250"/>
                  </a:lnTo>
                  <a:lnTo>
                    <a:pt x="4525175" y="1426861"/>
                  </a:lnTo>
                  <a:lnTo>
                    <a:pt x="4489544" y="1417344"/>
                  </a:lnTo>
                  <a:lnTo>
                    <a:pt x="4453913" y="1407698"/>
                  </a:lnTo>
                  <a:lnTo>
                    <a:pt x="4418282" y="1397920"/>
                  </a:lnTo>
                  <a:lnTo>
                    <a:pt x="4382650" y="1388009"/>
                  </a:lnTo>
                  <a:lnTo>
                    <a:pt x="4347019" y="1377963"/>
                  </a:lnTo>
                  <a:lnTo>
                    <a:pt x="4311388" y="1367780"/>
                  </a:lnTo>
                  <a:lnTo>
                    <a:pt x="4275756" y="1357459"/>
                  </a:lnTo>
                  <a:lnTo>
                    <a:pt x="4240125" y="1346997"/>
                  </a:lnTo>
                  <a:lnTo>
                    <a:pt x="4204494" y="1336392"/>
                  </a:lnTo>
                  <a:lnTo>
                    <a:pt x="4168862" y="1325643"/>
                  </a:lnTo>
                  <a:lnTo>
                    <a:pt x="4133231" y="1318364"/>
                  </a:lnTo>
                  <a:lnTo>
                    <a:pt x="4097600" y="1311598"/>
                  </a:lnTo>
                  <a:lnTo>
                    <a:pt x="4061968" y="1304776"/>
                  </a:lnTo>
                  <a:lnTo>
                    <a:pt x="4026337" y="1297896"/>
                  </a:lnTo>
                  <a:lnTo>
                    <a:pt x="3990706" y="1290959"/>
                  </a:lnTo>
                  <a:lnTo>
                    <a:pt x="3955075" y="1283964"/>
                  </a:lnTo>
                  <a:lnTo>
                    <a:pt x="3919443" y="1276910"/>
                  </a:lnTo>
                  <a:lnTo>
                    <a:pt x="3883812" y="1269797"/>
                  </a:lnTo>
                  <a:lnTo>
                    <a:pt x="3848181" y="1262624"/>
                  </a:lnTo>
                  <a:lnTo>
                    <a:pt x="3812549" y="1255391"/>
                  </a:lnTo>
                  <a:lnTo>
                    <a:pt x="3776918" y="1248097"/>
                  </a:lnTo>
                  <a:lnTo>
                    <a:pt x="3741287" y="1240743"/>
                  </a:lnTo>
                  <a:lnTo>
                    <a:pt x="3705655" y="1233327"/>
                  </a:lnTo>
                  <a:lnTo>
                    <a:pt x="3670024" y="1225848"/>
                  </a:lnTo>
                  <a:lnTo>
                    <a:pt x="3634393" y="1218307"/>
                  </a:lnTo>
                  <a:lnTo>
                    <a:pt x="3598762" y="1210703"/>
                  </a:lnTo>
                  <a:lnTo>
                    <a:pt x="3563130" y="1203035"/>
                  </a:lnTo>
                  <a:lnTo>
                    <a:pt x="3527499" y="1195302"/>
                  </a:lnTo>
                  <a:lnTo>
                    <a:pt x="3491868" y="1187505"/>
                  </a:lnTo>
                  <a:lnTo>
                    <a:pt x="3456236" y="1179643"/>
                  </a:lnTo>
                  <a:lnTo>
                    <a:pt x="3420605" y="1171714"/>
                  </a:lnTo>
                  <a:lnTo>
                    <a:pt x="3384974" y="1163719"/>
                  </a:lnTo>
                  <a:lnTo>
                    <a:pt x="3349342" y="1155658"/>
                  </a:lnTo>
                  <a:lnTo>
                    <a:pt x="3313711" y="1147528"/>
                  </a:lnTo>
                  <a:lnTo>
                    <a:pt x="3278080" y="1139331"/>
                  </a:lnTo>
                  <a:lnTo>
                    <a:pt x="3242448" y="1131064"/>
                  </a:lnTo>
                  <a:lnTo>
                    <a:pt x="3206817" y="1122729"/>
                  </a:lnTo>
                  <a:lnTo>
                    <a:pt x="3171186" y="1114323"/>
                  </a:lnTo>
                  <a:lnTo>
                    <a:pt x="3135555" y="1105847"/>
                  </a:lnTo>
                  <a:lnTo>
                    <a:pt x="3099923" y="1097300"/>
                  </a:lnTo>
                  <a:lnTo>
                    <a:pt x="3064292" y="1088682"/>
                  </a:lnTo>
                  <a:lnTo>
                    <a:pt x="3028661" y="1079991"/>
                  </a:lnTo>
                  <a:lnTo>
                    <a:pt x="2993029" y="1071227"/>
                  </a:lnTo>
                  <a:lnTo>
                    <a:pt x="2957398" y="1062390"/>
                  </a:lnTo>
                  <a:lnTo>
                    <a:pt x="2921767" y="1053479"/>
                  </a:lnTo>
                  <a:lnTo>
                    <a:pt x="2886135" y="1044493"/>
                  </a:lnTo>
                  <a:lnTo>
                    <a:pt x="2850504" y="1035432"/>
                  </a:lnTo>
                  <a:lnTo>
                    <a:pt x="2814873" y="1026295"/>
                  </a:lnTo>
                  <a:lnTo>
                    <a:pt x="2779241" y="1017081"/>
                  </a:lnTo>
                  <a:lnTo>
                    <a:pt x="2743610" y="1007790"/>
                  </a:lnTo>
                  <a:lnTo>
                    <a:pt x="2707979" y="998422"/>
                  </a:lnTo>
                  <a:lnTo>
                    <a:pt x="2672348" y="988974"/>
                  </a:lnTo>
                  <a:lnTo>
                    <a:pt x="2636716" y="979448"/>
                  </a:lnTo>
                  <a:lnTo>
                    <a:pt x="2601085" y="969841"/>
                  </a:lnTo>
                  <a:lnTo>
                    <a:pt x="2565454" y="960155"/>
                  </a:lnTo>
                  <a:lnTo>
                    <a:pt x="2529822" y="950386"/>
                  </a:lnTo>
                  <a:lnTo>
                    <a:pt x="2494191" y="940537"/>
                  </a:lnTo>
                  <a:lnTo>
                    <a:pt x="2458560" y="930604"/>
                  </a:lnTo>
                  <a:lnTo>
                    <a:pt x="2422928" y="920588"/>
                  </a:lnTo>
                  <a:lnTo>
                    <a:pt x="2387297" y="910489"/>
                  </a:lnTo>
                  <a:lnTo>
                    <a:pt x="2351666" y="900304"/>
                  </a:lnTo>
                  <a:lnTo>
                    <a:pt x="2316034" y="890035"/>
                  </a:lnTo>
                  <a:lnTo>
                    <a:pt x="2280403" y="879679"/>
                  </a:lnTo>
                  <a:lnTo>
                    <a:pt x="2244772" y="869236"/>
                  </a:lnTo>
                  <a:lnTo>
                    <a:pt x="2209141" y="858706"/>
                  </a:lnTo>
                  <a:lnTo>
                    <a:pt x="2173509" y="848088"/>
                  </a:lnTo>
                  <a:lnTo>
                    <a:pt x="2137878" y="837380"/>
                  </a:lnTo>
                  <a:lnTo>
                    <a:pt x="2102247" y="826583"/>
                  </a:lnTo>
                  <a:lnTo>
                    <a:pt x="2066615" y="815695"/>
                  </a:lnTo>
                  <a:lnTo>
                    <a:pt x="2030984" y="804717"/>
                  </a:lnTo>
                  <a:lnTo>
                    <a:pt x="1995353" y="793646"/>
                  </a:lnTo>
                  <a:lnTo>
                    <a:pt x="1959721" y="782482"/>
                  </a:lnTo>
                  <a:lnTo>
                    <a:pt x="1924090" y="771225"/>
                  </a:lnTo>
                  <a:lnTo>
                    <a:pt x="1888459" y="759873"/>
                  </a:lnTo>
                  <a:lnTo>
                    <a:pt x="1852827" y="748426"/>
                  </a:lnTo>
                  <a:lnTo>
                    <a:pt x="1817196" y="736884"/>
                  </a:lnTo>
                  <a:lnTo>
                    <a:pt x="1781565" y="725244"/>
                  </a:lnTo>
                  <a:lnTo>
                    <a:pt x="1745934" y="713507"/>
                  </a:lnTo>
                  <a:lnTo>
                    <a:pt x="1710302" y="701672"/>
                  </a:lnTo>
                  <a:lnTo>
                    <a:pt x="1674671" y="689737"/>
                  </a:lnTo>
                  <a:lnTo>
                    <a:pt x="1639040" y="677703"/>
                  </a:lnTo>
                  <a:lnTo>
                    <a:pt x="1603408" y="665567"/>
                  </a:lnTo>
                  <a:lnTo>
                    <a:pt x="1567777" y="653330"/>
                  </a:lnTo>
                  <a:lnTo>
                    <a:pt x="1532146" y="640990"/>
                  </a:lnTo>
                  <a:lnTo>
                    <a:pt x="1496514" y="628547"/>
                  </a:lnTo>
                  <a:lnTo>
                    <a:pt x="1460883" y="615999"/>
                  </a:lnTo>
                  <a:lnTo>
                    <a:pt x="1425252" y="603347"/>
                  </a:lnTo>
                  <a:lnTo>
                    <a:pt x="1389620" y="590588"/>
                  </a:lnTo>
                  <a:lnTo>
                    <a:pt x="1353989" y="577722"/>
                  </a:lnTo>
                  <a:lnTo>
                    <a:pt x="1318358" y="564749"/>
                  </a:lnTo>
                  <a:lnTo>
                    <a:pt x="1282727" y="551667"/>
                  </a:lnTo>
                  <a:lnTo>
                    <a:pt x="1247095" y="538475"/>
                  </a:lnTo>
                  <a:lnTo>
                    <a:pt x="1211464" y="525172"/>
                  </a:lnTo>
                  <a:lnTo>
                    <a:pt x="1175833" y="511758"/>
                  </a:lnTo>
                  <a:lnTo>
                    <a:pt x="1140201" y="498232"/>
                  </a:lnTo>
                  <a:lnTo>
                    <a:pt x="1104570" y="484592"/>
                  </a:lnTo>
                  <a:lnTo>
                    <a:pt x="1068939" y="470838"/>
                  </a:lnTo>
                  <a:lnTo>
                    <a:pt x="1033307" y="456969"/>
                  </a:lnTo>
                  <a:lnTo>
                    <a:pt x="997676" y="442983"/>
                  </a:lnTo>
                  <a:lnTo>
                    <a:pt x="962045" y="428880"/>
                  </a:lnTo>
                  <a:lnTo>
                    <a:pt x="926413" y="414659"/>
                  </a:lnTo>
                  <a:lnTo>
                    <a:pt x="890782" y="400319"/>
                  </a:lnTo>
                  <a:lnTo>
                    <a:pt x="855151" y="385859"/>
                  </a:lnTo>
                  <a:lnTo>
                    <a:pt x="819520" y="371277"/>
                  </a:lnTo>
                  <a:lnTo>
                    <a:pt x="783888" y="356573"/>
                  </a:lnTo>
                  <a:lnTo>
                    <a:pt x="748257" y="341746"/>
                  </a:lnTo>
                  <a:lnTo>
                    <a:pt x="712626" y="326795"/>
                  </a:lnTo>
                  <a:lnTo>
                    <a:pt x="676994" y="311718"/>
                  </a:lnTo>
                  <a:lnTo>
                    <a:pt x="641363" y="296515"/>
                  </a:lnTo>
                  <a:lnTo>
                    <a:pt x="605732" y="281185"/>
                  </a:lnTo>
                  <a:lnTo>
                    <a:pt x="570100" y="265726"/>
                  </a:lnTo>
                  <a:lnTo>
                    <a:pt x="534469" y="250137"/>
                  </a:lnTo>
                  <a:lnTo>
                    <a:pt x="498838" y="234418"/>
                  </a:lnTo>
                  <a:lnTo>
                    <a:pt x="463206" y="218567"/>
                  </a:lnTo>
                  <a:lnTo>
                    <a:pt x="427575" y="202583"/>
                  </a:lnTo>
                  <a:lnTo>
                    <a:pt x="391944" y="186465"/>
                  </a:lnTo>
                  <a:lnTo>
                    <a:pt x="356313" y="170212"/>
                  </a:lnTo>
                  <a:lnTo>
                    <a:pt x="320681" y="153823"/>
                  </a:lnTo>
                  <a:lnTo>
                    <a:pt x="285050" y="137297"/>
                  </a:lnTo>
                  <a:lnTo>
                    <a:pt x="249419" y="120632"/>
                  </a:lnTo>
                  <a:lnTo>
                    <a:pt x="213787" y="103827"/>
                  </a:lnTo>
                  <a:lnTo>
                    <a:pt x="178156" y="86882"/>
                  </a:lnTo>
                  <a:lnTo>
                    <a:pt x="142525" y="69794"/>
                  </a:lnTo>
                  <a:lnTo>
                    <a:pt x="106893" y="52563"/>
                  </a:lnTo>
                  <a:lnTo>
                    <a:pt x="71262" y="35188"/>
                  </a:lnTo>
                  <a:lnTo>
                    <a:pt x="35631" y="1766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685630"/>
              <a:ext cx="7090630" cy="2550879"/>
            </a:xfrm>
            <a:custGeom>
              <a:avLst/>
              <a:pathLst>
                <a:path w="7090630" h="2550879">
                  <a:moveTo>
                    <a:pt x="0" y="0"/>
                  </a:moveTo>
                  <a:lnTo>
                    <a:pt x="35631" y="31298"/>
                  </a:lnTo>
                  <a:lnTo>
                    <a:pt x="71262" y="62257"/>
                  </a:lnTo>
                  <a:lnTo>
                    <a:pt x="106893" y="92879"/>
                  </a:lnTo>
                  <a:lnTo>
                    <a:pt x="142525" y="123167"/>
                  </a:lnTo>
                  <a:lnTo>
                    <a:pt x="178156" y="153126"/>
                  </a:lnTo>
                  <a:lnTo>
                    <a:pt x="213787" y="182759"/>
                  </a:lnTo>
                  <a:lnTo>
                    <a:pt x="249419" y="212070"/>
                  </a:lnTo>
                  <a:lnTo>
                    <a:pt x="285050" y="241062"/>
                  </a:lnTo>
                  <a:lnTo>
                    <a:pt x="320681" y="269739"/>
                  </a:lnTo>
                  <a:lnTo>
                    <a:pt x="356313" y="298103"/>
                  </a:lnTo>
                  <a:lnTo>
                    <a:pt x="391944" y="326160"/>
                  </a:lnTo>
                  <a:lnTo>
                    <a:pt x="427575" y="353910"/>
                  </a:lnTo>
                  <a:lnTo>
                    <a:pt x="463206" y="381359"/>
                  </a:lnTo>
                  <a:lnTo>
                    <a:pt x="498838" y="408510"/>
                  </a:lnTo>
                  <a:lnTo>
                    <a:pt x="534469" y="435365"/>
                  </a:lnTo>
                  <a:lnTo>
                    <a:pt x="570100" y="461928"/>
                  </a:lnTo>
                  <a:lnTo>
                    <a:pt x="605732" y="488202"/>
                  </a:lnTo>
                  <a:lnTo>
                    <a:pt x="641363" y="514190"/>
                  </a:lnTo>
                  <a:lnTo>
                    <a:pt x="676994" y="539896"/>
                  </a:lnTo>
                  <a:lnTo>
                    <a:pt x="712626" y="565321"/>
                  </a:lnTo>
                  <a:lnTo>
                    <a:pt x="748257" y="590471"/>
                  </a:lnTo>
                  <a:lnTo>
                    <a:pt x="783888" y="615346"/>
                  </a:lnTo>
                  <a:lnTo>
                    <a:pt x="819520" y="639951"/>
                  </a:lnTo>
                  <a:lnTo>
                    <a:pt x="855151" y="664289"/>
                  </a:lnTo>
                  <a:lnTo>
                    <a:pt x="890782" y="688362"/>
                  </a:lnTo>
                  <a:lnTo>
                    <a:pt x="926413" y="712172"/>
                  </a:lnTo>
                  <a:lnTo>
                    <a:pt x="962045" y="735724"/>
                  </a:lnTo>
                  <a:lnTo>
                    <a:pt x="997676" y="759020"/>
                  </a:lnTo>
                  <a:lnTo>
                    <a:pt x="1033307" y="782062"/>
                  </a:lnTo>
                  <a:lnTo>
                    <a:pt x="1068939" y="804854"/>
                  </a:lnTo>
                  <a:lnTo>
                    <a:pt x="1104570" y="827397"/>
                  </a:lnTo>
                  <a:lnTo>
                    <a:pt x="1140201" y="849696"/>
                  </a:lnTo>
                  <a:lnTo>
                    <a:pt x="1175833" y="871751"/>
                  </a:lnTo>
                  <a:lnTo>
                    <a:pt x="1211464" y="893567"/>
                  </a:lnTo>
                  <a:lnTo>
                    <a:pt x="1247095" y="915146"/>
                  </a:lnTo>
                  <a:lnTo>
                    <a:pt x="1282727" y="936490"/>
                  </a:lnTo>
                  <a:lnTo>
                    <a:pt x="1318358" y="957601"/>
                  </a:lnTo>
                  <a:lnTo>
                    <a:pt x="1353989" y="978483"/>
                  </a:lnTo>
                  <a:lnTo>
                    <a:pt x="1389620" y="999138"/>
                  </a:lnTo>
                  <a:lnTo>
                    <a:pt x="1425252" y="1019568"/>
                  </a:lnTo>
                  <a:lnTo>
                    <a:pt x="1460883" y="1039776"/>
                  </a:lnTo>
                  <a:lnTo>
                    <a:pt x="1496514" y="1059764"/>
                  </a:lnTo>
                  <a:lnTo>
                    <a:pt x="1532146" y="1079535"/>
                  </a:lnTo>
                  <a:lnTo>
                    <a:pt x="1567777" y="1099090"/>
                  </a:lnTo>
                  <a:lnTo>
                    <a:pt x="1603408" y="1118433"/>
                  </a:lnTo>
                  <a:lnTo>
                    <a:pt x="1639040" y="1137566"/>
                  </a:lnTo>
                  <a:lnTo>
                    <a:pt x="1674671" y="1156490"/>
                  </a:lnTo>
                  <a:lnTo>
                    <a:pt x="1710302" y="1175208"/>
                  </a:lnTo>
                  <a:lnTo>
                    <a:pt x="1745934" y="1193723"/>
                  </a:lnTo>
                  <a:lnTo>
                    <a:pt x="1781565" y="1212037"/>
                  </a:lnTo>
                  <a:lnTo>
                    <a:pt x="1817196" y="1230151"/>
                  </a:lnTo>
                  <a:lnTo>
                    <a:pt x="1852827" y="1248068"/>
                  </a:lnTo>
                  <a:lnTo>
                    <a:pt x="1888459" y="1265790"/>
                  </a:lnTo>
                  <a:lnTo>
                    <a:pt x="1924090" y="1283320"/>
                  </a:lnTo>
                  <a:lnTo>
                    <a:pt x="1959721" y="1300659"/>
                  </a:lnTo>
                  <a:lnTo>
                    <a:pt x="1995353" y="1317809"/>
                  </a:lnTo>
                  <a:lnTo>
                    <a:pt x="2030984" y="1334772"/>
                  </a:lnTo>
                  <a:lnTo>
                    <a:pt x="2066615" y="1351551"/>
                  </a:lnTo>
                  <a:lnTo>
                    <a:pt x="2102247" y="1368148"/>
                  </a:lnTo>
                  <a:lnTo>
                    <a:pt x="2137878" y="1384564"/>
                  </a:lnTo>
                  <a:lnTo>
                    <a:pt x="2173509" y="1400801"/>
                  </a:lnTo>
                  <a:lnTo>
                    <a:pt x="2209141" y="1416862"/>
                  </a:lnTo>
                  <a:lnTo>
                    <a:pt x="2244772" y="1432748"/>
                  </a:lnTo>
                  <a:lnTo>
                    <a:pt x="2280403" y="1448462"/>
                  </a:lnTo>
                  <a:lnTo>
                    <a:pt x="2316034" y="1464004"/>
                  </a:lnTo>
                  <a:lnTo>
                    <a:pt x="2351666" y="1479377"/>
                  </a:lnTo>
                  <a:lnTo>
                    <a:pt x="2387297" y="1494583"/>
                  </a:lnTo>
                  <a:lnTo>
                    <a:pt x="2422928" y="1509624"/>
                  </a:lnTo>
                  <a:lnTo>
                    <a:pt x="2458560" y="1524501"/>
                  </a:lnTo>
                  <a:lnTo>
                    <a:pt x="2494191" y="1539216"/>
                  </a:lnTo>
                  <a:lnTo>
                    <a:pt x="2529822" y="1553771"/>
                  </a:lnTo>
                  <a:lnTo>
                    <a:pt x="2565454" y="1568168"/>
                  </a:lnTo>
                  <a:lnTo>
                    <a:pt x="2601085" y="1582408"/>
                  </a:lnTo>
                  <a:lnTo>
                    <a:pt x="2636716" y="1596493"/>
                  </a:lnTo>
                  <a:lnTo>
                    <a:pt x="2672348" y="1610425"/>
                  </a:lnTo>
                  <a:lnTo>
                    <a:pt x="2707979" y="1624206"/>
                  </a:lnTo>
                  <a:lnTo>
                    <a:pt x="2743610" y="1637836"/>
                  </a:lnTo>
                  <a:lnTo>
                    <a:pt x="2779241" y="1651319"/>
                  </a:lnTo>
                  <a:lnTo>
                    <a:pt x="2814873" y="1664654"/>
                  </a:lnTo>
                  <a:lnTo>
                    <a:pt x="2850504" y="1677845"/>
                  </a:lnTo>
                  <a:lnTo>
                    <a:pt x="2886135" y="1690892"/>
                  </a:lnTo>
                  <a:lnTo>
                    <a:pt x="2921767" y="1703797"/>
                  </a:lnTo>
                  <a:lnTo>
                    <a:pt x="2957398" y="1716562"/>
                  </a:lnTo>
                  <a:lnTo>
                    <a:pt x="2993029" y="1729188"/>
                  </a:lnTo>
                  <a:lnTo>
                    <a:pt x="3028661" y="1741676"/>
                  </a:lnTo>
                  <a:lnTo>
                    <a:pt x="3064292" y="1754029"/>
                  </a:lnTo>
                  <a:lnTo>
                    <a:pt x="3099923" y="1766247"/>
                  </a:lnTo>
                  <a:lnTo>
                    <a:pt x="3135555" y="1778333"/>
                  </a:lnTo>
                  <a:lnTo>
                    <a:pt x="3171186" y="1790287"/>
                  </a:lnTo>
                  <a:lnTo>
                    <a:pt x="3206817" y="1802111"/>
                  </a:lnTo>
                  <a:lnTo>
                    <a:pt x="3242448" y="1813806"/>
                  </a:lnTo>
                  <a:lnTo>
                    <a:pt x="3278080" y="1825374"/>
                  </a:lnTo>
                  <a:lnTo>
                    <a:pt x="3313711" y="1836816"/>
                  </a:lnTo>
                  <a:lnTo>
                    <a:pt x="3349342" y="1848134"/>
                  </a:lnTo>
                  <a:lnTo>
                    <a:pt x="3384974" y="1859329"/>
                  </a:lnTo>
                  <a:lnTo>
                    <a:pt x="3420605" y="1870402"/>
                  </a:lnTo>
                  <a:lnTo>
                    <a:pt x="3456236" y="1881354"/>
                  </a:lnTo>
                  <a:lnTo>
                    <a:pt x="3491868" y="1892187"/>
                  </a:lnTo>
                  <a:lnTo>
                    <a:pt x="3527499" y="1902903"/>
                  </a:lnTo>
                  <a:lnTo>
                    <a:pt x="3563130" y="1913502"/>
                  </a:lnTo>
                  <a:lnTo>
                    <a:pt x="3598762" y="1923985"/>
                  </a:lnTo>
                  <a:lnTo>
                    <a:pt x="3634393" y="1934355"/>
                  </a:lnTo>
                  <a:lnTo>
                    <a:pt x="3670024" y="1944612"/>
                  </a:lnTo>
                  <a:lnTo>
                    <a:pt x="3705655" y="1954757"/>
                  </a:lnTo>
                  <a:lnTo>
                    <a:pt x="3741287" y="1964791"/>
                  </a:lnTo>
                  <a:lnTo>
                    <a:pt x="3776918" y="1974717"/>
                  </a:lnTo>
                  <a:lnTo>
                    <a:pt x="3812549" y="1984535"/>
                  </a:lnTo>
                  <a:lnTo>
                    <a:pt x="3848181" y="1994246"/>
                  </a:lnTo>
                  <a:lnTo>
                    <a:pt x="3883812" y="2003851"/>
                  </a:lnTo>
                  <a:lnTo>
                    <a:pt x="3919443" y="2013352"/>
                  </a:lnTo>
                  <a:lnTo>
                    <a:pt x="3955075" y="2022749"/>
                  </a:lnTo>
                  <a:lnTo>
                    <a:pt x="3990706" y="2032044"/>
                  </a:lnTo>
                  <a:lnTo>
                    <a:pt x="4026337" y="2041238"/>
                  </a:lnTo>
                  <a:lnTo>
                    <a:pt x="4061968" y="2050332"/>
                  </a:lnTo>
                  <a:lnTo>
                    <a:pt x="4097600" y="2059327"/>
                  </a:lnTo>
                  <a:lnTo>
                    <a:pt x="4133231" y="2068225"/>
                  </a:lnTo>
                  <a:lnTo>
                    <a:pt x="4168862" y="2077025"/>
                  </a:lnTo>
                  <a:lnTo>
                    <a:pt x="4204494" y="2085730"/>
                  </a:lnTo>
                  <a:lnTo>
                    <a:pt x="4240125" y="2094340"/>
                  </a:lnTo>
                  <a:lnTo>
                    <a:pt x="4275756" y="2102856"/>
                  </a:lnTo>
                  <a:lnTo>
                    <a:pt x="4311388" y="2111280"/>
                  </a:lnTo>
                  <a:lnTo>
                    <a:pt x="4347019" y="2119612"/>
                  </a:lnTo>
                  <a:lnTo>
                    <a:pt x="4382650" y="2127854"/>
                  </a:lnTo>
                  <a:lnTo>
                    <a:pt x="4418282" y="2136005"/>
                  </a:lnTo>
                  <a:lnTo>
                    <a:pt x="4453913" y="2144069"/>
                  </a:lnTo>
                  <a:lnTo>
                    <a:pt x="4489544" y="2152044"/>
                  </a:lnTo>
                  <a:lnTo>
                    <a:pt x="4525175" y="2159933"/>
                  </a:lnTo>
                  <a:lnTo>
                    <a:pt x="4560807" y="2167736"/>
                  </a:lnTo>
                  <a:lnTo>
                    <a:pt x="4596438" y="2175454"/>
                  </a:lnTo>
                  <a:lnTo>
                    <a:pt x="4632069" y="2183088"/>
                  </a:lnTo>
                  <a:lnTo>
                    <a:pt x="4667701" y="2190639"/>
                  </a:lnTo>
                  <a:lnTo>
                    <a:pt x="4703332" y="2198107"/>
                  </a:lnTo>
                  <a:lnTo>
                    <a:pt x="4738963" y="2205495"/>
                  </a:lnTo>
                  <a:lnTo>
                    <a:pt x="4774595" y="2212802"/>
                  </a:lnTo>
                  <a:lnTo>
                    <a:pt x="4810226" y="2220030"/>
                  </a:lnTo>
                  <a:lnTo>
                    <a:pt x="4845857" y="2227179"/>
                  </a:lnTo>
                  <a:lnTo>
                    <a:pt x="4881489" y="2234250"/>
                  </a:lnTo>
                  <a:lnTo>
                    <a:pt x="4917120" y="2241245"/>
                  </a:lnTo>
                  <a:lnTo>
                    <a:pt x="4952751" y="2248163"/>
                  </a:lnTo>
                  <a:lnTo>
                    <a:pt x="4988382" y="2255006"/>
                  </a:lnTo>
                  <a:lnTo>
                    <a:pt x="5024014" y="2261775"/>
                  </a:lnTo>
                  <a:lnTo>
                    <a:pt x="5059645" y="2268470"/>
                  </a:lnTo>
                  <a:lnTo>
                    <a:pt x="5095276" y="2275092"/>
                  </a:lnTo>
                  <a:lnTo>
                    <a:pt x="5130908" y="2281642"/>
                  </a:lnTo>
                  <a:lnTo>
                    <a:pt x="5166539" y="2288121"/>
                  </a:lnTo>
                  <a:lnTo>
                    <a:pt x="5202170" y="2294529"/>
                  </a:lnTo>
                  <a:lnTo>
                    <a:pt x="5237802" y="2300868"/>
                  </a:lnTo>
                  <a:lnTo>
                    <a:pt x="5273433" y="2307138"/>
                  </a:lnTo>
                  <a:lnTo>
                    <a:pt x="5309064" y="2313339"/>
                  </a:lnTo>
                  <a:lnTo>
                    <a:pt x="5344696" y="2319474"/>
                  </a:lnTo>
                  <a:lnTo>
                    <a:pt x="5380327" y="2325541"/>
                  </a:lnTo>
                  <a:lnTo>
                    <a:pt x="5415958" y="2331542"/>
                  </a:lnTo>
                  <a:lnTo>
                    <a:pt x="5451589" y="2337478"/>
                  </a:lnTo>
                  <a:lnTo>
                    <a:pt x="5487221" y="2343350"/>
                  </a:lnTo>
                  <a:lnTo>
                    <a:pt x="5522852" y="2349157"/>
                  </a:lnTo>
                  <a:lnTo>
                    <a:pt x="5558483" y="2354902"/>
                  </a:lnTo>
                  <a:lnTo>
                    <a:pt x="5594115" y="2360584"/>
                  </a:lnTo>
                  <a:lnTo>
                    <a:pt x="5629746" y="2366204"/>
                  </a:lnTo>
                  <a:lnTo>
                    <a:pt x="5665377" y="2371763"/>
                  </a:lnTo>
                  <a:lnTo>
                    <a:pt x="5701009" y="2377262"/>
                  </a:lnTo>
                  <a:lnTo>
                    <a:pt x="5736640" y="2382700"/>
                  </a:lnTo>
                  <a:lnTo>
                    <a:pt x="5772271" y="2388080"/>
                  </a:lnTo>
                  <a:lnTo>
                    <a:pt x="5807903" y="2393401"/>
                  </a:lnTo>
                  <a:lnTo>
                    <a:pt x="5843534" y="2398664"/>
                  </a:lnTo>
                  <a:lnTo>
                    <a:pt x="5879165" y="2403870"/>
                  </a:lnTo>
                  <a:lnTo>
                    <a:pt x="5914796" y="2409019"/>
                  </a:lnTo>
                  <a:lnTo>
                    <a:pt x="5950428" y="2414113"/>
                  </a:lnTo>
                  <a:lnTo>
                    <a:pt x="5986059" y="2419150"/>
                  </a:lnTo>
                  <a:lnTo>
                    <a:pt x="6021690" y="2424133"/>
                  </a:lnTo>
                  <a:lnTo>
                    <a:pt x="6057322" y="2429062"/>
                  </a:lnTo>
                  <a:lnTo>
                    <a:pt x="6092953" y="2433938"/>
                  </a:lnTo>
                  <a:lnTo>
                    <a:pt x="6128584" y="2438760"/>
                  </a:lnTo>
                  <a:lnTo>
                    <a:pt x="6164216" y="2443529"/>
                  </a:lnTo>
                  <a:lnTo>
                    <a:pt x="6199847" y="2448247"/>
                  </a:lnTo>
                  <a:lnTo>
                    <a:pt x="6235478" y="2452914"/>
                  </a:lnTo>
                  <a:lnTo>
                    <a:pt x="6271110" y="2457530"/>
                  </a:lnTo>
                  <a:lnTo>
                    <a:pt x="6306741" y="2462095"/>
                  </a:lnTo>
                  <a:lnTo>
                    <a:pt x="6342372" y="2466611"/>
                  </a:lnTo>
                  <a:lnTo>
                    <a:pt x="6378003" y="2471078"/>
                  </a:lnTo>
                  <a:lnTo>
                    <a:pt x="6413635" y="2475496"/>
                  </a:lnTo>
                  <a:lnTo>
                    <a:pt x="6449266" y="2479866"/>
                  </a:lnTo>
                  <a:lnTo>
                    <a:pt x="6484897" y="2484189"/>
                  </a:lnTo>
                  <a:lnTo>
                    <a:pt x="6520529" y="2488464"/>
                  </a:lnTo>
                  <a:lnTo>
                    <a:pt x="6556160" y="2492693"/>
                  </a:lnTo>
                  <a:lnTo>
                    <a:pt x="6591791" y="2496876"/>
                  </a:lnTo>
                  <a:lnTo>
                    <a:pt x="6627423" y="2501014"/>
                  </a:lnTo>
                  <a:lnTo>
                    <a:pt x="6663054" y="2505106"/>
                  </a:lnTo>
                  <a:lnTo>
                    <a:pt x="6698685" y="2509154"/>
                  </a:lnTo>
                  <a:lnTo>
                    <a:pt x="6734317" y="2513158"/>
                  </a:lnTo>
                  <a:lnTo>
                    <a:pt x="6769948" y="2517119"/>
                  </a:lnTo>
                  <a:lnTo>
                    <a:pt x="6805579" y="2521036"/>
                  </a:lnTo>
                  <a:lnTo>
                    <a:pt x="6841210" y="2524911"/>
                  </a:lnTo>
                  <a:lnTo>
                    <a:pt x="6876842" y="2528744"/>
                  </a:lnTo>
                  <a:lnTo>
                    <a:pt x="6912473" y="2532534"/>
                  </a:lnTo>
                  <a:lnTo>
                    <a:pt x="6948104" y="2536284"/>
                  </a:lnTo>
                  <a:lnTo>
                    <a:pt x="6983736" y="2539993"/>
                  </a:lnTo>
                  <a:lnTo>
                    <a:pt x="7019367" y="2543661"/>
                  </a:lnTo>
                  <a:lnTo>
                    <a:pt x="7054998" y="2547290"/>
                  </a:lnTo>
                  <a:lnTo>
                    <a:pt x="7090630" y="255087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1.29 (1.21-1.37),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2.11 (1.77-2.51)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2026-10-08T16:28:01Z</dcterms:modified>
  <cp:category/>
</cp:coreProperties>
</file>