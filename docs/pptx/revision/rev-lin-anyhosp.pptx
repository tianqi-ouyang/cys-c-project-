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074683"/>
            </a:xfrm>
            <a:custGeom>
              <a:avLst/>
              <a:pathLst>
                <a:path w="7090630" h="3074683">
                  <a:moveTo>
                    <a:pt x="14859" y="0"/>
                  </a:moveTo>
                  <a:lnTo>
                    <a:pt x="35631" y="24156"/>
                  </a:lnTo>
                  <a:lnTo>
                    <a:pt x="71262" y="65087"/>
                  </a:lnTo>
                  <a:lnTo>
                    <a:pt x="106893" y="105517"/>
                  </a:lnTo>
                  <a:lnTo>
                    <a:pt x="142525" y="145451"/>
                  </a:lnTo>
                  <a:lnTo>
                    <a:pt x="178156" y="184896"/>
                  </a:lnTo>
                  <a:lnTo>
                    <a:pt x="213787" y="223858"/>
                  </a:lnTo>
                  <a:lnTo>
                    <a:pt x="249419" y="262343"/>
                  </a:lnTo>
                  <a:lnTo>
                    <a:pt x="285050" y="300356"/>
                  </a:lnTo>
                  <a:lnTo>
                    <a:pt x="320681" y="337904"/>
                  </a:lnTo>
                  <a:lnTo>
                    <a:pt x="356313" y="374992"/>
                  </a:lnTo>
                  <a:lnTo>
                    <a:pt x="391944" y="411626"/>
                  </a:lnTo>
                  <a:lnTo>
                    <a:pt x="427575" y="447811"/>
                  </a:lnTo>
                  <a:lnTo>
                    <a:pt x="463206" y="483553"/>
                  </a:lnTo>
                  <a:lnTo>
                    <a:pt x="498838" y="518857"/>
                  </a:lnTo>
                  <a:lnTo>
                    <a:pt x="534469" y="553728"/>
                  </a:lnTo>
                  <a:lnTo>
                    <a:pt x="570100" y="588173"/>
                  </a:lnTo>
                  <a:lnTo>
                    <a:pt x="605732" y="622195"/>
                  </a:lnTo>
                  <a:lnTo>
                    <a:pt x="641363" y="655801"/>
                  </a:lnTo>
                  <a:lnTo>
                    <a:pt x="676994" y="688995"/>
                  </a:lnTo>
                  <a:lnTo>
                    <a:pt x="712626" y="721783"/>
                  </a:lnTo>
                  <a:lnTo>
                    <a:pt x="748257" y="754169"/>
                  </a:lnTo>
                  <a:lnTo>
                    <a:pt x="783888" y="786158"/>
                  </a:lnTo>
                  <a:lnTo>
                    <a:pt x="819520" y="817756"/>
                  </a:lnTo>
                  <a:lnTo>
                    <a:pt x="855151" y="848967"/>
                  </a:lnTo>
                  <a:lnTo>
                    <a:pt x="890782" y="879795"/>
                  </a:lnTo>
                  <a:lnTo>
                    <a:pt x="926413" y="910246"/>
                  </a:lnTo>
                  <a:lnTo>
                    <a:pt x="962045" y="940323"/>
                  </a:lnTo>
                  <a:lnTo>
                    <a:pt x="997676" y="970033"/>
                  </a:lnTo>
                  <a:lnTo>
                    <a:pt x="1033307" y="999378"/>
                  </a:lnTo>
                  <a:lnTo>
                    <a:pt x="1068939" y="1028364"/>
                  </a:lnTo>
                  <a:lnTo>
                    <a:pt x="1104570" y="1056995"/>
                  </a:lnTo>
                  <a:lnTo>
                    <a:pt x="1140201" y="1085275"/>
                  </a:lnTo>
                  <a:lnTo>
                    <a:pt x="1175833" y="1113209"/>
                  </a:lnTo>
                  <a:lnTo>
                    <a:pt x="1211464" y="1140801"/>
                  </a:lnTo>
                  <a:lnTo>
                    <a:pt x="1247095" y="1168055"/>
                  </a:lnTo>
                  <a:lnTo>
                    <a:pt x="1282727" y="1194975"/>
                  </a:lnTo>
                  <a:lnTo>
                    <a:pt x="1318358" y="1221565"/>
                  </a:lnTo>
                  <a:lnTo>
                    <a:pt x="1353989" y="1247830"/>
                  </a:lnTo>
                  <a:lnTo>
                    <a:pt x="1389620" y="1273773"/>
                  </a:lnTo>
                  <a:lnTo>
                    <a:pt x="1425252" y="1299398"/>
                  </a:lnTo>
                  <a:lnTo>
                    <a:pt x="1460883" y="1324709"/>
                  </a:lnTo>
                  <a:lnTo>
                    <a:pt x="1496514" y="1349710"/>
                  </a:lnTo>
                  <a:lnTo>
                    <a:pt x="1532146" y="1374405"/>
                  </a:lnTo>
                  <a:lnTo>
                    <a:pt x="1567777" y="1398798"/>
                  </a:lnTo>
                  <a:lnTo>
                    <a:pt x="1603408" y="1422892"/>
                  </a:lnTo>
                  <a:lnTo>
                    <a:pt x="1639040" y="1446690"/>
                  </a:lnTo>
                  <a:lnTo>
                    <a:pt x="1674671" y="1470198"/>
                  </a:lnTo>
                  <a:lnTo>
                    <a:pt x="1710302" y="1493417"/>
                  </a:lnTo>
                  <a:lnTo>
                    <a:pt x="1745934" y="1516352"/>
                  </a:lnTo>
                  <a:lnTo>
                    <a:pt x="1781565" y="1539006"/>
                  </a:lnTo>
                  <a:lnTo>
                    <a:pt x="1817196" y="1561382"/>
                  </a:lnTo>
                  <a:lnTo>
                    <a:pt x="1852827" y="1583485"/>
                  </a:lnTo>
                  <a:lnTo>
                    <a:pt x="1888459" y="1605316"/>
                  </a:lnTo>
                  <a:lnTo>
                    <a:pt x="1924090" y="1626881"/>
                  </a:lnTo>
                  <a:lnTo>
                    <a:pt x="1959721" y="1648181"/>
                  </a:lnTo>
                  <a:lnTo>
                    <a:pt x="1995353" y="1669220"/>
                  </a:lnTo>
                  <a:lnTo>
                    <a:pt x="2030984" y="1690002"/>
                  </a:lnTo>
                  <a:lnTo>
                    <a:pt x="2066615" y="1710529"/>
                  </a:lnTo>
                  <a:lnTo>
                    <a:pt x="2102247" y="1730804"/>
                  </a:lnTo>
                  <a:lnTo>
                    <a:pt x="2137878" y="1750832"/>
                  </a:lnTo>
                  <a:lnTo>
                    <a:pt x="2173509" y="1770614"/>
                  </a:lnTo>
                  <a:lnTo>
                    <a:pt x="2209141" y="1790153"/>
                  </a:lnTo>
                  <a:lnTo>
                    <a:pt x="2244772" y="1809454"/>
                  </a:lnTo>
                  <a:lnTo>
                    <a:pt x="2280403" y="1828518"/>
                  </a:lnTo>
                  <a:lnTo>
                    <a:pt x="2316034" y="1847348"/>
                  </a:lnTo>
                  <a:lnTo>
                    <a:pt x="2351666" y="1865948"/>
                  </a:lnTo>
                  <a:lnTo>
                    <a:pt x="2387297" y="1884320"/>
                  </a:lnTo>
                  <a:lnTo>
                    <a:pt x="2422928" y="1902467"/>
                  </a:lnTo>
                  <a:lnTo>
                    <a:pt x="2458560" y="1920392"/>
                  </a:lnTo>
                  <a:lnTo>
                    <a:pt x="2494191" y="1938097"/>
                  </a:lnTo>
                  <a:lnTo>
                    <a:pt x="2529822" y="1955585"/>
                  </a:lnTo>
                  <a:lnTo>
                    <a:pt x="2565454" y="1972859"/>
                  </a:lnTo>
                  <a:lnTo>
                    <a:pt x="2601085" y="1989922"/>
                  </a:lnTo>
                  <a:lnTo>
                    <a:pt x="2636716" y="2006775"/>
                  </a:lnTo>
                  <a:lnTo>
                    <a:pt x="2672348" y="2023423"/>
                  </a:lnTo>
                  <a:lnTo>
                    <a:pt x="2707979" y="2039866"/>
                  </a:lnTo>
                  <a:lnTo>
                    <a:pt x="2743610" y="2056108"/>
                  </a:lnTo>
                  <a:lnTo>
                    <a:pt x="2779241" y="2072150"/>
                  </a:lnTo>
                  <a:lnTo>
                    <a:pt x="2814873" y="2087997"/>
                  </a:lnTo>
                  <a:lnTo>
                    <a:pt x="2850504" y="2103649"/>
                  </a:lnTo>
                  <a:lnTo>
                    <a:pt x="2886135" y="2119110"/>
                  </a:lnTo>
                  <a:lnTo>
                    <a:pt x="2921767" y="2134381"/>
                  </a:lnTo>
                  <a:lnTo>
                    <a:pt x="2957398" y="2149465"/>
                  </a:lnTo>
                  <a:lnTo>
                    <a:pt x="2993029" y="2164364"/>
                  </a:lnTo>
                  <a:lnTo>
                    <a:pt x="3028661" y="2179081"/>
                  </a:lnTo>
                  <a:lnTo>
                    <a:pt x="3064292" y="2193618"/>
                  </a:lnTo>
                  <a:lnTo>
                    <a:pt x="3099923" y="2207977"/>
                  </a:lnTo>
                  <a:lnTo>
                    <a:pt x="3135555" y="2222159"/>
                  </a:lnTo>
                  <a:lnTo>
                    <a:pt x="3171186" y="2236168"/>
                  </a:lnTo>
                  <a:lnTo>
                    <a:pt x="3206817" y="2250006"/>
                  </a:lnTo>
                  <a:lnTo>
                    <a:pt x="3242448" y="2263674"/>
                  </a:lnTo>
                  <a:lnTo>
                    <a:pt x="3278080" y="2277174"/>
                  </a:lnTo>
                  <a:lnTo>
                    <a:pt x="3313711" y="2290510"/>
                  </a:lnTo>
                  <a:lnTo>
                    <a:pt x="3349342" y="2303681"/>
                  </a:lnTo>
                  <a:lnTo>
                    <a:pt x="3384974" y="2316692"/>
                  </a:lnTo>
                  <a:lnTo>
                    <a:pt x="3420605" y="2329543"/>
                  </a:lnTo>
                  <a:lnTo>
                    <a:pt x="3456236" y="2342237"/>
                  </a:lnTo>
                  <a:lnTo>
                    <a:pt x="3491868" y="2354775"/>
                  </a:lnTo>
                  <a:lnTo>
                    <a:pt x="3527499" y="2367160"/>
                  </a:lnTo>
                  <a:lnTo>
                    <a:pt x="3563130" y="2379393"/>
                  </a:lnTo>
                  <a:lnTo>
                    <a:pt x="3598762" y="2391476"/>
                  </a:lnTo>
                  <a:lnTo>
                    <a:pt x="3634393" y="2403411"/>
                  </a:lnTo>
                  <a:lnTo>
                    <a:pt x="3670024" y="2415200"/>
                  </a:lnTo>
                  <a:lnTo>
                    <a:pt x="3705655" y="2426845"/>
                  </a:lnTo>
                  <a:lnTo>
                    <a:pt x="3741287" y="2438347"/>
                  </a:lnTo>
                  <a:lnTo>
                    <a:pt x="3776918" y="2449708"/>
                  </a:lnTo>
                  <a:lnTo>
                    <a:pt x="3812549" y="2460930"/>
                  </a:lnTo>
                  <a:lnTo>
                    <a:pt x="3848181" y="2472014"/>
                  </a:lnTo>
                  <a:lnTo>
                    <a:pt x="3883812" y="2482963"/>
                  </a:lnTo>
                  <a:lnTo>
                    <a:pt x="3919443" y="2493778"/>
                  </a:lnTo>
                  <a:lnTo>
                    <a:pt x="3955075" y="2504460"/>
                  </a:lnTo>
                  <a:lnTo>
                    <a:pt x="3990706" y="2515011"/>
                  </a:lnTo>
                  <a:lnTo>
                    <a:pt x="4026337" y="2525433"/>
                  </a:lnTo>
                  <a:lnTo>
                    <a:pt x="4061968" y="2535728"/>
                  </a:lnTo>
                  <a:lnTo>
                    <a:pt x="4097600" y="2545896"/>
                  </a:lnTo>
                  <a:lnTo>
                    <a:pt x="4133231" y="2555940"/>
                  </a:lnTo>
                  <a:lnTo>
                    <a:pt x="4168862" y="2565073"/>
                  </a:lnTo>
                  <a:lnTo>
                    <a:pt x="4204494" y="2569190"/>
                  </a:lnTo>
                  <a:lnTo>
                    <a:pt x="4240125" y="2573286"/>
                  </a:lnTo>
                  <a:lnTo>
                    <a:pt x="4275756" y="2577360"/>
                  </a:lnTo>
                  <a:lnTo>
                    <a:pt x="4311388" y="2581414"/>
                  </a:lnTo>
                  <a:lnTo>
                    <a:pt x="4347019" y="2585447"/>
                  </a:lnTo>
                  <a:lnTo>
                    <a:pt x="4382650" y="2589460"/>
                  </a:lnTo>
                  <a:lnTo>
                    <a:pt x="4418282" y="2593451"/>
                  </a:lnTo>
                  <a:lnTo>
                    <a:pt x="4453913" y="2597423"/>
                  </a:lnTo>
                  <a:lnTo>
                    <a:pt x="4489544" y="2601373"/>
                  </a:lnTo>
                  <a:lnTo>
                    <a:pt x="4525175" y="2605304"/>
                  </a:lnTo>
                  <a:lnTo>
                    <a:pt x="4560807" y="2609214"/>
                  </a:lnTo>
                  <a:lnTo>
                    <a:pt x="4596438" y="2613104"/>
                  </a:lnTo>
                  <a:lnTo>
                    <a:pt x="4632069" y="2616974"/>
                  </a:lnTo>
                  <a:lnTo>
                    <a:pt x="4667701" y="2620825"/>
                  </a:lnTo>
                  <a:lnTo>
                    <a:pt x="4703332" y="2624655"/>
                  </a:lnTo>
                  <a:lnTo>
                    <a:pt x="4738963" y="2628466"/>
                  </a:lnTo>
                  <a:lnTo>
                    <a:pt x="4774595" y="2632257"/>
                  </a:lnTo>
                  <a:lnTo>
                    <a:pt x="4810226" y="2636029"/>
                  </a:lnTo>
                  <a:lnTo>
                    <a:pt x="4845857" y="2639781"/>
                  </a:lnTo>
                  <a:lnTo>
                    <a:pt x="4881489" y="2643514"/>
                  </a:lnTo>
                  <a:lnTo>
                    <a:pt x="4917120" y="2647228"/>
                  </a:lnTo>
                  <a:lnTo>
                    <a:pt x="4952751" y="2650923"/>
                  </a:lnTo>
                  <a:lnTo>
                    <a:pt x="4988382" y="2654598"/>
                  </a:lnTo>
                  <a:lnTo>
                    <a:pt x="5024014" y="2658255"/>
                  </a:lnTo>
                  <a:lnTo>
                    <a:pt x="5059645" y="2661893"/>
                  </a:lnTo>
                  <a:lnTo>
                    <a:pt x="5095276" y="2665513"/>
                  </a:lnTo>
                  <a:lnTo>
                    <a:pt x="5130908" y="2669113"/>
                  </a:lnTo>
                  <a:lnTo>
                    <a:pt x="5166539" y="2672696"/>
                  </a:lnTo>
                  <a:lnTo>
                    <a:pt x="5202170" y="2676259"/>
                  </a:lnTo>
                  <a:lnTo>
                    <a:pt x="5237802" y="2679805"/>
                  </a:lnTo>
                  <a:lnTo>
                    <a:pt x="5273433" y="2683332"/>
                  </a:lnTo>
                  <a:lnTo>
                    <a:pt x="5309064" y="2686841"/>
                  </a:lnTo>
                  <a:lnTo>
                    <a:pt x="5344696" y="2690332"/>
                  </a:lnTo>
                  <a:lnTo>
                    <a:pt x="5380327" y="2693805"/>
                  </a:lnTo>
                  <a:lnTo>
                    <a:pt x="5415958" y="2697261"/>
                  </a:lnTo>
                  <a:lnTo>
                    <a:pt x="5451589" y="2700698"/>
                  </a:lnTo>
                  <a:lnTo>
                    <a:pt x="5487221" y="2704118"/>
                  </a:lnTo>
                  <a:lnTo>
                    <a:pt x="5522852" y="2707520"/>
                  </a:lnTo>
                  <a:lnTo>
                    <a:pt x="5558483" y="2710905"/>
                  </a:lnTo>
                  <a:lnTo>
                    <a:pt x="5594115" y="2714272"/>
                  </a:lnTo>
                  <a:lnTo>
                    <a:pt x="5629746" y="2717622"/>
                  </a:lnTo>
                  <a:lnTo>
                    <a:pt x="5665377" y="2720955"/>
                  </a:lnTo>
                  <a:lnTo>
                    <a:pt x="5701009" y="2724271"/>
                  </a:lnTo>
                  <a:lnTo>
                    <a:pt x="5736640" y="2727570"/>
                  </a:lnTo>
                  <a:lnTo>
                    <a:pt x="5772271" y="2730851"/>
                  </a:lnTo>
                  <a:lnTo>
                    <a:pt x="5807903" y="2734116"/>
                  </a:lnTo>
                  <a:lnTo>
                    <a:pt x="5843534" y="2737364"/>
                  </a:lnTo>
                  <a:lnTo>
                    <a:pt x="5879165" y="2740596"/>
                  </a:lnTo>
                  <a:lnTo>
                    <a:pt x="5914796" y="2743810"/>
                  </a:lnTo>
                  <a:lnTo>
                    <a:pt x="5950428" y="2747008"/>
                  </a:lnTo>
                  <a:lnTo>
                    <a:pt x="5986059" y="2750190"/>
                  </a:lnTo>
                  <a:lnTo>
                    <a:pt x="6021690" y="2753356"/>
                  </a:lnTo>
                  <a:lnTo>
                    <a:pt x="6057322" y="2756505"/>
                  </a:lnTo>
                  <a:lnTo>
                    <a:pt x="6092953" y="2759638"/>
                  </a:lnTo>
                  <a:lnTo>
                    <a:pt x="6128584" y="2762755"/>
                  </a:lnTo>
                  <a:lnTo>
                    <a:pt x="6164216" y="2765855"/>
                  </a:lnTo>
                  <a:lnTo>
                    <a:pt x="6199847" y="2768940"/>
                  </a:lnTo>
                  <a:lnTo>
                    <a:pt x="6235478" y="2772009"/>
                  </a:lnTo>
                  <a:lnTo>
                    <a:pt x="6271110" y="2775062"/>
                  </a:lnTo>
                  <a:lnTo>
                    <a:pt x="6306741" y="2778100"/>
                  </a:lnTo>
                  <a:lnTo>
                    <a:pt x="6342372" y="2781122"/>
                  </a:lnTo>
                  <a:lnTo>
                    <a:pt x="6378003" y="2784128"/>
                  </a:lnTo>
                  <a:lnTo>
                    <a:pt x="6413635" y="2787119"/>
                  </a:lnTo>
                  <a:lnTo>
                    <a:pt x="6449266" y="2790095"/>
                  </a:lnTo>
                  <a:lnTo>
                    <a:pt x="6484897" y="2793055"/>
                  </a:lnTo>
                  <a:lnTo>
                    <a:pt x="6520529" y="2796000"/>
                  </a:lnTo>
                  <a:lnTo>
                    <a:pt x="6556160" y="2798930"/>
                  </a:lnTo>
                  <a:lnTo>
                    <a:pt x="6591791" y="2801845"/>
                  </a:lnTo>
                  <a:lnTo>
                    <a:pt x="6627423" y="2804745"/>
                  </a:lnTo>
                  <a:lnTo>
                    <a:pt x="6663054" y="2807630"/>
                  </a:lnTo>
                  <a:lnTo>
                    <a:pt x="6698685" y="2810500"/>
                  </a:lnTo>
                  <a:lnTo>
                    <a:pt x="6734317" y="2813355"/>
                  </a:lnTo>
                  <a:lnTo>
                    <a:pt x="6769948" y="2816196"/>
                  </a:lnTo>
                  <a:lnTo>
                    <a:pt x="6805579" y="2819022"/>
                  </a:lnTo>
                  <a:lnTo>
                    <a:pt x="6841210" y="2821833"/>
                  </a:lnTo>
                  <a:lnTo>
                    <a:pt x="6876842" y="2824630"/>
                  </a:lnTo>
                  <a:lnTo>
                    <a:pt x="6912473" y="2827413"/>
                  </a:lnTo>
                  <a:lnTo>
                    <a:pt x="6948104" y="2830182"/>
                  </a:lnTo>
                  <a:lnTo>
                    <a:pt x="6983736" y="2832936"/>
                  </a:lnTo>
                  <a:lnTo>
                    <a:pt x="7019367" y="2835676"/>
                  </a:lnTo>
                  <a:lnTo>
                    <a:pt x="7054998" y="2838402"/>
                  </a:lnTo>
                  <a:lnTo>
                    <a:pt x="7090630" y="2841114"/>
                  </a:lnTo>
                  <a:lnTo>
                    <a:pt x="7090630" y="3074683"/>
                  </a:lnTo>
                  <a:lnTo>
                    <a:pt x="7054998" y="3071071"/>
                  </a:lnTo>
                  <a:lnTo>
                    <a:pt x="7019367" y="3067415"/>
                  </a:lnTo>
                  <a:lnTo>
                    <a:pt x="6983736" y="3063714"/>
                  </a:lnTo>
                  <a:lnTo>
                    <a:pt x="6948104" y="3059966"/>
                  </a:lnTo>
                  <a:lnTo>
                    <a:pt x="6912473" y="3056173"/>
                  </a:lnTo>
                  <a:lnTo>
                    <a:pt x="6876842" y="3052332"/>
                  </a:lnTo>
                  <a:lnTo>
                    <a:pt x="6841210" y="3048443"/>
                  </a:lnTo>
                  <a:lnTo>
                    <a:pt x="6805579" y="3044507"/>
                  </a:lnTo>
                  <a:lnTo>
                    <a:pt x="6769948" y="3040521"/>
                  </a:lnTo>
                  <a:lnTo>
                    <a:pt x="6734317" y="3036486"/>
                  </a:lnTo>
                  <a:lnTo>
                    <a:pt x="6698685" y="3032401"/>
                  </a:lnTo>
                  <a:lnTo>
                    <a:pt x="6663054" y="3028266"/>
                  </a:lnTo>
                  <a:lnTo>
                    <a:pt x="6627423" y="3024079"/>
                  </a:lnTo>
                  <a:lnTo>
                    <a:pt x="6591791" y="3019840"/>
                  </a:lnTo>
                  <a:lnTo>
                    <a:pt x="6556160" y="3015549"/>
                  </a:lnTo>
                  <a:lnTo>
                    <a:pt x="6520529" y="3011204"/>
                  </a:lnTo>
                  <a:lnTo>
                    <a:pt x="6484897" y="3006806"/>
                  </a:lnTo>
                  <a:lnTo>
                    <a:pt x="6449266" y="3002353"/>
                  </a:lnTo>
                  <a:lnTo>
                    <a:pt x="6413635" y="2997844"/>
                  </a:lnTo>
                  <a:lnTo>
                    <a:pt x="6378003" y="2993280"/>
                  </a:lnTo>
                  <a:lnTo>
                    <a:pt x="6342372" y="2988660"/>
                  </a:lnTo>
                  <a:lnTo>
                    <a:pt x="6306741" y="2983982"/>
                  </a:lnTo>
                  <a:lnTo>
                    <a:pt x="6271110" y="2979245"/>
                  </a:lnTo>
                  <a:lnTo>
                    <a:pt x="6235478" y="2974451"/>
                  </a:lnTo>
                  <a:lnTo>
                    <a:pt x="6199847" y="2969597"/>
                  </a:lnTo>
                  <a:lnTo>
                    <a:pt x="6164216" y="2964682"/>
                  </a:lnTo>
                  <a:lnTo>
                    <a:pt x="6128584" y="2959707"/>
                  </a:lnTo>
                  <a:lnTo>
                    <a:pt x="6092953" y="2954670"/>
                  </a:lnTo>
                  <a:lnTo>
                    <a:pt x="6057322" y="2949570"/>
                  </a:lnTo>
                  <a:lnTo>
                    <a:pt x="6021690" y="2944408"/>
                  </a:lnTo>
                  <a:lnTo>
                    <a:pt x="5986059" y="2939181"/>
                  </a:lnTo>
                  <a:lnTo>
                    <a:pt x="5950428" y="2933889"/>
                  </a:lnTo>
                  <a:lnTo>
                    <a:pt x="5914796" y="2928532"/>
                  </a:lnTo>
                  <a:lnTo>
                    <a:pt x="5879165" y="2923108"/>
                  </a:lnTo>
                  <a:lnTo>
                    <a:pt x="5843534" y="2917618"/>
                  </a:lnTo>
                  <a:lnTo>
                    <a:pt x="5807903" y="2912059"/>
                  </a:lnTo>
                  <a:lnTo>
                    <a:pt x="5772271" y="2906431"/>
                  </a:lnTo>
                  <a:lnTo>
                    <a:pt x="5736640" y="2900733"/>
                  </a:lnTo>
                  <a:lnTo>
                    <a:pt x="5701009" y="2894965"/>
                  </a:lnTo>
                  <a:lnTo>
                    <a:pt x="5665377" y="2889125"/>
                  </a:lnTo>
                  <a:lnTo>
                    <a:pt x="5629746" y="2883213"/>
                  </a:lnTo>
                  <a:lnTo>
                    <a:pt x="5594115" y="2877227"/>
                  </a:lnTo>
                  <a:lnTo>
                    <a:pt x="5558483" y="2871167"/>
                  </a:lnTo>
                  <a:lnTo>
                    <a:pt x="5522852" y="2865032"/>
                  </a:lnTo>
                  <a:lnTo>
                    <a:pt x="5487221" y="2858821"/>
                  </a:lnTo>
                  <a:lnTo>
                    <a:pt x="5451589" y="2852533"/>
                  </a:lnTo>
                  <a:lnTo>
                    <a:pt x="5415958" y="2846167"/>
                  </a:lnTo>
                  <a:lnTo>
                    <a:pt x="5380327" y="2839722"/>
                  </a:lnTo>
                  <a:lnTo>
                    <a:pt x="5344696" y="2833198"/>
                  </a:lnTo>
                  <a:lnTo>
                    <a:pt x="5309064" y="2826592"/>
                  </a:lnTo>
                  <a:lnTo>
                    <a:pt x="5273433" y="2819904"/>
                  </a:lnTo>
                  <a:lnTo>
                    <a:pt x="5237802" y="2813134"/>
                  </a:lnTo>
                  <a:lnTo>
                    <a:pt x="5202170" y="2806279"/>
                  </a:lnTo>
                  <a:lnTo>
                    <a:pt x="5166539" y="2799339"/>
                  </a:lnTo>
                  <a:lnTo>
                    <a:pt x="5130908" y="2792314"/>
                  </a:lnTo>
                  <a:lnTo>
                    <a:pt x="5095276" y="2785201"/>
                  </a:lnTo>
                  <a:lnTo>
                    <a:pt x="5059645" y="2778000"/>
                  </a:lnTo>
                  <a:lnTo>
                    <a:pt x="5024014" y="2770710"/>
                  </a:lnTo>
                  <a:lnTo>
                    <a:pt x="4988382" y="2763329"/>
                  </a:lnTo>
                  <a:lnTo>
                    <a:pt x="4952751" y="2755857"/>
                  </a:lnTo>
                  <a:lnTo>
                    <a:pt x="4917120" y="2748292"/>
                  </a:lnTo>
                  <a:lnTo>
                    <a:pt x="4881489" y="2740634"/>
                  </a:lnTo>
                  <a:lnTo>
                    <a:pt x="4845857" y="2732880"/>
                  </a:lnTo>
                  <a:lnTo>
                    <a:pt x="4810226" y="2725030"/>
                  </a:lnTo>
                  <a:lnTo>
                    <a:pt x="4774595" y="2717083"/>
                  </a:lnTo>
                  <a:lnTo>
                    <a:pt x="4738963" y="2709038"/>
                  </a:lnTo>
                  <a:lnTo>
                    <a:pt x="4703332" y="2700892"/>
                  </a:lnTo>
                  <a:lnTo>
                    <a:pt x="4667701" y="2692646"/>
                  </a:lnTo>
                  <a:lnTo>
                    <a:pt x="4632069" y="2684297"/>
                  </a:lnTo>
                  <a:lnTo>
                    <a:pt x="4596438" y="2675845"/>
                  </a:lnTo>
                  <a:lnTo>
                    <a:pt x="4560807" y="2667288"/>
                  </a:lnTo>
                  <a:lnTo>
                    <a:pt x="4525175" y="2658625"/>
                  </a:lnTo>
                  <a:lnTo>
                    <a:pt x="4489544" y="2649855"/>
                  </a:lnTo>
                  <a:lnTo>
                    <a:pt x="4453913" y="2640975"/>
                  </a:lnTo>
                  <a:lnTo>
                    <a:pt x="4418282" y="2631986"/>
                  </a:lnTo>
                  <a:lnTo>
                    <a:pt x="4382650" y="2622885"/>
                  </a:lnTo>
                  <a:lnTo>
                    <a:pt x="4347019" y="2613672"/>
                  </a:lnTo>
                  <a:lnTo>
                    <a:pt x="4311388" y="2604344"/>
                  </a:lnTo>
                  <a:lnTo>
                    <a:pt x="4275756" y="2594900"/>
                  </a:lnTo>
                  <a:lnTo>
                    <a:pt x="4240125" y="2585339"/>
                  </a:lnTo>
                  <a:lnTo>
                    <a:pt x="4204494" y="2575660"/>
                  </a:lnTo>
                  <a:lnTo>
                    <a:pt x="4168862" y="2565861"/>
                  </a:lnTo>
                  <a:lnTo>
                    <a:pt x="4133231" y="2560934"/>
                  </a:lnTo>
                  <a:lnTo>
                    <a:pt x="4097600" y="2556774"/>
                  </a:lnTo>
                  <a:lnTo>
                    <a:pt x="4061968" y="2552593"/>
                  </a:lnTo>
                  <a:lnTo>
                    <a:pt x="4026337" y="2548390"/>
                  </a:lnTo>
                  <a:lnTo>
                    <a:pt x="3990706" y="2544166"/>
                  </a:lnTo>
                  <a:lnTo>
                    <a:pt x="3955075" y="2539919"/>
                  </a:lnTo>
                  <a:lnTo>
                    <a:pt x="3919443" y="2535651"/>
                  </a:lnTo>
                  <a:lnTo>
                    <a:pt x="3883812" y="2531361"/>
                  </a:lnTo>
                  <a:lnTo>
                    <a:pt x="3848181" y="2527048"/>
                  </a:lnTo>
                  <a:lnTo>
                    <a:pt x="3812549" y="2522713"/>
                  </a:lnTo>
                  <a:lnTo>
                    <a:pt x="3776918" y="2518356"/>
                  </a:lnTo>
                  <a:lnTo>
                    <a:pt x="3741287" y="2513976"/>
                  </a:lnTo>
                  <a:lnTo>
                    <a:pt x="3705655" y="2509574"/>
                  </a:lnTo>
                  <a:lnTo>
                    <a:pt x="3670024" y="2505149"/>
                  </a:lnTo>
                  <a:lnTo>
                    <a:pt x="3634393" y="2500701"/>
                  </a:lnTo>
                  <a:lnTo>
                    <a:pt x="3598762" y="2496230"/>
                  </a:lnTo>
                  <a:lnTo>
                    <a:pt x="3563130" y="2491736"/>
                  </a:lnTo>
                  <a:lnTo>
                    <a:pt x="3527499" y="2487218"/>
                  </a:lnTo>
                  <a:lnTo>
                    <a:pt x="3491868" y="2482678"/>
                  </a:lnTo>
                  <a:lnTo>
                    <a:pt x="3456236" y="2478113"/>
                  </a:lnTo>
                  <a:lnTo>
                    <a:pt x="3420605" y="2473526"/>
                  </a:lnTo>
                  <a:lnTo>
                    <a:pt x="3384974" y="2468914"/>
                  </a:lnTo>
                  <a:lnTo>
                    <a:pt x="3349342" y="2464279"/>
                  </a:lnTo>
                  <a:lnTo>
                    <a:pt x="3313711" y="2459620"/>
                  </a:lnTo>
                  <a:lnTo>
                    <a:pt x="3278080" y="2454937"/>
                  </a:lnTo>
                  <a:lnTo>
                    <a:pt x="3242448" y="2450229"/>
                  </a:lnTo>
                  <a:lnTo>
                    <a:pt x="3206817" y="2445497"/>
                  </a:lnTo>
                  <a:lnTo>
                    <a:pt x="3171186" y="2440741"/>
                  </a:lnTo>
                  <a:lnTo>
                    <a:pt x="3135555" y="2435960"/>
                  </a:lnTo>
                  <a:lnTo>
                    <a:pt x="3099923" y="2431155"/>
                  </a:lnTo>
                  <a:lnTo>
                    <a:pt x="3064292" y="2426324"/>
                  </a:lnTo>
                  <a:lnTo>
                    <a:pt x="3028661" y="2421469"/>
                  </a:lnTo>
                  <a:lnTo>
                    <a:pt x="2993029" y="2416588"/>
                  </a:lnTo>
                  <a:lnTo>
                    <a:pt x="2957398" y="2411683"/>
                  </a:lnTo>
                  <a:lnTo>
                    <a:pt x="2921767" y="2406752"/>
                  </a:lnTo>
                  <a:lnTo>
                    <a:pt x="2886135" y="2401795"/>
                  </a:lnTo>
                  <a:lnTo>
                    <a:pt x="2850504" y="2396813"/>
                  </a:lnTo>
                  <a:lnTo>
                    <a:pt x="2814873" y="2391805"/>
                  </a:lnTo>
                  <a:lnTo>
                    <a:pt x="2779241" y="2386772"/>
                  </a:lnTo>
                  <a:lnTo>
                    <a:pt x="2743610" y="2381712"/>
                  </a:lnTo>
                  <a:lnTo>
                    <a:pt x="2707979" y="2376626"/>
                  </a:lnTo>
                  <a:lnTo>
                    <a:pt x="2672348" y="2371514"/>
                  </a:lnTo>
                  <a:lnTo>
                    <a:pt x="2636716" y="2366375"/>
                  </a:lnTo>
                  <a:lnTo>
                    <a:pt x="2601085" y="2361210"/>
                  </a:lnTo>
                  <a:lnTo>
                    <a:pt x="2565454" y="2356018"/>
                  </a:lnTo>
                  <a:lnTo>
                    <a:pt x="2529822" y="2350800"/>
                  </a:lnTo>
                  <a:lnTo>
                    <a:pt x="2494191" y="2345554"/>
                  </a:lnTo>
                  <a:lnTo>
                    <a:pt x="2458560" y="2340281"/>
                  </a:lnTo>
                  <a:lnTo>
                    <a:pt x="2422928" y="2334981"/>
                  </a:lnTo>
                  <a:lnTo>
                    <a:pt x="2387297" y="2329654"/>
                  </a:lnTo>
                  <a:lnTo>
                    <a:pt x="2351666" y="2324299"/>
                  </a:lnTo>
                  <a:lnTo>
                    <a:pt x="2316034" y="2318916"/>
                  </a:lnTo>
                  <a:lnTo>
                    <a:pt x="2280403" y="2313506"/>
                  </a:lnTo>
                  <a:lnTo>
                    <a:pt x="2244772" y="2308068"/>
                  </a:lnTo>
                  <a:lnTo>
                    <a:pt x="2209141" y="2302601"/>
                  </a:lnTo>
                  <a:lnTo>
                    <a:pt x="2173509" y="2297107"/>
                  </a:lnTo>
                  <a:lnTo>
                    <a:pt x="2137878" y="2291584"/>
                  </a:lnTo>
                  <a:lnTo>
                    <a:pt x="2102247" y="2286032"/>
                  </a:lnTo>
                  <a:lnTo>
                    <a:pt x="2066615" y="2280452"/>
                  </a:lnTo>
                  <a:lnTo>
                    <a:pt x="2030984" y="2274843"/>
                  </a:lnTo>
                  <a:lnTo>
                    <a:pt x="1995353" y="2269204"/>
                  </a:lnTo>
                  <a:lnTo>
                    <a:pt x="1959721" y="2263537"/>
                  </a:lnTo>
                  <a:lnTo>
                    <a:pt x="1924090" y="2257841"/>
                  </a:lnTo>
                  <a:lnTo>
                    <a:pt x="1888459" y="2252115"/>
                  </a:lnTo>
                  <a:lnTo>
                    <a:pt x="1852827" y="2246359"/>
                  </a:lnTo>
                  <a:lnTo>
                    <a:pt x="1817196" y="2240574"/>
                  </a:lnTo>
                  <a:lnTo>
                    <a:pt x="1781565" y="2234758"/>
                  </a:lnTo>
                  <a:lnTo>
                    <a:pt x="1745934" y="2228913"/>
                  </a:lnTo>
                  <a:lnTo>
                    <a:pt x="1710302" y="2223038"/>
                  </a:lnTo>
                  <a:lnTo>
                    <a:pt x="1674671" y="2217132"/>
                  </a:lnTo>
                  <a:lnTo>
                    <a:pt x="1639040" y="2211196"/>
                  </a:lnTo>
                  <a:lnTo>
                    <a:pt x="1603408" y="2205229"/>
                  </a:lnTo>
                  <a:lnTo>
                    <a:pt x="1567777" y="2199231"/>
                  </a:lnTo>
                  <a:lnTo>
                    <a:pt x="1532146" y="2193202"/>
                  </a:lnTo>
                  <a:lnTo>
                    <a:pt x="1496514" y="2187142"/>
                  </a:lnTo>
                  <a:lnTo>
                    <a:pt x="1460883" y="2181051"/>
                  </a:lnTo>
                  <a:lnTo>
                    <a:pt x="1425252" y="2174928"/>
                  </a:lnTo>
                  <a:lnTo>
                    <a:pt x="1389620" y="2168773"/>
                  </a:lnTo>
                  <a:lnTo>
                    <a:pt x="1353989" y="2162587"/>
                  </a:lnTo>
                  <a:lnTo>
                    <a:pt x="1318358" y="2156369"/>
                  </a:lnTo>
                  <a:lnTo>
                    <a:pt x="1282727" y="2150118"/>
                  </a:lnTo>
                  <a:lnTo>
                    <a:pt x="1247095" y="2143836"/>
                  </a:lnTo>
                  <a:lnTo>
                    <a:pt x="1211464" y="2137521"/>
                  </a:lnTo>
                  <a:lnTo>
                    <a:pt x="1175833" y="2131173"/>
                  </a:lnTo>
                  <a:lnTo>
                    <a:pt x="1140201" y="2124792"/>
                  </a:lnTo>
                  <a:lnTo>
                    <a:pt x="1104570" y="2118379"/>
                  </a:lnTo>
                  <a:lnTo>
                    <a:pt x="1068939" y="2111932"/>
                  </a:lnTo>
                  <a:lnTo>
                    <a:pt x="1033307" y="2105452"/>
                  </a:lnTo>
                  <a:lnTo>
                    <a:pt x="997676" y="2098939"/>
                  </a:lnTo>
                  <a:lnTo>
                    <a:pt x="962045" y="2092392"/>
                  </a:lnTo>
                  <a:lnTo>
                    <a:pt x="926413" y="2085811"/>
                  </a:lnTo>
                  <a:lnTo>
                    <a:pt x="890782" y="2079196"/>
                  </a:lnTo>
                  <a:lnTo>
                    <a:pt x="855151" y="2072547"/>
                  </a:lnTo>
                  <a:lnTo>
                    <a:pt x="819520" y="2065863"/>
                  </a:lnTo>
                  <a:lnTo>
                    <a:pt x="783888" y="2059145"/>
                  </a:lnTo>
                  <a:lnTo>
                    <a:pt x="748257" y="2052392"/>
                  </a:lnTo>
                  <a:lnTo>
                    <a:pt x="712626" y="2045605"/>
                  </a:lnTo>
                  <a:lnTo>
                    <a:pt x="676994" y="2038782"/>
                  </a:lnTo>
                  <a:lnTo>
                    <a:pt x="641363" y="2031924"/>
                  </a:lnTo>
                  <a:lnTo>
                    <a:pt x="605732" y="2025031"/>
                  </a:lnTo>
                  <a:lnTo>
                    <a:pt x="570100" y="2018102"/>
                  </a:lnTo>
                  <a:lnTo>
                    <a:pt x="534469" y="2011137"/>
                  </a:lnTo>
                  <a:lnTo>
                    <a:pt x="498838" y="2004136"/>
                  </a:lnTo>
                  <a:lnTo>
                    <a:pt x="463206" y="1997099"/>
                  </a:lnTo>
                  <a:lnTo>
                    <a:pt x="427575" y="1990026"/>
                  </a:lnTo>
                  <a:lnTo>
                    <a:pt x="391944" y="1982916"/>
                  </a:lnTo>
                  <a:lnTo>
                    <a:pt x="356313" y="1975769"/>
                  </a:lnTo>
                  <a:lnTo>
                    <a:pt x="320681" y="1968585"/>
                  </a:lnTo>
                  <a:lnTo>
                    <a:pt x="285050" y="1961365"/>
                  </a:lnTo>
                  <a:lnTo>
                    <a:pt x="249419" y="1954107"/>
                  </a:lnTo>
                  <a:lnTo>
                    <a:pt x="213787" y="1946811"/>
                  </a:lnTo>
                  <a:lnTo>
                    <a:pt x="178156" y="1939478"/>
                  </a:lnTo>
                  <a:lnTo>
                    <a:pt x="142525" y="1932107"/>
                  </a:lnTo>
                  <a:lnTo>
                    <a:pt x="106893" y="1924698"/>
                  </a:lnTo>
                  <a:lnTo>
                    <a:pt x="71262" y="1917250"/>
                  </a:lnTo>
                  <a:lnTo>
                    <a:pt x="35631" y="1909764"/>
                  </a:lnTo>
                  <a:lnTo>
                    <a:pt x="0" y="190223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86908" y="2196947"/>
              <a:ext cx="7075770" cy="2841114"/>
            </a:xfrm>
            <a:custGeom>
              <a:avLst/>
              <a:pathLst>
                <a:path w="7075770" h="2841114">
                  <a:moveTo>
                    <a:pt x="0" y="0"/>
                  </a:moveTo>
                  <a:lnTo>
                    <a:pt x="20771" y="24156"/>
                  </a:lnTo>
                  <a:lnTo>
                    <a:pt x="56403" y="65087"/>
                  </a:lnTo>
                  <a:lnTo>
                    <a:pt x="92034" y="105517"/>
                  </a:lnTo>
                  <a:lnTo>
                    <a:pt x="127665" y="145451"/>
                  </a:lnTo>
                  <a:lnTo>
                    <a:pt x="163296" y="184896"/>
                  </a:lnTo>
                  <a:lnTo>
                    <a:pt x="198928" y="223858"/>
                  </a:lnTo>
                  <a:lnTo>
                    <a:pt x="234559" y="262343"/>
                  </a:lnTo>
                  <a:lnTo>
                    <a:pt x="270190" y="300356"/>
                  </a:lnTo>
                  <a:lnTo>
                    <a:pt x="305822" y="337904"/>
                  </a:lnTo>
                  <a:lnTo>
                    <a:pt x="341453" y="374992"/>
                  </a:lnTo>
                  <a:lnTo>
                    <a:pt x="377084" y="411626"/>
                  </a:lnTo>
                  <a:lnTo>
                    <a:pt x="412716" y="447811"/>
                  </a:lnTo>
                  <a:lnTo>
                    <a:pt x="448347" y="483553"/>
                  </a:lnTo>
                  <a:lnTo>
                    <a:pt x="483978" y="518857"/>
                  </a:lnTo>
                  <a:lnTo>
                    <a:pt x="519610" y="553728"/>
                  </a:lnTo>
                  <a:lnTo>
                    <a:pt x="555241" y="588173"/>
                  </a:lnTo>
                  <a:lnTo>
                    <a:pt x="590872" y="622195"/>
                  </a:lnTo>
                  <a:lnTo>
                    <a:pt x="626503" y="655801"/>
                  </a:lnTo>
                  <a:lnTo>
                    <a:pt x="662135" y="688995"/>
                  </a:lnTo>
                  <a:lnTo>
                    <a:pt x="697766" y="721783"/>
                  </a:lnTo>
                  <a:lnTo>
                    <a:pt x="733397" y="754169"/>
                  </a:lnTo>
                  <a:lnTo>
                    <a:pt x="769029" y="786158"/>
                  </a:lnTo>
                  <a:lnTo>
                    <a:pt x="804660" y="817756"/>
                  </a:lnTo>
                  <a:lnTo>
                    <a:pt x="840291" y="848967"/>
                  </a:lnTo>
                  <a:lnTo>
                    <a:pt x="875923" y="879795"/>
                  </a:lnTo>
                  <a:lnTo>
                    <a:pt x="911554" y="910246"/>
                  </a:lnTo>
                  <a:lnTo>
                    <a:pt x="947185" y="940323"/>
                  </a:lnTo>
                  <a:lnTo>
                    <a:pt x="982816" y="970033"/>
                  </a:lnTo>
                  <a:lnTo>
                    <a:pt x="1018448" y="999378"/>
                  </a:lnTo>
                  <a:lnTo>
                    <a:pt x="1054079" y="1028364"/>
                  </a:lnTo>
                  <a:lnTo>
                    <a:pt x="1089710" y="1056995"/>
                  </a:lnTo>
                  <a:lnTo>
                    <a:pt x="1125342" y="1085275"/>
                  </a:lnTo>
                  <a:lnTo>
                    <a:pt x="1160973" y="1113209"/>
                  </a:lnTo>
                  <a:lnTo>
                    <a:pt x="1196604" y="1140801"/>
                  </a:lnTo>
                  <a:lnTo>
                    <a:pt x="1232236" y="1168055"/>
                  </a:lnTo>
                  <a:lnTo>
                    <a:pt x="1267867" y="1194975"/>
                  </a:lnTo>
                  <a:lnTo>
                    <a:pt x="1303498" y="1221565"/>
                  </a:lnTo>
                  <a:lnTo>
                    <a:pt x="1339130" y="1247830"/>
                  </a:lnTo>
                  <a:lnTo>
                    <a:pt x="1374761" y="1273773"/>
                  </a:lnTo>
                  <a:lnTo>
                    <a:pt x="1410392" y="1299398"/>
                  </a:lnTo>
                  <a:lnTo>
                    <a:pt x="1446023" y="1324709"/>
                  </a:lnTo>
                  <a:lnTo>
                    <a:pt x="1481655" y="1349710"/>
                  </a:lnTo>
                  <a:lnTo>
                    <a:pt x="1517286" y="1374405"/>
                  </a:lnTo>
                  <a:lnTo>
                    <a:pt x="1552917" y="1398798"/>
                  </a:lnTo>
                  <a:lnTo>
                    <a:pt x="1588549" y="1422892"/>
                  </a:lnTo>
                  <a:lnTo>
                    <a:pt x="1624180" y="1446690"/>
                  </a:lnTo>
                  <a:lnTo>
                    <a:pt x="1659811" y="1470198"/>
                  </a:lnTo>
                  <a:lnTo>
                    <a:pt x="1695443" y="1493417"/>
                  </a:lnTo>
                  <a:lnTo>
                    <a:pt x="1731074" y="1516352"/>
                  </a:lnTo>
                  <a:lnTo>
                    <a:pt x="1766705" y="1539006"/>
                  </a:lnTo>
                  <a:lnTo>
                    <a:pt x="1802337" y="1561382"/>
                  </a:lnTo>
                  <a:lnTo>
                    <a:pt x="1837968" y="1583485"/>
                  </a:lnTo>
                  <a:lnTo>
                    <a:pt x="1873599" y="1605316"/>
                  </a:lnTo>
                  <a:lnTo>
                    <a:pt x="1909230" y="1626881"/>
                  </a:lnTo>
                  <a:lnTo>
                    <a:pt x="1944862" y="1648181"/>
                  </a:lnTo>
                  <a:lnTo>
                    <a:pt x="1980493" y="1669220"/>
                  </a:lnTo>
                  <a:lnTo>
                    <a:pt x="2016124" y="1690002"/>
                  </a:lnTo>
                  <a:lnTo>
                    <a:pt x="2051756" y="1710529"/>
                  </a:lnTo>
                  <a:lnTo>
                    <a:pt x="2087387" y="1730804"/>
                  </a:lnTo>
                  <a:lnTo>
                    <a:pt x="2123018" y="1750832"/>
                  </a:lnTo>
                  <a:lnTo>
                    <a:pt x="2158650" y="1770614"/>
                  </a:lnTo>
                  <a:lnTo>
                    <a:pt x="2194281" y="1790153"/>
                  </a:lnTo>
                  <a:lnTo>
                    <a:pt x="2229912" y="1809454"/>
                  </a:lnTo>
                  <a:lnTo>
                    <a:pt x="2265544" y="1828518"/>
                  </a:lnTo>
                  <a:lnTo>
                    <a:pt x="2301175" y="1847348"/>
                  </a:lnTo>
                  <a:lnTo>
                    <a:pt x="2336806" y="1865948"/>
                  </a:lnTo>
                  <a:lnTo>
                    <a:pt x="2372437" y="1884320"/>
                  </a:lnTo>
                  <a:lnTo>
                    <a:pt x="2408069" y="1902467"/>
                  </a:lnTo>
                  <a:lnTo>
                    <a:pt x="2443700" y="1920392"/>
                  </a:lnTo>
                  <a:lnTo>
                    <a:pt x="2479331" y="1938097"/>
                  </a:lnTo>
                  <a:lnTo>
                    <a:pt x="2514963" y="1955585"/>
                  </a:lnTo>
                  <a:lnTo>
                    <a:pt x="2550594" y="1972859"/>
                  </a:lnTo>
                  <a:lnTo>
                    <a:pt x="2586225" y="1989922"/>
                  </a:lnTo>
                  <a:lnTo>
                    <a:pt x="2621857" y="2006775"/>
                  </a:lnTo>
                  <a:lnTo>
                    <a:pt x="2657488" y="2023423"/>
                  </a:lnTo>
                  <a:lnTo>
                    <a:pt x="2693119" y="2039866"/>
                  </a:lnTo>
                  <a:lnTo>
                    <a:pt x="2728751" y="2056108"/>
                  </a:lnTo>
                  <a:lnTo>
                    <a:pt x="2764382" y="2072150"/>
                  </a:lnTo>
                  <a:lnTo>
                    <a:pt x="2800013" y="2087997"/>
                  </a:lnTo>
                  <a:lnTo>
                    <a:pt x="2835644" y="2103649"/>
                  </a:lnTo>
                  <a:lnTo>
                    <a:pt x="2871276" y="2119110"/>
                  </a:lnTo>
                  <a:lnTo>
                    <a:pt x="2906907" y="2134381"/>
                  </a:lnTo>
                  <a:lnTo>
                    <a:pt x="2942538" y="2149465"/>
                  </a:lnTo>
                  <a:lnTo>
                    <a:pt x="2978170" y="2164364"/>
                  </a:lnTo>
                  <a:lnTo>
                    <a:pt x="3013801" y="2179081"/>
                  </a:lnTo>
                  <a:lnTo>
                    <a:pt x="3049432" y="2193618"/>
                  </a:lnTo>
                  <a:lnTo>
                    <a:pt x="3085064" y="2207977"/>
                  </a:lnTo>
                  <a:lnTo>
                    <a:pt x="3120695" y="2222159"/>
                  </a:lnTo>
                  <a:lnTo>
                    <a:pt x="3156326" y="2236168"/>
                  </a:lnTo>
                  <a:lnTo>
                    <a:pt x="3191958" y="2250006"/>
                  </a:lnTo>
                  <a:lnTo>
                    <a:pt x="3227589" y="2263674"/>
                  </a:lnTo>
                  <a:lnTo>
                    <a:pt x="3263220" y="2277174"/>
                  </a:lnTo>
                  <a:lnTo>
                    <a:pt x="3298851" y="2290510"/>
                  </a:lnTo>
                  <a:lnTo>
                    <a:pt x="3334483" y="2303681"/>
                  </a:lnTo>
                  <a:lnTo>
                    <a:pt x="3370114" y="2316692"/>
                  </a:lnTo>
                  <a:lnTo>
                    <a:pt x="3405745" y="2329543"/>
                  </a:lnTo>
                  <a:lnTo>
                    <a:pt x="3441377" y="2342237"/>
                  </a:lnTo>
                  <a:lnTo>
                    <a:pt x="3477008" y="2354775"/>
                  </a:lnTo>
                  <a:lnTo>
                    <a:pt x="3512639" y="2367160"/>
                  </a:lnTo>
                  <a:lnTo>
                    <a:pt x="3548271" y="2379393"/>
                  </a:lnTo>
                  <a:lnTo>
                    <a:pt x="3583902" y="2391476"/>
                  </a:lnTo>
                  <a:lnTo>
                    <a:pt x="3619533" y="2403411"/>
                  </a:lnTo>
                  <a:lnTo>
                    <a:pt x="3655165" y="2415200"/>
                  </a:lnTo>
                  <a:lnTo>
                    <a:pt x="3690796" y="2426845"/>
                  </a:lnTo>
                  <a:lnTo>
                    <a:pt x="3726427" y="2438347"/>
                  </a:lnTo>
                  <a:lnTo>
                    <a:pt x="3762058" y="2449708"/>
                  </a:lnTo>
                  <a:lnTo>
                    <a:pt x="3797690" y="2460930"/>
                  </a:lnTo>
                  <a:lnTo>
                    <a:pt x="3833321" y="2472014"/>
                  </a:lnTo>
                  <a:lnTo>
                    <a:pt x="3868952" y="2482963"/>
                  </a:lnTo>
                  <a:lnTo>
                    <a:pt x="3904584" y="2493778"/>
                  </a:lnTo>
                  <a:lnTo>
                    <a:pt x="3940215" y="2504460"/>
                  </a:lnTo>
                  <a:lnTo>
                    <a:pt x="3975846" y="2515011"/>
                  </a:lnTo>
                  <a:lnTo>
                    <a:pt x="4011478" y="2525433"/>
                  </a:lnTo>
                  <a:lnTo>
                    <a:pt x="4047109" y="2535728"/>
                  </a:lnTo>
                  <a:lnTo>
                    <a:pt x="4082740" y="2545896"/>
                  </a:lnTo>
                  <a:lnTo>
                    <a:pt x="4118372" y="2555940"/>
                  </a:lnTo>
                  <a:lnTo>
                    <a:pt x="4154003" y="2565073"/>
                  </a:lnTo>
                  <a:lnTo>
                    <a:pt x="4189634" y="2569190"/>
                  </a:lnTo>
                  <a:lnTo>
                    <a:pt x="4225265" y="2573286"/>
                  </a:lnTo>
                  <a:lnTo>
                    <a:pt x="4260897" y="2577360"/>
                  </a:lnTo>
                  <a:lnTo>
                    <a:pt x="4296528" y="2581414"/>
                  </a:lnTo>
                  <a:lnTo>
                    <a:pt x="4332159" y="2585447"/>
                  </a:lnTo>
                  <a:lnTo>
                    <a:pt x="4367791" y="2589460"/>
                  </a:lnTo>
                  <a:lnTo>
                    <a:pt x="4403422" y="2593451"/>
                  </a:lnTo>
                  <a:lnTo>
                    <a:pt x="4439053" y="2597423"/>
                  </a:lnTo>
                  <a:lnTo>
                    <a:pt x="4474685" y="2601373"/>
                  </a:lnTo>
                  <a:lnTo>
                    <a:pt x="4510316" y="2605304"/>
                  </a:lnTo>
                  <a:lnTo>
                    <a:pt x="4545947" y="2609214"/>
                  </a:lnTo>
                  <a:lnTo>
                    <a:pt x="4581579" y="2613104"/>
                  </a:lnTo>
                  <a:lnTo>
                    <a:pt x="4617210" y="2616974"/>
                  </a:lnTo>
                  <a:lnTo>
                    <a:pt x="4652841" y="2620825"/>
                  </a:lnTo>
                  <a:lnTo>
                    <a:pt x="4688472" y="2624655"/>
                  </a:lnTo>
                  <a:lnTo>
                    <a:pt x="4724104" y="2628466"/>
                  </a:lnTo>
                  <a:lnTo>
                    <a:pt x="4759735" y="2632257"/>
                  </a:lnTo>
                  <a:lnTo>
                    <a:pt x="4795366" y="2636029"/>
                  </a:lnTo>
                  <a:lnTo>
                    <a:pt x="4830998" y="2639781"/>
                  </a:lnTo>
                  <a:lnTo>
                    <a:pt x="4866629" y="2643514"/>
                  </a:lnTo>
                  <a:lnTo>
                    <a:pt x="4902260" y="2647228"/>
                  </a:lnTo>
                  <a:lnTo>
                    <a:pt x="4937892" y="2650923"/>
                  </a:lnTo>
                  <a:lnTo>
                    <a:pt x="4973523" y="2654598"/>
                  </a:lnTo>
                  <a:lnTo>
                    <a:pt x="5009154" y="2658255"/>
                  </a:lnTo>
                  <a:lnTo>
                    <a:pt x="5044785" y="2661893"/>
                  </a:lnTo>
                  <a:lnTo>
                    <a:pt x="5080417" y="2665513"/>
                  </a:lnTo>
                  <a:lnTo>
                    <a:pt x="5116048" y="2669113"/>
                  </a:lnTo>
                  <a:lnTo>
                    <a:pt x="5151679" y="2672696"/>
                  </a:lnTo>
                  <a:lnTo>
                    <a:pt x="5187311" y="2676259"/>
                  </a:lnTo>
                  <a:lnTo>
                    <a:pt x="5222942" y="2679805"/>
                  </a:lnTo>
                  <a:lnTo>
                    <a:pt x="5258573" y="2683332"/>
                  </a:lnTo>
                  <a:lnTo>
                    <a:pt x="5294205" y="2686841"/>
                  </a:lnTo>
                  <a:lnTo>
                    <a:pt x="5329836" y="2690332"/>
                  </a:lnTo>
                  <a:lnTo>
                    <a:pt x="5365467" y="2693805"/>
                  </a:lnTo>
                  <a:lnTo>
                    <a:pt x="5401099" y="2697261"/>
                  </a:lnTo>
                  <a:lnTo>
                    <a:pt x="5436730" y="2700698"/>
                  </a:lnTo>
                  <a:lnTo>
                    <a:pt x="5472361" y="2704118"/>
                  </a:lnTo>
                  <a:lnTo>
                    <a:pt x="5507992" y="2707520"/>
                  </a:lnTo>
                  <a:lnTo>
                    <a:pt x="5543624" y="2710905"/>
                  </a:lnTo>
                  <a:lnTo>
                    <a:pt x="5579255" y="2714272"/>
                  </a:lnTo>
                  <a:lnTo>
                    <a:pt x="5614886" y="2717622"/>
                  </a:lnTo>
                  <a:lnTo>
                    <a:pt x="5650518" y="2720955"/>
                  </a:lnTo>
                  <a:lnTo>
                    <a:pt x="5686149" y="2724271"/>
                  </a:lnTo>
                  <a:lnTo>
                    <a:pt x="5721780" y="2727570"/>
                  </a:lnTo>
                  <a:lnTo>
                    <a:pt x="5757412" y="2730851"/>
                  </a:lnTo>
                  <a:lnTo>
                    <a:pt x="5793043" y="2734116"/>
                  </a:lnTo>
                  <a:lnTo>
                    <a:pt x="5828674" y="2737364"/>
                  </a:lnTo>
                  <a:lnTo>
                    <a:pt x="5864306" y="2740596"/>
                  </a:lnTo>
                  <a:lnTo>
                    <a:pt x="5899937" y="2743810"/>
                  </a:lnTo>
                  <a:lnTo>
                    <a:pt x="5935568" y="2747008"/>
                  </a:lnTo>
                  <a:lnTo>
                    <a:pt x="5971199" y="2750190"/>
                  </a:lnTo>
                  <a:lnTo>
                    <a:pt x="6006831" y="2753356"/>
                  </a:lnTo>
                  <a:lnTo>
                    <a:pt x="6042462" y="2756505"/>
                  </a:lnTo>
                  <a:lnTo>
                    <a:pt x="6078093" y="2759638"/>
                  </a:lnTo>
                  <a:lnTo>
                    <a:pt x="6113725" y="2762755"/>
                  </a:lnTo>
                  <a:lnTo>
                    <a:pt x="6149356" y="2765855"/>
                  </a:lnTo>
                  <a:lnTo>
                    <a:pt x="6184987" y="2768940"/>
                  </a:lnTo>
                  <a:lnTo>
                    <a:pt x="6220619" y="2772009"/>
                  </a:lnTo>
                  <a:lnTo>
                    <a:pt x="6256250" y="2775062"/>
                  </a:lnTo>
                  <a:lnTo>
                    <a:pt x="6291881" y="2778100"/>
                  </a:lnTo>
                  <a:lnTo>
                    <a:pt x="6327513" y="2781122"/>
                  </a:lnTo>
                  <a:lnTo>
                    <a:pt x="6363144" y="2784128"/>
                  </a:lnTo>
                  <a:lnTo>
                    <a:pt x="6398775" y="2787119"/>
                  </a:lnTo>
                  <a:lnTo>
                    <a:pt x="6434406" y="2790095"/>
                  </a:lnTo>
                  <a:lnTo>
                    <a:pt x="6470038" y="2793055"/>
                  </a:lnTo>
                  <a:lnTo>
                    <a:pt x="6505669" y="2796000"/>
                  </a:lnTo>
                  <a:lnTo>
                    <a:pt x="6541300" y="2798930"/>
                  </a:lnTo>
                  <a:lnTo>
                    <a:pt x="6576932" y="2801845"/>
                  </a:lnTo>
                  <a:lnTo>
                    <a:pt x="6612563" y="2804745"/>
                  </a:lnTo>
                  <a:lnTo>
                    <a:pt x="6648194" y="2807630"/>
                  </a:lnTo>
                  <a:lnTo>
                    <a:pt x="6683826" y="2810500"/>
                  </a:lnTo>
                  <a:lnTo>
                    <a:pt x="6719457" y="2813355"/>
                  </a:lnTo>
                  <a:lnTo>
                    <a:pt x="6755088" y="2816196"/>
                  </a:lnTo>
                  <a:lnTo>
                    <a:pt x="6790720" y="2819022"/>
                  </a:lnTo>
                  <a:lnTo>
                    <a:pt x="6826351" y="2821833"/>
                  </a:lnTo>
                  <a:lnTo>
                    <a:pt x="6861982" y="2824630"/>
                  </a:lnTo>
                  <a:lnTo>
                    <a:pt x="6897613" y="2827413"/>
                  </a:lnTo>
                  <a:lnTo>
                    <a:pt x="6933245" y="2830182"/>
                  </a:lnTo>
                  <a:lnTo>
                    <a:pt x="6968876" y="2832936"/>
                  </a:lnTo>
                  <a:lnTo>
                    <a:pt x="7004507" y="2835676"/>
                  </a:lnTo>
                  <a:lnTo>
                    <a:pt x="7040139" y="2838402"/>
                  </a:lnTo>
                  <a:lnTo>
                    <a:pt x="7075770" y="28411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99186"/>
              <a:ext cx="7090630" cy="1172443"/>
            </a:xfrm>
            <a:custGeom>
              <a:avLst/>
              <a:pathLst>
                <a:path w="7090630" h="1172443">
                  <a:moveTo>
                    <a:pt x="7090630" y="1172443"/>
                  </a:moveTo>
                  <a:lnTo>
                    <a:pt x="7054998" y="1168831"/>
                  </a:lnTo>
                  <a:lnTo>
                    <a:pt x="7019367" y="1165175"/>
                  </a:lnTo>
                  <a:lnTo>
                    <a:pt x="6983736" y="1161474"/>
                  </a:lnTo>
                  <a:lnTo>
                    <a:pt x="6948104" y="1157727"/>
                  </a:lnTo>
                  <a:lnTo>
                    <a:pt x="6912473" y="1153933"/>
                  </a:lnTo>
                  <a:lnTo>
                    <a:pt x="6876842" y="1150092"/>
                  </a:lnTo>
                  <a:lnTo>
                    <a:pt x="6841210" y="1146203"/>
                  </a:lnTo>
                  <a:lnTo>
                    <a:pt x="6805579" y="1142267"/>
                  </a:lnTo>
                  <a:lnTo>
                    <a:pt x="6769948" y="1138281"/>
                  </a:lnTo>
                  <a:lnTo>
                    <a:pt x="6734317" y="1134246"/>
                  </a:lnTo>
                  <a:lnTo>
                    <a:pt x="6698685" y="1130161"/>
                  </a:lnTo>
                  <a:lnTo>
                    <a:pt x="6663054" y="1126026"/>
                  </a:lnTo>
                  <a:lnTo>
                    <a:pt x="6627423" y="1121839"/>
                  </a:lnTo>
                  <a:lnTo>
                    <a:pt x="6591791" y="1117600"/>
                  </a:lnTo>
                  <a:lnTo>
                    <a:pt x="6556160" y="1113309"/>
                  </a:lnTo>
                  <a:lnTo>
                    <a:pt x="6520529" y="1108964"/>
                  </a:lnTo>
                  <a:lnTo>
                    <a:pt x="6484897" y="1104566"/>
                  </a:lnTo>
                  <a:lnTo>
                    <a:pt x="6449266" y="1100113"/>
                  </a:lnTo>
                  <a:lnTo>
                    <a:pt x="6413635" y="1095604"/>
                  </a:lnTo>
                  <a:lnTo>
                    <a:pt x="6378003" y="1091040"/>
                  </a:lnTo>
                  <a:lnTo>
                    <a:pt x="6342372" y="1086420"/>
                  </a:lnTo>
                  <a:lnTo>
                    <a:pt x="6306741" y="1081742"/>
                  </a:lnTo>
                  <a:lnTo>
                    <a:pt x="6271110" y="1077006"/>
                  </a:lnTo>
                  <a:lnTo>
                    <a:pt x="6235478" y="1072211"/>
                  </a:lnTo>
                  <a:lnTo>
                    <a:pt x="6199847" y="1067357"/>
                  </a:lnTo>
                  <a:lnTo>
                    <a:pt x="6164216" y="1062442"/>
                  </a:lnTo>
                  <a:lnTo>
                    <a:pt x="6128584" y="1057467"/>
                  </a:lnTo>
                  <a:lnTo>
                    <a:pt x="6092953" y="1052430"/>
                  </a:lnTo>
                  <a:lnTo>
                    <a:pt x="6057322" y="1047330"/>
                  </a:lnTo>
                  <a:lnTo>
                    <a:pt x="6021690" y="1042168"/>
                  </a:lnTo>
                  <a:lnTo>
                    <a:pt x="5986059" y="1036941"/>
                  </a:lnTo>
                  <a:lnTo>
                    <a:pt x="5950428" y="1031649"/>
                  </a:lnTo>
                  <a:lnTo>
                    <a:pt x="5914796" y="1026292"/>
                  </a:lnTo>
                  <a:lnTo>
                    <a:pt x="5879165" y="1020869"/>
                  </a:lnTo>
                  <a:lnTo>
                    <a:pt x="5843534" y="1015378"/>
                  </a:lnTo>
                  <a:lnTo>
                    <a:pt x="5807903" y="1009819"/>
                  </a:lnTo>
                  <a:lnTo>
                    <a:pt x="5772271" y="1004191"/>
                  </a:lnTo>
                  <a:lnTo>
                    <a:pt x="5736640" y="998493"/>
                  </a:lnTo>
                  <a:lnTo>
                    <a:pt x="5701009" y="992725"/>
                  </a:lnTo>
                  <a:lnTo>
                    <a:pt x="5665377" y="986885"/>
                  </a:lnTo>
                  <a:lnTo>
                    <a:pt x="5629746" y="980973"/>
                  </a:lnTo>
                  <a:lnTo>
                    <a:pt x="5594115" y="974987"/>
                  </a:lnTo>
                  <a:lnTo>
                    <a:pt x="5558483" y="968927"/>
                  </a:lnTo>
                  <a:lnTo>
                    <a:pt x="5522852" y="962793"/>
                  </a:lnTo>
                  <a:lnTo>
                    <a:pt x="5487221" y="956582"/>
                  </a:lnTo>
                  <a:lnTo>
                    <a:pt x="5451589" y="950294"/>
                  </a:lnTo>
                  <a:lnTo>
                    <a:pt x="5415958" y="943928"/>
                  </a:lnTo>
                  <a:lnTo>
                    <a:pt x="5380327" y="937483"/>
                  </a:lnTo>
                  <a:lnTo>
                    <a:pt x="5344696" y="930958"/>
                  </a:lnTo>
                  <a:lnTo>
                    <a:pt x="5309064" y="924352"/>
                  </a:lnTo>
                  <a:lnTo>
                    <a:pt x="5273433" y="917664"/>
                  </a:lnTo>
                  <a:lnTo>
                    <a:pt x="5237802" y="910894"/>
                  </a:lnTo>
                  <a:lnTo>
                    <a:pt x="5202170" y="904039"/>
                  </a:lnTo>
                  <a:lnTo>
                    <a:pt x="5166539" y="897100"/>
                  </a:lnTo>
                  <a:lnTo>
                    <a:pt x="5130908" y="890074"/>
                  </a:lnTo>
                  <a:lnTo>
                    <a:pt x="5095276" y="882961"/>
                  </a:lnTo>
                  <a:lnTo>
                    <a:pt x="5059645" y="875760"/>
                  </a:lnTo>
                  <a:lnTo>
                    <a:pt x="5024014" y="868470"/>
                  </a:lnTo>
                  <a:lnTo>
                    <a:pt x="4988382" y="861089"/>
                  </a:lnTo>
                  <a:lnTo>
                    <a:pt x="4952751" y="853617"/>
                  </a:lnTo>
                  <a:lnTo>
                    <a:pt x="4917120" y="846052"/>
                  </a:lnTo>
                  <a:lnTo>
                    <a:pt x="4881489" y="838394"/>
                  </a:lnTo>
                  <a:lnTo>
                    <a:pt x="4845857" y="830640"/>
                  </a:lnTo>
                  <a:lnTo>
                    <a:pt x="4810226" y="822791"/>
                  </a:lnTo>
                  <a:lnTo>
                    <a:pt x="4774595" y="814843"/>
                  </a:lnTo>
                  <a:lnTo>
                    <a:pt x="4738963" y="806798"/>
                  </a:lnTo>
                  <a:lnTo>
                    <a:pt x="4703332" y="798652"/>
                  </a:lnTo>
                  <a:lnTo>
                    <a:pt x="4667701" y="790406"/>
                  </a:lnTo>
                  <a:lnTo>
                    <a:pt x="4632069" y="782057"/>
                  </a:lnTo>
                  <a:lnTo>
                    <a:pt x="4596438" y="773605"/>
                  </a:lnTo>
                  <a:lnTo>
                    <a:pt x="4560807" y="765048"/>
                  </a:lnTo>
                  <a:lnTo>
                    <a:pt x="4525175" y="756385"/>
                  </a:lnTo>
                  <a:lnTo>
                    <a:pt x="4489544" y="747615"/>
                  </a:lnTo>
                  <a:lnTo>
                    <a:pt x="4453913" y="738736"/>
                  </a:lnTo>
                  <a:lnTo>
                    <a:pt x="4418282" y="729746"/>
                  </a:lnTo>
                  <a:lnTo>
                    <a:pt x="4382650" y="720645"/>
                  </a:lnTo>
                  <a:lnTo>
                    <a:pt x="4347019" y="711432"/>
                  </a:lnTo>
                  <a:lnTo>
                    <a:pt x="4311388" y="702104"/>
                  </a:lnTo>
                  <a:lnTo>
                    <a:pt x="4275756" y="692660"/>
                  </a:lnTo>
                  <a:lnTo>
                    <a:pt x="4240125" y="683099"/>
                  </a:lnTo>
                  <a:lnTo>
                    <a:pt x="4204494" y="673420"/>
                  </a:lnTo>
                  <a:lnTo>
                    <a:pt x="4168862" y="663621"/>
                  </a:lnTo>
                  <a:lnTo>
                    <a:pt x="4133231" y="658694"/>
                  </a:lnTo>
                  <a:lnTo>
                    <a:pt x="4097600" y="654535"/>
                  </a:lnTo>
                  <a:lnTo>
                    <a:pt x="4061968" y="650353"/>
                  </a:lnTo>
                  <a:lnTo>
                    <a:pt x="4026337" y="646151"/>
                  </a:lnTo>
                  <a:lnTo>
                    <a:pt x="3990706" y="641926"/>
                  </a:lnTo>
                  <a:lnTo>
                    <a:pt x="3955075" y="637680"/>
                  </a:lnTo>
                  <a:lnTo>
                    <a:pt x="3919443" y="633411"/>
                  </a:lnTo>
                  <a:lnTo>
                    <a:pt x="3883812" y="629121"/>
                  </a:lnTo>
                  <a:lnTo>
                    <a:pt x="3848181" y="624808"/>
                  </a:lnTo>
                  <a:lnTo>
                    <a:pt x="3812549" y="620473"/>
                  </a:lnTo>
                  <a:lnTo>
                    <a:pt x="3776918" y="616116"/>
                  </a:lnTo>
                  <a:lnTo>
                    <a:pt x="3741287" y="611736"/>
                  </a:lnTo>
                  <a:lnTo>
                    <a:pt x="3705655" y="607334"/>
                  </a:lnTo>
                  <a:lnTo>
                    <a:pt x="3670024" y="602909"/>
                  </a:lnTo>
                  <a:lnTo>
                    <a:pt x="3634393" y="598461"/>
                  </a:lnTo>
                  <a:lnTo>
                    <a:pt x="3598762" y="593990"/>
                  </a:lnTo>
                  <a:lnTo>
                    <a:pt x="3563130" y="589496"/>
                  </a:lnTo>
                  <a:lnTo>
                    <a:pt x="3527499" y="584978"/>
                  </a:lnTo>
                  <a:lnTo>
                    <a:pt x="3491868" y="580438"/>
                  </a:lnTo>
                  <a:lnTo>
                    <a:pt x="3456236" y="575874"/>
                  </a:lnTo>
                  <a:lnTo>
                    <a:pt x="3420605" y="571286"/>
                  </a:lnTo>
                  <a:lnTo>
                    <a:pt x="3384974" y="566674"/>
                  </a:lnTo>
                  <a:lnTo>
                    <a:pt x="3349342" y="562039"/>
                  </a:lnTo>
                  <a:lnTo>
                    <a:pt x="3313711" y="557380"/>
                  </a:lnTo>
                  <a:lnTo>
                    <a:pt x="3278080" y="552697"/>
                  </a:lnTo>
                  <a:lnTo>
                    <a:pt x="3242448" y="547989"/>
                  </a:lnTo>
                  <a:lnTo>
                    <a:pt x="3206817" y="543257"/>
                  </a:lnTo>
                  <a:lnTo>
                    <a:pt x="3171186" y="538501"/>
                  </a:lnTo>
                  <a:lnTo>
                    <a:pt x="3135555" y="533720"/>
                  </a:lnTo>
                  <a:lnTo>
                    <a:pt x="3099923" y="528915"/>
                  </a:lnTo>
                  <a:lnTo>
                    <a:pt x="3064292" y="524084"/>
                  </a:lnTo>
                  <a:lnTo>
                    <a:pt x="3028661" y="519229"/>
                  </a:lnTo>
                  <a:lnTo>
                    <a:pt x="2993029" y="514349"/>
                  </a:lnTo>
                  <a:lnTo>
                    <a:pt x="2957398" y="509443"/>
                  </a:lnTo>
                  <a:lnTo>
                    <a:pt x="2921767" y="504512"/>
                  </a:lnTo>
                  <a:lnTo>
                    <a:pt x="2886135" y="499555"/>
                  </a:lnTo>
                  <a:lnTo>
                    <a:pt x="2850504" y="494573"/>
                  </a:lnTo>
                  <a:lnTo>
                    <a:pt x="2814873" y="489565"/>
                  </a:lnTo>
                  <a:lnTo>
                    <a:pt x="2779241" y="484532"/>
                  </a:lnTo>
                  <a:lnTo>
                    <a:pt x="2743610" y="479472"/>
                  </a:lnTo>
                  <a:lnTo>
                    <a:pt x="2707979" y="474386"/>
                  </a:lnTo>
                  <a:lnTo>
                    <a:pt x="2672348" y="469274"/>
                  </a:lnTo>
                  <a:lnTo>
                    <a:pt x="2636716" y="464135"/>
                  </a:lnTo>
                  <a:lnTo>
                    <a:pt x="2601085" y="458970"/>
                  </a:lnTo>
                  <a:lnTo>
                    <a:pt x="2565454" y="453778"/>
                  </a:lnTo>
                  <a:lnTo>
                    <a:pt x="2529822" y="448560"/>
                  </a:lnTo>
                  <a:lnTo>
                    <a:pt x="2494191" y="443314"/>
                  </a:lnTo>
                  <a:lnTo>
                    <a:pt x="2458560" y="438041"/>
                  </a:lnTo>
                  <a:lnTo>
                    <a:pt x="2422928" y="432741"/>
                  </a:lnTo>
                  <a:lnTo>
                    <a:pt x="2387297" y="427414"/>
                  </a:lnTo>
                  <a:lnTo>
                    <a:pt x="2351666" y="422059"/>
                  </a:lnTo>
                  <a:lnTo>
                    <a:pt x="2316034" y="416677"/>
                  </a:lnTo>
                  <a:lnTo>
                    <a:pt x="2280403" y="411266"/>
                  </a:lnTo>
                  <a:lnTo>
                    <a:pt x="2244772" y="405828"/>
                  </a:lnTo>
                  <a:lnTo>
                    <a:pt x="2209141" y="400361"/>
                  </a:lnTo>
                  <a:lnTo>
                    <a:pt x="2173509" y="394867"/>
                  </a:lnTo>
                  <a:lnTo>
                    <a:pt x="2137878" y="389344"/>
                  </a:lnTo>
                  <a:lnTo>
                    <a:pt x="2102247" y="383792"/>
                  </a:lnTo>
                  <a:lnTo>
                    <a:pt x="2066615" y="378212"/>
                  </a:lnTo>
                  <a:lnTo>
                    <a:pt x="2030984" y="372603"/>
                  </a:lnTo>
                  <a:lnTo>
                    <a:pt x="1995353" y="366965"/>
                  </a:lnTo>
                  <a:lnTo>
                    <a:pt x="1959721" y="361297"/>
                  </a:lnTo>
                  <a:lnTo>
                    <a:pt x="1924090" y="355601"/>
                  </a:lnTo>
                  <a:lnTo>
                    <a:pt x="1888459" y="349875"/>
                  </a:lnTo>
                  <a:lnTo>
                    <a:pt x="1852827" y="344119"/>
                  </a:lnTo>
                  <a:lnTo>
                    <a:pt x="1817196" y="338334"/>
                  </a:lnTo>
                  <a:lnTo>
                    <a:pt x="1781565" y="332519"/>
                  </a:lnTo>
                  <a:lnTo>
                    <a:pt x="1745934" y="326673"/>
                  </a:lnTo>
                  <a:lnTo>
                    <a:pt x="1710302" y="320798"/>
                  </a:lnTo>
                  <a:lnTo>
                    <a:pt x="1674671" y="314892"/>
                  </a:lnTo>
                  <a:lnTo>
                    <a:pt x="1639040" y="308956"/>
                  </a:lnTo>
                  <a:lnTo>
                    <a:pt x="1603408" y="302989"/>
                  </a:lnTo>
                  <a:lnTo>
                    <a:pt x="1567777" y="296991"/>
                  </a:lnTo>
                  <a:lnTo>
                    <a:pt x="1532146" y="290962"/>
                  </a:lnTo>
                  <a:lnTo>
                    <a:pt x="1496514" y="284902"/>
                  </a:lnTo>
                  <a:lnTo>
                    <a:pt x="1460883" y="278811"/>
                  </a:lnTo>
                  <a:lnTo>
                    <a:pt x="1425252" y="272688"/>
                  </a:lnTo>
                  <a:lnTo>
                    <a:pt x="1389620" y="266533"/>
                  </a:lnTo>
                  <a:lnTo>
                    <a:pt x="1353989" y="260347"/>
                  </a:lnTo>
                  <a:lnTo>
                    <a:pt x="1318358" y="254129"/>
                  </a:lnTo>
                  <a:lnTo>
                    <a:pt x="1282727" y="247879"/>
                  </a:lnTo>
                  <a:lnTo>
                    <a:pt x="1247095" y="241596"/>
                  </a:lnTo>
                  <a:lnTo>
                    <a:pt x="1211464" y="235281"/>
                  </a:lnTo>
                  <a:lnTo>
                    <a:pt x="1175833" y="228933"/>
                  </a:lnTo>
                  <a:lnTo>
                    <a:pt x="1140201" y="222553"/>
                  </a:lnTo>
                  <a:lnTo>
                    <a:pt x="1104570" y="216139"/>
                  </a:lnTo>
                  <a:lnTo>
                    <a:pt x="1068939" y="209692"/>
                  </a:lnTo>
                  <a:lnTo>
                    <a:pt x="1033307" y="203212"/>
                  </a:lnTo>
                  <a:lnTo>
                    <a:pt x="997676" y="196699"/>
                  </a:lnTo>
                  <a:lnTo>
                    <a:pt x="962045" y="190152"/>
                  </a:lnTo>
                  <a:lnTo>
                    <a:pt x="926413" y="183571"/>
                  </a:lnTo>
                  <a:lnTo>
                    <a:pt x="890782" y="176956"/>
                  </a:lnTo>
                  <a:lnTo>
                    <a:pt x="855151" y="170307"/>
                  </a:lnTo>
                  <a:lnTo>
                    <a:pt x="819520" y="163623"/>
                  </a:lnTo>
                  <a:lnTo>
                    <a:pt x="783888" y="156905"/>
                  </a:lnTo>
                  <a:lnTo>
                    <a:pt x="748257" y="150153"/>
                  </a:lnTo>
                  <a:lnTo>
                    <a:pt x="712626" y="143365"/>
                  </a:lnTo>
                  <a:lnTo>
                    <a:pt x="676994" y="136542"/>
                  </a:lnTo>
                  <a:lnTo>
                    <a:pt x="641363" y="129684"/>
                  </a:lnTo>
                  <a:lnTo>
                    <a:pt x="605732" y="122791"/>
                  </a:lnTo>
                  <a:lnTo>
                    <a:pt x="570100" y="115862"/>
                  </a:lnTo>
                  <a:lnTo>
                    <a:pt x="534469" y="108897"/>
                  </a:lnTo>
                  <a:lnTo>
                    <a:pt x="498838" y="101896"/>
                  </a:lnTo>
                  <a:lnTo>
                    <a:pt x="463206" y="94859"/>
                  </a:lnTo>
                  <a:lnTo>
                    <a:pt x="427575" y="87786"/>
                  </a:lnTo>
                  <a:lnTo>
                    <a:pt x="391944" y="80676"/>
                  </a:lnTo>
                  <a:lnTo>
                    <a:pt x="356313" y="73529"/>
                  </a:lnTo>
                  <a:lnTo>
                    <a:pt x="320681" y="66346"/>
                  </a:lnTo>
                  <a:lnTo>
                    <a:pt x="285050" y="59125"/>
                  </a:lnTo>
                  <a:lnTo>
                    <a:pt x="249419" y="51867"/>
                  </a:lnTo>
                  <a:lnTo>
                    <a:pt x="213787" y="44571"/>
                  </a:lnTo>
                  <a:lnTo>
                    <a:pt x="178156" y="37238"/>
                  </a:lnTo>
                  <a:lnTo>
                    <a:pt x="142525" y="29867"/>
                  </a:lnTo>
                  <a:lnTo>
                    <a:pt x="106893" y="22458"/>
                  </a:lnTo>
                  <a:lnTo>
                    <a:pt x="71262" y="15010"/>
                  </a:lnTo>
                  <a:lnTo>
                    <a:pt x="35631" y="752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337575"/>
              <a:ext cx="7090630" cy="1834340"/>
            </a:xfrm>
            <a:custGeom>
              <a:avLst/>
              <a:pathLst>
                <a:path w="7090630" h="1834340">
                  <a:moveTo>
                    <a:pt x="0" y="0"/>
                  </a:moveTo>
                  <a:lnTo>
                    <a:pt x="35631" y="19362"/>
                  </a:lnTo>
                  <a:lnTo>
                    <a:pt x="71262" y="38555"/>
                  </a:lnTo>
                  <a:lnTo>
                    <a:pt x="106893" y="57582"/>
                  </a:lnTo>
                  <a:lnTo>
                    <a:pt x="142525" y="76443"/>
                  </a:lnTo>
                  <a:lnTo>
                    <a:pt x="178156" y="95140"/>
                  </a:lnTo>
                  <a:lnTo>
                    <a:pt x="213787" y="113675"/>
                  </a:lnTo>
                  <a:lnTo>
                    <a:pt x="249419" y="132048"/>
                  </a:lnTo>
                  <a:lnTo>
                    <a:pt x="285050" y="150261"/>
                  </a:lnTo>
                  <a:lnTo>
                    <a:pt x="320681" y="168316"/>
                  </a:lnTo>
                  <a:lnTo>
                    <a:pt x="356313" y="186213"/>
                  </a:lnTo>
                  <a:lnTo>
                    <a:pt x="391944" y="203955"/>
                  </a:lnTo>
                  <a:lnTo>
                    <a:pt x="427575" y="221543"/>
                  </a:lnTo>
                  <a:lnTo>
                    <a:pt x="463206" y="238978"/>
                  </a:lnTo>
                  <a:lnTo>
                    <a:pt x="498838" y="256260"/>
                  </a:lnTo>
                  <a:lnTo>
                    <a:pt x="534469" y="273393"/>
                  </a:lnTo>
                  <a:lnTo>
                    <a:pt x="570100" y="290376"/>
                  </a:lnTo>
                  <a:lnTo>
                    <a:pt x="605732" y="307212"/>
                  </a:lnTo>
                  <a:lnTo>
                    <a:pt x="641363" y="323901"/>
                  </a:lnTo>
                  <a:lnTo>
                    <a:pt x="676994" y="340445"/>
                  </a:lnTo>
                  <a:lnTo>
                    <a:pt x="712626" y="356845"/>
                  </a:lnTo>
                  <a:lnTo>
                    <a:pt x="748257" y="373102"/>
                  </a:lnTo>
                  <a:lnTo>
                    <a:pt x="783888" y="389218"/>
                  </a:lnTo>
                  <a:lnTo>
                    <a:pt x="819520" y="405194"/>
                  </a:lnTo>
                  <a:lnTo>
                    <a:pt x="855151" y="421030"/>
                  </a:lnTo>
                  <a:lnTo>
                    <a:pt x="890782" y="436729"/>
                  </a:lnTo>
                  <a:lnTo>
                    <a:pt x="926413" y="452291"/>
                  </a:lnTo>
                  <a:lnTo>
                    <a:pt x="962045" y="467718"/>
                  </a:lnTo>
                  <a:lnTo>
                    <a:pt x="997676" y="483011"/>
                  </a:lnTo>
                  <a:lnTo>
                    <a:pt x="1033307" y="498170"/>
                  </a:lnTo>
                  <a:lnTo>
                    <a:pt x="1068939" y="513198"/>
                  </a:lnTo>
                  <a:lnTo>
                    <a:pt x="1104570" y="528095"/>
                  </a:lnTo>
                  <a:lnTo>
                    <a:pt x="1140201" y="542862"/>
                  </a:lnTo>
                  <a:lnTo>
                    <a:pt x="1175833" y="557500"/>
                  </a:lnTo>
                  <a:lnTo>
                    <a:pt x="1211464" y="572012"/>
                  </a:lnTo>
                  <a:lnTo>
                    <a:pt x="1247095" y="586397"/>
                  </a:lnTo>
                  <a:lnTo>
                    <a:pt x="1282727" y="600657"/>
                  </a:lnTo>
                  <a:lnTo>
                    <a:pt x="1318358" y="614793"/>
                  </a:lnTo>
                  <a:lnTo>
                    <a:pt x="1353989" y="628806"/>
                  </a:lnTo>
                  <a:lnTo>
                    <a:pt x="1389620" y="642697"/>
                  </a:lnTo>
                  <a:lnTo>
                    <a:pt x="1425252" y="656467"/>
                  </a:lnTo>
                  <a:lnTo>
                    <a:pt x="1460883" y="670117"/>
                  </a:lnTo>
                  <a:lnTo>
                    <a:pt x="1496514" y="683648"/>
                  </a:lnTo>
                  <a:lnTo>
                    <a:pt x="1532146" y="697062"/>
                  </a:lnTo>
                  <a:lnTo>
                    <a:pt x="1567777" y="710359"/>
                  </a:lnTo>
                  <a:lnTo>
                    <a:pt x="1603408" y="723541"/>
                  </a:lnTo>
                  <a:lnTo>
                    <a:pt x="1639040" y="736607"/>
                  </a:lnTo>
                  <a:lnTo>
                    <a:pt x="1674671" y="749560"/>
                  </a:lnTo>
                  <a:lnTo>
                    <a:pt x="1710302" y="762401"/>
                  </a:lnTo>
                  <a:lnTo>
                    <a:pt x="1745934" y="775129"/>
                  </a:lnTo>
                  <a:lnTo>
                    <a:pt x="1781565" y="787747"/>
                  </a:lnTo>
                  <a:lnTo>
                    <a:pt x="1817196" y="800255"/>
                  </a:lnTo>
                  <a:lnTo>
                    <a:pt x="1852827" y="812654"/>
                  </a:lnTo>
                  <a:lnTo>
                    <a:pt x="1888459" y="824945"/>
                  </a:lnTo>
                  <a:lnTo>
                    <a:pt x="1924090" y="837130"/>
                  </a:lnTo>
                  <a:lnTo>
                    <a:pt x="1959721" y="849208"/>
                  </a:lnTo>
                  <a:lnTo>
                    <a:pt x="1995353" y="861181"/>
                  </a:lnTo>
                  <a:lnTo>
                    <a:pt x="2030984" y="873050"/>
                  </a:lnTo>
                  <a:lnTo>
                    <a:pt x="2066615" y="884816"/>
                  </a:lnTo>
                  <a:lnTo>
                    <a:pt x="2102247" y="896479"/>
                  </a:lnTo>
                  <a:lnTo>
                    <a:pt x="2137878" y="908041"/>
                  </a:lnTo>
                  <a:lnTo>
                    <a:pt x="2173509" y="919503"/>
                  </a:lnTo>
                  <a:lnTo>
                    <a:pt x="2209141" y="930864"/>
                  </a:lnTo>
                  <a:lnTo>
                    <a:pt x="2244772" y="942127"/>
                  </a:lnTo>
                  <a:lnTo>
                    <a:pt x="2280403" y="953292"/>
                  </a:lnTo>
                  <a:lnTo>
                    <a:pt x="2316034" y="964359"/>
                  </a:lnTo>
                  <a:lnTo>
                    <a:pt x="2351666" y="975331"/>
                  </a:lnTo>
                  <a:lnTo>
                    <a:pt x="2387297" y="986207"/>
                  </a:lnTo>
                  <a:lnTo>
                    <a:pt x="2422928" y="996988"/>
                  </a:lnTo>
                  <a:lnTo>
                    <a:pt x="2458560" y="1007675"/>
                  </a:lnTo>
                  <a:lnTo>
                    <a:pt x="2494191" y="1018270"/>
                  </a:lnTo>
                  <a:lnTo>
                    <a:pt x="2529822" y="1028772"/>
                  </a:lnTo>
                  <a:lnTo>
                    <a:pt x="2565454" y="1039183"/>
                  </a:lnTo>
                  <a:lnTo>
                    <a:pt x="2601085" y="1049503"/>
                  </a:lnTo>
                  <a:lnTo>
                    <a:pt x="2636716" y="1059733"/>
                  </a:lnTo>
                  <a:lnTo>
                    <a:pt x="2672348" y="1069875"/>
                  </a:lnTo>
                  <a:lnTo>
                    <a:pt x="2707979" y="1079928"/>
                  </a:lnTo>
                  <a:lnTo>
                    <a:pt x="2743610" y="1089894"/>
                  </a:lnTo>
                  <a:lnTo>
                    <a:pt x="2779241" y="1099773"/>
                  </a:lnTo>
                  <a:lnTo>
                    <a:pt x="2814873" y="1109566"/>
                  </a:lnTo>
                  <a:lnTo>
                    <a:pt x="2850504" y="1119274"/>
                  </a:lnTo>
                  <a:lnTo>
                    <a:pt x="2886135" y="1128897"/>
                  </a:lnTo>
                  <a:lnTo>
                    <a:pt x="2921767" y="1138437"/>
                  </a:lnTo>
                  <a:lnTo>
                    <a:pt x="2957398" y="1147893"/>
                  </a:lnTo>
                  <a:lnTo>
                    <a:pt x="2993029" y="1157268"/>
                  </a:lnTo>
                  <a:lnTo>
                    <a:pt x="3028661" y="1166561"/>
                  </a:lnTo>
                  <a:lnTo>
                    <a:pt x="3064292" y="1175773"/>
                  </a:lnTo>
                  <a:lnTo>
                    <a:pt x="3099923" y="1184904"/>
                  </a:lnTo>
                  <a:lnTo>
                    <a:pt x="3135555" y="1193957"/>
                  </a:lnTo>
                  <a:lnTo>
                    <a:pt x="3171186" y="1202930"/>
                  </a:lnTo>
                  <a:lnTo>
                    <a:pt x="3206817" y="1211826"/>
                  </a:lnTo>
                  <a:lnTo>
                    <a:pt x="3242448" y="1220644"/>
                  </a:lnTo>
                  <a:lnTo>
                    <a:pt x="3278080" y="1229385"/>
                  </a:lnTo>
                  <a:lnTo>
                    <a:pt x="3313711" y="1238051"/>
                  </a:lnTo>
                  <a:lnTo>
                    <a:pt x="3349342" y="1246640"/>
                  </a:lnTo>
                  <a:lnTo>
                    <a:pt x="3384974" y="1255156"/>
                  </a:lnTo>
                  <a:lnTo>
                    <a:pt x="3420605" y="1263597"/>
                  </a:lnTo>
                  <a:lnTo>
                    <a:pt x="3456236" y="1271964"/>
                  </a:lnTo>
                  <a:lnTo>
                    <a:pt x="3491868" y="1280259"/>
                  </a:lnTo>
                  <a:lnTo>
                    <a:pt x="3527499" y="1288482"/>
                  </a:lnTo>
                  <a:lnTo>
                    <a:pt x="3563130" y="1296633"/>
                  </a:lnTo>
                  <a:lnTo>
                    <a:pt x="3598762" y="1304713"/>
                  </a:lnTo>
                  <a:lnTo>
                    <a:pt x="3634393" y="1312723"/>
                  </a:lnTo>
                  <a:lnTo>
                    <a:pt x="3670024" y="1320663"/>
                  </a:lnTo>
                  <a:lnTo>
                    <a:pt x="3705655" y="1328534"/>
                  </a:lnTo>
                  <a:lnTo>
                    <a:pt x="3741287" y="1336337"/>
                  </a:lnTo>
                  <a:lnTo>
                    <a:pt x="3776918" y="1344072"/>
                  </a:lnTo>
                  <a:lnTo>
                    <a:pt x="3812549" y="1351739"/>
                  </a:lnTo>
                  <a:lnTo>
                    <a:pt x="3848181" y="1359340"/>
                  </a:lnTo>
                  <a:lnTo>
                    <a:pt x="3883812" y="1366874"/>
                  </a:lnTo>
                  <a:lnTo>
                    <a:pt x="3919443" y="1374343"/>
                  </a:lnTo>
                  <a:lnTo>
                    <a:pt x="3955075" y="1381747"/>
                  </a:lnTo>
                  <a:lnTo>
                    <a:pt x="3990706" y="1389087"/>
                  </a:lnTo>
                  <a:lnTo>
                    <a:pt x="4026337" y="1396363"/>
                  </a:lnTo>
                  <a:lnTo>
                    <a:pt x="4061968" y="1403575"/>
                  </a:lnTo>
                  <a:lnTo>
                    <a:pt x="4097600" y="1410725"/>
                  </a:lnTo>
                  <a:lnTo>
                    <a:pt x="4133231" y="1417812"/>
                  </a:lnTo>
                  <a:lnTo>
                    <a:pt x="4168862" y="1424838"/>
                  </a:lnTo>
                  <a:lnTo>
                    <a:pt x="4204494" y="1431803"/>
                  </a:lnTo>
                  <a:lnTo>
                    <a:pt x="4240125" y="1438707"/>
                  </a:lnTo>
                  <a:lnTo>
                    <a:pt x="4275756" y="1445551"/>
                  </a:lnTo>
                  <a:lnTo>
                    <a:pt x="4311388" y="1452335"/>
                  </a:lnTo>
                  <a:lnTo>
                    <a:pt x="4347019" y="1459061"/>
                  </a:lnTo>
                  <a:lnTo>
                    <a:pt x="4382650" y="1465728"/>
                  </a:lnTo>
                  <a:lnTo>
                    <a:pt x="4418282" y="1472337"/>
                  </a:lnTo>
                  <a:lnTo>
                    <a:pt x="4453913" y="1478888"/>
                  </a:lnTo>
                  <a:lnTo>
                    <a:pt x="4489544" y="1485383"/>
                  </a:lnTo>
                  <a:lnTo>
                    <a:pt x="4525175" y="1491820"/>
                  </a:lnTo>
                  <a:lnTo>
                    <a:pt x="4560807" y="1498202"/>
                  </a:lnTo>
                  <a:lnTo>
                    <a:pt x="4596438" y="1504529"/>
                  </a:lnTo>
                  <a:lnTo>
                    <a:pt x="4632069" y="1510800"/>
                  </a:lnTo>
                  <a:lnTo>
                    <a:pt x="4667701" y="1517017"/>
                  </a:lnTo>
                  <a:lnTo>
                    <a:pt x="4703332" y="1523179"/>
                  </a:lnTo>
                  <a:lnTo>
                    <a:pt x="4738963" y="1529288"/>
                  </a:lnTo>
                  <a:lnTo>
                    <a:pt x="4774595" y="1535344"/>
                  </a:lnTo>
                  <a:lnTo>
                    <a:pt x="4810226" y="1541347"/>
                  </a:lnTo>
                  <a:lnTo>
                    <a:pt x="4845857" y="1547298"/>
                  </a:lnTo>
                  <a:lnTo>
                    <a:pt x="4881489" y="1553197"/>
                  </a:lnTo>
                  <a:lnTo>
                    <a:pt x="4917120" y="1559045"/>
                  </a:lnTo>
                  <a:lnTo>
                    <a:pt x="4952751" y="1564842"/>
                  </a:lnTo>
                  <a:lnTo>
                    <a:pt x="4988382" y="1570589"/>
                  </a:lnTo>
                  <a:lnTo>
                    <a:pt x="5024014" y="1576285"/>
                  </a:lnTo>
                  <a:lnTo>
                    <a:pt x="5059645" y="1581932"/>
                  </a:lnTo>
                  <a:lnTo>
                    <a:pt x="5095276" y="1587530"/>
                  </a:lnTo>
                  <a:lnTo>
                    <a:pt x="5130908" y="1593079"/>
                  </a:lnTo>
                  <a:lnTo>
                    <a:pt x="5166539" y="1598580"/>
                  </a:lnTo>
                  <a:lnTo>
                    <a:pt x="5202170" y="1604033"/>
                  </a:lnTo>
                  <a:lnTo>
                    <a:pt x="5237802" y="1609438"/>
                  </a:lnTo>
                  <a:lnTo>
                    <a:pt x="5273433" y="1614797"/>
                  </a:lnTo>
                  <a:lnTo>
                    <a:pt x="5309064" y="1620109"/>
                  </a:lnTo>
                  <a:lnTo>
                    <a:pt x="5344696" y="1625374"/>
                  </a:lnTo>
                  <a:lnTo>
                    <a:pt x="5380327" y="1630594"/>
                  </a:lnTo>
                  <a:lnTo>
                    <a:pt x="5415958" y="1635768"/>
                  </a:lnTo>
                  <a:lnTo>
                    <a:pt x="5451589" y="1640898"/>
                  </a:lnTo>
                  <a:lnTo>
                    <a:pt x="5487221" y="1645983"/>
                  </a:lnTo>
                  <a:lnTo>
                    <a:pt x="5522852" y="1651023"/>
                  </a:lnTo>
                  <a:lnTo>
                    <a:pt x="5558483" y="1656020"/>
                  </a:lnTo>
                  <a:lnTo>
                    <a:pt x="5594115" y="1660973"/>
                  </a:lnTo>
                  <a:lnTo>
                    <a:pt x="5629746" y="1665883"/>
                  </a:lnTo>
                  <a:lnTo>
                    <a:pt x="5665377" y="1670750"/>
                  </a:lnTo>
                  <a:lnTo>
                    <a:pt x="5701009" y="1675575"/>
                  </a:lnTo>
                  <a:lnTo>
                    <a:pt x="5736640" y="1680358"/>
                  </a:lnTo>
                  <a:lnTo>
                    <a:pt x="5772271" y="1685100"/>
                  </a:lnTo>
                  <a:lnTo>
                    <a:pt x="5807903" y="1689800"/>
                  </a:lnTo>
                  <a:lnTo>
                    <a:pt x="5843534" y="1694459"/>
                  </a:lnTo>
                  <a:lnTo>
                    <a:pt x="5879165" y="1699078"/>
                  </a:lnTo>
                  <a:lnTo>
                    <a:pt x="5914796" y="1703656"/>
                  </a:lnTo>
                  <a:lnTo>
                    <a:pt x="5950428" y="1708195"/>
                  </a:lnTo>
                  <a:lnTo>
                    <a:pt x="5986059" y="1712694"/>
                  </a:lnTo>
                  <a:lnTo>
                    <a:pt x="6021690" y="1717154"/>
                  </a:lnTo>
                  <a:lnTo>
                    <a:pt x="6057322" y="1721576"/>
                  </a:lnTo>
                  <a:lnTo>
                    <a:pt x="6092953" y="1725958"/>
                  </a:lnTo>
                  <a:lnTo>
                    <a:pt x="6128584" y="1730303"/>
                  </a:lnTo>
                  <a:lnTo>
                    <a:pt x="6164216" y="1734610"/>
                  </a:lnTo>
                  <a:lnTo>
                    <a:pt x="6199847" y="1738879"/>
                  </a:lnTo>
                  <a:lnTo>
                    <a:pt x="6235478" y="1743111"/>
                  </a:lnTo>
                  <a:lnTo>
                    <a:pt x="6271110" y="1747307"/>
                  </a:lnTo>
                  <a:lnTo>
                    <a:pt x="6306741" y="1751466"/>
                  </a:lnTo>
                  <a:lnTo>
                    <a:pt x="6342372" y="1755588"/>
                  </a:lnTo>
                  <a:lnTo>
                    <a:pt x="6378003" y="1759675"/>
                  </a:lnTo>
                  <a:lnTo>
                    <a:pt x="6413635" y="1763726"/>
                  </a:lnTo>
                  <a:lnTo>
                    <a:pt x="6449266" y="1767742"/>
                  </a:lnTo>
                  <a:lnTo>
                    <a:pt x="6484897" y="1771724"/>
                  </a:lnTo>
                  <a:lnTo>
                    <a:pt x="6520529" y="1775670"/>
                  </a:lnTo>
                  <a:lnTo>
                    <a:pt x="6556160" y="1779582"/>
                  </a:lnTo>
                  <a:lnTo>
                    <a:pt x="6591791" y="1783460"/>
                  </a:lnTo>
                  <a:lnTo>
                    <a:pt x="6627423" y="1787304"/>
                  </a:lnTo>
                  <a:lnTo>
                    <a:pt x="6663054" y="1791115"/>
                  </a:lnTo>
                  <a:lnTo>
                    <a:pt x="6698685" y="1794893"/>
                  </a:lnTo>
                  <a:lnTo>
                    <a:pt x="6734317" y="1798638"/>
                  </a:lnTo>
                  <a:lnTo>
                    <a:pt x="6769948" y="1802350"/>
                  </a:lnTo>
                  <a:lnTo>
                    <a:pt x="6805579" y="1806030"/>
                  </a:lnTo>
                  <a:lnTo>
                    <a:pt x="6841210" y="1809678"/>
                  </a:lnTo>
                  <a:lnTo>
                    <a:pt x="6876842" y="1813294"/>
                  </a:lnTo>
                  <a:lnTo>
                    <a:pt x="6912473" y="1816879"/>
                  </a:lnTo>
                  <a:lnTo>
                    <a:pt x="6948104" y="1820432"/>
                  </a:lnTo>
                  <a:lnTo>
                    <a:pt x="6983736" y="1823955"/>
                  </a:lnTo>
                  <a:lnTo>
                    <a:pt x="7019367" y="1827447"/>
                  </a:lnTo>
                  <a:lnTo>
                    <a:pt x="7054998" y="1830909"/>
                  </a:lnTo>
                  <a:lnTo>
                    <a:pt x="7090630" y="18343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1.22 (1.13-1.33),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1.81 (1.42-2.31)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2026-10-05T07:55:20Z</dcterms:modified>
  <cp:category/>
</cp:coreProperties>
</file>