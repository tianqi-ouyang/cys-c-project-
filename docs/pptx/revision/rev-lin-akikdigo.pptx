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6215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6074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55934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75793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38215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60989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83764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06538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929313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752087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574862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97636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20410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6286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6145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96004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15863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35722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226828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49602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2376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695151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17925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340700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163474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986249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809023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196947"/>
              <a:ext cx="7090630" cy="3172006"/>
            </a:xfrm>
            <a:custGeom>
              <a:avLst/>
              <a:pathLst>
                <a:path w="7090630" h="3172006">
                  <a:moveTo>
                    <a:pt x="1204164" y="0"/>
                  </a:moveTo>
                  <a:lnTo>
                    <a:pt x="1211464" y="11973"/>
                  </a:lnTo>
                  <a:lnTo>
                    <a:pt x="1247095" y="69418"/>
                  </a:lnTo>
                  <a:lnTo>
                    <a:pt x="1282727" y="125878"/>
                  </a:lnTo>
                  <a:lnTo>
                    <a:pt x="1318358" y="181372"/>
                  </a:lnTo>
                  <a:lnTo>
                    <a:pt x="1353989" y="235915"/>
                  </a:lnTo>
                  <a:lnTo>
                    <a:pt x="1389620" y="289524"/>
                  </a:lnTo>
                  <a:lnTo>
                    <a:pt x="1425252" y="342215"/>
                  </a:lnTo>
                  <a:lnTo>
                    <a:pt x="1460883" y="394003"/>
                  </a:lnTo>
                  <a:lnTo>
                    <a:pt x="1496514" y="444904"/>
                  </a:lnTo>
                  <a:lnTo>
                    <a:pt x="1532146" y="494934"/>
                  </a:lnTo>
                  <a:lnTo>
                    <a:pt x="1567777" y="544106"/>
                  </a:lnTo>
                  <a:lnTo>
                    <a:pt x="1603408" y="592437"/>
                  </a:lnTo>
                  <a:lnTo>
                    <a:pt x="1639040" y="639939"/>
                  </a:lnTo>
                  <a:lnTo>
                    <a:pt x="1674671" y="686628"/>
                  </a:lnTo>
                  <a:lnTo>
                    <a:pt x="1710302" y="732518"/>
                  </a:lnTo>
                  <a:lnTo>
                    <a:pt x="1745934" y="777621"/>
                  </a:lnTo>
                  <a:lnTo>
                    <a:pt x="1781565" y="821952"/>
                  </a:lnTo>
                  <a:lnTo>
                    <a:pt x="1817196" y="865523"/>
                  </a:lnTo>
                  <a:lnTo>
                    <a:pt x="1852827" y="908349"/>
                  </a:lnTo>
                  <a:lnTo>
                    <a:pt x="1888459" y="950441"/>
                  </a:lnTo>
                  <a:lnTo>
                    <a:pt x="1924090" y="991812"/>
                  </a:lnTo>
                  <a:lnTo>
                    <a:pt x="1959721" y="1032474"/>
                  </a:lnTo>
                  <a:lnTo>
                    <a:pt x="1995353" y="1072440"/>
                  </a:lnTo>
                  <a:lnTo>
                    <a:pt x="2030984" y="1111721"/>
                  </a:lnTo>
                  <a:lnTo>
                    <a:pt x="2066615" y="1150330"/>
                  </a:lnTo>
                  <a:lnTo>
                    <a:pt x="2102247" y="1188277"/>
                  </a:lnTo>
                  <a:lnTo>
                    <a:pt x="2137878" y="1225574"/>
                  </a:lnTo>
                  <a:lnTo>
                    <a:pt x="2173509" y="1262233"/>
                  </a:lnTo>
                  <a:lnTo>
                    <a:pt x="2209141" y="1298264"/>
                  </a:lnTo>
                  <a:lnTo>
                    <a:pt x="2244772" y="1333677"/>
                  </a:lnTo>
                  <a:lnTo>
                    <a:pt x="2280403" y="1368484"/>
                  </a:lnTo>
                  <a:lnTo>
                    <a:pt x="2316034" y="1402695"/>
                  </a:lnTo>
                  <a:lnTo>
                    <a:pt x="2351666" y="1436320"/>
                  </a:lnTo>
                  <a:lnTo>
                    <a:pt x="2387297" y="1469369"/>
                  </a:lnTo>
                  <a:lnTo>
                    <a:pt x="2422928" y="1501852"/>
                  </a:lnTo>
                  <a:lnTo>
                    <a:pt x="2458560" y="1533779"/>
                  </a:lnTo>
                  <a:lnTo>
                    <a:pt x="2494191" y="1565158"/>
                  </a:lnTo>
                  <a:lnTo>
                    <a:pt x="2529822" y="1596001"/>
                  </a:lnTo>
                  <a:lnTo>
                    <a:pt x="2565454" y="1626315"/>
                  </a:lnTo>
                  <a:lnTo>
                    <a:pt x="2601085" y="1656110"/>
                  </a:lnTo>
                  <a:lnTo>
                    <a:pt x="2636716" y="1685394"/>
                  </a:lnTo>
                  <a:lnTo>
                    <a:pt x="2672348" y="1714177"/>
                  </a:lnTo>
                  <a:lnTo>
                    <a:pt x="2707979" y="1742467"/>
                  </a:lnTo>
                  <a:lnTo>
                    <a:pt x="2743610" y="1770273"/>
                  </a:lnTo>
                  <a:lnTo>
                    <a:pt x="2779241" y="1797602"/>
                  </a:lnTo>
                  <a:lnTo>
                    <a:pt x="2814873" y="1824463"/>
                  </a:lnTo>
                  <a:lnTo>
                    <a:pt x="2850504" y="1850865"/>
                  </a:lnTo>
                  <a:lnTo>
                    <a:pt x="2886135" y="1876813"/>
                  </a:lnTo>
                  <a:lnTo>
                    <a:pt x="2921767" y="1902318"/>
                  </a:lnTo>
                  <a:lnTo>
                    <a:pt x="2957398" y="1927386"/>
                  </a:lnTo>
                  <a:lnTo>
                    <a:pt x="2993029" y="1952024"/>
                  </a:lnTo>
                  <a:lnTo>
                    <a:pt x="3028661" y="1976240"/>
                  </a:lnTo>
                  <a:lnTo>
                    <a:pt x="3064292" y="2000042"/>
                  </a:lnTo>
                  <a:lnTo>
                    <a:pt x="3099923" y="2023436"/>
                  </a:lnTo>
                  <a:lnTo>
                    <a:pt x="3135555" y="2046429"/>
                  </a:lnTo>
                  <a:lnTo>
                    <a:pt x="3171186" y="2069028"/>
                  </a:lnTo>
                  <a:lnTo>
                    <a:pt x="3206817" y="2091241"/>
                  </a:lnTo>
                  <a:lnTo>
                    <a:pt x="3242448" y="2113073"/>
                  </a:lnTo>
                  <a:lnTo>
                    <a:pt x="3278080" y="2134531"/>
                  </a:lnTo>
                  <a:lnTo>
                    <a:pt x="3313711" y="2155621"/>
                  </a:lnTo>
                  <a:lnTo>
                    <a:pt x="3349342" y="2176350"/>
                  </a:lnTo>
                  <a:lnTo>
                    <a:pt x="3384974" y="2196724"/>
                  </a:lnTo>
                  <a:lnTo>
                    <a:pt x="3420605" y="2216750"/>
                  </a:lnTo>
                  <a:lnTo>
                    <a:pt x="3456236" y="2236432"/>
                  </a:lnTo>
                  <a:lnTo>
                    <a:pt x="3491868" y="2255777"/>
                  </a:lnTo>
                  <a:lnTo>
                    <a:pt x="3527499" y="2274791"/>
                  </a:lnTo>
                  <a:lnTo>
                    <a:pt x="3563130" y="2293479"/>
                  </a:lnTo>
                  <a:lnTo>
                    <a:pt x="3598762" y="2311847"/>
                  </a:lnTo>
                  <a:lnTo>
                    <a:pt x="3634393" y="2329901"/>
                  </a:lnTo>
                  <a:lnTo>
                    <a:pt x="3670024" y="2347645"/>
                  </a:lnTo>
                  <a:lnTo>
                    <a:pt x="3705655" y="2365085"/>
                  </a:lnTo>
                  <a:lnTo>
                    <a:pt x="3741287" y="2382227"/>
                  </a:lnTo>
                  <a:lnTo>
                    <a:pt x="3776918" y="2399075"/>
                  </a:lnTo>
                  <a:lnTo>
                    <a:pt x="3812549" y="2415634"/>
                  </a:lnTo>
                  <a:lnTo>
                    <a:pt x="3848181" y="2431910"/>
                  </a:lnTo>
                  <a:lnTo>
                    <a:pt x="3883812" y="2447907"/>
                  </a:lnTo>
                  <a:lnTo>
                    <a:pt x="3919443" y="2463630"/>
                  </a:lnTo>
                  <a:lnTo>
                    <a:pt x="3955075" y="2479084"/>
                  </a:lnTo>
                  <a:lnTo>
                    <a:pt x="3990706" y="2494273"/>
                  </a:lnTo>
                  <a:lnTo>
                    <a:pt x="4026337" y="2509202"/>
                  </a:lnTo>
                  <a:lnTo>
                    <a:pt x="4061968" y="2523876"/>
                  </a:lnTo>
                  <a:lnTo>
                    <a:pt x="4097600" y="2538298"/>
                  </a:lnTo>
                  <a:lnTo>
                    <a:pt x="4133231" y="2552473"/>
                  </a:lnTo>
                  <a:lnTo>
                    <a:pt x="4168862" y="2565232"/>
                  </a:lnTo>
                  <a:lnTo>
                    <a:pt x="4204494" y="2570500"/>
                  </a:lnTo>
                  <a:lnTo>
                    <a:pt x="4240125" y="2575735"/>
                  </a:lnTo>
                  <a:lnTo>
                    <a:pt x="4275756" y="2580934"/>
                  </a:lnTo>
                  <a:lnTo>
                    <a:pt x="4311388" y="2586099"/>
                  </a:lnTo>
                  <a:lnTo>
                    <a:pt x="4347019" y="2591231"/>
                  </a:lnTo>
                  <a:lnTo>
                    <a:pt x="4382650" y="2596328"/>
                  </a:lnTo>
                  <a:lnTo>
                    <a:pt x="4418282" y="2601393"/>
                  </a:lnTo>
                  <a:lnTo>
                    <a:pt x="4453913" y="2606423"/>
                  </a:lnTo>
                  <a:lnTo>
                    <a:pt x="4489544" y="2611421"/>
                  </a:lnTo>
                  <a:lnTo>
                    <a:pt x="4525175" y="2616386"/>
                  </a:lnTo>
                  <a:lnTo>
                    <a:pt x="4560807" y="2621318"/>
                  </a:lnTo>
                  <a:lnTo>
                    <a:pt x="4596438" y="2626217"/>
                  </a:lnTo>
                  <a:lnTo>
                    <a:pt x="4632069" y="2631085"/>
                  </a:lnTo>
                  <a:lnTo>
                    <a:pt x="4667701" y="2635920"/>
                  </a:lnTo>
                  <a:lnTo>
                    <a:pt x="4703332" y="2640724"/>
                  </a:lnTo>
                  <a:lnTo>
                    <a:pt x="4738963" y="2645496"/>
                  </a:lnTo>
                  <a:lnTo>
                    <a:pt x="4774595" y="2650236"/>
                  </a:lnTo>
                  <a:lnTo>
                    <a:pt x="4810226" y="2654946"/>
                  </a:lnTo>
                  <a:lnTo>
                    <a:pt x="4845857" y="2659624"/>
                  </a:lnTo>
                  <a:lnTo>
                    <a:pt x="4881489" y="2664272"/>
                  </a:lnTo>
                  <a:lnTo>
                    <a:pt x="4917120" y="2668889"/>
                  </a:lnTo>
                  <a:lnTo>
                    <a:pt x="4952751" y="2673475"/>
                  </a:lnTo>
                  <a:lnTo>
                    <a:pt x="4988382" y="2678032"/>
                  </a:lnTo>
                  <a:lnTo>
                    <a:pt x="5024014" y="2682558"/>
                  </a:lnTo>
                  <a:lnTo>
                    <a:pt x="5059645" y="2687055"/>
                  </a:lnTo>
                  <a:lnTo>
                    <a:pt x="5095276" y="2691522"/>
                  </a:lnTo>
                  <a:lnTo>
                    <a:pt x="5130908" y="2695959"/>
                  </a:lnTo>
                  <a:lnTo>
                    <a:pt x="5166539" y="2700368"/>
                  </a:lnTo>
                  <a:lnTo>
                    <a:pt x="5202170" y="2704747"/>
                  </a:lnTo>
                  <a:lnTo>
                    <a:pt x="5237802" y="2709098"/>
                  </a:lnTo>
                  <a:lnTo>
                    <a:pt x="5273433" y="2713420"/>
                  </a:lnTo>
                  <a:lnTo>
                    <a:pt x="5309064" y="2717714"/>
                  </a:lnTo>
                  <a:lnTo>
                    <a:pt x="5344696" y="2721979"/>
                  </a:lnTo>
                  <a:lnTo>
                    <a:pt x="5380327" y="2726216"/>
                  </a:lnTo>
                  <a:lnTo>
                    <a:pt x="5415958" y="2730426"/>
                  </a:lnTo>
                  <a:lnTo>
                    <a:pt x="5451589" y="2734607"/>
                  </a:lnTo>
                  <a:lnTo>
                    <a:pt x="5487221" y="2738761"/>
                  </a:lnTo>
                  <a:lnTo>
                    <a:pt x="5522852" y="2742888"/>
                  </a:lnTo>
                  <a:lnTo>
                    <a:pt x="5558483" y="2746988"/>
                  </a:lnTo>
                  <a:lnTo>
                    <a:pt x="5594115" y="2751061"/>
                  </a:lnTo>
                  <a:lnTo>
                    <a:pt x="5629746" y="2755106"/>
                  </a:lnTo>
                  <a:lnTo>
                    <a:pt x="5665377" y="2759126"/>
                  </a:lnTo>
                  <a:lnTo>
                    <a:pt x="5701009" y="2763119"/>
                  </a:lnTo>
                  <a:lnTo>
                    <a:pt x="5736640" y="2767085"/>
                  </a:lnTo>
                  <a:lnTo>
                    <a:pt x="5772271" y="2771026"/>
                  </a:lnTo>
                  <a:lnTo>
                    <a:pt x="5807903" y="2774940"/>
                  </a:lnTo>
                  <a:lnTo>
                    <a:pt x="5843534" y="2778829"/>
                  </a:lnTo>
                  <a:lnTo>
                    <a:pt x="5879165" y="2782692"/>
                  </a:lnTo>
                  <a:lnTo>
                    <a:pt x="5914796" y="2786530"/>
                  </a:lnTo>
                  <a:lnTo>
                    <a:pt x="5950428" y="2790342"/>
                  </a:lnTo>
                  <a:lnTo>
                    <a:pt x="5986059" y="2794130"/>
                  </a:lnTo>
                  <a:lnTo>
                    <a:pt x="6021690" y="2797892"/>
                  </a:lnTo>
                  <a:lnTo>
                    <a:pt x="6057322" y="2801630"/>
                  </a:lnTo>
                  <a:lnTo>
                    <a:pt x="6092953" y="2805343"/>
                  </a:lnTo>
                  <a:lnTo>
                    <a:pt x="6128584" y="2809032"/>
                  </a:lnTo>
                  <a:lnTo>
                    <a:pt x="6164216" y="2812696"/>
                  </a:lnTo>
                  <a:lnTo>
                    <a:pt x="6199847" y="2816337"/>
                  </a:lnTo>
                  <a:lnTo>
                    <a:pt x="6235478" y="2819953"/>
                  </a:lnTo>
                  <a:lnTo>
                    <a:pt x="6271110" y="2823545"/>
                  </a:lnTo>
                  <a:lnTo>
                    <a:pt x="6306741" y="2827114"/>
                  </a:lnTo>
                  <a:lnTo>
                    <a:pt x="6342372" y="2830660"/>
                  </a:lnTo>
                  <a:lnTo>
                    <a:pt x="6378003" y="2834182"/>
                  </a:lnTo>
                  <a:lnTo>
                    <a:pt x="6413635" y="2837681"/>
                  </a:lnTo>
                  <a:lnTo>
                    <a:pt x="6449266" y="2841157"/>
                  </a:lnTo>
                  <a:lnTo>
                    <a:pt x="6484897" y="2844610"/>
                  </a:lnTo>
                  <a:lnTo>
                    <a:pt x="6520529" y="2848040"/>
                  </a:lnTo>
                  <a:lnTo>
                    <a:pt x="6556160" y="2851448"/>
                  </a:lnTo>
                  <a:lnTo>
                    <a:pt x="6591791" y="2854833"/>
                  </a:lnTo>
                  <a:lnTo>
                    <a:pt x="6627423" y="2858196"/>
                  </a:lnTo>
                  <a:lnTo>
                    <a:pt x="6663054" y="2861537"/>
                  </a:lnTo>
                  <a:lnTo>
                    <a:pt x="6698685" y="2864856"/>
                  </a:lnTo>
                  <a:lnTo>
                    <a:pt x="6734317" y="2868153"/>
                  </a:lnTo>
                  <a:lnTo>
                    <a:pt x="6769948" y="2871429"/>
                  </a:lnTo>
                  <a:lnTo>
                    <a:pt x="6805579" y="2874682"/>
                  </a:lnTo>
                  <a:lnTo>
                    <a:pt x="6841210" y="2877915"/>
                  </a:lnTo>
                  <a:lnTo>
                    <a:pt x="6876842" y="2881126"/>
                  </a:lnTo>
                  <a:lnTo>
                    <a:pt x="6912473" y="2884316"/>
                  </a:lnTo>
                  <a:lnTo>
                    <a:pt x="6948104" y="2887485"/>
                  </a:lnTo>
                  <a:lnTo>
                    <a:pt x="6983736" y="2890633"/>
                  </a:lnTo>
                  <a:lnTo>
                    <a:pt x="7019367" y="2893761"/>
                  </a:lnTo>
                  <a:lnTo>
                    <a:pt x="7054998" y="2896868"/>
                  </a:lnTo>
                  <a:lnTo>
                    <a:pt x="7090630" y="2899954"/>
                  </a:lnTo>
                  <a:lnTo>
                    <a:pt x="7090630" y="3172006"/>
                  </a:lnTo>
                  <a:lnTo>
                    <a:pt x="7054998" y="3168627"/>
                  </a:lnTo>
                  <a:lnTo>
                    <a:pt x="7019367" y="3165189"/>
                  </a:lnTo>
                  <a:lnTo>
                    <a:pt x="6983736" y="3161692"/>
                  </a:lnTo>
                  <a:lnTo>
                    <a:pt x="6948104" y="3158133"/>
                  </a:lnTo>
                  <a:lnTo>
                    <a:pt x="6912473" y="3154512"/>
                  </a:lnTo>
                  <a:lnTo>
                    <a:pt x="6876842" y="3150828"/>
                  </a:lnTo>
                  <a:lnTo>
                    <a:pt x="6841210" y="3147080"/>
                  </a:lnTo>
                  <a:lnTo>
                    <a:pt x="6805579" y="3143267"/>
                  </a:lnTo>
                  <a:lnTo>
                    <a:pt x="6769948" y="3139387"/>
                  </a:lnTo>
                  <a:lnTo>
                    <a:pt x="6734317" y="3135440"/>
                  </a:lnTo>
                  <a:lnTo>
                    <a:pt x="6698685" y="3131423"/>
                  </a:lnTo>
                  <a:lnTo>
                    <a:pt x="6663054" y="3127337"/>
                  </a:lnTo>
                  <a:lnTo>
                    <a:pt x="6627423" y="3123180"/>
                  </a:lnTo>
                  <a:lnTo>
                    <a:pt x="6591791" y="3118950"/>
                  </a:lnTo>
                  <a:lnTo>
                    <a:pt x="6556160" y="3114646"/>
                  </a:lnTo>
                  <a:lnTo>
                    <a:pt x="6520529" y="3110268"/>
                  </a:lnTo>
                  <a:lnTo>
                    <a:pt x="6484897" y="3105813"/>
                  </a:lnTo>
                  <a:lnTo>
                    <a:pt x="6449266" y="3101280"/>
                  </a:lnTo>
                  <a:lnTo>
                    <a:pt x="6413635" y="3096669"/>
                  </a:lnTo>
                  <a:lnTo>
                    <a:pt x="6378003" y="3091977"/>
                  </a:lnTo>
                  <a:lnTo>
                    <a:pt x="6342372" y="3087203"/>
                  </a:lnTo>
                  <a:lnTo>
                    <a:pt x="6306741" y="3082347"/>
                  </a:lnTo>
                  <a:lnTo>
                    <a:pt x="6271110" y="3077405"/>
                  </a:lnTo>
                  <a:lnTo>
                    <a:pt x="6235478" y="3072378"/>
                  </a:lnTo>
                  <a:lnTo>
                    <a:pt x="6199847" y="3067263"/>
                  </a:lnTo>
                  <a:lnTo>
                    <a:pt x="6164216" y="3062058"/>
                  </a:lnTo>
                  <a:lnTo>
                    <a:pt x="6128584" y="3056763"/>
                  </a:lnTo>
                  <a:lnTo>
                    <a:pt x="6092953" y="3051376"/>
                  </a:lnTo>
                  <a:lnTo>
                    <a:pt x="6057322" y="3045895"/>
                  </a:lnTo>
                  <a:lnTo>
                    <a:pt x="6021690" y="3040318"/>
                  </a:lnTo>
                  <a:lnTo>
                    <a:pt x="5986059" y="3034645"/>
                  </a:lnTo>
                  <a:lnTo>
                    <a:pt x="5950428" y="3028872"/>
                  </a:lnTo>
                  <a:lnTo>
                    <a:pt x="5914796" y="3022999"/>
                  </a:lnTo>
                  <a:lnTo>
                    <a:pt x="5879165" y="3017023"/>
                  </a:lnTo>
                  <a:lnTo>
                    <a:pt x="5843534" y="3010943"/>
                  </a:lnTo>
                  <a:lnTo>
                    <a:pt x="5807903" y="3004758"/>
                  </a:lnTo>
                  <a:lnTo>
                    <a:pt x="5772271" y="2998464"/>
                  </a:lnTo>
                  <a:lnTo>
                    <a:pt x="5736640" y="2992061"/>
                  </a:lnTo>
                  <a:lnTo>
                    <a:pt x="5701009" y="2985546"/>
                  </a:lnTo>
                  <a:lnTo>
                    <a:pt x="5665377" y="2978918"/>
                  </a:lnTo>
                  <a:lnTo>
                    <a:pt x="5629746" y="2972174"/>
                  </a:lnTo>
                  <a:lnTo>
                    <a:pt x="5594115" y="2965313"/>
                  </a:lnTo>
                  <a:lnTo>
                    <a:pt x="5558483" y="2958332"/>
                  </a:lnTo>
                  <a:lnTo>
                    <a:pt x="5522852" y="2951230"/>
                  </a:lnTo>
                  <a:lnTo>
                    <a:pt x="5487221" y="2944004"/>
                  </a:lnTo>
                  <a:lnTo>
                    <a:pt x="5451589" y="2936651"/>
                  </a:lnTo>
                  <a:lnTo>
                    <a:pt x="5415958" y="2929171"/>
                  </a:lnTo>
                  <a:lnTo>
                    <a:pt x="5380327" y="2921560"/>
                  </a:lnTo>
                  <a:lnTo>
                    <a:pt x="5344696" y="2913817"/>
                  </a:lnTo>
                  <a:lnTo>
                    <a:pt x="5309064" y="2905939"/>
                  </a:lnTo>
                  <a:lnTo>
                    <a:pt x="5273433" y="2897924"/>
                  </a:lnTo>
                  <a:lnTo>
                    <a:pt x="5237802" y="2889768"/>
                  </a:lnTo>
                  <a:lnTo>
                    <a:pt x="5202170" y="2881471"/>
                  </a:lnTo>
                  <a:lnTo>
                    <a:pt x="5166539" y="2873029"/>
                  </a:lnTo>
                  <a:lnTo>
                    <a:pt x="5130908" y="2864440"/>
                  </a:lnTo>
                  <a:lnTo>
                    <a:pt x="5095276" y="2855702"/>
                  </a:lnTo>
                  <a:lnTo>
                    <a:pt x="5059645" y="2846811"/>
                  </a:lnTo>
                  <a:lnTo>
                    <a:pt x="5024014" y="2837765"/>
                  </a:lnTo>
                  <a:lnTo>
                    <a:pt x="4988382" y="2828561"/>
                  </a:lnTo>
                  <a:lnTo>
                    <a:pt x="4952751" y="2819198"/>
                  </a:lnTo>
                  <a:lnTo>
                    <a:pt x="4917120" y="2809671"/>
                  </a:lnTo>
                  <a:lnTo>
                    <a:pt x="4881489" y="2799978"/>
                  </a:lnTo>
                  <a:lnTo>
                    <a:pt x="4845857" y="2790116"/>
                  </a:lnTo>
                  <a:lnTo>
                    <a:pt x="4810226" y="2780082"/>
                  </a:lnTo>
                  <a:lnTo>
                    <a:pt x="4774595" y="2769873"/>
                  </a:lnTo>
                  <a:lnTo>
                    <a:pt x="4738963" y="2759487"/>
                  </a:lnTo>
                  <a:lnTo>
                    <a:pt x="4703332" y="2748919"/>
                  </a:lnTo>
                  <a:lnTo>
                    <a:pt x="4667701" y="2738167"/>
                  </a:lnTo>
                  <a:lnTo>
                    <a:pt x="4632069" y="2727228"/>
                  </a:lnTo>
                  <a:lnTo>
                    <a:pt x="4596438" y="2716099"/>
                  </a:lnTo>
                  <a:lnTo>
                    <a:pt x="4560807" y="2704775"/>
                  </a:lnTo>
                  <a:lnTo>
                    <a:pt x="4525175" y="2693254"/>
                  </a:lnTo>
                  <a:lnTo>
                    <a:pt x="4489544" y="2681532"/>
                  </a:lnTo>
                  <a:lnTo>
                    <a:pt x="4453913" y="2669606"/>
                  </a:lnTo>
                  <a:lnTo>
                    <a:pt x="4418282" y="2657473"/>
                  </a:lnTo>
                  <a:lnTo>
                    <a:pt x="4382650" y="2645127"/>
                  </a:lnTo>
                  <a:lnTo>
                    <a:pt x="4347019" y="2632567"/>
                  </a:lnTo>
                  <a:lnTo>
                    <a:pt x="4311388" y="2619788"/>
                  </a:lnTo>
                  <a:lnTo>
                    <a:pt x="4275756" y="2606786"/>
                  </a:lnTo>
                  <a:lnTo>
                    <a:pt x="4240125" y="2593557"/>
                  </a:lnTo>
                  <a:lnTo>
                    <a:pt x="4204494" y="2580098"/>
                  </a:lnTo>
                  <a:lnTo>
                    <a:pt x="4168862" y="2566405"/>
                  </a:lnTo>
                  <a:lnTo>
                    <a:pt x="4133231" y="2559928"/>
                  </a:lnTo>
                  <a:lnTo>
                    <a:pt x="4097600" y="2554589"/>
                  </a:lnTo>
                  <a:lnTo>
                    <a:pt x="4061968" y="2549215"/>
                  </a:lnTo>
                  <a:lnTo>
                    <a:pt x="4026337" y="2543806"/>
                  </a:lnTo>
                  <a:lnTo>
                    <a:pt x="3990706" y="2538360"/>
                  </a:lnTo>
                  <a:lnTo>
                    <a:pt x="3955075" y="2532879"/>
                  </a:lnTo>
                  <a:lnTo>
                    <a:pt x="3919443" y="2527361"/>
                  </a:lnTo>
                  <a:lnTo>
                    <a:pt x="3883812" y="2521806"/>
                  </a:lnTo>
                  <a:lnTo>
                    <a:pt x="3848181" y="2516215"/>
                  </a:lnTo>
                  <a:lnTo>
                    <a:pt x="3812549" y="2510587"/>
                  </a:lnTo>
                  <a:lnTo>
                    <a:pt x="3776918" y="2504921"/>
                  </a:lnTo>
                  <a:lnTo>
                    <a:pt x="3741287" y="2499218"/>
                  </a:lnTo>
                  <a:lnTo>
                    <a:pt x="3705655" y="2493477"/>
                  </a:lnTo>
                  <a:lnTo>
                    <a:pt x="3670024" y="2487698"/>
                  </a:lnTo>
                  <a:lnTo>
                    <a:pt x="3634393" y="2481881"/>
                  </a:lnTo>
                  <a:lnTo>
                    <a:pt x="3598762" y="2476025"/>
                  </a:lnTo>
                  <a:lnTo>
                    <a:pt x="3563130" y="2470131"/>
                  </a:lnTo>
                  <a:lnTo>
                    <a:pt x="3527499" y="2464197"/>
                  </a:lnTo>
                  <a:lnTo>
                    <a:pt x="3491868" y="2458225"/>
                  </a:lnTo>
                  <a:lnTo>
                    <a:pt x="3456236" y="2452212"/>
                  </a:lnTo>
                  <a:lnTo>
                    <a:pt x="3420605" y="2446160"/>
                  </a:lnTo>
                  <a:lnTo>
                    <a:pt x="3384974" y="2440068"/>
                  </a:lnTo>
                  <a:lnTo>
                    <a:pt x="3349342" y="2433935"/>
                  </a:lnTo>
                  <a:lnTo>
                    <a:pt x="3313711" y="2427762"/>
                  </a:lnTo>
                  <a:lnTo>
                    <a:pt x="3278080" y="2421548"/>
                  </a:lnTo>
                  <a:lnTo>
                    <a:pt x="3242448" y="2415292"/>
                  </a:lnTo>
                  <a:lnTo>
                    <a:pt x="3206817" y="2408995"/>
                  </a:lnTo>
                  <a:lnTo>
                    <a:pt x="3171186" y="2402657"/>
                  </a:lnTo>
                  <a:lnTo>
                    <a:pt x="3135555" y="2396276"/>
                  </a:lnTo>
                  <a:lnTo>
                    <a:pt x="3099923" y="2389854"/>
                  </a:lnTo>
                  <a:lnTo>
                    <a:pt x="3064292" y="2383388"/>
                  </a:lnTo>
                  <a:lnTo>
                    <a:pt x="3028661" y="2376880"/>
                  </a:lnTo>
                  <a:lnTo>
                    <a:pt x="2993029" y="2370329"/>
                  </a:lnTo>
                  <a:lnTo>
                    <a:pt x="2957398" y="2363735"/>
                  </a:lnTo>
                  <a:lnTo>
                    <a:pt x="2921767" y="2357096"/>
                  </a:lnTo>
                  <a:lnTo>
                    <a:pt x="2886135" y="2350414"/>
                  </a:lnTo>
                  <a:lnTo>
                    <a:pt x="2850504" y="2343687"/>
                  </a:lnTo>
                  <a:lnTo>
                    <a:pt x="2814873" y="2336916"/>
                  </a:lnTo>
                  <a:lnTo>
                    <a:pt x="2779241" y="2330100"/>
                  </a:lnTo>
                  <a:lnTo>
                    <a:pt x="2743610" y="2323239"/>
                  </a:lnTo>
                  <a:lnTo>
                    <a:pt x="2707979" y="2316333"/>
                  </a:lnTo>
                  <a:lnTo>
                    <a:pt x="2672348" y="2309381"/>
                  </a:lnTo>
                  <a:lnTo>
                    <a:pt x="2636716" y="2302382"/>
                  </a:lnTo>
                  <a:lnTo>
                    <a:pt x="2601085" y="2295338"/>
                  </a:lnTo>
                  <a:lnTo>
                    <a:pt x="2565454" y="2288246"/>
                  </a:lnTo>
                  <a:lnTo>
                    <a:pt x="2529822" y="2281108"/>
                  </a:lnTo>
                  <a:lnTo>
                    <a:pt x="2494191" y="2273922"/>
                  </a:lnTo>
                  <a:lnTo>
                    <a:pt x="2458560" y="2266689"/>
                  </a:lnTo>
                  <a:lnTo>
                    <a:pt x="2422928" y="2259408"/>
                  </a:lnTo>
                  <a:lnTo>
                    <a:pt x="2387297" y="2252079"/>
                  </a:lnTo>
                  <a:lnTo>
                    <a:pt x="2351666" y="2244701"/>
                  </a:lnTo>
                  <a:lnTo>
                    <a:pt x="2316034" y="2237274"/>
                  </a:lnTo>
                  <a:lnTo>
                    <a:pt x="2280403" y="2229798"/>
                  </a:lnTo>
                  <a:lnTo>
                    <a:pt x="2244772" y="2222273"/>
                  </a:lnTo>
                  <a:lnTo>
                    <a:pt x="2209141" y="2214697"/>
                  </a:lnTo>
                  <a:lnTo>
                    <a:pt x="2173509" y="2207072"/>
                  </a:lnTo>
                  <a:lnTo>
                    <a:pt x="2137878" y="2199396"/>
                  </a:lnTo>
                  <a:lnTo>
                    <a:pt x="2102247" y="2191669"/>
                  </a:lnTo>
                  <a:lnTo>
                    <a:pt x="2066615" y="2183891"/>
                  </a:lnTo>
                  <a:lnTo>
                    <a:pt x="2030984" y="2176062"/>
                  </a:lnTo>
                  <a:lnTo>
                    <a:pt x="1995353" y="2168180"/>
                  </a:lnTo>
                  <a:lnTo>
                    <a:pt x="1959721" y="2160247"/>
                  </a:lnTo>
                  <a:lnTo>
                    <a:pt x="1924090" y="2152260"/>
                  </a:lnTo>
                  <a:lnTo>
                    <a:pt x="1888459" y="2144221"/>
                  </a:lnTo>
                  <a:lnTo>
                    <a:pt x="1852827" y="2136129"/>
                  </a:lnTo>
                  <a:lnTo>
                    <a:pt x="1817196" y="2127983"/>
                  </a:lnTo>
                  <a:lnTo>
                    <a:pt x="1781565" y="2119783"/>
                  </a:lnTo>
                  <a:lnTo>
                    <a:pt x="1745934" y="2111529"/>
                  </a:lnTo>
                  <a:lnTo>
                    <a:pt x="1710302" y="2103220"/>
                  </a:lnTo>
                  <a:lnTo>
                    <a:pt x="1674671" y="2094856"/>
                  </a:lnTo>
                  <a:lnTo>
                    <a:pt x="1639040" y="2086437"/>
                  </a:lnTo>
                  <a:lnTo>
                    <a:pt x="1603408" y="2077962"/>
                  </a:lnTo>
                  <a:lnTo>
                    <a:pt x="1567777" y="2069431"/>
                  </a:lnTo>
                  <a:lnTo>
                    <a:pt x="1532146" y="2060843"/>
                  </a:lnTo>
                  <a:lnTo>
                    <a:pt x="1496514" y="2052198"/>
                  </a:lnTo>
                  <a:lnTo>
                    <a:pt x="1460883" y="2043497"/>
                  </a:lnTo>
                  <a:lnTo>
                    <a:pt x="1425252" y="2034737"/>
                  </a:lnTo>
                  <a:lnTo>
                    <a:pt x="1389620" y="2025920"/>
                  </a:lnTo>
                  <a:lnTo>
                    <a:pt x="1353989" y="2017044"/>
                  </a:lnTo>
                  <a:lnTo>
                    <a:pt x="1318358" y="2008109"/>
                  </a:lnTo>
                  <a:lnTo>
                    <a:pt x="1282727" y="1999115"/>
                  </a:lnTo>
                  <a:lnTo>
                    <a:pt x="1247095" y="1990062"/>
                  </a:lnTo>
                  <a:lnTo>
                    <a:pt x="1211464" y="1980948"/>
                  </a:lnTo>
                  <a:lnTo>
                    <a:pt x="1175833" y="1971774"/>
                  </a:lnTo>
                  <a:lnTo>
                    <a:pt x="1140201" y="1962540"/>
                  </a:lnTo>
                  <a:lnTo>
                    <a:pt x="1104570" y="1953244"/>
                  </a:lnTo>
                  <a:lnTo>
                    <a:pt x="1068939" y="1943887"/>
                  </a:lnTo>
                  <a:lnTo>
                    <a:pt x="1033307" y="1934467"/>
                  </a:lnTo>
                  <a:lnTo>
                    <a:pt x="997676" y="1924986"/>
                  </a:lnTo>
                  <a:lnTo>
                    <a:pt x="962045" y="1915441"/>
                  </a:lnTo>
                  <a:lnTo>
                    <a:pt x="926413" y="1905833"/>
                  </a:lnTo>
                  <a:lnTo>
                    <a:pt x="890782" y="1896162"/>
                  </a:lnTo>
                  <a:lnTo>
                    <a:pt x="855151" y="1886427"/>
                  </a:lnTo>
                  <a:lnTo>
                    <a:pt x="819520" y="1876627"/>
                  </a:lnTo>
                  <a:lnTo>
                    <a:pt x="783888" y="1866762"/>
                  </a:lnTo>
                  <a:lnTo>
                    <a:pt x="748257" y="1856832"/>
                  </a:lnTo>
                  <a:lnTo>
                    <a:pt x="712626" y="1846836"/>
                  </a:lnTo>
                  <a:lnTo>
                    <a:pt x="676994" y="1836774"/>
                  </a:lnTo>
                  <a:lnTo>
                    <a:pt x="641363" y="1826645"/>
                  </a:lnTo>
                  <a:lnTo>
                    <a:pt x="605732" y="1816449"/>
                  </a:lnTo>
                  <a:lnTo>
                    <a:pt x="570100" y="1806186"/>
                  </a:lnTo>
                  <a:lnTo>
                    <a:pt x="534469" y="1795854"/>
                  </a:lnTo>
                  <a:lnTo>
                    <a:pt x="498838" y="1785454"/>
                  </a:lnTo>
                  <a:lnTo>
                    <a:pt x="463206" y="1774986"/>
                  </a:lnTo>
                  <a:lnTo>
                    <a:pt x="427575" y="1764448"/>
                  </a:lnTo>
                  <a:lnTo>
                    <a:pt x="391944" y="1753840"/>
                  </a:lnTo>
                  <a:lnTo>
                    <a:pt x="356313" y="1743162"/>
                  </a:lnTo>
                  <a:lnTo>
                    <a:pt x="320681" y="1732413"/>
                  </a:lnTo>
                  <a:lnTo>
                    <a:pt x="285050" y="1721593"/>
                  </a:lnTo>
                  <a:lnTo>
                    <a:pt x="249419" y="1710701"/>
                  </a:lnTo>
                  <a:lnTo>
                    <a:pt x="213787" y="1699737"/>
                  </a:lnTo>
                  <a:lnTo>
                    <a:pt x="178156" y="1688700"/>
                  </a:lnTo>
                  <a:lnTo>
                    <a:pt x="142525" y="1677591"/>
                  </a:lnTo>
                  <a:lnTo>
                    <a:pt x="106893" y="1666408"/>
                  </a:lnTo>
                  <a:lnTo>
                    <a:pt x="71262" y="1655150"/>
                  </a:lnTo>
                  <a:lnTo>
                    <a:pt x="35631" y="1643819"/>
                  </a:lnTo>
                  <a:lnTo>
                    <a:pt x="0" y="1632412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376213" y="2196947"/>
              <a:ext cx="5886465" cy="2899954"/>
            </a:xfrm>
            <a:custGeom>
              <a:avLst/>
              <a:pathLst>
                <a:path w="5886465" h="2899954">
                  <a:moveTo>
                    <a:pt x="0" y="0"/>
                  </a:moveTo>
                  <a:lnTo>
                    <a:pt x="7299" y="11973"/>
                  </a:lnTo>
                  <a:lnTo>
                    <a:pt x="42931" y="69418"/>
                  </a:lnTo>
                  <a:lnTo>
                    <a:pt x="78562" y="125878"/>
                  </a:lnTo>
                  <a:lnTo>
                    <a:pt x="114193" y="181372"/>
                  </a:lnTo>
                  <a:lnTo>
                    <a:pt x="149825" y="235915"/>
                  </a:lnTo>
                  <a:lnTo>
                    <a:pt x="185456" y="289524"/>
                  </a:lnTo>
                  <a:lnTo>
                    <a:pt x="221087" y="342215"/>
                  </a:lnTo>
                  <a:lnTo>
                    <a:pt x="256719" y="394003"/>
                  </a:lnTo>
                  <a:lnTo>
                    <a:pt x="292350" y="444904"/>
                  </a:lnTo>
                  <a:lnTo>
                    <a:pt x="327981" y="494934"/>
                  </a:lnTo>
                  <a:lnTo>
                    <a:pt x="363612" y="544106"/>
                  </a:lnTo>
                  <a:lnTo>
                    <a:pt x="399244" y="592437"/>
                  </a:lnTo>
                  <a:lnTo>
                    <a:pt x="434875" y="639939"/>
                  </a:lnTo>
                  <a:lnTo>
                    <a:pt x="470506" y="686628"/>
                  </a:lnTo>
                  <a:lnTo>
                    <a:pt x="506138" y="732518"/>
                  </a:lnTo>
                  <a:lnTo>
                    <a:pt x="541769" y="777621"/>
                  </a:lnTo>
                  <a:lnTo>
                    <a:pt x="577400" y="821952"/>
                  </a:lnTo>
                  <a:lnTo>
                    <a:pt x="613032" y="865523"/>
                  </a:lnTo>
                  <a:lnTo>
                    <a:pt x="648663" y="908349"/>
                  </a:lnTo>
                  <a:lnTo>
                    <a:pt x="684294" y="950441"/>
                  </a:lnTo>
                  <a:lnTo>
                    <a:pt x="719926" y="991812"/>
                  </a:lnTo>
                  <a:lnTo>
                    <a:pt x="755557" y="1032474"/>
                  </a:lnTo>
                  <a:lnTo>
                    <a:pt x="791188" y="1072440"/>
                  </a:lnTo>
                  <a:lnTo>
                    <a:pt x="826819" y="1111721"/>
                  </a:lnTo>
                  <a:lnTo>
                    <a:pt x="862451" y="1150330"/>
                  </a:lnTo>
                  <a:lnTo>
                    <a:pt x="898082" y="1188277"/>
                  </a:lnTo>
                  <a:lnTo>
                    <a:pt x="933713" y="1225574"/>
                  </a:lnTo>
                  <a:lnTo>
                    <a:pt x="969345" y="1262233"/>
                  </a:lnTo>
                  <a:lnTo>
                    <a:pt x="1004976" y="1298264"/>
                  </a:lnTo>
                  <a:lnTo>
                    <a:pt x="1040607" y="1333677"/>
                  </a:lnTo>
                  <a:lnTo>
                    <a:pt x="1076239" y="1368484"/>
                  </a:lnTo>
                  <a:lnTo>
                    <a:pt x="1111870" y="1402695"/>
                  </a:lnTo>
                  <a:lnTo>
                    <a:pt x="1147501" y="1436320"/>
                  </a:lnTo>
                  <a:lnTo>
                    <a:pt x="1183133" y="1469369"/>
                  </a:lnTo>
                  <a:lnTo>
                    <a:pt x="1218764" y="1501852"/>
                  </a:lnTo>
                  <a:lnTo>
                    <a:pt x="1254395" y="1533779"/>
                  </a:lnTo>
                  <a:lnTo>
                    <a:pt x="1290026" y="1565158"/>
                  </a:lnTo>
                  <a:lnTo>
                    <a:pt x="1325658" y="1596001"/>
                  </a:lnTo>
                  <a:lnTo>
                    <a:pt x="1361289" y="1626315"/>
                  </a:lnTo>
                  <a:lnTo>
                    <a:pt x="1396920" y="1656110"/>
                  </a:lnTo>
                  <a:lnTo>
                    <a:pt x="1432552" y="1685394"/>
                  </a:lnTo>
                  <a:lnTo>
                    <a:pt x="1468183" y="1714177"/>
                  </a:lnTo>
                  <a:lnTo>
                    <a:pt x="1503814" y="1742467"/>
                  </a:lnTo>
                  <a:lnTo>
                    <a:pt x="1539446" y="1770273"/>
                  </a:lnTo>
                  <a:lnTo>
                    <a:pt x="1575077" y="1797602"/>
                  </a:lnTo>
                  <a:lnTo>
                    <a:pt x="1610708" y="1824463"/>
                  </a:lnTo>
                  <a:lnTo>
                    <a:pt x="1646340" y="1850865"/>
                  </a:lnTo>
                  <a:lnTo>
                    <a:pt x="1681971" y="1876813"/>
                  </a:lnTo>
                  <a:lnTo>
                    <a:pt x="1717602" y="1902318"/>
                  </a:lnTo>
                  <a:lnTo>
                    <a:pt x="1753233" y="1927386"/>
                  </a:lnTo>
                  <a:lnTo>
                    <a:pt x="1788865" y="1952024"/>
                  </a:lnTo>
                  <a:lnTo>
                    <a:pt x="1824496" y="1976240"/>
                  </a:lnTo>
                  <a:lnTo>
                    <a:pt x="1860127" y="2000042"/>
                  </a:lnTo>
                  <a:lnTo>
                    <a:pt x="1895759" y="2023436"/>
                  </a:lnTo>
                  <a:lnTo>
                    <a:pt x="1931390" y="2046429"/>
                  </a:lnTo>
                  <a:lnTo>
                    <a:pt x="1967021" y="2069028"/>
                  </a:lnTo>
                  <a:lnTo>
                    <a:pt x="2002653" y="2091241"/>
                  </a:lnTo>
                  <a:lnTo>
                    <a:pt x="2038284" y="2113073"/>
                  </a:lnTo>
                  <a:lnTo>
                    <a:pt x="2073915" y="2134531"/>
                  </a:lnTo>
                  <a:lnTo>
                    <a:pt x="2109547" y="2155621"/>
                  </a:lnTo>
                  <a:lnTo>
                    <a:pt x="2145178" y="2176350"/>
                  </a:lnTo>
                  <a:lnTo>
                    <a:pt x="2180809" y="2196724"/>
                  </a:lnTo>
                  <a:lnTo>
                    <a:pt x="2216440" y="2216750"/>
                  </a:lnTo>
                  <a:lnTo>
                    <a:pt x="2252072" y="2236432"/>
                  </a:lnTo>
                  <a:lnTo>
                    <a:pt x="2287703" y="2255777"/>
                  </a:lnTo>
                  <a:lnTo>
                    <a:pt x="2323334" y="2274791"/>
                  </a:lnTo>
                  <a:lnTo>
                    <a:pt x="2358966" y="2293479"/>
                  </a:lnTo>
                  <a:lnTo>
                    <a:pt x="2394597" y="2311847"/>
                  </a:lnTo>
                  <a:lnTo>
                    <a:pt x="2430228" y="2329901"/>
                  </a:lnTo>
                  <a:lnTo>
                    <a:pt x="2465860" y="2347645"/>
                  </a:lnTo>
                  <a:lnTo>
                    <a:pt x="2501491" y="2365085"/>
                  </a:lnTo>
                  <a:lnTo>
                    <a:pt x="2537122" y="2382227"/>
                  </a:lnTo>
                  <a:lnTo>
                    <a:pt x="2572754" y="2399075"/>
                  </a:lnTo>
                  <a:lnTo>
                    <a:pt x="2608385" y="2415634"/>
                  </a:lnTo>
                  <a:lnTo>
                    <a:pt x="2644016" y="2431910"/>
                  </a:lnTo>
                  <a:lnTo>
                    <a:pt x="2679647" y="2447907"/>
                  </a:lnTo>
                  <a:lnTo>
                    <a:pt x="2715279" y="2463630"/>
                  </a:lnTo>
                  <a:lnTo>
                    <a:pt x="2750910" y="2479084"/>
                  </a:lnTo>
                  <a:lnTo>
                    <a:pt x="2786541" y="2494273"/>
                  </a:lnTo>
                  <a:lnTo>
                    <a:pt x="2822173" y="2509202"/>
                  </a:lnTo>
                  <a:lnTo>
                    <a:pt x="2857804" y="2523876"/>
                  </a:lnTo>
                  <a:lnTo>
                    <a:pt x="2893435" y="2538298"/>
                  </a:lnTo>
                  <a:lnTo>
                    <a:pt x="2929067" y="2552473"/>
                  </a:lnTo>
                  <a:lnTo>
                    <a:pt x="2964698" y="2565232"/>
                  </a:lnTo>
                  <a:lnTo>
                    <a:pt x="3000329" y="2570500"/>
                  </a:lnTo>
                  <a:lnTo>
                    <a:pt x="3035961" y="2575735"/>
                  </a:lnTo>
                  <a:lnTo>
                    <a:pt x="3071592" y="2580934"/>
                  </a:lnTo>
                  <a:lnTo>
                    <a:pt x="3107223" y="2586099"/>
                  </a:lnTo>
                  <a:lnTo>
                    <a:pt x="3142854" y="2591231"/>
                  </a:lnTo>
                  <a:lnTo>
                    <a:pt x="3178486" y="2596328"/>
                  </a:lnTo>
                  <a:lnTo>
                    <a:pt x="3214117" y="2601393"/>
                  </a:lnTo>
                  <a:lnTo>
                    <a:pt x="3249748" y="2606423"/>
                  </a:lnTo>
                  <a:lnTo>
                    <a:pt x="3285380" y="2611421"/>
                  </a:lnTo>
                  <a:lnTo>
                    <a:pt x="3321011" y="2616386"/>
                  </a:lnTo>
                  <a:lnTo>
                    <a:pt x="3356642" y="2621318"/>
                  </a:lnTo>
                  <a:lnTo>
                    <a:pt x="3392274" y="2626217"/>
                  </a:lnTo>
                  <a:lnTo>
                    <a:pt x="3427905" y="2631085"/>
                  </a:lnTo>
                  <a:lnTo>
                    <a:pt x="3463536" y="2635920"/>
                  </a:lnTo>
                  <a:lnTo>
                    <a:pt x="3499168" y="2640724"/>
                  </a:lnTo>
                  <a:lnTo>
                    <a:pt x="3534799" y="2645496"/>
                  </a:lnTo>
                  <a:lnTo>
                    <a:pt x="3570430" y="2650236"/>
                  </a:lnTo>
                  <a:lnTo>
                    <a:pt x="3606061" y="2654946"/>
                  </a:lnTo>
                  <a:lnTo>
                    <a:pt x="3641693" y="2659624"/>
                  </a:lnTo>
                  <a:lnTo>
                    <a:pt x="3677324" y="2664272"/>
                  </a:lnTo>
                  <a:lnTo>
                    <a:pt x="3712955" y="2668889"/>
                  </a:lnTo>
                  <a:lnTo>
                    <a:pt x="3748587" y="2673475"/>
                  </a:lnTo>
                  <a:lnTo>
                    <a:pt x="3784218" y="2678032"/>
                  </a:lnTo>
                  <a:lnTo>
                    <a:pt x="3819849" y="2682558"/>
                  </a:lnTo>
                  <a:lnTo>
                    <a:pt x="3855481" y="2687055"/>
                  </a:lnTo>
                  <a:lnTo>
                    <a:pt x="3891112" y="2691522"/>
                  </a:lnTo>
                  <a:lnTo>
                    <a:pt x="3926743" y="2695959"/>
                  </a:lnTo>
                  <a:lnTo>
                    <a:pt x="3962375" y="2700368"/>
                  </a:lnTo>
                  <a:lnTo>
                    <a:pt x="3998006" y="2704747"/>
                  </a:lnTo>
                  <a:lnTo>
                    <a:pt x="4033637" y="2709098"/>
                  </a:lnTo>
                  <a:lnTo>
                    <a:pt x="4069268" y="2713420"/>
                  </a:lnTo>
                  <a:lnTo>
                    <a:pt x="4104900" y="2717714"/>
                  </a:lnTo>
                  <a:lnTo>
                    <a:pt x="4140531" y="2721979"/>
                  </a:lnTo>
                  <a:lnTo>
                    <a:pt x="4176162" y="2726216"/>
                  </a:lnTo>
                  <a:lnTo>
                    <a:pt x="4211794" y="2730426"/>
                  </a:lnTo>
                  <a:lnTo>
                    <a:pt x="4247425" y="2734607"/>
                  </a:lnTo>
                  <a:lnTo>
                    <a:pt x="4283056" y="2738761"/>
                  </a:lnTo>
                  <a:lnTo>
                    <a:pt x="4318688" y="2742888"/>
                  </a:lnTo>
                  <a:lnTo>
                    <a:pt x="4354319" y="2746988"/>
                  </a:lnTo>
                  <a:lnTo>
                    <a:pt x="4389950" y="2751061"/>
                  </a:lnTo>
                  <a:lnTo>
                    <a:pt x="4425581" y="2755106"/>
                  </a:lnTo>
                  <a:lnTo>
                    <a:pt x="4461213" y="2759126"/>
                  </a:lnTo>
                  <a:lnTo>
                    <a:pt x="4496844" y="2763119"/>
                  </a:lnTo>
                  <a:lnTo>
                    <a:pt x="4532475" y="2767085"/>
                  </a:lnTo>
                  <a:lnTo>
                    <a:pt x="4568107" y="2771026"/>
                  </a:lnTo>
                  <a:lnTo>
                    <a:pt x="4603738" y="2774940"/>
                  </a:lnTo>
                  <a:lnTo>
                    <a:pt x="4639369" y="2778829"/>
                  </a:lnTo>
                  <a:lnTo>
                    <a:pt x="4675001" y="2782692"/>
                  </a:lnTo>
                  <a:lnTo>
                    <a:pt x="4710632" y="2786530"/>
                  </a:lnTo>
                  <a:lnTo>
                    <a:pt x="4746263" y="2790342"/>
                  </a:lnTo>
                  <a:lnTo>
                    <a:pt x="4781895" y="2794130"/>
                  </a:lnTo>
                  <a:lnTo>
                    <a:pt x="4817526" y="2797892"/>
                  </a:lnTo>
                  <a:lnTo>
                    <a:pt x="4853157" y="2801630"/>
                  </a:lnTo>
                  <a:lnTo>
                    <a:pt x="4888788" y="2805343"/>
                  </a:lnTo>
                  <a:lnTo>
                    <a:pt x="4924420" y="2809032"/>
                  </a:lnTo>
                  <a:lnTo>
                    <a:pt x="4960051" y="2812696"/>
                  </a:lnTo>
                  <a:lnTo>
                    <a:pt x="4995682" y="2816337"/>
                  </a:lnTo>
                  <a:lnTo>
                    <a:pt x="5031314" y="2819953"/>
                  </a:lnTo>
                  <a:lnTo>
                    <a:pt x="5066945" y="2823545"/>
                  </a:lnTo>
                  <a:lnTo>
                    <a:pt x="5102576" y="2827114"/>
                  </a:lnTo>
                  <a:lnTo>
                    <a:pt x="5138208" y="2830660"/>
                  </a:lnTo>
                  <a:lnTo>
                    <a:pt x="5173839" y="2834182"/>
                  </a:lnTo>
                  <a:lnTo>
                    <a:pt x="5209470" y="2837681"/>
                  </a:lnTo>
                  <a:lnTo>
                    <a:pt x="5245102" y="2841157"/>
                  </a:lnTo>
                  <a:lnTo>
                    <a:pt x="5280733" y="2844610"/>
                  </a:lnTo>
                  <a:lnTo>
                    <a:pt x="5316364" y="2848040"/>
                  </a:lnTo>
                  <a:lnTo>
                    <a:pt x="5351995" y="2851448"/>
                  </a:lnTo>
                  <a:lnTo>
                    <a:pt x="5387627" y="2854833"/>
                  </a:lnTo>
                  <a:lnTo>
                    <a:pt x="5423258" y="2858196"/>
                  </a:lnTo>
                  <a:lnTo>
                    <a:pt x="5458889" y="2861537"/>
                  </a:lnTo>
                  <a:lnTo>
                    <a:pt x="5494521" y="2864856"/>
                  </a:lnTo>
                  <a:lnTo>
                    <a:pt x="5530152" y="2868153"/>
                  </a:lnTo>
                  <a:lnTo>
                    <a:pt x="5565783" y="2871429"/>
                  </a:lnTo>
                  <a:lnTo>
                    <a:pt x="5601415" y="2874682"/>
                  </a:lnTo>
                  <a:lnTo>
                    <a:pt x="5637046" y="2877915"/>
                  </a:lnTo>
                  <a:lnTo>
                    <a:pt x="5672677" y="2881126"/>
                  </a:lnTo>
                  <a:lnTo>
                    <a:pt x="5708309" y="2884316"/>
                  </a:lnTo>
                  <a:lnTo>
                    <a:pt x="5743940" y="2887485"/>
                  </a:lnTo>
                  <a:lnTo>
                    <a:pt x="5779571" y="2890633"/>
                  </a:lnTo>
                  <a:lnTo>
                    <a:pt x="5815202" y="2893761"/>
                  </a:lnTo>
                  <a:lnTo>
                    <a:pt x="5850834" y="2896868"/>
                  </a:lnTo>
                  <a:lnTo>
                    <a:pt x="5886465" y="289995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3829359"/>
              <a:ext cx="7090630" cy="1539594"/>
            </a:xfrm>
            <a:custGeom>
              <a:avLst/>
              <a:pathLst>
                <a:path w="7090630" h="1539594">
                  <a:moveTo>
                    <a:pt x="7090630" y="1539594"/>
                  </a:moveTo>
                  <a:lnTo>
                    <a:pt x="7054998" y="1536215"/>
                  </a:lnTo>
                  <a:lnTo>
                    <a:pt x="7019367" y="1532777"/>
                  </a:lnTo>
                  <a:lnTo>
                    <a:pt x="6983736" y="1529279"/>
                  </a:lnTo>
                  <a:lnTo>
                    <a:pt x="6948104" y="1525721"/>
                  </a:lnTo>
                  <a:lnTo>
                    <a:pt x="6912473" y="1522100"/>
                  </a:lnTo>
                  <a:lnTo>
                    <a:pt x="6876842" y="1518416"/>
                  </a:lnTo>
                  <a:lnTo>
                    <a:pt x="6841210" y="1514668"/>
                  </a:lnTo>
                  <a:lnTo>
                    <a:pt x="6805579" y="1510855"/>
                  </a:lnTo>
                  <a:lnTo>
                    <a:pt x="6769948" y="1506975"/>
                  </a:lnTo>
                  <a:lnTo>
                    <a:pt x="6734317" y="1503027"/>
                  </a:lnTo>
                  <a:lnTo>
                    <a:pt x="6698685" y="1499011"/>
                  </a:lnTo>
                  <a:lnTo>
                    <a:pt x="6663054" y="1494925"/>
                  </a:lnTo>
                  <a:lnTo>
                    <a:pt x="6627423" y="1490768"/>
                  </a:lnTo>
                  <a:lnTo>
                    <a:pt x="6591791" y="1486538"/>
                  </a:lnTo>
                  <a:lnTo>
                    <a:pt x="6556160" y="1482234"/>
                  </a:lnTo>
                  <a:lnTo>
                    <a:pt x="6520529" y="1477856"/>
                  </a:lnTo>
                  <a:lnTo>
                    <a:pt x="6484897" y="1473401"/>
                  </a:lnTo>
                  <a:lnTo>
                    <a:pt x="6449266" y="1468868"/>
                  </a:lnTo>
                  <a:lnTo>
                    <a:pt x="6413635" y="1464257"/>
                  </a:lnTo>
                  <a:lnTo>
                    <a:pt x="6378003" y="1459565"/>
                  </a:lnTo>
                  <a:lnTo>
                    <a:pt x="6342372" y="1454791"/>
                  </a:lnTo>
                  <a:lnTo>
                    <a:pt x="6306741" y="1449935"/>
                  </a:lnTo>
                  <a:lnTo>
                    <a:pt x="6271110" y="1444993"/>
                  </a:lnTo>
                  <a:lnTo>
                    <a:pt x="6235478" y="1439966"/>
                  </a:lnTo>
                  <a:lnTo>
                    <a:pt x="6199847" y="1434850"/>
                  </a:lnTo>
                  <a:lnTo>
                    <a:pt x="6164216" y="1429646"/>
                  </a:lnTo>
                  <a:lnTo>
                    <a:pt x="6128584" y="1424351"/>
                  </a:lnTo>
                  <a:lnTo>
                    <a:pt x="6092953" y="1418964"/>
                  </a:lnTo>
                  <a:lnTo>
                    <a:pt x="6057322" y="1413483"/>
                  </a:lnTo>
                  <a:lnTo>
                    <a:pt x="6021690" y="1407906"/>
                  </a:lnTo>
                  <a:lnTo>
                    <a:pt x="5986059" y="1402233"/>
                  </a:lnTo>
                  <a:lnTo>
                    <a:pt x="5950428" y="1396460"/>
                  </a:lnTo>
                  <a:lnTo>
                    <a:pt x="5914796" y="1390587"/>
                  </a:lnTo>
                  <a:lnTo>
                    <a:pt x="5879165" y="1384611"/>
                  </a:lnTo>
                  <a:lnTo>
                    <a:pt x="5843534" y="1378531"/>
                  </a:lnTo>
                  <a:lnTo>
                    <a:pt x="5807903" y="1372346"/>
                  </a:lnTo>
                  <a:lnTo>
                    <a:pt x="5772271" y="1366052"/>
                  </a:lnTo>
                  <a:lnTo>
                    <a:pt x="5736640" y="1359649"/>
                  </a:lnTo>
                  <a:lnTo>
                    <a:pt x="5701009" y="1353134"/>
                  </a:lnTo>
                  <a:lnTo>
                    <a:pt x="5665377" y="1346506"/>
                  </a:lnTo>
                  <a:lnTo>
                    <a:pt x="5629746" y="1339762"/>
                  </a:lnTo>
                  <a:lnTo>
                    <a:pt x="5594115" y="1332901"/>
                  </a:lnTo>
                  <a:lnTo>
                    <a:pt x="5558483" y="1325920"/>
                  </a:lnTo>
                  <a:lnTo>
                    <a:pt x="5522852" y="1318818"/>
                  </a:lnTo>
                  <a:lnTo>
                    <a:pt x="5487221" y="1311591"/>
                  </a:lnTo>
                  <a:lnTo>
                    <a:pt x="5451589" y="1304239"/>
                  </a:lnTo>
                  <a:lnTo>
                    <a:pt x="5415958" y="1296759"/>
                  </a:lnTo>
                  <a:lnTo>
                    <a:pt x="5380327" y="1289148"/>
                  </a:lnTo>
                  <a:lnTo>
                    <a:pt x="5344696" y="1281405"/>
                  </a:lnTo>
                  <a:lnTo>
                    <a:pt x="5309064" y="1273527"/>
                  </a:lnTo>
                  <a:lnTo>
                    <a:pt x="5273433" y="1265511"/>
                  </a:lnTo>
                  <a:lnTo>
                    <a:pt x="5237802" y="1257356"/>
                  </a:lnTo>
                  <a:lnTo>
                    <a:pt x="5202170" y="1249059"/>
                  </a:lnTo>
                  <a:lnTo>
                    <a:pt x="5166539" y="1240617"/>
                  </a:lnTo>
                  <a:lnTo>
                    <a:pt x="5130908" y="1232028"/>
                  </a:lnTo>
                  <a:lnTo>
                    <a:pt x="5095276" y="1223290"/>
                  </a:lnTo>
                  <a:lnTo>
                    <a:pt x="5059645" y="1214399"/>
                  </a:lnTo>
                  <a:lnTo>
                    <a:pt x="5024014" y="1205353"/>
                  </a:lnTo>
                  <a:lnTo>
                    <a:pt x="4988382" y="1196149"/>
                  </a:lnTo>
                  <a:lnTo>
                    <a:pt x="4952751" y="1186785"/>
                  </a:lnTo>
                  <a:lnTo>
                    <a:pt x="4917120" y="1177258"/>
                  </a:lnTo>
                  <a:lnTo>
                    <a:pt x="4881489" y="1167565"/>
                  </a:lnTo>
                  <a:lnTo>
                    <a:pt x="4845857" y="1157703"/>
                  </a:lnTo>
                  <a:lnTo>
                    <a:pt x="4810226" y="1147670"/>
                  </a:lnTo>
                  <a:lnTo>
                    <a:pt x="4774595" y="1137461"/>
                  </a:lnTo>
                  <a:lnTo>
                    <a:pt x="4738963" y="1127074"/>
                  </a:lnTo>
                  <a:lnTo>
                    <a:pt x="4703332" y="1116507"/>
                  </a:lnTo>
                  <a:lnTo>
                    <a:pt x="4667701" y="1105755"/>
                  </a:lnTo>
                  <a:lnTo>
                    <a:pt x="4632069" y="1094816"/>
                  </a:lnTo>
                  <a:lnTo>
                    <a:pt x="4596438" y="1083686"/>
                  </a:lnTo>
                  <a:lnTo>
                    <a:pt x="4560807" y="1072363"/>
                  </a:lnTo>
                  <a:lnTo>
                    <a:pt x="4525175" y="1060842"/>
                  </a:lnTo>
                  <a:lnTo>
                    <a:pt x="4489544" y="1049120"/>
                  </a:lnTo>
                  <a:lnTo>
                    <a:pt x="4453913" y="1037194"/>
                  </a:lnTo>
                  <a:lnTo>
                    <a:pt x="4418282" y="1025060"/>
                  </a:lnTo>
                  <a:lnTo>
                    <a:pt x="4382650" y="1012715"/>
                  </a:lnTo>
                  <a:lnTo>
                    <a:pt x="4347019" y="1000155"/>
                  </a:lnTo>
                  <a:lnTo>
                    <a:pt x="4311388" y="987376"/>
                  </a:lnTo>
                  <a:lnTo>
                    <a:pt x="4275756" y="974374"/>
                  </a:lnTo>
                  <a:lnTo>
                    <a:pt x="4240125" y="961145"/>
                  </a:lnTo>
                  <a:lnTo>
                    <a:pt x="4204494" y="947686"/>
                  </a:lnTo>
                  <a:lnTo>
                    <a:pt x="4168862" y="933993"/>
                  </a:lnTo>
                  <a:lnTo>
                    <a:pt x="4133231" y="927516"/>
                  </a:lnTo>
                  <a:lnTo>
                    <a:pt x="4097600" y="922177"/>
                  </a:lnTo>
                  <a:lnTo>
                    <a:pt x="4061968" y="916803"/>
                  </a:lnTo>
                  <a:lnTo>
                    <a:pt x="4026337" y="911394"/>
                  </a:lnTo>
                  <a:lnTo>
                    <a:pt x="3990706" y="905948"/>
                  </a:lnTo>
                  <a:lnTo>
                    <a:pt x="3955075" y="900466"/>
                  </a:lnTo>
                  <a:lnTo>
                    <a:pt x="3919443" y="894949"/>
                  </a:lnTo>
                  <a:lnTo>
                    <a:pt x="3883812" y="889394"/>
                  </a:lnTo>
                  <a:lnTo>
                    <a:pt x="3848181" y="883803"/>
                  </a:lnTo>
                  <a:lnTo>
                    <a:pt x="3812549" y="878175"/>
                  </a:lnTo>
                  <a:lnTo>
                    <a:pt x="3776918" y="872509"/>
                  </a:lnTo>
                  <a:lnTo>
                    <a:pt x="3741287" y="866806"/>
                  </a:lnTo>
                  <a:lnTo>
                    <a:pt x="3705655" y="861065"/>
                  </a:lnTo>
                  <a:lnTo>
                    <a:pt x="3670024" y="855286"/>
                  </a:lnTo>
                  <a:lnTo>
                    <a:pt x="3634393" y="849469"/>
                  </a:lnTo>
                  <a:lnTo>
                    <a:pt x="3598762" y="843613"/>
                  </a:lnTo>
                  <a:lnTo>
                    <a:pt x="3563130" y="837719"/>
                  </a:lnTo>
                  <a:lnTo>
                    <a:pt x="3527499" y="831785"/>
                  </a:lnTo>
                  <a:lnTo>
                    <a:pt x="3491868" y="825812"/>
                  </a:lnTo>
                  <a:lnTo>
                    <a:pt x="3456236" y="819800"/>
                  </a:lnTo>
                  <a:lnTo>
                    <a:pt x="3420605" y="813748"/>
                  </a:lnTo>
                  <a:lnTo>
                    <a:pt x="3384974" y="807656"/>
                  </a:lnTo>
                  <a:lnTo>
                    <a:pt x="3349342" y="801523"/>
                  </a:lnTo>
                  <a:lnTo>
                    <a:pt x="3313711" y="795350"/>
                  </a:lnTo>
                  <a:lnTo>
                    <a:pt x="3278080" y="789135"/>
                  </a:lnTo>
                  <a:lnTo>
                    <a:pt x="3242448" y="782880"/>
                  </a:lnTo>
                  <a:lnTo>
                    <a:pt x="3206817" y="776583"/>
                  </a:lnTo>
                  <a:lnTo>
                    <a:pt x="3171186" y="770245"/>
                  </a:lnTo>
                  <a:lnTo>
                    <a:pt x="3135555" y="763864"/>
                  </a:lnTo>
                  <a:lnTo>
                    <a:pt x="3099923" y="757442"/>
                  </a:lnTo>
                  <a:lnTo>
                    <a:pt x="3064292" y="750976"/>
                  </a:lnTo>
                  <a:lnTo>
                    <a:pt x="3028661" y="744468"/>
                  </a:lnTo>
                  <a:lnTo>
                    <a:pt x="2993029" y="737917"/>
                  </a:lnTo>
                  <a:lnTo>
                    <a:pt x="2957398" y="731322"/>
                  </a:lnTo>
                  <a:lnTo>
                    <a:pt x="2921767" y="724684"/>
                  </a:lnTo>
                  <a:lnTo>
                    <a:pt x="2886135" y="718002"/>
                  </a:lnTo>
                  <a:lnTo>
                    <a:pt x="2850504" y="711275"/>
                  </a:lnTo>
                  <a:lnTo>
                    <a:pt x="2814873" y="704504"/>
                  </a:lnTo>
                  <a:lnTo>
                    <a:pt x="2779241" y="697688"/>
                  </a:lnTo>
                  <a:lnTo>
                    <a:pt x="2743610" y="690827"/>
                  </a:lnTo>
                  <a:lnTo>
                    <a:pt x="2707979" y="683921"/>
                  </a:lnTo>
                  <a:lnTo>
                    <a:pt x="2672348" y="676968"/>
                  </a:lnTo>
                  <a:lnTo>
                    <a:pt x="2636716" y="669970"/>
                  </a:lnTo>
                  <a:lnTo>
                    <a:pt x="2601085" y="662925"/>
                  </a:lnTo>
                  <a:lnTo>
                    <a:pt x="2565454" y="655834"/>
                  </a:lnTo>
                  <a:lnTo>
                    <a:pt x="2529822" y="648696"/>
                  </a:lnTo>
                  <a:lnTo>
                    <a:pt x="2494191" y="641510"/>
                  </a:lnTo>
                  <a:lnTo>
                    <a:pt x="2458560" y="634277"/>
                  </a:lnTo>
                  <a:lnTo>
                    <a:pt x="2422928" y="626996"/>
                  </a:lnTo>
                  <a:lnTo>
                    <a:pt x="2387297" y="619667"/>
                  </a:lnTo>
                  <a:lnTo>
                    <a:pt x="2351666" y="612289"/>
                  </a:lnTo>
                  <a:lnTo>
                    <a:pt x="2316034" y="604862"/>
                  </a:lnTo>
                  <a:lnTo>
                    <a:pt x="2280403" y="597386"/>
                  </a:lnTo>
                  <a:lnTo>
                    <a:pt x="2244772" y="589861"/>
                  </a:lnTo>
                  <a:lnTo>
                    <a:pt x="2209141" y="582285"/>
                  </a:lnTo>
                  <a:lnTo>
                    <a:pt x="2173509" y="574660"/>
                  </a:lnTo>
                  <a:lnTo>
                    <a:pt x="2137878" y="566984"/>
                  </a:lnTo>
                  <a:lnTo>
                    <a:pt x="2102247" y="559257"/>
                  </a:lnTo>
                  <a:lnTo>
                    <a:pt x="2066615" y="551479"/>
                  </a:lnTo>
                  <a:lnTo>
                    <a:pt x="2030984" y="543649"/>
                  </a:lnTo>
                  <a:lnTo>
                    <a:pt x="1995353" y="535768"/>
                  </a:lnTo>
                  <a:lnTo>
                    <a:pt x="1959721" y="527834"/>
                  </a:lnTo>
                  <a:lnTo>
                    <a:pt x="1924090" y="519848"/>
                  </a:lnTo>
                  <a:lnTo>
                    <a:pt x="1888459" y="511809"/>
                  </a:lnTo>
                  <a:lnTo>
                    <a:pt x="1852827" y="503717"/>
                  </a:lnTo>
                  <a:lnTo>
                    <a:pt x="1817196" y="495571"/>
                  </a:lnTo>
                  <a:lnTo>
                    <a:pt x="1781565" y="487371"/>
                  </a:lnTo>
                  <a:lnTo>
                    <a:pt x="1745934" y="479117"/>
                  </a:lnTo>
                  <a:lnTo>
                    <a:pt x="1710302" y="470808"/>
                  </a:lnTo>
                  <a:lnTo>
                    <a:pt x="1674671" y="462444"/>
                  </a:lnTo>
                  <a:lnTo>
                    <a:pt x="1639040" y="454025"/>
                  </a:lnTo>
                  <a:lnTo>
                    <a:pt x="1603408" y="445550"/>
                  </a:lnTo>
                  <a:lnTo>
                    <a:pt x="1567777" y="437019"/>
                  </a:lnTo>
                  <a:lnTo>
                    <a:pt x="1532146" y="428431"/>
                  </a:lnTo>
                  <a:lnTo>
                    <a:pt x="1496514" y="419786"/>
                  </a:lnTo>
                  <a:lnTo>
                    <a:pt x="1460883" y="411084"/>
                  </a:lnTo>
                  <a:lnTo>
                    <a:pt x="1425252" y="402325"/>
                  </a:lnTo>
                  <a:lnTo>
                    <a:pt x="1389620" y="393507"/>
                  </a:lnTo>
                  <a:lnTo>
                    <a:pt x="1353989" y="384631"/>
                  </a:lnTo>
                  <a:lnTo>
                    <a:pt x="1318358" y="375697"/>
                  </a:lnTo>
                  <a:lnTo>
                    <a:pt x="1282727" y="366703"/>
                  </a:lnTo>
                  <a:lnTo>
                    <a:pt x="1247095" y="357649"/>
                  </a:lnTo>
                  <a:lnTo>
                    <a:pt x="1211464" y="348536"/>
                  </a:lnTo>
                  <a:lnTo>
                    <a:pt x="1175833" y="339362"/>
                  </a:lnTo>
                  <a:lnTo>
                    <a:pt x="1140201" y="330128"/>
                  </a:lnTo>
                  <a:lnTo>
                    <a:pt x="1104570" y="320832"/>
                  </a:lnTo>
                  <a:lnTo>
                    <a:pt x="1068939" y="311475"/>
                  </a:lnTo>
                  <a:lnTo>
                    <a:pt x="1033307" y="302055"/>
                  </a:lnTo>
                  <a:lnTo>
                    <a:pt x="997676" y="292574"/>
                  </a:lnTo>
                  <a:lnTo>
                    <a:pt x="962045" y="283029"/>
                  </a:lnTo>
                  <a:lnTo>
                    <a:pt x="926413" y="273421"/>
                  </a:lnTo>
                  <a:lnTo>
                    <a:pt x="890782" y="263750"/>
                  </a:lnTo>
                  <a:lnTo>
                    <a:pt x="855151" y="254015"/>
                  </a:lnTo>
                  <a:lnTo>
                    <a:pt x="819520" y="244215"/>
                  </a:lnTo>
                  <a:lnTo>
                    <a:pt x="783888" y="234350"/>
                  </a:lnTo>
                  <a:lnTo>
                    <a:pt x="748257" y="224420"/>
                  </a:lnTo>
                  <a:lnTo>
                    <a:pt x="712626" y="214424"/>
                  </a:lnTo>
                  <a:lnTo>
                    <a:pt x="676994" y="204362"/>
                  </a:lnTo>
                  <a:lnTo>
                    <a:pt x="641363" y="194233"/>
                  </a:lnTo>
                  <a:lnTo>
                    <a:pt x="605732" y="184037"/>
                  </a:lnTo>
                  <a:lnTo>
                    <a:pt x="570100" y="173773"/>
                  </a:lnTo>
                  <a:lnTo>
                    <a:pt x="534469" y="163442"/>
                  </a:lnTo>
                  <a:lnTo>
                    <a:pt x="498838" y="153042"/>
                  </a:lnTo>
                  <a:lnTo>
                    <a:pt x="463206" y="142573"/>
                  </a:lnTo>
                  <a:lnTo>
                    <a:pt x="427575" y="132035"/>
                  </a:lnTo>
                  <a:lnTo>
                    <a:pt x="391944" y="121428"/>
                  </a:lnTo>
                  <a:lnTo>
                    <a:pt x="356313" y="110749"/>
                  </a:lnTo>
                  <a:lnTo>
                    <a:pt x="320681" y="100001"/>
                  </a:lnTo>
                  <a:lnTo>
                    <a:pt x="285050" y="89180"/>
                  </a:lnTo>
                  <a:lnTo>
                    <a:pt x="249419" y="78289"/>
                  </a:lnTo>
                  <a:lnTo>
                    <a:pt x="213787" y="67325"/>
                  </a:lnTo>
                  <a:lnTo>
                    <a:pt x="178156" y="56288"/>
                  </a:lnTo>
                  <a:lnTo>
                    <a:pt x="142525" y="45179"/>
                  </a:lnTo>
                  <a:lnTo>
                    <a:pt x="106893" y="33996"/>
                  </a:lnTo>
                  <a:lnTo>
                    <a:pt x="71262" y="22738"/>
                  </a:lnTo>
                  <a:lnTo>
                    <a:pt x="35631" y="11406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2328508"/>
              <a:ext cx="7090630" cy="2933764"/>
            </a:xfrm>
            <a:custGeom>
              <a:avLst/>
              <a:pathLst>
                <a:path w="7090630" h="2933764">
                  <a:moveTo>
                    <a:pt x="0" y="0"/>
                  </a:moveTo>
                  <a:lnTo>
                    <a:pt x="35631" y="38385"/>
                  </a:lnTo>
                  <a:lnTo>
                    <a:pt x="71262" y="76314"/>
                  </a:lnTo>
                  <a:lnTo>
                    <a:pt x="106893" y="113793"/>
                  </a:lnTo>
                  <a:lnTo>
                    <a:pt x="142525" y="150828"/>
                  </a:lnTo>
                  <a:lnTo>
                    <a:pt x="178156" y="187423"/>
                  </a:lnTo>
                  <a:lnTo>
                    <a:pt x="213787" y="223584"/>
                  </a:lnTo>
                  <a:lnTo>
                    <a:pt x="249419" y="259315"/>
                  </a:lnTo>
                  <a:lnTo>
                    <a:pt x="285050" y="294623"/>
                  </a:lnTo>
                  <a:lnTo>
                    <a:pt x="320681" y="329512"/>
                  </a:lnTo>
                  <a:lnTo>
                    <a:pt x="356313" y="363986"/>
                  </a:lnTo>
                  <a:lnTo>
                    <a:pt x="391944" y="398051"/>
                  </a:lnTo>
                  <a:lnTo>
                    <a:pt x="427575" y="431712"/>
                  </a:lnTo>
                  <a:lnTo>
                    <a:pt x="463206" y="464974"/>
                  </a:lnTo>
                  <a:lnTo>
                    <a:pt x="498838" y="497841"/>
                  </a:lnTo>
                  <a:lnTo>
                    <a:pt x="534469" y="530317"/>
                  </a:lnTo>
                  <a:lnTo>
                    <a:pt x="570100" y="562409"/>
                  </a:lnTo>
                  <a:lnTo>
                    <a:pt x="605732" y="594119"/>
                  </a:lnTo>
                  <a:lnTo>
                    <a:pt x="641363" y="625453"/>
                  </a:lnTo>
                  <a:lnTo>
                    <a:pt x="676994" y="656415"/>
                  </a:lnTo>
                  <a:lnTo>
                    <a:pt x="712626" y="687010"/>
                  </a:lnTo>
                  <a:lnTo>
                    <a:pt x="748257" y="717242"/>
                  </a:lnTo>
                  <a:lnTo>
                    <a:pt x="783888" y="747115"/>
                  </a:lnTo>
                  <a:lnTo>
                    <a:pt x="819520" y="776633"/>
                  </a:lnTo>
                  <a:lnTo>
                    <a:pt x="855151" y="805801"/>
                  </a:lnTo>
                  <a:lnTo>
                    <a:pt x="890782" y="834623"/>
                  </a:lnTo>
                  <a:lnTo>
                    <a:pt x="926413" y="863103"/>
                  </a:lnTo>
                  <a:lnTo>
                    <a:pt x="962045" y="891245"/>
                  </a:lnTo>
                  <a:lnTo>
                    <a:pt x="997676" y="919053"/>
                  </a:lnTo>
                  <a:lnTo>
                    <a:pt x="1033307" y="946530"/>
                  </a:lnTo>
                  <a:lnTo>
                    <a:pt x="1068939" y="973682"/>
                  </a:lnTo>
                  <a:lnTo>
                    <a:pt x="1104570" y="1000512"/>
                  </a:lnTo>
                  <a:lnTo>
                    <a:pt x="1140201" y="1027023"/>
                  </a:lnTo>
                  <a:lnTo>
                    <a:pt x="1175833" y="1053219"/>
                  </a:lnTo>
                  <a:lnTo>
                    <a:pt x="1211464" y="1079105"/>
                  </a:lnTo>
                  <a:lnTo>
                    <a:pt x="1247095" y="1104683"/>
                  </a:lnTo>
                  <a:lnTo>
                    <a:pt x="1282727" y="1129958"/>
                  </a:lnTo>
                  <a:lnTo>
                    <a:pt x="1318358" y="1154933"/>
                  </a:lnTo>
                  <a:lnTo>
                    <a:pt x="1353989" y="1179611"/>
                  </a:lnTo>
                  <a:lnTo>
                    <a:pt x="1389620" y="1203996"/>
                  </a:lnTo>
                  <a:lnTo>
                    <a:pt x="1425252" y="1228093"/>
                  </a:lnTo>
                  <a:lnTo>
                    <a:pt x="1460883" y="1251903"/>
                  </a:lnTo>
                  <a:lnTo>
                    <a:pt x="1496514" y="1275430"/>
                  </a:lnTo>
                  <a:lnTo>
                    <a:pt x="1532146" y="1298679"/>
                  </a:lnTo>
                  <a:lnTo>
                    <a:pt x="1567777" y="1321651"/>
                  </a:lnTo>
                  <a:lnTo>
                    <a:pt x="1603408" y="1344351"/>
                  </a:lnTo>
                  <a:lnTo>
                    <a:pt x="1639040" y="1366781"/>
                  </a:lnTo>
                  <a:lnTo>
                    <a:pt x="1674671" y="1388946"/>
                  </a:lnTo>
                  <a:lnTo>
                    <a:pt x="1710302" y="1410847"/>
                  </a:lnTo>
                  <a:lnTo>
                    <a:pt x="1745934" y="1432488"/>
                  </a:lnTo>
                  <a:lnTo>
                    <a:pt x="1781565" y="1453872"/>
                  </a:lnTo>
                  <a:lnTo>
                    <a:pt x="1817196" y="1475003"/>
                  </a:lnTo>
                  <a:lnTo>
                    <a:pt x="1852827" y="1495883"/>
                  </a:lnTo>
                  <a:lnTo>
                    <a:pt x="1888459" y="1516515"/>
                  </a:lnTo>
                  <a:lnTo>
                    <a:pt x="1924090" y="1536902"/>
                  </a:lnTo>
                  <a:lnTo>
                    <a:pt x="1959721" y="1557047"/>
                  </a:lnTo>
                  <a:lnTo>
                    <a:pt x="1995353" y="1576953"/>
                  </a:lnTo>
                  <a:lnTo>
                    <a:pt x="2030984" y="1596623"/>
                  </a:lnTo>
                  <a:lnTo>
                    <a:pt x="2066615" y="1616060"/>
                  </a:lnTo>
                  <a:lnTo>
                    <a:pt x="2102247" y="1635265"/>
                  </a:lnTo>
                  <a:lnTo>
                    <a:pt x="2137878" y="1654243"/>
                  </a:lnTo>
                  <a:lnTo>
                    <a:pt x="2173509" y="1672996"/>
                  </a:lnTo>
                  <a:lnTo>
                    <a:pt x="2209141" y="1691526"/>
                  </a:lnTo>
                  <a:lnTo>
                    <a:pt x="2244772" y="1709836"/>
                  </a:lnTo>
                  <a:lnTo>
                    <a:pt x="2280403" y="1727929"/>
                  </a:lnTo>
                  <a:lnTo>
                    <a:pt x="2316034" y="1745807"/>
                  </a:lnTo>
                  <a:lnTo>
                    <a:pt x="2351666" y="1763473"/>
                  </a:lnTo>
                  <a:lnTo>
                    <a:pt x="2387297" y="1780929"/>
                  </a:lnTo>
                  <a:lnTo>
                    <a:pt x="2422928" y="1798179"/>
                  </a:lnTo>
                  <a:lnTo>
                    <a:pt x="2458560" y="1815223"/>
                  </a:lnTo>
                  <a:lnTo>
                    <a:pt x="2494191" y="1832065"/>
                  </a:lnTo>
                  <a:lnTo>
                    <a:pt x="2529822" y="1848707"/>
                  </a:lnTo>
                  <a:lnTo>
                    <a:pt x="2565454" y="1865152"/>
                  </a:lnTo>
                  <a:lnTo>
                    <a:pt x="2601085" y="1881402"/>
                  </a:lnTo>
                  <a:lnTo>
                    <a:pt x="2636716" y="1897458"/>
                  </a:lnTo>
                  <a:lnTo>
                    <a:pt x="2672348" y="1913324"/>
                  </a:lnTo>
                  <a:lnTo>
                    <a:pt x="2707979" y="1929002"/>
                  </a:lnTo>
                  <a:lnTo>
                    <a:pt x="2743610" y="1944494"/>
                  </a:lnTo>
                  <a:lnTo>
                    <a:pt x="2779241" y="1959802"/>
                  </a:lnTo>
                  <a:lnTo>
                    <a:pt x="2814873" y="1974928"/>
                  </a:lnTo>
                  <a:lnTo>
                    <a:pt x="2850504" y="1989875"/>
                  </a:lnTo>
                  <a:lnTo>
                    <a:pt x="2886135" y="2004645"/>
                  </a:lnTo>
                  <a:lnTo>
                    <a:pt x="2921767" y="2019239"/>
                  </a:lnTo>
                  <a:lnTo>
                    <a:pt x="2957398" y="2033659"/>
                  </a:lnTo>
                  <a:lnTo>
                    <a:pt x="2993029" y="2047909"/>
                  </a:lnTo>
                  <a:lnTo>
                    <a:pt x="3028661" y="2061990"/>
                  </a:lnTo>
                  <a:lnTo>
                    <a:pt x="3064292" y="2075903"/>
                  </a:lnTo>
                  <a:lnTo>
                    <a:pt x="3099923" y="2089652"/>
                  </a:lnTo>
                  <a:lnTo>
                    <a:pt x="3135555" y="2103237"/>
                  </a:lnTo>
                  <a:lnTo>
                    <a:pt x="3171186" y="2116661"/>
                  </a:lnTo>
                  <a:lnTo>
                    <a:pt x="3206817" y="2129926"/>
                  </a:lnTo>
                  <a:lnTo>
                    <a:pt x="3242448" y="2143033"/>
                  </a:lnTo>
                  <a:lnTo>
                    <a:pt x="3278080" y="2155985"/>
                  </a:lnTo>
                  <a:lnTo>
                    <a:pt x="3313711" y="2168783"/>
                  </a:lnTo>
                  <a:lnTo>
                    <a:pt x="3349342" y="2181429"/>
                  </a:lnTo>
                  <a:lnTo>
                    <a:pt x="3384974" y="2193925"/>
                  </a:lnTo>
                  <a:lnTo>
                    <a:pt x="3420605" y="2206272"/>
                  </a:lnTo>
                  <a:lnTo>
                    <a:pt x="3456236" y="2218474"/>
                  </a:lnTo>
                  <a:lnTo>
                    <a:pt x="3491868" y="2230530"/>
                  </a:lnTo>
                  <a:lnTo>
                    <a:pt x="3527499" y="2242443"/>
                  </a:lnTo>
                  <a:lnTo>
                    <a:pt x="3563130" y="2254215"/>
                  </a:lnTo>
                  <a:lnTo>
                    <a:pt x="3598762" y="2265847"/>
                  </a:lnTo>
                  <a:lnTo>
                    <a:pt x="3634393" y="2277342"/>
                  </a:lnTo>
                  <a:lnTo>
                    <a:pt x="3670024" y="2288699"/>
                  </a:lnTo>
                  <a:lnTo>
                    <a:pt x="3705655" y="2299922"/>
                  </a:lnTo>
                  <a:lnTo>
                    <a:pt x="3741287" y="2311012"/>
                  </a:lnTo>
                  <a:lnTo>
                    <a:pt x="3776918" y="2321970"/>
                  </a:lnTo>
                  <a:lnTo>
                    <a:pt x="3812549" y="2332798"/>
                  </a:lnTo>
                  <a:lnTo>
                    <a:pt x="3848181" y="2343498"/>
                  </a:lnTo>
                  <a:lnTo>
                    <a:pt x="3883812" y="2354070"/>
                  </a:lnTo>
                  <a:lnTo>
                    <a:pt x="3919443" y="2364517"/>
                  </a:lnTo>
                  <a:lnTo>
                    <a:pt x="3955075" y="2374841"/>
                  </a:lnTo>
                  <a:lnTo>
                    <a:pt x="3990706" y="2385041"/>
                  </a:lnTo>
                  <a:lnTo>
                    <a:pt x="4026337" y="2395121"/>
                  </a:lnTo>
                  <a:lnTo>
                    <a:pt x="4061968" y="2405081"/>
                  </a:lnTo>
                  <a:lnTo>
                    <a:pt x="4097600" y="2414922"/>
                  </a:lnTo>
                  <a:lnTo>
                    <a:pt x="4133231" y="2424647"/>
                  </a:lnTo>
                  <a:lnTo>
                    <a:pt x="4168862" y="2434257"/>
                  </a:lnTo>
                  <a:lnTo>
                    <a:pt x="4204494" y="2443752"/>
                  </a:lnTo>
                  <a:lnTo>
                    <a:pt x="4240125" y="2453135"/>
                  </a:lnTo>
                  <a:lnTo>
                    <a:pt x="4275756" y="2462407"/>
                  </a:lnTo>
                  <a:lnTo>
                    <a:pt x="4311388" y="2471568"/>
                  </a:lnTo>
                  <a:lnTo>
                    <a:pt x="4347019" y="2480621"/>
                  </a:lnTo>
                  <a:lnTo>
                    <a:pt x="4382650" y="2489566"/>
                  </a:lnTo>
                  <a:lnTo>
                    <a:pt x="4418282" y="2498405"/>
                  </a:lnTo>
                  <a:lnTo>
                    <a:pt x="4453913" y="2507139"/>
                  </a:lnTo>
                  <a:lnTo>
                    <a:pt x="4489544" y="2515770"/>
                  </a:lnTo>
                  <a:lnTo>
                    <a:pt x="4525175" y="2524298"/>
                  </a:lnTo>
                  <a:lnTo>
                    <a:pt x="4560807" y="2532725"/>
                  </a:lnTo>
                  <a:lnTo>
                    <a:pt x="4596438" y="2541051"/>
                  </a:lnTo>
                  <a:lnTo>
                    <a:pt x="4632069" y="2549280"/>
                  </a:lnTo>
                  <a:lnTo>
                    <a:pt x="4667701" y="2557410"/>
                  </a:lnTo>
                  <a:lnTo>
                    <a:pt x="4703332" y="2565444"/>
                  </a:lnTo>
                  <a:lnTo>
                    <a:pt x="4738963" y="2573382"/>
                  </a:lnTo>
                  <a:lnTo>
                    <a:pt x="4774595" y="2581227"/>
                  </a:lnTo>
                  <a:lnTo>
                    <a:pt x="4810226" y="2588978"/>
                  </a:lnTo>
                  <a:lnTo>
                    <a:pt x="4845857" y="2596637"/>
                  </a:lnTo>
                  <a:lnTo>
                    <a:pt x="4881489" y="2604206"/>
                  </a:lnTo>
                  <a:lnTo>
                    <a:pt x="4917120" y="2611684"/>
                  </a:lnTo>
                  <a:lnTo>
                    <a:pt x="4952751" y="2619074"/>
                  </a:lnTo>
                  <a:lnTo>
                    <a:pt x="4988382" y="2626376"/>
                  </a:lnTo>
                  <a:lnTo>
                    <a:pt x="5024014" y="2633591"/>
                  </a:lnTo>
                  <a:lnTo>
                    <a:pt x="5059645" y="2640721"/>
                  </a:lnTo>
                  <a:lnTo>
                    <a:pt x="5095276" y="2647766"/>
                  </a:lnTo>
                  <a:lnTo>
                    <a:pt x="5130908" y="2654728"/>
                  </a:lnTo>
                  <a:lnTo>
                    <a:pt x="5166539" y="2661607"/>
                  </a:lnTo>
                  <a:lnTo>
                    <a:pt x="5202170" y="2668404"/>
                  </a:lnTo>
                  <a:lnTo>
                    <a:pt x="5237802" y="2675121"/>
                  </a:lnTo>
                  <a:lnTo>
                    <a:pt x="5273433" y="2681758"/>
                  </a:lnTo>
                  <a:lnTo>
                    <a:pt x="5309064" y="2688316"/>
                  </a:lnTo>
                  <a:lnTo>
                    <a:pt x="5344696" y="2694796"/>
                  </a:lnTo>
                  <a:lnTo>
                    <a:pt x="5380327" y="2701200"/>
                  </a:lnTo>
                  <a:lnTo>
                    <a:pt x="5415958" y="2707527"/>
                  </a:lnTo>
                  <a:lnTo>
                    <a:pt x="5451589" y="2713779"/>
                  </a:lnTo>
                  <a:lnTo>
                    <a:pt x="5487221" y="2719957"/>
                  </a:lnTo>
                  <a:lnTo>
                    <a:pt x="5522852" y="2726062"/>
                  </a:lnTo>
                  <a:lnTo>
                    <a:pt x="5558483" y="2732095"/>
                  </a:lnTo>
                  <a:lnTo>
                    <a:pt x="5594115" y="2738055"/>
                  </a:lnTo>
                  <a:lnTo>
                    <a:pt x="5629746" y="2743945"/>
                  </a:lnTo>
                  <a:lnTo>
                    <a:pt x="5665377" y="2749765"/>
                  </a:lnTo>
                  <a:lnTo>
                    <a:pt x="5701009" y="2755517"/>
                  </a:lnTo>
                  <a:lnTo>
                    <a:pt x="5736640" y="2761199"/>
                  </a:lnTo>
                  <a:lnTo>
                    <a:pt x="5772271" y="2766815"/>
                  </a:lnTo>
                  <a:lnTo>
                    <a:pt x="5807903" y="2772363"/>
                  </a:lnTo>
                  <a:lnTo>
                    <a:pt x="5843534" y="2777846"/>
                  </a:lnTo>
                  <a:lnTo>
                    <a:pt x="5879165" y="2783264"/>
                  </a:lnTo>
                  <a:lnTo>
                    <a:pt x="5914796" y="2788617"/>
                  </a:lnTo>
                  <a:lnTo>
                    <a:pt x="5950428" y="2793907"/>
                  </a:lnTo>
                  <a:lnTo>
                    <a:pt x="5986059" y="2799135"/>
                  </a:lnTo>
                  <a:lnTo>
                    <a:pt x="6021690" y="2804300"/>
                  </a:lnTo>
                  <a:lnTo>
                    <a:pt x="6057322" y="2809404"/>
                  </a:lnTo>
                  <a:lnTo>
                    <a:pt x="6092953" y="2814447"/>
                  </a:lnTo>
                  <a:lnTo>
                    <a:pt x="6128584" y="2819430"/>
                  </a:lnTo>
                  <a:lnTo>
                    <a:pt x="6164216" y="2824354"/>
                  </a:lnTo>
                  <a:lnTo>
                    <a:pt x="6199847" y="2829220"/>
                  </a:lnTo>
                  <a:lnTo>
                    <a:pt x="6235478" y="2834028"/>
                  </a:lnTo>
                  <a:lnTo>
                    <a:pt x="6271110" y="2838779"/>
                  </a:lnTo>
                  <a:lnTo>
                    <a:pt x="6306741" y="2843474"/>
                  </a:lnTo>
                  <a:lnTo>
                    <a:pt x="6342372" y="2848113"/>
                  </a:lnTo>
                  <a:lnTo>
                    <a:pt x="6378003" y="2852697"/>
                  </a:lnTo>
                  <a:lnTo>
                    <a:pt x="6413635" y="2857226"/>
                  </a:lnTo>
                  <a:lnTo>
                    <a:pt x="6449266" y="2861702"/>
                  </a:lnTo>
                  <a:lnTo>
                    <a:pt x="6484897" y="2866125"/>
                  </a:lnTo>
                  <a:lnTo>
                    <a:pt x="6520529" y="2870495"/>
                  </a:lnTo>
                  <a:lnTo>
                    <a:pt x="6556160" y="2874813"/>
                  </a:lnTo>
                  <a:lnTo>
                    <a:pt x="6591791" y="2879080"/>
                  </a:lnTo>
                  <a:lnTo>
                    <a:pt x="6627423" y="2883296"/>
                  </a:lnTo>
                  <a:lnTo>
                    <a:pt x="6663054" y="2887462"/>
                  </a:lnTo>
                  <a:lnTo>
                    <a:pt x="6698685" y="2891579"/>
                  </a:lnTo>
                  <a:lnTo>
                    <a:pt x="6734317" y="2895647"/>
                  </a:lnTo>
                  <a:lnTo>
                    <a:pt x="6769948" y="2899667"/>
                  </a:lnTo>
                  <a:lnTo>
                    <a:pt x="6805579" y="2903639"/>
                  </a:lnTo>
                  <a:lnTo>
                    <a:pt x="6841210" y="2907564"/>
                  </a:lnTo>
                  <a:lnTo>
                    <a:pt x="6876842" y="2911442"/>
                  </a:lnTo>
                  <a:lnTo>
                    <a:pt x="6912473" y="2915275"/>
                  </a:lnTo>
                  <a:lnTo>
                    <a:pt x="6948104" y="2919061"/>
                  </a:lnTo>
                  <a:lnTo>
                    <a:pt x="6983736" y="2922803"/>
                  </a:lnTo>
                  <a:lnTo>
                    <a:pt x="7019367" y="2926501"/>
                  </a:lnTo>
                  <a:lnTo>
                    <a:pt x="7054998" y="2930154"/>
                  </a:lnTo>
                  <a:lnTo>
                    <a:pt x="7090630" y="2933764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6145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336018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692708" y="552281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47214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919994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11858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2317177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14604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96881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79158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61436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43713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30961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10129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92407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74684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2743814" y="5925448"/>
              <a:ext cx="3947099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difference, log scale (%): 100 × ln(CKD-EPI Cr-Cys / CG)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68446" y="3909935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17517" y="1896563"/>
              <a:ext cx="3941338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 (log scale): 1.32 (1.16-1.49), p_Bonf = &lt;0.001 (n = 6)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2020007"/>
              <a:ext cx="324639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per IQR decline (Δ = 29.5): 2.25 (1.57-3.24)  |  IQR: [-15.8, 13.7]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96798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(KDIGO)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2026-10-05T07:55:20Z</dcterms:modified>
  <cp:category/>
</cp:coreProperties>
</file>