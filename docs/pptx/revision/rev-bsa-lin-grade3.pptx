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196947"/>
              <a:ext cx="7090630" cy="3295673"/>
            </a:xfrm>
            <a:custGeom>
              <a:avLst/>
              <a:pathLst>
                <a:path w="7090630" h="3295673">
                  <a:moveTo>
                    <a:pt x="1250035" y="0"/>
                  </a:moveTo>
                  <a:lnTo>
                    <a:pt x="1282727" y="72187"/>
                  </a:lnTo>
                  <a:lnTo>
                    <a:pt x="1318358" y="149030"/>
                  </a:lnTo>
                  <a:lnTo>
                    <a:pt x="1353989" y="224080"/>
                  </a:lnTo>
                  <a:lnTo>
                    <a:pt x="1389620" y="297379"/>
                  </a:lnTo>
                  <a:lnTo>
                    <a:pt x="1425252" y="368968"/>
                  </a:lnTo>
                  <a:lnTo>
                    <a:pt x="1460883" y="438887"/>
                  </a:lnTo>
                  <a:lnTo>
                    <a:pt x="1496514" y="507174"/>
                  </a:lnTo>
                  <a:lnTo>
                    <a:pt x="1532146" y="573869"/>
                  </a:lnTo>
                  <a:lnTo>
                    <a:pt x="1567777" y="639007"/>
                  </a:lnTo>
                  <a:lnTo>
                    <a:pt x="1603408" y="702626"/>
                  </a:lnTo>
                  <a:lnTo>
                    <a:pt x="1639040" y="764761"/>
                  </a:lnTo>
                  <a:lnTo>
                    <a:pt x="1674671" y="825445"/>
                  </a:lnTo>
                  <a:lnTo>
                    <a:pt x="1710302" y="884715"/>
                  </a:lnTo>
                  <a:lnTo>
                    <a:pt x="1745934" y="942601"/>
                  </a:lnTo>
                  <a:lnTo>
                    <a:pt x="1781565" y="999137"/>
                  </a:lnTo>
                  <a:lnTo>
                    <a:pt x="1817196" y="1054354"/>
                  </a:lnTo>
                  <a:lnTo>
                    <a:pt x="1852827" y="1108283"/>
                  </a:lnTo>
                  <a:lnTo>
                    <a:pt x="1888459" y="1160953"/>
                  </a:lnTo>
                  <a:lnTo>
                    <a:pt x="1924090" y="1212395"/>
                  </a:lnTo>
                  <a:lnTo>
                    <a:pt x="1959721" y="1262636"/>
                  </a:lnTo>
                  <a:lnTo>
                    <a:pt x="1995353" y="1311706"/>
                  </a:lnTo>
                  <a:lnTo>
                    <a:pt x="2030984" y="1359631"/>
                  </a:lnTo>
                  <a:lnTo>
                    <a:pt x="2066615" y="1406437"/>
                  </a:lnTo>
                  <a:lnTo>
                    <a:pt x="2102247" y="1452152"/>
                  </a:lnTo>
                  <a:lnTo>
                    <a:pt x="2137878" y="1496800"/>
                  </a:lnTo>
                  <a:lnTo>
                    <a:pt x="2173509" y="1540406"/>
                  </a:lnTo>
                  <a:lnTo>
                    <a:pt x="2209141" y="1582995"/>
                  </a:lnTo>
                  <a:lnTo>
                    <a:pt x="2244772" y="1624591"/>
                  </a:lnTo>
                  <a:lnTo>
                    <a:pt x="2280403" y="1665216"/>
                  </a:lnTo>
                  <a:lnTo>
                    <a:pt x="2316034" y="1704893"/>
                  </a:lnTo>
                  <a:lnTo>
                    <a:pt x="2351666" y="1743645"/>
                  </a:lnTo>
                  <a:lnTo>
                    <a:pt x="2387297" y="1781493"/>
                  </a:lnTo>
                  <a:lnTo>
                    <a:pt x="2422928" y="1818457"/>
                  </a:lnTo>
                  <a:lnTo>
                    <a:pt x="2458560" y="1854559"/>
                  </a:lnTo>
                  <a:lnTo>
                    <a:pt x="2494191" y="1889819"/>
                  </a:lnTo>
                  <a:lnTo>
                    <a:pt x="2529822" y="1924256"/>
                  </a:lnTo>
                  <a:lnTo>
                    <a:pt x="2565454" y="1957890"/>
                  </a:lnTo>
                  <a:lnTo>
                    <a:pt x="2601085" y="1990740"/>
                  </a:lnTo>
                  <a:lnTo>
                    <a:pt x="2636716" y="2022822"/>
                  </a:lnTo>
                  <a:lnTo>
                    <a:pt x="2672348" y="2054157"/>
                  </a:lnTo>
                  <a:lnTo>
                    <a:pt x="2707979" y="2084760"/>
                  </a:lnTo>
                  <a:lnTo>
                    <a:pt x="2743610" y="2114649"/>
                  </a:lnTo>
                  <a:lnTo>
                    <a:pt x="2779241" y="2143841"/>
                  </a:lnTo>
                  <a:lnTo>
                    <a:pt x="2814873" y="2172352"/>
                  </a:lnTo>
                  <a:lnTo>
                    <a:pt x="2850504" y="2200198"/>
                  </a:lnTo>
                  <a:lnTo>
                    <a:pt x="2886135" y="2227394"/>
                  </a:lnTo>
                  <a:lnTo>
                    <a:pt x="2921767" y="2253956"/>
                  </a:lnTo>
                  <a:lnTo>
                    <a:pt x="2957398" y="2279898"/>
                  </a:lnTo>
                  <a:lnTo>
                    <a:pt x="2993029" y="2305235"/>
                  </a:lnTo>
                  <a:lnTo>
                    <a:pt x="3028661" y="2329980"/>
                  </a:lnTo>
                  <a:lnTo>
                    <a:pt x="3064292" y="2354149"/>
                  </a:lnTo>
                  <a:lnTo>
                    <a:pt x="3099923" y="2377753"/>
                  </a:lnTo>
                  <a:lnTo>
                    <a:pt x="3135555" y="2400807"/>
                  </a:lnTo>
                  <a:lnTo>
                    <a:pt x="3171186" y="2423323"/>
                  </a:lnTo>
                  <a:lnTo>
                    <a:pt x="3206817" y="2445314"/>
                  </a:lnTo>
                  <a:lnTo>
                    <a:pt x="3242448" y="2466791"/>
                  </a:lnTo>
                  <a:lnTo>
                    <a:pt x="3278080" y="2487768"/>
                  </a:lnTo>
                  <a:lnTo>
                    <a:pt x="3313711" y="2508255"/>
                  </a:lnTo>
                  <a:lnTo>
                    <a:pt x="3349342" y="2528264"/>
                  </a:lnTo>
                  <a:lnTo>
                    <a:pt x="3384974" y="2547806"/>
                  </a:lnTo>
                  <a:lnTo>
                    <a:pt x="3420605" y="2565841"/>
                  </a:lnTo>
                  <a:lnTo>
                    <a:pt x="3456236" y="2576328"/>
                  </a:lnTo>
                  <a:lnTo>
                    <a:pt x="3491868" y="2586677"/>
                  </a:lnTo>
                  <a:lnTo>
                    <a:pt x="3527499" y="2596891"/>
                  </a:lnTo>
                  <a:lnTo>
                    <a:pt x="3563130" y="2606971"/>
                  </a:lnTo>
                  <a:lnTo>
                    <a:pt x="3598762" y="2616919"/>
                  </a:lnTo>
                  <a:lnTo>
                    <a:pt x="3634393" y="2626737"/>
                  </a:lnTo>
                  <a:lnTo>
                    <a:pt x="3670024" y="2636425"/>
                  </a:lnTo>
                  <a:lnTo>
                    <a:pt x="3705655" y="2645987"/>
                  </a:lnTo>
                  <a:lnTo>
                    <a:pt x="3741287" y="2655424"/>
                  </a:lnTo>
                  <a:lnTo>
                    <a:pt x="3776918" y="2664736"/>
                  </a:lnTo>
                  <a:lnTo>
                    <a:pt x="3812549" y="2673927"/>
                  </a:lnTo>
                  <a:lnTo>
                    <a:pt x="3848181" y="2682997"/>
                  </a:lnTo>
                  <a:lnTo>
                    <a:pt x="3883812" y="2691949"/>
                  </a:lnTo>
                  <a:lnTo>
                    <a:pt x="3919443" y="2700783"/>
                  </a:lnTo>
                  <a:lnTo>
                    <a:pt x="3955075" y="2709501"/>
                  </a:lnTo>
                  <a:lnTo>
                    <a:pt x="3990706" y="2718105"/>
                  </a:lnTo>
                  <a:lnTo>
                    <a:pt x="4026337" y="2726596"/>
                  </a:lnTo>
                  <a:lnTo>
                    <a:pt x="4061968" y="2734976"/>
                  </a:lnTo>
                  <a:lnTo>
                    <a:pt x="4097600" y="2743246"/>
                  </a:lnTo>
                  <a:lnTo>
                    <a:pt x="4133231" y="2751408"/>
                  </a:lnTo>
                  <a:lnTo>
                    <a:pt x="4168862" y="2759463"/>
                  </a:lnTo>
                  <a:lnTo>
                    <a:pt x="4204494" y="2767412"/>
                  </a:lnTo>
                  <a:lnTo>
                    <a:pt x="4240125" y="2775257"/>
                  </a:lnTo>
                  <a:lnTo>
                    <a:pt x="4275756" y="2782999"/>
                  </a:lnTo>
                  <a:lnTo>
                    <a:pt x="4311388" y="2790639"/>
                  </a:lnTo>
                  <a:lnTo>
                    <a:pt x="4347019" y="2798180"/>
                  </a:lnTo>
                  <a:lnTo>
                    <a:pt x="4382650" y="2805621"/>
                  </a:lnTo>
                  <a:lnTo>
                    <a:pt x="4418282" y="2812965"/>
                  </a:lnTo>
                  <a:lnTo>
                    <a:pt x="4453913" y="2820213"/>
                  </a:lnTo>
                  <a:lnTo>
                    <a:pt x="4489544" y="2827366"/>
                  </a:lnTo>
                  <a:lnTo>
                    <a:pt x="4525175" y="2834425"/>
                  </a:lnTo>
                  <a:lnTo>
                    <a:pt x="4560807" y="2841392"/>
                  </a:lnTo>
                  <a:lnTo>
                    <a:pt x="4596438" y="2848267"/>
                  </a:lnTo>
                  <a:lnTo>
                    <a:pt x="4632069" y="2855052"/>
                  </a:lnTo>
                  <a:lnTo>
                    <a:pt x="4667701" y="2861748"/>
                  </a:lnTo>
                  <a:lnTo>
                    <a:pt x="4703332" y="2868356"/>
                  </a:lnTo>
                  <a:lnTo>
                    <a:pt x="4738963" y="2874878"/>
                  </a:lnTo>
                  <a:lnTo>
                    <a:pt x="4774595" y="2881314"/>
                  </a:lnTo>
                  <a:lnTo>
                    <a:pt x="4810226" y="2887666"/>
                  </a:lnTo>
                  <a:lnTo>
                    <a:pt x="4845857" y="2893935"/>
                  </a:lnTo>
                  <a:lnTo>
                    <a:pt x="4881489" y="2900122"/>
                  </a:lnTo>
                  <a:lnTo>
                    <a:pt x="4917120" y="2906227"/>
                  </a:lnTo>
                  <a:lnTo>
                    <a:pt x="4952751" y="2912252"/>
                  </a:lnTo>
                  <a:lnTo>
                    <a:pt x="4988382" y="2918199"/>
                  </a:lnTo>
                  <a:lnTo>
                    <a:pt x="5024014" y="2924067"/>
                  </a:lnTo>
                  <a:lnTo>
                    <a:pt x="5059645" y="2929859"/>
                  </a:lnTo>
                  <a:lnTo>
                    <a:pt x="5095276" y="2935574"/>
                  </a:lnTo>
                  <a:lnTo>
                    <a:pt x="5130908" y="2941215"/>
                  </a:lnTo>
                  <a:lnTo>
                    <a:pt x="5166539" y="2946782"/>
                  </a:lnTo>
                  <a:lnTo>
                    <a:pt x="5202170" y="2952276"/>
                  </a:lnTo>
                  <a:lnTo>
                    <a:pt x="5237802" y="2957697"/>
                  </a:lnTo>
                  <a:lnTo>
                    <a:pt x="5273433" y="2963048"/>
                  </a:lnTo>
                  <a:lnTo>
                    <a:pt x="5309064" y="2968329"/>
                  </a:lnTo>
                  <a:lnTo>
                    <a:pt x="5344696" y="2973540"/>
                  </a:lnTo>
                  <a:lnTo>
                    <a:pt x="5380327" y="2978683"/>
                  </a:lnTo>
                  <a:lnTo>
                    <a:pt x="5415958" y="2983759"/>
                  </a:lnTo>
                  <a:lnTo>
                    <a:pt x="5451589" y="2988768"/>
                  </a:lnTo>
                  <a:lnTo>
                    <a:pt x="5487221" y="2993711"/>
                  </a:lnTo>
                  <a:lnTo>
                    <a:pt x="5522852" y="2998590"/>
                  </a:lnTo>
                  <a:lnTo>
                    <a:pt x="5558483" y="3003405"/>
                  </a:lnTo>
                  <a:lnTo>
                    <a:pt x="5594115" y="3008156"/>
                  </a:lnTo>
                  <a:lnTo>
                    <a:pt x="5629746" y="3012846"/>
                  </a:lnTo>
                  <a:lnTo>
                    <a:pt x="5665377" y="3017474"/>
                  </a:lnTo>
                  <a:lnTo>
                    <a:pt x="5701009" y="3022041"/>
                  </a:lnTo>
                  <a:lnTo>
                    <a:pt x="5736640" y="3026548"/>
                  </a:lnTo>
                  <a:lnTo>
                    <a:pt x="5772271" y="3030996"/>
                  </a:lnTo>
                  <a:lnTo>
                    <a:pt x="5807903" y="3035386"/>
                  </a:lnTo>
                  <a:lnTo>
                    <a:pt x="5843534" y="3039719"/>
                  </a:lnTo>
                  <a:lnTo>
                    <a:pt x="5879165" y="3043994"/>
                  </a:lnTo>
                  <a:lnTo>
                    <a:pt x="5914796" y="3048214"/>
                  </a:lnTo>
                  <a:lnTo>
                    <a:pt x="5950428" y="3052378"/>
                  </a:lnTo>
                  <a:lnTo>
                    <a:pt x="5986059" y="3056488"/>
                  </a:lnTo>
                  <a:lnTo>
                    <a:pt x="6021690" y="3060544"/>
                  </a:lnTo>
                  <a:lnTo>
                    <a:pt x="6057322" y="3064546"/>
                  </a:lnTo>
                  <a:lnTo>
                    <a:pt x="6092953" y="3068497"/>
                  </a:lnTo>
                  <a:lnTo>
                    <a:pt x="6128584" y="3072395"/>
                  </a:lnTo>
                  <a:lnTo>
                    <a:pt x="6164216" y="3076242"/>
                  </a:lnTo>
                  <a:lnTo>
                    <a:pt x="6199847" y="3080039"/>
                  </a:lnTo>
                  <a:lnTo>
                    <a:pt x="6235478" y="3083786"/>
                  </a:lnTo>
                  <a:lnTo>
                    <a:pt x="6271110" y="3087484"/>
                  </a:lnTo>
                  <a:lnTo>
                    <a:pt x="6306741" y="3091134"/>
                  </a:lnTo>
                  <a:lnTo>
                    <a:pt x="6342372" y="3094736"/>
                  </a:lnTo>
                  <a:lnTo>
                    <a:pt x="6378003" y="3098290"/>
                  </a:lnTo>
                  <a:lnTo>
                    <a:pt x="6413635" y="3101798"/>
                  </a:lnTo>
                  <a:lnTo>
                    <a:pt x="6449266" y="3105260"/>
                  </a:lnTo>
                  <a:lnTo>
                    <a:pt x="6484897" y="3108676"/>
                  </a:lnTo>
                  <a:lnTo>
                    <a:pt x="6520529" y="3112048"/>
                  </a:lnTo>
                  <a:lnTo>
                    <a:pt x="6556160" y="3115376"/>
                  </a:lnTo>
                  <a:lnTo>
                    <a:pt x="6591791" y="3118660"/>
                  </a:lnTo>
                  <a:lnTo>
                    <a:pt x="6627423" y="3121901"/>
                  </a:lnTo>
                  <a:lnTo>
                    <a:pt x="6663054" y="3125099"/>
                  </a:lnTo>
                  <a:lnTo>
                    <a:pt x="6698685" y="3128255"/>
                  </a:lnTo>
                  <a:lnTo>
                    <a:pt x="6734317" y="3131371"/>
                  </a:lnTo>
                  <a:lnTo>
                    <a:pt x="6769948" y="3134445"/>
                  </a:lnTo>
                  <a:lnTo>
                    <a:pt x="6805579" y="3137479"/>
                  </a:lnTo>
                  <a:lnTo>
                    <a:pt x="6841210" y="3140473"/>
                  </a:lnTo>
                  <a:lnTo>
                    <a:pt x="6876842" y="3143428"/>
                  </a:lnTo>
                  <a:lnTo>
                    <a:pt x="6912473" y="3146344"/>
                  </a:lnTo>
                  <a:lnTo>
                    <a:pt x="6948104" y="3149222"/>
                  </a:lnTo>
                  <a:lnTo>
                    <a:pt x="6983736" y="3152063"/>
                  </a:lnTo>
                  <a:lnTo>
                    <a:pt x="7019367" y="3154866"/>
                  </a:lnTo>
                  <a:lnTo>
                    <a:pt x="7054998" y="3157632"/>
                  </a:lnTo>
                  <a:lnTo>
                    <a:pt x="7090630" y="3160362"/>
                  </a:lnTo>
                  <a:lnTo>
                    <a:pt x="7090630" y="3295673"/>
                  </a:lnTo>
                  <a:lnTo>
                    <a:pt x="7054998" y="3293995"/>
                  </a:lnTo>
                  <a:lnTo>
                    <a:pt x="7019367" y="3292278"/>
                  </a:lnTo>
                  <a:lnTo>
                    <a:pt x="6983736" y="3290519"/>
                  </a:lnTo>
                  <a:lnTo>
                    <a:pt x="6948104" y="3288718"/>
                  </a:lnTo>
                  <a:lnTo>
                    <a:pt x="6912473" y="3286874"/>
                  </a:lnTo>
                  <a:lnTo>
                    <a:pt x="6876842" y="3284986"/>
                  </a:lnTo>
                  <a:lnTo>
                    <a:pt x="6841210" y="3283052"/>
                  </a:lnTo>
                  <a:lnTo>
                    <a:pt x="6805579" y="3281073"/>
                  </a:lnTo>
                  <a:lnTo>
                    <a:pt x="6769948" y="3279046"/>
                  </a:lnTo>
                  <a:lnTo>
                    <a:pt x="6734317" y="3276971"/>
                  </a:lnTo>
                  <a:lnTo>
                    <a:pt x="6698685" y="3274847"/>
                  </a:lnTo>
                  <a:lnTo>
                    <a:pt x="6663054" y="3272671"/>
                  </a:lnTo>
                  <a:lnTo>
                    <a:pt x="6627423" y="3270444"/>
                  </a:lnTo>
                  <a:lnTo>
                    <a:pt x="6591791" y="3268164"/>
                  </a:lnTo>
                  <a:lnTo>
                    <a:pt x="6556160" y="3265829"/>
                  </a:lnTo>
                  <a:lnTo>
                    <a:pt x="6520529" y="3263438"/>
                  </a:lnTo>
                  <a:lnTo>
                    <a:pt x="6484897" y="3260990"/>
                  </a:lnTo>
                  <a:lnTo>
                    <a:pt x="6449266" y="3258484"/>
                  </a:lnTo>
                  <a:lnTo>
                    <a:pt x="6413635" y="3255918"/>
                  </a:lnTo>
                  <a:lnTo>
                    <a:pt x="6378003" y="3253290"/>
                  </a:lnTo>
                  <a:lnTo>
                    <a:pt x="6342372" y="3250600"/>
                  </a:lnTo>
                  <a:lnTo>
                    <a:pt x="6306741" y="3247845"/>
                  </a:lnTo>
                  <a:lnTo>
                    <a:pt x="6271110" y="3245025"/>
                  </a:lnTo>
                  <a:lnTo>
                    <a:pt x="6235478" y="3242137"/>
                  </a:lnTo>
                  <a:lnTo>
                    <a:pt x="6199847" y="3239180"/>
                  </a:lnTo>
                  <a:lnTo>
                    <a:pt x="6164216" y="3236153"/>
                  </a:lnTo>
                  <a:lnTo>
                    <a:pt x="6128584" y="3233054"/>
                  </a:lnTo>
                  <a:lnTo>
                    <a:pt x="6092953" y="3229880"/>
                  </a:lnTo>
                  <a:lnTo>
                    <a:pt x="6057322" y="3226630"/>
                  </a:lnTo>
                  <a:lnTo>
                    <a:pt x="6021690" y="3223303"/>
                  </a:lnTo>
                  <a:lnTo>
                    <a:pt x="5986059" y="3219897"/>
                  </a:lnTo>
                  <a:lnTo>
                    <a:pt x="5950428" y="3216409"/>
                  </a:lnTo>
                  <a:lnTo>
                    <a:pt x="5914796" y="3212838"/>
                  </a:lnTo>
                  <a:lnTo>
                    <a:pt x="5879165" y="3209181"/>
                  </a:lnTo>
                  <a:lnTo>
                    <a:pt x="5843534" y="3205437"/>
                  </a:lnTo>
                  <a:lnTo>
                    <a:pt x="5807903" y="3201604"/>
                  </a:lnTo>
                  <a:lnTo>
                    <a:pt x="5772271" y="3197679"/>
                  </a:lnTo>
                  <a:lnTo>
                    <a:pt x="5736640" y="3193660"/>
                  </a:lnTo>
                  <a:lnTo>
                    <a:pt x="5701009" y="3189545"/>
                  </a:lnTo>
                  <a:lnTo>
                    <a:pt x="5665377" y="3185332"/>
                  </a:lnTo>
                  <a:lnTo>
                    <a:pt x="5629746" y="3181019"/>
                  </a:lnTo>
                  <a:lnTo>
                    <a:pt x="5594115" y="3176602"/>
                  </a:lnTo>
                  <a:lnTo>
                    <a:pt x="5558483" y="3172080"/>
                  </a:lnTo>
                  <a:lnTo>
                    <a:pt x="5522852" y="3167450"/>
                  </a:lnTo>
                  <a:lnTo>
                    <a:pt x="5487221" y="3162709"/>
                  </a:lnTo>
                  <a:lnTo>
                    <a:pt x="5451589" y="3157855"/>
                  </a:lnTo>
                  <a:lnTo>
                    <a:pt x="5415958" y="3152885"/>
                  </a:lnTo>
                  <a:lnTo>
                    <a:pt x="5380327" y="3147797"/>
                  </a:lnTo>
                  <a:lnTo>
                    <a:pt x="5344696" y="3142586"/>
                  </a:lnTo>
                  <a:lnTo>
                    <a:pt x="5309064" y="3137252"/>
                  </a:lnTo>
                  <a:lnTo>
                    <a:pt x="5273433" y="3131790"/>
                  </a:lnTo>
                  <a:lnTo>
                    <a:pt x="5237802" y="3126197"/>
                  </a:lnTo>
                  <a:lnTo>
                    <a:pt x="5202170" y="3120471"/>
                  </a:lnTo>
                  <a:lnTo>
                    <a:pt x="5166539" y="3114608"/>
                  </a:lnTo>
                  <a:lnTo>
                    <a:pt x="5130908" y="3108605"/>
                  </a:lnTo>
                  <a:lnTo>
                    <a:pt x="5095276" y="3102458"/>
                  </a:lnTo>
                  <a:lnTo>
                    <a:pt x="5059645" y="3096165"/>
                  </a:lnTo>
                  <a:lnTo>
                    <a:pt x="5024014" y="3089722"/>
                  </a:lnTo>
                  <a:lnTo>
                    <a:pt x="4988382" y="3083124"/>
                  </a:lnTo>
                  <a:lnTo>
                    <a:pt x="4952751" y="3076369"/>
                  </a:lnTo>
                  <a:lnTo>
                    <a:pt x="4917120" y="3069453"/>
                  </a:lnTo>
                  <a:lnTo>
                    <a:pt x="4881489" y="3062371"/>
                  </a:lnTo>
                  <a:lnTo>
                    <a:pt x="4845857" y="3055120"/>
                  </a:lnTo>
                  <a:lnTo>
                    <a:pt x="4810226" y="3047696"/>
                  </a:lnTo>
                  <a:lnTo>
                    <a:pt x="4774595" y="3040095"/>
                  </a:lnTo>
                  <a:lnTo>
                    <a:pt x="4738963" y="3032312"/>
                  </a:lnTo>
                  <a:lnTo>
                    <a:pt x="4703332" y="3024343"/>
                  </a:lnTo>
                  <a:lnTo>
                    <a:pt x="4667701" y="3016184"/>
                  </a:lnTo>
                  <a:lnTo>
                    <a:pt x="4632069" y="3007830"/>
                  </a:lnTo>
                  <a:lnTo>
                    <a:pt x="4596438" y="2999276"/>
                  </a:lnTo>
                  <a:lnTo>
                    <a:pt x="4560807" y="2990518"/>
                  </a:lnTo>
                  <a:lnTo>
                    <a:pt x="4525175" y="2981551"/>
                  </a:lnTo>
                  <a:lnTo>
                    <a:pt x="4489544" y="2972369"/>
                  </a:lnTo>
                  <a:lnTo>
                    <a:pt x="4453913" y="2962969"/>
                  </a:lnTo>
                  <a:lnTo>
                    <a:pt x="4418282" y="2953344"/>
                  </a:lnTo>
                  <a:lnTo>
                    <a:pt x="4382650" y="2943488"/>
                  </a:lnTo>
                  <a:lnTo>
                    <a:pt x="4347019" y="2933398"/>
                  </a:lnTo>
                  <a:lnTo>
                    <a:pt x="4311388" y="2923066"/>
                  </a:lnTo>
                  <a:lnTo>
                    <a:pt x="4275756" y="2912488"/>
                  </a:lnTo>
                  <a:lnTo>
                    <a:pt x="4240125" y="2901657"/>
                  </a:lnTo>
                  <a:lnTo>
                    <a:pt x="4204494" y="2890567"/>
                  </a:lnTo>
                  <a:lnTo>
                    <a:pt x="4168862" y="2879212"/>
                  </a:lnTo>
                  <a:lnTo>
                    <a:pt x="4133231" y="2867586"/>
                  </a:lnTo>
                  <a:lnTo>
                    <a:pt x="4097600" y="2855682"/>
                  </a:lnTo>
                  <a:lnTo>
                    <a:pt x="4061968" y="2843494"/>
                  </a:lnTo>
                  <a:lnTo>
                    <a:pt x="4026337" y="2831015"/>
                  </a:lnTo>
                  <a:lnTo>
                    <a:pt x="3990706" y="2818238"/>
                  </a:lnTo>
                  <a:lnTo>
                    <a:pt x="3955075" y="2805155"/>
                  </a:lnTo>
                  <a:lnTo>
                    <a:pt x="3919443" y="2791760"/>
                  </a:lnTo>
                  <a:lnTo>
                    <a:pt x="3883812" y="2778045"/>
                  </a:lnTo>
                  <a:lnTo>
                    <a:pt x="3848181" y="2764003"/>
                  </a:lnTo>
                  <a:lnTo>
                    <a:pt x="3812549" y="2749625"/>
                  </a:lnTo>
                  <a:lnTo>
                    <a:pt x="3776918" y="2734903"/>
                  </a:lnTo>
                  <a:lnTo>
                    <a:pt x="3741287" y="2719830"/>
                  </a:lnTo>
                  <a:lnTo>
                    <a:pt x="3705655" y="2704397"/>
                  </a:lnTo>
                  <a:lnTo>
                    <a:pt x="3670024" y="2688595"/>
                  </a:lnTo>
                  <a:lnTo>
                    <a:pt x="3634393" y="2672416"/>
                  </a:lnTo>
                  <a:lnTo>
                    <a:pt x="3598762" y="2655850"/>
                  </a:lnTo>
                  <a:lnTo>
                    <a:pt x="3563130" y="2638888"/>
                  </a:lnTo>
                  <a:lnTo>
                    <a:pt x="3527499" y="2621522"/>
                  </a:lnTo>
                  <a:lnTo>
                    <a:pt x="3491868" y="2603740"/>
                  </a:lnTo>
                  <a:lnTo>
                    <a:pt x="3456236" y="2585534"/>
                  </a:lnTo>
                  <a:lnTo>
                    <a:pt x="3420605" y="2566893"/>
                  </a:lnTo>
                  <a:lnTo>
                    <a:pt x="3384974" y="2555214"/>
                  </a:lnTo>
                  <a:lnTo>
                    <a:pt x="3349342" y="2544447"/>
                  </a:lnTo>
                  <a:lnTo>
                    <a:pt x="3313711" y="2533536"/>
                  </a:lnTo>
                  <a:lnTo>
                    <a:pt x="3278080" y="2522481"/>
                  </a:lnTo>
                  <a:lnTo>
                    <a:pt x="3242448" y="2511279"/>
                  </a:lnTo>
                  <a:lnTo>
                    <a:pt x="3206817" y="2499928"/>
                  </a:lnTo>
                  <a:lnTo>
                    <a:pt x="3171186" y="2488426"/>
                  </a:lnTo>
                  <a:lnTo>
                    <a:pt x="3135555" y="2476772"/>
                  </a:lnTo>
                  <a:lnTo>
                    <a:pt x="3099923" y="2464962"/>
                  </a:lnTo>
                  <a:lnTo>
                    <a:pt x="3064292" y="2452996"/>
                  </a:lnTo>
                  <a:lnTo>
                    <a:pt x="3028661" y="2440871"/>
                  </a:lnTo>
                  <a:lnTo>
                    <a:pt x="2993029" y="2428585"/>
                  </a:lnTo>
                  <a:lnTo>
                    <a:pt x="2957398" y="2416136"/>
                  </a:lnTo>
                  <a:lnTo>
                    <a:pt x="2921767" y="2403521"/>
                  </a:lnTo>
                  <a:lnTo>
                    <a:pt x="2886135" y="2390739"/>
                  </a:lnTo>
                  <a:lnTo>
                    <a:pt x="2850504" y="2377787"/>
                  </a:lnTo>
                  <a:lnTo>
                    <a:pt x="2814873" y="2364663"/>
                  </a:lnTo>
                  <a:lnTo>
                    <a:pt x="2779241" y="2351365"/>
                  </a:lnTo>
                  <a:lnTo>
                    <a:pt x="2743610" y="2337890"/>
                  </a:lnTo>
                  <a:lnTo>
                    <a:pt x="2707979" y="2324236"/>
                  </a:lnTo>
                  <a:lnTo>
                    <a:pt x="2672348" y="2310401"/>
                  </a:lnTo>
                  <a:lnTo>
                    <a:pt x="2636716" y="2296382"/>
                  </a:lnTo>
                  <a:lnTo>
                    <a:pt x="2601085" y="2282177"/>
                  </a:lnTo>
                  <a:lnTo>
                    <a:pt x="2565454" y="2267783"/>
                  </a:lnTo>
                  <a:lnTo>
                    <a:pt x="2529822" y="2253198"/>
                  </a:lnTo>
                  <a:lnTo>
                    <a:pt x="2494191" y="2238419"/>
                  </a:lnTo>
                  <a:lnTo>
                    <a:pt x="2458560" y="2223444"/>
                  </a:lnTo>
                  <a:lnTo>
                    <a:pt x="2422928" y="2208270"/>
                  </a:lnTo>
                  <a:lnTo>
                    <a:pt x="2387297" y="2192895"/>
                  </a:lnTo>
                  <a:lnTo>
                    <a:pt x="2351666" y="2177315"/>
                  </a:lnTo>
                  <a:lnTo>
                    <a:pt x="2316034" y="2161529"/>
                  </a:lnTo>
                  <a:lnTo>
                    <a:pt x="2280403" y="2145533"/>
                  </a:lnTo>
                  <a:lnTo>
                    <a:pt x="2244772" y="2129324"/>
                  </a:lnTo>
                  <a:lnTo>
                    <a:pt x="2209141" y="2112900"/>
                  </a:lnTo>
                  <a:lnTo>
                    <a:pt x="2173509" y="2096258"/>
                  </a:lnTo>
                  <a:lnTo>
                    <a:pt x="2137878" y="2079395"/>
                  </a:lnTo>
                  <a:lnTo>
                    <a:pt x="2102247" y="2062308"/>
                  </a:lnTo>
                  <a:lnTo>
                    <a:pt x="2066615" y="2044993"/>
                  </a:lnTo>
                  <a:lnTo>
                    <a:pt x="2030984" y="2027449"/>
                  </a:lnTo>
                  <a:lnTo>
                    <a:pt x="1995353" y="2009672"/>
                  </a:lnTo>
                  <a:lnTo>
                    <a:pt x="1959721" y="1991659"/>
                  </a:lnTo>
                  <a:lnTo>
                    <a:pt x="1924090" y="1973407"/>
                  </a:lnTo>
                  <a:lnTo>
                    <a:pt x="1888459" y="1954912"/>
                  </a:lnTo>
                  <a:lnTo>
                    <a:pt x="1852827" y="1936172"/>
                  </a:lnTo>
                  <a:lnTo>
                    <a:pt x="1817196" y="1917182"/>
                  </a:lnTo>
                  <a:lnTo>
                    <a:pt x="1781565" y="1897941"/>
                  </a:lnTo>
                  <a:lnTo>
                    <a:pt x="1745934" y="1878444"/>
                  </a:lnTo>
                  <a:lnTo>
                    <a:pt x="1710302" y="1858688"/>
                  </a:lnTo>
                  <a:lnTo>
                    <a:pt x="1674671" y="1838669"/>
                  </a:lnTo>
                  <a:lnTo>
                    <a:pt x="1639040" y="1818385"/>
                  </a:lnTo>
                  <a:lnTo>
                    <a:pt x="1603408" y="1797831"/>
                  </a:lnTo>
                  <a:lnTo>
                    <a:pt x="1567777" y="1777004"/>
                  </a:lnTo>
                  <a:lnTo>
                    <a:pt x="1532146" y="1755901"/>
                  </a:lnTo>
                  <a:lnTo>
                    <a:pt x="1496514" y="1734517"/>
                  </a:lnTo>
                  <a:lnTo>
                    <a:pt x="1460883" y="1712850"/>
                  </a:lnTo>
                  <a:lnTo>
                    <a:pt x="1425252" y="1690894"/>
                  </a:lnTo>
                  <a:lnTo>
                    <a:pt x="1389620" y="1668647"/>
                  </a:lnTo>
                  <a:lnTo>
                    <a:pt x="1353989" y="1646105"/>
                  </a:lnTo>
                  <a:lnTo>
                    <a:pt x="1318358" y="1623263"/>
                  </a:lnTo>
                  <a:lnTo>
                    <a:pt x="1282727" y="1600117"/>
                  </a:lnTo>
                  <a:lnTo>
                    <a:pt x="1247095" y="1576665"/>
                  </a:lnTo>
                  <a:lnTo>
                    <a:pt x="1211464" y="1552900"/>
                  </a:lnTo>
                  <a:lnTo>
                    <a:pt x="1175833" y="1528821"/>
                  </a:lnTo>
                  <a:lnTo>
                    <a:pt x="1140201" y="1504421"/>
                  </a:lnTo>
                  <a:lnTo>
                    <a:pt x="1104570" y="1479697"/>
                  </a:lnTo>
                  <a:lnTo>
                    <a:pt x="1068939" y="1454645"/>
                  </a:lnTo>
                  <a:lnTo>
                    <a:pt x="1033307" y="1429260"/>
                  </a:lnTo>
                  <a:lnTo>
                    <a:pt x="997676" y="1403538"/>
                  </a:lnTo>
                  <a:lnTo>
                    <a:pt x="962045" y="1377475"/>
                  </a:lnTo>
                  <a:lnTo>
                    <a:pt x="926413" y="1351065"/>
                  </a:lnTo>
                  <a:lnTo>
                    <a:pt x="890782" y="1324304"/>
                  </a:lnTo>
                  <a:lnTo>
                    <a:pt x="855151" y="1297188"/>
                  </a:lnTo>
                  <a:lnTo>
                    <a:pt x="819520" y="1269712"/>
                  </a:lnTo>
                  <a:lnTo>
                    <a:pt x="783888" y="1241871"/>
                  </a:lnTo>
                  <a:lnTo>
                    <a:pt x="748257" y="1213660"/>
                  </a:lnTo>
                  <a:lnTo>
                    <a:pt x="712626" y="1185075"/>
                  </a:lnTo>
                  <a:lnTo>
                    <a:pt x="676994" y="1156110"/>
                  </a:lnTo>
                  <a:lnTo>
                    <a:pt x="641363" y="1126760"/>
                  </a:lnTo>
                  <a:lnTo>
                    <a:pt x="605732" y="1097020"/>
                  </a:lnTo>
                  <a:lnTo>
                    <a:pt x="570100" y="1066886"/>
                  </a:lnTo>
                  <a:lnTo>
                    <a:pt x="534469" y="1036351"/>
                  </a:lnTo>
                  <a:lnTo>
                    <a:pt x="498838" y="1005410"/>
                  </a:lnTo>
                  <a:lnTo>
                    <a:pt x="463206" y="974059"/>
                  </a:lnTo>
                  <a:lnTo>
                    <a:pt x="427575" y="942291"/>
                  </a:lnTo>
                  <a:lnTo>
                    <a:pt x="391944" y="910101"/>
                  </a:lnTo>
                  <a:lnTo>
                    <a:pt x="356313" y="877484"/>
                  </a:lnTo>
                  <a:lnTo>
                    <a:pt x="320681" y="844433"/>
                  </a:lnTo>
                  <a:lnTo>
                    <a:pt x="285050" y="810944"/>
                  </a:lnTo>
                  <a:lnTo>
                    <a:pt x="249419" y="777010"/>
                  </a:lnTo>
                  <a:lnTo>
                    <a:pt x="213787" y="742625"/>
                  </a:lnTo>
                  <a:lnTo>
                    <a:pt x="178156" y="707783"/>
                  </a:lnTo>
                  <a:lnTo>
                    <a:pt x="142525" y="672479"/>
                  </a:lnTo>
                  <a:lnTo>
                    <a:pt x="106893" y="636705"/>
                  </a:lnTo>
                  <a:lnTo>
                    <a:pt x="71262" y="600457"/>
                  </a:lnTo>
                  <a:lnTo>
                    <a:pt x="35631" y="563727"/>
                  </a:lnTo>
                  <a:lnTo>
                    <a:pt x="0" y="52650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422084" y="2196947"/>
              <a:ext cx="5840595" cy="3160362"/>
            </a:xfrm>
            <a:custGeom>
              <a:avLst/>
              <a:pathLst>
                <a:path w="5840595" h="3160362">
                  <a:moveTo>
                    <a:pt x="0" y="0"/>
                  </a:moveTo>
                  <a:lnTo>
                    <a:pt x="32692" y="72187"/>
                  </a:lnTo>
                  <a:lnTo>
                    <a:pt x="68323" y="149030"/>
                  </a:lnTo>
                  <a:lnTo>
                    <a:pt x="103954" y="224080"/>
                  </a:lnTo>
                  <a:lnTo>
                    <a:pt x="139585" y="297379"/>
                  </a:lnTo>
                  <a:lnTo>
                    <a:pt x="175217" y="368968"/>
                  </a:lnTo>
                  <a:lnTo>
                    <a:pt x="210848" y="438887"/>
                  </a:lnTo>
                  <a:lnTo>
                    <a:pt x="246479" y="507174"/>
                  </a:lnTo>
                  <a:lnTo>
                    <a:pt x="282111" y="573869"/>
                  </a:lnTo>
                  <a:lnTo>
                    <a:pt x="317742" y="639007"/>
                  </a:lnTo>
                  <a:lnTo>
                    <a:pt x="353373" y="702626"/>
                  </a:lnTo>
                  <a:lnTo>
                    <a:pt x="389005" y="764761"/>
                  </a:lnTo>
                  <a:lnTo>
                    <a:pt x="424636" y="825445"/>
                  </a:lnTo>
                  <a:lnTo>
                    <a:pt x="460267" y="884715"/>
                  </a:lnTo>
                  <a:lnTo>
                    <a:pt x="495899" y="942601"/>
                  </a:lnTo>
                  <a:lnTo>
                    <a:pt x="531530" y="999137"/>
                  </a:lnTo>
                  <a:lnTo>
                    <a:pt x="567161" y="1054354"/>
                  </a:lnTo>
                  <a:lnTo>
                    <a:pt x="602792" y="1108283"/>
                  </a:lnTo>
                  <a:lnTo>
                    <a:pt x="638424" y="1160953"/>
                  </a:lnTo>
                  <a:lnTo>
                    <a:pt x="674055" y="1212395"/>
                  </a:lnTo>
                  <a:lnTo>
                    <a:pt x="709686" y="1262636"/>
                  </a:lnTo>
                  <a:lnTo>
                    <a:pt x="745318" y="1311706"/>
                  </a:lnTo>
                  <a:lnTo>
                    <a:pt x="780949" y="1359631"/>
                  </a:lnTo>
                  <a:lnTo>
                    <a:pt x="816580" y="1406437"/>
                  </a:lnTo>
                  <a:lnTo>
                    <a:pt x="852212" y="1452152"/>
                  </a:lnTo>
                  <a:lnTo>
                    <a:pt x="887843" y="1496800"/>
                  </a:lnTo>
                  <a:lnTo>
                    <a:pt x="923474" y="1540406"/>
                  </a:lnTo>
                  <a:lnTo>
                    <a:pt x="959106" y="1582995"/>
                  </a:lnTo>
                  <a:lnTo>
                    <a:pt x="994737" y="1624591"/>
                  </a:lnTo>
                  <a:lnTo>
                    <a:pt x="1030368" y="1665216"/>
                  </a:lnTo>
                  <a:lnTo>
                    <a:pt x="1065999" y="1704893"/>
                  </a:lnTo>
                  <a:lnTo>
                    <a:pt x="1101631" y="1743645"/>
                  </a:lnTo>
                  <a:lnTo>
                    <a:pt x="1137262" y="1781493"/>
                  </a:lnTo>
                  <a:lnTo>
                    <a:pt x="1172893" y="1818457"/>
                  </a:lnTo>
                  <a:lnTo>
                    <a:pt x="1208525" y="1854559"/>
                  </a:lnTo>
                  <a:lnTo>
                    <a:pt x="1244156" y="1889819"/>
                  </a:lnTo>
                  <a:lnTo>
                    <a:pt x="1279787" y="1924256"/>
                  </a:lnTo>
                  <a:lnTo>
                    <a:pt x="1315419" y="1957890"/>
                  </a:lnTo>
                  <a:lnTo>
                    <a:pt x="1351050" y="1990740"/>
                  </a:lnTo>
                  <a:lnTo>
                    <a:pt x="1386681" y="2022822"/>
                  </a:lnTo>
                  <a:lnTo>
                    <a:pt x="1422313" y="2054157"/>
                  </a:lnTo>
                  <a:lnTo>
                    <a:pt x="1457944" y="2084760"/>
                  </a:lnTo>
                  <a:lnTo>
                    <a:pt x="1493575" y="2114649"/>
                  </a:lnTo>
                  <a:lnTo>
                    <a:pt x="1529206" y="2143841"/>
                  </a:lnTo>
                  <a:lnTo>
                    <a:pt x="1564838" y="2172352"/>
                  </a:lnTo>
                  <a:lnTo>
                    <a:pt x="1600469" y="2200198"/>
                  </a:lnTo>
                  <a:lnTo>
                    <a:pt x="1636100" y="2227394"/>
                  </a:lnTo>
                  <a:lnTo>
                    <a:pt x="1671732" y="2253956"/>
                  </a:lnTo>
                  <a:lnTo>
                    <a:pt x="1707363" y="2279898"/>
                  </a:lnTo>
                  <a:lnTo>
                    <a:pt x="1742994" y="2305235"/>
                  </a:lnTo>
                  <a:lnTo>
                    <a:pt x="1778626" y="2329980"/>
                  </a:lnTo>
                  <a:lnTo>
                    <a:pt x="1814257" y="2354149"/>
                  </a:lnTo>
                  <a:lnTo>
                    <a:pt x="1849888" y="2377753"/>
                  </a:lnTo>
                  <a:lnTo>
                    <a:pt x="1885520" y="2400807"/>
                  </a:lnTo>
                  <a:lnTo>
                    <a:pt x="1921151" y="2423323"/>
                  </a:lnTo>
                  <a:lnTo>
                    <a:pt x="1956782" y="2445314"/>
                  </a:lnTo>
                  <a:lnTo>
                    <a:pt x="1992413" y="2466791"/>
                  </a:lnTo>
                  <a:lnTo>
                    <a:pt x="2028045" y="2487768"/>
                  </a:lnTo>
                  <a:lnTo>
                    <a:pt x="2063676" y="2508255"/>
                  </a:lnTo>
                  <a:lnTo>
                    <a:pt x="2099307" y="2528264"/>
                  </a:lnTo>
                  <a:lnTo>
                    <a:pt x="2134939" y="2547806"/>
                  </a:lnTo>
                  <a:lnTo>
                    <a:pt x="2170570" y="2565841"/>
                  </a:lnTo>
                  <a:lnTo>
                    <a:pt x="2206201" y="2576328"/>
                  </a:lnTo>
                  <a:lnTo>
                    <a:pt x="2241833" y="2586677"/>
                  </a:lnTo>
                  <a:lnTo>
                    <a:pt x="2277464" y="2596891"/>
                  </a:lnTo>
                  <a:lnTo>
                    <a:pt x="2313095" y="2606971"/>
                  </a:lnTo>
                  <a:lnTo>
                    <a:pt x="2348726" y="2616919"/>
                  </a:lnTo>
                  <a:lnTo>
                    <a:pt x="2384358" y="2626737"/>
                  </a:lnTo>
                  <a:lnTo>
                    <a:pt x="2419989" y="2636425"/>
                  </a:lnTo>
                  <a:lnTo>
                    <a:pt x="2455620" y="2645987"/>
                  </a:lnTo>
                  <a:lnTo>
                    <a:pt x="2491252" y="2655424"/>
                  </a:lnTo>
                  <a:lnTo>
                    <a:pt x="2526883" y="2664736"/>
                  </a:lnTo>
                  <a:lnTo>
                    <a:pt x="2562514" y="2673927"/>
                  </a:lnTo>
                  <a:lnTo>
                    <a:pt x="2598146" y="2682997"/>
                  </a:lnTo>
                  <a:lnTo>
                    <a:pt x="2633777" y="2691949"/>
                  </a:lnTo>
                  <a:lnTo>
                    <a:pt x="2669408" y="2700783"/>
                  </a:lnTo>
                  <a:lnTo>
                    <a:pt x="2705040" y="2709501"/>
                  </a:lnTo>
                  <a:lnTo>
                    <a:pt x="2740671" y="2718105"/>
                  </a:lnTo>
                  <a:lnTo>
                    <a:pt x="2776302" y="2726596"/>
                  </a:lnTo>
                  <a:lnTo>
                    <a:pt x="2811933" y="2734976"/>
                  </a:lnTo>
                  <a:lnTo>
                    <a:pt x="2847565" y="2743246"/>
                  </a:lnTo>
                  <a:lnTo>
                    <a:pt x="2883196" y="2751408"/>
                  </a:lnTo>
                  <a:lnTo>
                    <a:pt x="2918827" y="2759463"/>
                  </a:lnTo>
                  <a:lnTo>
                    <a:pt x="2954459" y="2767412"/>
                  </a:lnTo>
                  <a:lnTo>
                    <a:pt x="2990090" y="2775257"/>
                  </a:lnTo>
                  <a:lnTo>
                    <a:pt x="3025721" y="2782999"/>
                  </a:lnTo>
                  <a:lnTo>
                    <a:pt x="3061353" y="2790639"/>
                  </a:lnTo>
                  <a:lnTo>
                    <a:pt x="3096984" y="2798180"/>
                  </a:lnTo>
                  <a:lnTo>
                    <a:pt x="3132615" y="2805621"/>
                  </a:lnTo>
                  <a:lnTo>
                    <a:pt x="3168247" y="2812965"/>
                  </a:lnTo>
                  <a:lnTo>
                    <a:pt x="3203878" y="2820213"/>
                  </a:lnTo>
                  <a:lnTo>
                    <a:pt x="3239509" y="2827366"/>
                  </a:lnTo>
                  <a:lnTo>
                    <a:pt x="3275140" y="2834425"/>
                  </a:lnTo>
                  <a:lnTo>
                    <a:pt x="3310772" y="2841392"/>
                  </a:lnTo>
                  <a:lnTo>
                    <a:pt x="3346403" y="2848267"/>
                  </a:lnTo>
                  <a:lnTo>
                    <a:pt x="3382034" y="2855052"/>
                  </a:lnTo>
                  <a:lnTo>
                    <a:pt x="3417666" y="2861748"/>
                  </a:lnTo>
                  <a:lnTo>
                    <a:pt x="3453297" y="2868356"/>
                  </a:lnTo>
                  <a:lnTo>
                    <a:pt x="3488928" y="2874878"/>
                  </a:lnTo>
                  <a:lnTo>
                    <a:pt x="3524560" y="2881314"/>
                  </a:lnTo>
                  <a:lnTo>
                    <a:pt x="3560191" y="2887666"/>
                  </a:lnTo>
                  <a:lnTo>
                    <a:pt x="3595822" y="2893935"/>
                  </a:lnTo>
                  <a:lnTo>
                    <a:pt x="3631454" y="2900122"/>
                  </a:lnTo>
                  <a:lnTo>
                    <a:pt x="3667085" y="2906227"/>
                  </a:lnTo>
                  <a:lnTo>
                    <a:pt x="3702716" y="2912252"/>
                  </a:lnTo>
                  <a:lnTo>
                    <a:pt x="3738347" y="2918199"/>
                  </a:lnTo>
                  <a:lnTo>
                    <a:pt x="3773979" y="2924067"/>
                  </a:lnTo>
                  <a:lnTo>
                    <a:pt x="3809610" y="2929859"/>
                  </a:lnTo>
                  <a:lnTo>
                    <a:pt x="3845241" y="2935574"/>
                  </a:lnTo>
                  <a:lnTo>
                    <a:pt x="3880873" y="2941215"/>
                  </a:lnTo>
                  <a:lnTo>
                    <a:pt x="3916504" y="2946782"/>
                  </a:lnTo>
                  <a:lnTo>
                    <a:pt x="3952135" y="2952276"/>
                  </a:lnTo>
                  <a:lnTo>
                    <a:pt x="3987767" y="2957697"/>
                  </a:lnTo>
                  <a:lnTo>
                    <a:pt x="4023398" y="2963048"/>
                  </a:lnTo>
                  <a:lnTo>
                    <a:pt x="4059029" y="2968329"/>
                  </a:lnTo>
                  <a:lnTo>
                    <a:pt x="4094661" y="2973540"/>
                  </a:lnTo>
                  <a:lnTo>
                    <a:pt x="4130292" y="2978683"/>
                  </a:lnTo>
                  <a:lnTo>
                    <a:pt x="4165923" y="2983759"/>
                  </a:lnTo>
                  <a:lnTo>
                    <a:pt x="4201554" y="2988768"/>
                  </a:lnTo>
                  <a:lnTo>
                    <a:pt x="4237186" y="2993711"/>
                  </a:lnTo>
                  <a:lnTo>
                    <a:pt x="4272817" y="2998590"/>
                  </a:lnTo>
                  <a:lnTo>
                    <a:pt x="4308448" y="3003405"/>
                  </a:lnTo>
                  <a:lnTo>
                    <a:pt x="4344080" y="3008156"/>
                  </a:lnTo>
                  <a:lnTo>
                    <a:pt x="4379711" y="3012846"/>
                  </a:lnTo>
                  <a:lnTo>
                    <a:pt x="4415342" y="3017474"/>
                  </a:lnTo>
                  <a:lnTo>
                    <a:pt x="4450974" y="3022041"/>
                  </a:lnTo>
                  <a:lnTo>
                    <a:pt x="4486605" y="3026548"/>
                  </a:lnTo>
                  <a:lnTo>
                    <a:pt x="4522236" y="3030996"/>
                  </a:lnTo>
                  <a:lnTo>
                    <a:pt x="4557868" y="3035386"/>
                  </a:lnTo>
                  <a:lnTo>
                    <a:pt x="4593499" y="3039719"/>
                  </a:lnTo>
                  <a:lnTo>
                    <a:pt x="4629130" y="3043994"/>
                  </a:lnTo>
                  <a:lnTo>
                    <a:pt x="4664761" y="3048214"/>
                  </a:lnTo>
                  <a:lnTo>
                    <a:pt x="4700393" y="3052378"/>
                  </a:lnTo>
                  <a:lnTo>
                    <a:pt x="4736024" y="3056488"/>
                  </a:lnTo>
                  <a:lnTo>
                    <a:pt x="4771655" y="3060544"/>
                  </a:lnTo>
                  <a:lnTo>
                    <a:pt x="4807287" y="3064546"/>
                  </a:lnTo>
                  <a:lnTo>
                    <a:pt x="4842918" y="3068497"/>
                  </a:lnTo>
                  <a:lnTo>
                    <a:pt x="4878549" y="3072395"/>
                  </a:lnTo>
                  <a:lnTo>
                    <a:pt x="4914181" y="3076242"/>
                  </a:lnTo>
                  <a:lnTo>
                    <a:pt x="4949812" y="3080039"/>
                  </a:lnTo>
                  <a:lnTo>
                    <a:pt x="4985443" y="3083786"/>
                  </a:lnTo>
                  <a:lnTo>
                    <a:pt x="5021075" y="3087484"/>
                  </a:lnTo>
                  <a:lnTo>
                    <a:pt x="5056706" y="3091134"/>
                  </a:lnTo>
                  <a:lnTo>
                    <a:pt x="5092337" y="3094736"/>
                  </a:lnTo>
                  <a:lnTo>
                    <a:pt x="5127968" y="3098290"/>
                  </a:lnTo>
                  <a:lnTo>
                    <a:pt x="5163600" y="3101798"/>
                  </a:lnTo>
                  <a:lnTo>
                    <a:pt x="5199231" y="3105260"/>
                  </a:lnTo>
                  <a:lnTo>
                    <a:pt x="5234862" y="3108676"/>
                  </a:lnTo>
                  <a:lnTo>
                    <a:pt x="5270494" y="3112048"/>
                  </a:lnTo>
                  <a:lnTo>
                    <a:pt x="5306125" y="3115376"/>
                  </a:lnTo>
                  <a:lnTo>
                    <a:pt x="5341756" y="3118660"/>
                  </a:lnTo>
                  <a:lnTo>
                    <a:pt x="5377388" y="3121901"/>
                  </a:lnTo>
                  <a:lnTo>
                    <a:pt x="5413019" y="3125099"/>
                  </a:lnTo>
                  <a:lnTo>
                    <a:pt x="5448650" y="3128255"/>
                  </a:lnTo>
                  <a:lnTo>
                    <a:pt x="5484282" y="3131371"/>
                  </a:lnTo>
                  <a:lnTo>
                    <a:pt x="5519913" y="3134445"/>
                  </a:lnTo>
                  <a:lnTo>
                    <a:pt x="5555544" y="3137479"/>
                  </a:lnTo>
                  <a:lnTo>
                    <a:pt x="5591175" y="3140473"/>
                  </a:lnTo>
                  <a:lnTo>
                    <a:pt x="5626807" y="3143428"/>
                  </a:lnTo>
                  <a:lnTo>
                    <a:pt x="5662438" y="3146344"/>
                  </a:lnTo>
                  <a:lnTo>
                    <a:pt x="5698069" y="3149222"/>
                  </a:lnTo>
                  <a:lnTo>
                    <a:pt x="5733701" y="3152063"/>
                  </a:lnTo>
                  <a:lnTo>
                    <a:pt x="5769332" y="3154866"/>
                  </a:lnTo>
                  <a:lnTo>
                    <a:pt x="5804963" y="3157632"/>
                  </a:lnTo>
                  <a:lnTo>
                    <a:pt x="5840595" y="31603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723456"/>
              <a:ext cx="7090630" cy="2769163"/>
            </a:xfrm>
            <a:custGeom>
              <a:avLst/>
              <a:pathLst>
                <a:path w="7090630" h="2769163">
                  <a:moveTo>
                    <a:pt x="7090630" y="2769163"/>
                  </a:moveTo>
                  <a:lnTo>
                    <a:pt x="7054998" y="2767485"/>
                  </a:lnTo>
                  <a:lnTo>
                    <a:pt x="7019367" y="2765768"/>
                  </a:lnTo>
                  <a:lnTo>
                    <a:pt x="6983736" y="2764009"/>
                  </a:lnTo>
                  <a:lnTo>
                    <a:pt x="6948104" y="2762208"/>
                  </a:lnTo>
                  <a:lnTo>
                    <a:pt x="6912473" y="2760364"/>
                  </a:lnTo>
                  <a:lnTo>
                    <a:pt x="6876842" y="2758476"/>
                  </a:lnTo>
                  <a:lnTo>
                    <a:pt x="6841210" y="2756542"/>
                  </a:lnTo>
                  <a:lnTo>
                    <a:pt x="6805579" y="2754563"/>
                  </a:lnTo>
                  <a:lnTo>
                    <a:pt x="6769948" y="2752536"/>
                  </a:lnTo>
                  <a:lnTo>
                    <a:pt x="6734317" y="2750461"/>
                  </a:lnTo>
                  <a:lnTo>
                    <a:pt x="6698685" y="2748337"/>
                  </a:lnTo>
                  <a:lnTo>
                    <a:pt x="6663054" y="2746162"/>
                  </a:lnTo>
                  <a:lnTo>
                    <a:pt x="6627423" y="2743934"/>
                  </a:lnTo>
                  <a:lnTo>
                    <a:pt x="6591791" y="2741654"/>
                  </a:lnTo>
                  <a:lnTo>
                    <a:pt x="6556160" y="2739319"/>
                  </a:lnTo>
                  <a:lnTo>
                    <a:pt x="6520529" y="2736928"/>
                  </a:lnTo>
                  <a:lnTo>
                    <a:pt x="6484897" y="2734480"/>
                  </a:lnTo>
                  <a:lnTo>
                    <a:pt x="6449266" y="2731974"/>
                  </a:lnTo>
                  <a:lnTo>
                    <a:pt x="6413635" y="2729408"/>
                  </a:lnTo>
                  <a:lnTo>
                    <a:pt x="6378003" y="2726780"/>
                  </a:lnTo>
                  <a:lnTo>
                    <a:pt x="6342372" y="2724090"/>
                  </a:lnTo>
                  <a:lnTo>
                    <a:pt x="6306741" y="2721335"/>
                  </a:lnTo>
                  <a:lnTo>
                    <a:pt x="6271110" y="2718515"/>
                  </a:lnTo>
                  <a:lnTo>
                    <a:pt x="6235478" y="2715627"/>
                  </a:lnTo>
                  <a:lnTo>
                    <a:pt x="6199847" y="2712671"/>
                  </a:lnTo>
                  <a:lnTo>
                    <a:pt x="6164216" y="2709643"/>
                  </a:lnTo>
                  <a:lnTo>
                    <a:pt x="6128584" y="2706544"/>
                  </a:lnTo>
                  <a:lnTo>
                    <a:pt x="6092953" y="2703370"/>
                  </a:lnTo>
                  <a:lnTo>
                    <a:pt x="6057322" y="2700120"/>
                  </a:lnTo>
                  <a:lnTo>
                    <a:pt x="6021690" y="2696793"/>
                  </a:lnTo>
                  <a:lnTo>
                    <a:pt x="5986059" y="2693387"/>
                  </a:lnTo>
                  <a:lnTo>
                    <a:pt x="5950428" y="2689899"/>
                  </a:lnTo>
                  <a:lnTo>
                    <a:pt x="5914796" y="2686328"/>
                  </a:lnTo>
                  <a:lnTo>
                    <a:pt x="5879165" y="2682671"/>
                  </a:lnTo>
                  <a:lnTo>
                    <a:pt x="5843534" y="2678927"/>
                  </a:lnTo>
                  <a:lnTo>
                    <a:pt x="5807903" y="2675094"/>
                  </a:lnTo>
                  <a:lnTo>
                    <a:pt x="5772271" y="2671169"/>
                  </a:lnTo>
                  <a:lnTo>
                    <a:pt x="5736640" y="2667150"/>
                  </a:lnTo>
                  <a:lnTo>
                    <a:pt x="5701009" y="2663035"/>
                  </a:lnTo>
                  <a:lnTo>
                    <a:pt x="5665377" y="2658823"/>
                  </a:lnTo>
                  <a:lnTo>
                    <a:pt x="5629746" y="2654509"/>
                  </a:lnTo>
                  <a:lnTo>
                    <a:pt x="5594115" y="2650092"/>
                  </a:lnTo>
                  <a:lnTo>
                    <a:pt x="5558483" y="2645570"/>
                  </a:lnTo>
                  <a:lnTo>
                    <a:pt x="5522852" y="2640940"/>
                  </a:lnTo>
                  <a:lnTo>
                    <a:pt x="5487221" y="2636199"/>
                  </a:lnTo>
                  <a:lnTo>
                    <a:pt x="5451589" y="2631345"/>
                  </a:lnTo>
                  <a:lnTo>
                    <a:pt x="5415958" y="2626375"/>
                  </a:lnTo>
                  <a:lnTo>
                    <a:pt x="5380327" y="2621287"/>
                  </a:lnTo>
                  <a:lnTo>
                    <a:pt x="5344696" y="2616076"/>
                  </a:lnTo>
                  <a:lnTo>
                    <a:pt x="5309064" y="2610742"/>
                  </a:lnTo>
                  <a:lnTo>
                    <a:pt x="5273433" y="2605280"/>
                  </a:lnTo>
                  <a:lnTo>
                    <a:pt x="5237802" y="2599687"/>
                  </a:lnTo>
                  <a:lnTo>
                    <a:pt x="5202170" y="2593961"/>
                  </a:lnTo>
                  <a:lnTo>
                    <a:pt x="5166539" y="2588098"/>
                  </a:lnTo>
                  <a:lnTo>
                    <a:pt x="5130908" y="2582095"/>
                  </a:lnTo>
                  <a:lnTo>
                    <a:pt x="5095276" y="2575948"/>
                  </a:lnTo>
                  <a:lnTo>
                    <a:pt x="5059645" y="2569655"/>
                  </a:lnTo>
                  <a:lnTo>
                    <a:pt x="5024014" y="2563212"/>
                  </a:lnTo>
                  <a:lnTo>
                    <a:pt x="4988382" y="2556614"/>
                  </a:lnTo>
                  <a:lnTo>
                    <a:pt x="4952751" y="2549859"/>
                  </a:lnTo>
                  <a:lnTo>
                    <a:pt x="4917120" y="2542943"/>
                  </a:lnTo>
                  <a:lnTo>
                    <a:pt x="4881489" y="2535861"/>
                  </a:lnTo>
                  <a:lnTo>
                    <a:pt x="4845857" y="2528610"/>
                  </a:lnTo>
                  <a:lnTo>
                    <a:pt x="4810226" y="2521186"/>
                  </a:lnTo>
                  <a:lnTo>
                    <a:pt x="4774595" y="2513585"/>
                  </a:lnTo>
                  <a:lnTo>
                    <a:pt x="4738963" y="2505802"/>
                  </a:lnTo>
                  <a:lnTo>
                    <a:pt x="4703332" y="2497833"/>
                  </a:lnTo>
                  <a:lnTo>
                    <a:pt x="4667701" y="2489674"/>
                  </a:lnTo>
                  <a:lnTo>
                    <a:pt x="4632069" y="2481320"/>
                  </a:lnTo>
                  <a:lnTo>
                    <a:pt x="4596438" y="2472766"/>
                  </a:lnTo>
                  <a:lnTo>
                    <a:pt x="4560807" y="2464008"/>
                  </a:lnTo>
                  <a:lnTo>
                    <a:pt x="4525175" y="2455041"/>
                  </a:lnTo>
                  <a:lnTo>
                    <a:pt x="4489544" y="2445860"/>
                  </a:lnTo>
                  <a:lnTo>
                    <a:pt x="4453913" y="2436459"/>
                  </a:lnTo>
                  <a:lnTo>
                    <a:pt x="4418282" y="2426834"/>
                  </a:lnTo>
                  <a:lnTo>
                    <a:pt x="4382650" y="2416978"/>
                  </a:lnTo>
                  <a:lnTo>
                    <a:pt x="4347019" y="2406888"/>
                  </a:lnTo>
                  <a:lnTo>
                    <a:pt x="4311388" y="2396556"/>
                  </a:lnTo>
                  <a:lnTo>
                    <a:pt x="4275756" y="2385978"/>
                  </a:lnTo>
                  <a:lnTo>
                    <a:pt x="4240125" y="2375147"/>
                  </a:lnTo>
                  <a:lnTo>
                    <a:pt x="4204494" y="2364057"/>
                  </a:lnTo>
                  <a:lnTo>
                    <a:pt x="4168862" y="2352702"/>
                  </a:lnTo>
                  <a:lnTo>
                    <a:pt x="4133231" y="2341076"/>
                  </a:lnTo>
                  <a:lnTo>
                    <a:pt x="4097600" y="2329172"/>
                  </a:lnTo>
                  <a:lnTo>
                    <a:pt x="4061968" y="2316984"/>
                  </a:lnTo>
                  <a:lnTo>
                    <a:pt x="4026337" y="2304505"/>
                  </a:lnTo>
                  <a:lnTo>
                    <a:pt x="3990706" y="2291728"/>
                  </a:lnTo>
                  <a:lnTo>
                    <a:pt x="3955075" y="2278645"/>
                  </a:lnTo>
                  <a:lnTo>
                    <a:pt x="3919443" y="2265250"/>
                  </a:lnTo>
                  <a:lnTo>
                    <a:pt x="3883812" y="2251535"/>
                  </a:lnTo>
                  <a:lnTo>
                    <a:pt x="3848181" y="2237493"/>
                  </a:lnTo>
                  <a:lnTo>
                    <a:pt x="3812549" y="2223115"/>
                  </a:lnTo>
                  <a:lnTo>
                    <a:pt x="3776918" y="2208393"/>
                  </a:lnTo>
                  <a:lnTo>
                    <a:pt x="3741287" y="2193320"/>
                  </a:lnTo>
                  <a:lnTo>
                    <a:pt x="3705655" y="2177887"/>
                  </a:lnTo>
                  <a:lnTo>
                    <a:pt x="3670024" y="2162085"/>
                  </a:lnTo>
                  <a:lnTo>
                    <a:pt x="3634393" y="2145906"/>
                  </a:lnTo>
                  <a:lnTo>
                    <a:pt x="3598762" y="2129340"/>
                  </a:lnTo>
                  <a:lnTo>
                    <a:pt x="3563130" y="2112378"/>
                  </a:lnTo>
                  <a:lnTo>
                    <a:pt x="3527499" y="2095012"/>
                  </a:lnTo>
                  <a:lnTo>
                    <a:pt x="3491868" y="2077230"/>
                  </a:lnTo>
                  <a:lnTo>
                    <a:pt x="3456236" y="2059024"/>
                  </a:lnTo>
                  <a:lnTo>
                    <a:pt x="3420605" y="2040383"/>
                  </a:lnTo>
                  <a:lnTo>
                    <a:pt x="3384974" y="2028704"/>
                  </a:lnTo>
                  <a:lnTo>
                    <a:pt x="3349342" y="2017937"/>
                  </a:lnTo>
                  <a:lnTo>
                    <a:pt x="3313711" y="2007027"/>
                  </a:lnTo>
                  <a:lnTo>
                    <a:pt x="3278080" y="1995971"/>
                  </a:lnTo>
                  <a:lnTo>
                    <a:pt x="3242448" y="1984769"/>
                  </a:lnTo>
                  <a:lnTo>
                    <a:pt x="3206817" y="1973418"/>
                  </a:lnTo>
                  <a:lnTo>
                    <a:pt x="3171186" y="1961916"/>
                  </a:lnTo>
                  <a:lnTo>
                    <a:pt x="3135555" y="1950262"/>
                  </a:lnTo>
                  <a:lnTo>
                    <a:pt x="3099923" y="1938453"/>
                  </a:lnTo>
                  <a:lnTo>
                    <a:pt x="3064292" y="1926486"/>
                  </a:lnTo>
                  <a:lnTo>
                    <a:pt x="3028661" y="1914361"/>
                  </a:lnTo>
                  <a:lnTo>
                    <a:pt x="2993029" y="1902075"/>
                  </a:lnTo>
                  <a:lnTo>
                    <a:pt x="2957398" y="1889626"/>
                  </a:lnTo>
                  <a:lnTo>
                    <a:pt x="2921767" y="1877011"/>
                  </a:lnTo>
                  <a:lnTo>
                    <a:pt x="2886135" y="1864229"/>
                  </a:lnTo>
                  <a:lnTo>
                    <a:pt x="2850504" y="1851277"/>
                  </a:lnTo>
                  <a:lnTo>
                    <a:pt x="2814873" y="1838153"/>
                  </a:lnTo>
                  <a:lnTo>
                    <a:pt x="2779241" y="1824855"/>
                  </a:lnTo>
                  <a:lnTo>
                    <a:pt x="2743610" y="1811380"/>
                  </a:lnTo>
                  <a:lnTo>
                    <a:pt x="2707979" y="1797726"/>
                  </a:lnTo>
                  <a:lnTo>
                    <a:pt x="2672348" y="1783891"/>
                  </a:lnTo>
                  <a:lnTo>
                    <a:pt x="2636716" y="1769872"/>
                  </a:lnTo>
                  <a:lnTo>
                    <a:pt x="2601085" y="1755667"/>
                  </a:lnTo>
                  <a:lnTo>
                    <a:pt x="2565454" y="1741273"/>
                  </a:lnTo>
                  <a:lnTo>
                    <a:pt x="2529822" y="1726688"/>
                  </a:lnTo>
                  <a:lnTo>
                    <a:pt x="2494191" y="1711909"/>
                  </a:lnTo>
                  <a:lnTo>
                    <a:pt x="2458560" y="1696934"/>
                  </a:lnTo>
                  <a:lnTo>
                    <a:pt x="2422928" y="1681760"/>
                  </a:lnTo>
                  <a:lnTo>
                    <a:pt x="2387297" y="1666385"/>
                  </a:lnTo>
                  <a:lnTo>
                    <a:pt x="2351666" y="1650805"/>
                  </a:lnTo>
                  <a:lnTo>
                    <a:pt x="2316034" y="1635019"/>
                  </a:lnTo>
                  <a:lnTo>
                    <a:pt x="2280403" y="1619023"/>
                  </a:lnTo>
                  <a:lnTo>
                    <a:pt x="2244772" y="1602814"/>
                  </a:lnTo>
                  <a:lnTo>
                    <a:pt x="2209141" y="1586390"/>
                  </a:lnTo>
                  <a:lnTo>
                    <a:pt x="2173509" y="1569748"/>
                  </a:lnTo>
                  <a:lnTo>
                    <a:pt x="2137878" y="1552885"/>
                  </a:lnTo>
                  <a:lnTo>
                    <a:pt x="2102247" y="1535798"/>
                  </a:lnTo>
                  <a:lnTo>
                    <a:pt x="2066615" y="1518484"/>
                  </a:lnTo>
                  <a:lnTo>
                    <a:pt x="2030984" y="1500940"/>
                  </a:lnTo>
                  <a:lnTo>
                    <a:pt x="1995353" y="1483162"/>
                  </a:lnTo>
                  <a:lnTo>
                    <a:pt x="1959721" y="1465149"/>
                  </a:lnTo>
                  <a:lnTo>
                    <a:pt x="1924090" y="1446897"/>
                  </a:lnTo>
                  <a:lnTo>
                    <a:pt x="1888459" y="1428402"/>
                  </a:lnTo>
                  <a:lnTo>
                    <a:pt x="1852827" y="1409662"/>
                  </a:lnTo>
                  <a:lnTo>
                    <a:pt x="1817196" y="1390672"/>
                  </a:lnTo>
                  <a:lnTo>
                    <a:pt x="1781565" y="1371431"/>
                  </a:lnTo>
                  <a:lnTo>
                    <a:pt x="1745934" y="1351934"/>
                  </a:lnTo>
                  <a:lnTo>
                    <a:pt x="1710302" y="1332178"/>
                  </a:lnTo>
                  <a:lnTo>
                    <a:pt x="1674671" y="1312159"/>
                  </a:lnTo>
                  <a:lnTo>
                    <a:pt x="1639040" y="1291875"/>
                  </a:lnTo>
                  <a:lnTo>
                    <a:pt x="1603408" y="1271321"/>
                  </a:lnTo>
                  <a:lnTo>
                    <a:pt x="1567777" y="1250494"/>
                  </a:lnTo>
                  <a:lnTo>
                    <a:pt x="1532146" y="1229391"/>
                  </a:lnTo>
                  <a:lnTo>
                    <a:pt x="1496514" y="1208007"/>
                  </a:lnTo>
                  <a:lnTo>
                    <a:pt x="1460883" y="1186340"/>
                  </a:lnTo>
                  <a:lnTo>
                    <a:pt x="1425252" y="1164384"/>
                  </a:lnTo>
                  <a:lnTo>
                    <a:pt x="1389620" y="1142137"/>
                  </a:lnTo>
                  <a:lnTo>
                    <a:pt x="1353989" y="1119595"/>
                  </a:lnTo>
                  <a:lnTo>
                    <a:pt x="1318358" y="1096753"/>
                  </a:lnTo>
                  <a:lnTo>
                    <a:pt x="1282727" y="1073607"/>
                  </a:lnTo>
                  <a:lnTo>
                    <a:pt x="1247095" y="1050155"/>
                  </a:lnTo>
                  <a:lnTo>
                    <a:pt x="1211464" y="1026390"/>
                  </a:lnTo>
                  <a:lnTo>
                    <a:pt x="1175833" y="1002311"/>
                  </a:lnTo>
                  <a:lnTo>
                    <a:pt x="1140201" y="977911"/>
                  </a:lnTo>
                  <a:lnTo>
                    <a:pt x="1104570" y="953187"/>
                  </a:lnTo>
                  <a:lnTo>
                    <a:pt x="1068939" y="928135"/>
                  </a:lnTo>
                  <a:lnTo>
                    <a:pt x="1033307" y="902750"/>
                  </a:lnTo>
                  <a:lnTo>
                    <a:pt x="997676" y="877028"/>
                  </a:lnTo>
                  <a:lnTo>
                    <a:pt x="962045" y="850965"/>
                  </a:lnTo>
                  <a:lnTo>
                    <a:pt x="926413" y="824555"/>
                  </a:lnTo>
                  <a:lnTo>
                    <a:pt x="890782" y="797794"/>
                  </a:lnTo>
                  <a:lnTo>
                    <a:pt x="855151" y="770678"/>
                  </a:lnTo>
                  <a:lnTo>
                    <a:pt x="819520" y="743202"/>
                  </a:lnTo>
                  <a:lnTo>
                    <a:pt x="783888" y="715361"/>
                  </a:lnTo>
                  <a:lnTo>
                    <a:pt x="748257" y="687151"/>
                  </a:lnTo>
                  <a:lnTo>
                    <a:pt x="712626" y="658565"/>
                  </a:lnTo>
                  <a:lnTo>
                    <a:pt x="676994" y="629600"/>
                  </a:lnTo>
                  <a:lnTo>
                    <a:pt x="641363" y="600250"/>
                  </a:lnTo>
                  <a:lnTo>
                    <a:pt x="605732" y="570510"/>
                  </a:lnTo>
                  <a:lnTo>
                    <a:pt x="570100" y="540376"/>
                  </a:lnTo>
                  <a:lnTo>
                    <a:pt x="534469" y="509841"/>
                  </a:lnTo>
                  <a:lnTo>
                    <a:pt x="498838" y="478900"/>
                  </a:lnTo>
                  <a:lnTo>
                    <a:pt x="463206" y="447549"/>
                  </a:lnTo>
                  <a:lnTo>
                    <a:pt x="427575" y="415781"/>
                  </a:lnTo>
                  <a:lnTo>
                    <a:pt x="391944" y="383591"/>
                  </a:lnTo>
                  <a:lnTo>
                    <a:pt x="356313" y="350974"/>
                  </a:lnTo>
                  <a:lnTo>
                    <a:pt x="320681" y="317923"/>
                  </a:lnTo>
                  <a:lnTo>
                    <a:pt x="285050" y="284434"/>
                  </a:lnTo>
                  <a:lnTo>
                    <a:pt x="249419" y="250500"/>
                  </a:lnTo>
                  <a:lnTo>
                    <a:pt x="213787" y="216115"/>
                  </a:lnTo>
                  <a:lnTo>
                    <a:pt x="178156" y="181273"/>
                  </a:lnTo>
                  <a:lnTo>
                    <a:pt x="142525" y="145969"/>
                  </a:lnTo>
                  <a:lnTo>
                    <a:pt x="106893" y="110195"/>
                  </a:lnTo>
                  <a:lnTo>
                    <a:pt x="71262" y="73947"/>
                  </a:lnTo>
                  <a:lnTo>
                    <a:pt x="35631" y="3721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809220" y="2196947"/>
              <a:ext cx="6453458" cy="3245755"/>
            </a:xfrm>
            <a:custGeom>
              <a:avLst/>
              <a:pathLst>
                <a:path w="6453458" h="3245755">
                  <a:moveTo>
                    <a:pt x="0" y="0"/>
                  </a:moveTo>
                  <a:lnTo>
                    <a:pt x="4192" y="7338"/>
                  </a:lnTo>
                  <a:lnTo>
                    <a:pt x="39823" y="68572"/>
                  </a:lnTo>
                  <a:lnTo>
                    <a:pt x="75455" y="128689"/>
                  </a:lnTo>
                  <a:lnTo>
                    <a:pt x="111086" y="187711"/>
                  </a:lnTo>
                  <a:lnTo>
                    <a:pt x="146717" y="245656"/>
                  </a:lnTo>
                  <a:lnTo>
                    <a:pt x="182348" y="302545"/>
                  </a:lnTo>
                  <a:lnTo>
                    <a:pt x="217980" y="358397"/>
                  </a:lnTo>
                  <a:lnTo>
                    <a:pt x="253611" y="413230"/>
                  </a:lnTo>
                  <a:lnTo>
                    <a:pt x="289242" y="467064"/>
                  </a:lnTo>
                  <a:lnTo>
                    <a:pt x="324874" y="519916"/>
                  </a:lnTo>
                  <a:lnTo>
                    <a:pt x="360505" y="571804"/>
                  </a:lnTo>
                  <a:lnTo>
                    <a:pt x="396136" y="622747"/>
                  </a:lnTo>
                  <a:lnTo>
                    <a:pt x="431768" y="672760"/>
                  </a:lnTo>
                  <a:lnTo>
                    <a:pt x="467399" y="721862"/>
                  </a:lnTo>
                  <a:lnTo>
                    <a:pt x="503030" y="770069"/>
                  </a:lnTo>
                  <a:lnTo>
                    <a:pt x="538662" y="817397"/>
                  </a:lnTo>
                  <a:lnTo>
                    <a:pt x="574293" y="863861"/>
                  </a:lnTo>
                  <a:lnTo>
                    <a:pt x="609924" y="909479"/>
                  </a:lnTo>
                  <a:lnTo>
                    <a:pt x="645555" y="954265"/>
                  </a:lnTo>
                  <a:lnTo>
                    <a:pt x="681187" y="998234"/>
                  </a:lnTo>
                  <a:lnTo>
                    <a:pt x="716818" y="1041402"/>
                  </a:lnTo>
                  <a:lnTo>
                    <a:pt x="752449" y="1083783"/>
                  </a:lnTo>
                  <a:lnTo>
                    <a:pt x="788081" y="1125391"/>
                  </a:lnTo>
                  <a:lnTo>
                    <a:pt x="823712" y="1166240"/>
                  </a:lnTo>
                  <a:lnTo>
                    <a:pt x="859343" y="1206345"/>
                  </a:lnTo>
                  <a:lnTo>
                    <a:pt x="894975" y="1245718"/>
                  </a:lnTo>
                  <a:lnTo>
                    <a:pt x="930606" y="1284374"/>
                  </a:lnTo>
                  <a:lnTo>
                    <a:pt x="966237" y="1322325"/>
                  </a:lnTo>
                  <a:lnTo>
                    <a:pt x="1001869" y="1359584"/>
                  </a:lnTo>
                  <a:lnTo>
                    <a:pt x="1037500" y="1396163"/>
                  </a:lnTo>
                  <a:lnTo>
                    <a:pt x="1073131" y="1432076"/>
                  </a:lnTo>
                  <a:lnTo>
                    <a:pt x="1108762" y="1467334"/>
                  </a:lnTo>
                  <a:lnTo>
                    <a:pt x="1144394" y="1501949"/>
                  </a:lnTo>
                  <a:lnTo>
                    <a:pt x="1180025" y="1535933"/>
                  </a:lnTo>
                  <a:lnTo>
                    <a:pt x="1215656" y="1569297"/>
                  </a:lnTo>
                  <a:lnTo>
                    <a:pt x="1251288" y="1602053"/>
                  </a:lnTo>
                  <a:lnTo>
                    <a:pt x="1286919" y="1634212"/>
                  </a:lnTo>
                  <a:lnTo>
                    <a:pt x="1322550" y="1665785"/>
                  </a:lnTo>
                  <a:lnTo>
                    <a:pt x="1358182" y="1696782"/>
                  </a:lnTo>
                  <a:lnTo>
                    <a:pt x="1393813" y="1727214"/>
                  </a:lnTo>
                  <a:lnTo>
                    <a:pt x="1429444" y="1757091"/>
                  </a:lnTo>
                  <a:lnTo>
                    <a:pt x="1465076" y="1786423"/>
                  </a:lnTo>
                  <a:lnTo>
                    <a:pt x="1500707" y="1815220"/>
                  </a:lnTo>
                  <a:lnTo>
                    <a:pt x="1536338" y="1843493"/>
                  </a:lnTo>
                  <a:lnTo>
                    <a:pt x="1571969" y="1871249"/>
                  </a:lnTo>
                  <a:lnTo>
                    <a:pt x="1607601" y="1898500"/>
                  </a:lnTo>
                  <a:lnTo>
                    <a:pt x="1643232" y="1925254"/>
                  </a:lnTo>
                  <a:lnTo>
                    <a:pt x="1678863" y="1951521"/>
                  </a:lnTo>
                  <a:lnTo>
                    <a:pt x="1714495" y="1977308"/>
                  </a:lnTo>
                  <a:lnTo>
                    <a:pt x="1750126" y="2002625"/>
                  </a:lnTo>
                  <a:lnTo>
                    <a:pt x="1785757" y="2027481"/>
                  </a:lnTo>
                  <a:lnTo>
                    <a:pt x="1821389" y="2051883"/>
                  </a:lnTo>
                  <a:lnTo>
                    <a:pt x="1857020" y="2075841"/>
                  </a:lnTo>
                  <a:lnTo>
                    <a:pt x="1892651" y="2099361"/>
                  </a:lnTo>
                  <a:lnTo>
                    <a:pt x="1928283" y="2122453"/>
                  </a:lnTo>
                  <a:lnTo>
                    <a:pt x="1963914" y="2145124"/>
                  </a:lnTo>
                  <a:lnTo>
                    <a:pt x="1999545" y="2167382"/>
                  </a:lnTo>
                  <a:lnTo>
                    <a:pt x="2035176" y="2189234"/>
                  </a:lnTo>
                  <a:lnTo>
                    <a:pt x="2070808" y="2210687"/>
                  </a:lnTo>
                  <a:lnTo>
                    <a:pt x="2106439" y="2231749"/>
                  </a:lnTo>
                  <a:lnTo>
                    <a:pt x="2142070" y="2252427"/>
                  </a:lnTo>
                  <a:lnTo>
                    <a:pt x="2177702" y="2272728"/>
                  </a:lnTo>
                  <a:lnTo>
                    <a:pt x="2213333" y="2292660"/>
                  </a:lnTo>
                  <a:lnTo>
                    <a:pt x="2248964" y="2312227"/>
                  </a:lnTo>
                  <a:lnTo>
                    <a:pt x="2284596" y="2331438"/>
                  </a:lnTo>
                  <a:lnTo>
                    <a:pt x="2320227" y="2350299"/>
                  </a:lnTo>
                  <a:lnTo>
                    <a:pt x="2355858" y="2368816"/>
                  </a:lnTo>
                  <a:lnTo>
                    <a:pt x="2391490" y="2386995"/>
                  </a:lnTo>
                  <a:lnTo>
                    <a:pt x="2427121" y="2404842"/>
                  </a:lnTo>
                  <a:lnTo>
                    <a:pt x="2462752" y="2422365"/>
                  </a:lnTo>
                  <a:lnTo>
                    <a:pt x="2498383" y="2439568"/>
                  </a:lnTo>
                  <a:lnTo>
                    <a:pt x="2534015" y="2456457"/>
                  </a:lnTo>
                  <a:lnTo>
                    <a:pt x="2569646" y="2473038"/>
                  </a:lnTo>
                  <a:lnTo>
                    <a:pt x="2605277" y="2489317"/>
                  </a:lnTo>
                  <a:lnTo>
                    <a:pt x="2640909" y="2505299"/>
                  </a:lnTo>
                  <a:lnTo>
                    <a:pt x="2676540" y="2520990"/>
                  </a:lnTo>
                  <a:lnTo>
                    <a:pt x="2712171" y="2536395"/>
                  </a:lnTo>
                  <a:lnTo>
                    <a:pt x="2747803" y="2551519"/>
                  </a:lnTo>
                  <a:lnTo>
                    <a:pt x="2783434" y="2566367"/>
                  </a:lnTo>
                  <a:lnTo>
                    <a:pt x="2819065" y="2580944"/>
                  </a:lnTo>
                  <a:lnTo>
                    <a:pt x="2854696" y="2595256"/>
                  </a:lnTo>
                  <a:lnTo>
                    <a:pt x="2890328" y="2609307"/>
                  </a:lnTo>
                  <a:lnTo>
                    <a:pt x="2925959" y="2623101"/>
                  </a:lnTo>
                  <a:lnTo>
                    <a:pt x="2961590" y="2636644"/>
                  </a:lnTo>
                  <a:lnTo>
                    <a:pt x="2997222" y="2649940"/>
                  </a:lnTo>
                  <a:lnTo>
                    <a:pt x="3032853" y="2662994"/>
                  </a:lnTo>
                  <a:lnTo>
                    <a:pt x="3068484" y="2675810"/>
                  </a:lnTo>
                  <a:lnTo>
                    <a:pt x="3104116" y="2688392"/>
                  </a:lnTo>
                  <a:lnTo>
                    <a:pt x="3139747" y="2700744"/>
                  </a:lnTo>
                  <a:lnTo>
                    <a:pt x="3175378" y="2712872"/>
                  </a:lnTo>
                  <a:lnTo>
                    <a:pt x="3211010" y="2724778"/>
                  </a:lnTo>
                  <a:lnTo>
                    <a:pt x="3246641" y="2736467"/>
                  </a:lnTo>
                  <a:lnTo>
                    <a:pt x="3282272" y="2747944"/>
                  </a:lnTo>
                  <a:lnTo>
                    <a:pt x="3317903" y="2759210"/>
                  </a:lnTo>
                  <a:lnTo>
                    <a:pt x="3353535" y="2770272"/>
                  </a:lnTo>
                  <a:lnTo>
                    <a:pt x="3389166" y="2781132"/>
                  </a:lnTo>
                  <a:lnTo>
                    <a:pt x="3424797" y="2791793"/>
                  </a:lnTo>
                  <a:lnTo>
                    <a:pt x="3460429" y="2802261"/>
                  </a:lnTo>
                  <a:lnTo>
                    <a:pt x="3496060" y="2812537"/>
                  </a:lnTo>
                  <a:lnTo>
                    <a:pt x="3531691" y="2822627"/>
                  </a:lnTo>
                  <a:lnTo>
                    <a:pt x="3567323" y="2832532"/>
                  </a:lnTo>
                  <a:lnTo>
                    <a:pt x="3602954" y="2842257"/>
                  </a:lnTo>
                  <a:lnTo>
                    <a:pt x="3638585" y="2851804"/>
                  </a:lnTo>
                  <a:lnTo>
                    <a:pt x="3674217" y="2861177"/>
                  </a:lnTo>
                  <a:lnTo>
                    <a:pt x="3709848" y="2870380"/>
                  </a:lnTo>
                  <a:lnTo>
                    <a:pt x="3745479" y="2879414"/>
                  </a:lnTo>
                  <a:lnTo>
                    <a:pt x="3781110" y="2888284"/>
                  </a:lnTo>
                  <a:lnTo>
                    <a:pt x="3816742" y="2896992"/>
                  </a:lnTo>
                  <a:lnTo>
                    <a:pt x="3852373" y="2905542"/>
                  </a:lnTo>
                  <a:lnTo>
                    <a:pt x="3888004" y="2913935"/>
                  </a:lnTo>
                  <a:lnTo>
                    <a:pt x="3923636" y="2922176"/>
                  </a:lnTo>
                  <a:lnTo>
                    <a:pt x="3959267" y="2930266"/>
                  </a:lnTo>
                  <a:lnTo>
                    <a:pt x="3994898" y="2938209"/>
                  </a:lnTo>
                  <a:lnTo>
                    <a:pt x="4030530" y="2946007"/>
                  </a:lnTo>
                  <a:lnTo>
                    <a:pt x="4066161" y="2953663"/>
                  </a:lnTo>
                  <a:lnTo>
                    <a:pt x="4101792" y="2961179"/>
                  </a:lnTo>
                  <a:lnTo>
                    <a:pt x="4137424" y="2968558"/>
                  </a:lnTo>
                  <a:lnTo>
                    <a:pt x="4173055" y="2975803"/>
                  </a:lnTo>
                  <a:lnTo>
                    <a:pt x="4208686" y="2982915"/>
                  </a:lnTo>
                  <a:lnTo>
                    <a:pt x="4244317" y="2989898"/>
                  </a:lnTo>
                  <a:lnTo>
                    <a:pt x="4279949" y="2996754"/>
                  </a:lnTo>
                  <a:lnTo>
                    <a:pt x="4315580" y="3003484"/>
                  </a:lnTo>
                  <a:lnTo>
                    <a:pt x="4351211" y="3010092"/>
                  </a:lnTo>
                  <a:lnTo>
                    <a:pt x="4386843" y="3016579"/>
                  </a:lnTo>
                  <a:lnTo>
                    <a:pt x="4422474" y="3022948"/>
                  </a:lnTo>
                  <a:lnTo>
                    <a:pt x="4458105" y="3029201"/>
                  </a:lnTo>
                  <a:lnTo>
                    <a:pt x="4493737" y="3035340"/>
                  </a:lnTo>
                  <a:lnTo>
                    <a:pt x="4529368" y="3041367"/>
                  </a:lnTo>
                  <a:lnTo>
                    <a:pt x="4564999" y="3047285"/>
                  </a:lnTo>
                  <a:lnTo>
                    <a:pt x="4600631" y="3053094"/>
                  </a:lnTo>
                  <a:lnTo>
                    <a:pt x="4636262" y="3058797"/>
                  </a:lnTo>
                  <a:lnTo>
                    <a:pt x="4671893" y="3064397"/>
                  </a:lnTo>
                  <a:lnTo>
                    <a:pt x="4707524" y="3069894"/>
                  </a:lnTo>
                  <a:lnTo>
                    <a:pt x="4743156" y="3075291"/>
                  </a:lnTo>
                  <a:lnTo>
                    <a:pt x="4778787" y="3080590"/>
                  </a:lnTo>
                  <a:lnTo>
                    <a:pt x="4814418" y="3085792"/>
                  </a:lnTo>
                  <a:lnTo>
                    <a:pt x="4850050" y="3090899"/>
                  </a:lnTo>
                  <a:lnTo>
                    <a:pt x="4885681" y="3095913"/>
                  </a:lnTo>
                  <a:lnTo>
                    <a:pt x="4921312" y="3100836"/>
                  </a:lnTo>
                  <a:lnTo>
                    <a:pt x="4956944" y="3105669"/>
                  </a:lnTo>
                  <a:lnTo>
                    <a:pt x="4992575" y="3110413"/>
                  </a:lnTo>
                  <a:lnTo>
                    <a:pt x="5028206" y="3115072"/>
                  </a:lnTo>
                  <a:lnTo>
                    <a:pt x="5063838" y="3119645"/>
                  </a:lnTo>
                  <a:lnTo>
                    <a:pt x="5099469" y="3124135"/>
                  </a:lnTo>
                  <a:lnTo>
                    <a:pt x="5135100" y="3128543"/>
                  </a:lnTo>
                  <a:lnTo>
                    <a:pt x="5170731" y="3132871"/>
                  </a:lnTo>
                  <a:lnTo>
                    <a:pt x="5206363" y="3137120"/>
                  </a:lnTo>
                  <a:lnTo>
                    <a:pt x="5241994" y="3141291"/>
                  </a:lnTo>
                  <a:lnTo>
                    <a:pt x="5277625" y="3145386"/>
                  </a:lnTo>
                  <a:lnTo>
                    <a:pt x="5313257" y="3149407"/>
                  </a:lnTo>
                  <a:lnTo>
                    <a:pt x="5348888" y="3153355"/>
                  </a:lnTo>
                  <a:lnTo>
                    <a:pt x="5384519" y="3157230"/>
                  </a:lnTo>
                  <a:lnTo>
                    <a:pt x="5420151" y="3161035"/>
                  </a:lnTo>
                  <a:lnTo>
                    <a:pt x="5455782" y="3164770"/>
                  </a:lnTo>
                  <a:lnTo>
                    <a:pt x="5491413" y="3168437"/>
                  </a:lnTo>
                  <a:lnTo>
                    <a:pt x="5527045" y="3172038"/>
                  </a:lnTo>
                  <a:lnTo>
                    <a:pt x="5562676" y="3175572"/>
                  </a:lnTo>
                  <a:lnTo>
                    <a:pt x="5598307" y="3179043"/>
                  </a:lnTo>
                  <a:lnTo>
                    <a:pt x="5633938" y="3182450"/>
                  </a:lnTo>
                  <a:lnTo>
                    <a:pt x="5669570" y="3185795"/>
                  </a:lnTo>
                  <a:lnTo>
                    <a:pt x="5705201" y="3189079"/>
                  </a:lnTo>
                  <a:lnTo>
                    <a:pt x="5740832" y="3192303"/>
                  </a:lnTo>
                  <a:lnTo>
                    <a:pt x="5776464" y="3195468"/>
                  </a:lnTo>
                  <a:lnTo>
                    <a:pt x="5812095" y="3198576"/>
                  </a:lnTo>
                  <a:lnTo>
                    <a:pt x="5847726" y="3201627"/>
                  </a:lnTo>
                  <a:lnTo>
                    <a:pt x="5883358" y="3204622"/>
                  </a:lnTo>
                  <a:lnTo>
                    <a:pt x="5918989" y="3207563"/>
                  </a:lnTo>
                  <a:lnTo>
                    <a:pt x="5954620" y="3210450"/>
                  </a:lnTo>
                  <a:lnTo>
                    <a:pt x="5990252" y="3213284"/>
                  </a:lnTo>
                  <a:lnTo>
                    <a:pt x="6025883" y="3216067"/>
                  </a:lnTo>
                  <a:lnTo>
                    <a:pt x="6061514" y="3218799"/>
                  </a:lnTo>
                  <a:lnTo>
                    <a:pt x="6097145" y="3221481"/>
                  </a:lnTo>
                  <a:lnTo>
                    <a:pt x="6132777" y="3224114"/>
                  </a:lnTo>
                  <a:lnTo>
                    <a:pt x="6168408" y="3226700"/>
                  </a:lnTo>
                  <a:lnTo>
                    <a:pt x="6204039" y="3229238"/>
                  </a:lnTo>
                  <a:lnTo>
                    <a:pt x="6239671" y="3231730"/>
                  </a:lnTo>
                  <a:lnTo>
                    <a:pt x="6275302" y="3234176"/>
                  </a:lnTo>
                  <a:lnTo>
                    <a:pt x="6310933" y="3236578"/>
                  </a:lnTo>
                  <a:lnTo>
                    <a:pt x="6346565" y="3238936"/>
                  </a:lnTo>
                  <a:lnTo>
                    <a:pt x="6382196" y="3241251"/>
                  </a:lnTo>
                  <a:lnTo>
                    <a:pt x="6417827" y="3243524"/>
                  </a:lnTo>
                  <a:lnTo>
                    <a:pt x="6453458" y="324575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33471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853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7232" y="5925448"/>
              <a:ext cx="302026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(%), BSA-indexed (per 1.73 m²)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909935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338245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1.56 (1.38-1.77), p_Bonf = &lt;0.001 (n = 6)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29.3): 3.67 (2.54-5.31)  |  IQR: [-14.6, 14.7]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2026-10-08T16:28:06Z</dcterms:modified>
  <cp:category/>
</cp:coreProperties>
</file>