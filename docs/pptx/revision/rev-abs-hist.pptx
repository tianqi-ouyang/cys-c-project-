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73158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60782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48405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22898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06808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90717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974626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258536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542445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826354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110264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394173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78083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961992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45901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29811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813720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97629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381539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665448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949357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6233267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517176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801085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84995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368904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52813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936723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8220632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504542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529346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15645" y="416970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15645" y="304593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80944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64853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548762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832672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116581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2400490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684400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968309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3252219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536128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3820037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4103947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4387856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671765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4955675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5239584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523493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5807403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6091312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6375221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659131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943040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226949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510859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794768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8078678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8362587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264853" y="5233881"/>
              <a:ext cx="56781" cy="595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321635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378417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1435199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1491981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1548762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1605544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662326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719108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775890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832672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89454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1946235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003017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059799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116581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173363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230145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286927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343709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2400490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2457272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2514054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2570836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2627618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2684400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2741182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2797964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2854745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2911527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2968309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3025091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3081873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3138655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3195437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3252219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3309000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3365782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3422564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3479346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3536128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3592910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3649692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3706473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763255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820037" y="5233881"/>
              <a:ext cx="56781" cy="595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876819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933601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3990383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4047165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4103947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4160728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217510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274292" y="5233881"/>
              <a:ext cx="56781" cy="595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331074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387856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4444638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4501420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4558202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614983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4671765" y="5233881"/>
              <a:ext cx="56781" cy="595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4728547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4785329" y="5233881"/>
              <a:ext cx="56781" cy="595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4842111" y="5233881"/>
              <a:ext cx="56781" cy="595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4898893" y="5114712"/>
              <a:ext cx="56781" cy="1787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4955675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5012457" y="5233881"/>
              <a:ext cx="56781" cy="595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5069238" y="5233881"/>
              <a:ext cx="56781" cy="595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5126020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5182802" y="5114712"/>
              <a:ext cx="56781" cy="1787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5239584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5296366" y="5233881"/>
              <a:ext cx="56781" cy="595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5353148" y="5174297"/>
              <a:ext cx="56781" cy="11916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5409930" y="5233881"/>
              <a:ext cx="56781" cy="595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5466711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5523493" y="5114712"/>
              <a:ext cx="56781" cy="1787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5580275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5637057" y="5055128"/>
              <a:ext cx="56781" cy="2383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5693839" y="5114712"/>
              <a:ext cx="56781" cy="1787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5750621" y="5174297"/>
              <a:ext cx="56781" cy="11916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5807403" y="529346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5864185" y="5055128"/>
              <a:ext cx="56781" cy="2383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5920966" y="4995543"/>
              <a:ext cx="56781" cy="2979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5977748" y="4935959"/>
              <a:ext cx="56781" cy="3575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6034530" y="5114712"/>
              <a:ext cx="56781" cy="1787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6091312" y="4816790"/>
              <a:ext cx="56781" cy="47667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6148094" y="4816790"/>
              <a:ext cx="56781" cy="47667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6204876" y="4757205"/>
              <a:ext cx="56781" cy="53626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6261658" y="4757205"/>
              <a:ext cx="56781" cy="53626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6318440" y="4876374"/>
              <a:ext cx="56781" cy="41709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6375221" y="4638036"/>
              <a:ext cx="56781" cy="65542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6432003" y="4518867"/>
              <a:ext cx="56781" cy="77459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6488785" y="4459283"/>
              <a:ext cx="56781" cy="8341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6545567" y="4459283"/>
              <a:ext cx="56781" cy="8341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6602349" y="4638036"/>
              <a:ext cx="56781" cy="65542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6659131" y="4042191"/>
              <a:ext cx="56781" cy="12512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6715913" y="3744269"/>
              <a:ext cx="56781" cy="154919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6772694" y="4042191"/>
              <a:ext cx="56781" cy="12512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6829476" y="3327178"/>
              <a:ext cx="56781" cy="196628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6886258" y="3565515"/>
              <a:ext cx="56781" cy="172795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6943040" y="3327178"/>
              <a:ext cx="56781" cy="196628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6999822" y="3565515"/>
              <a:ext cx="56781" cy="172795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7056604" y="3208009"/>
              <a:ext cx="56781" cy="20854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7113386" y="2254657"/>
              <a:ext cx="56781" cy="303880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7170168" y="2731333"/>
              <a:ext cx="56781" cy="25621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7226949" y="2135488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7283731" y="2433410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340513" y="3386762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7397295" y="2433410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7454077" y="2850502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7510859" y="2671748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7567641" y="3208009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7624423" y="3148424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7681204" y="3446347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7737986" y="3863438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7794768" y="4101776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7851550" y="3863438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7908332" y="4757205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7965114" y="4757205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8021896" y="4935959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8078678" y="4995543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8135459" y="5114712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8192241" y="5174297"/>
              <a:ext cx="5678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1264853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1321635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1378417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1435199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1491981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2" name="rc192"/>
            <p:cNvSpPr/>
            <p:nvPr/>
          </p:nvSpPr>
          <p:spPr>
            <a:xfrm>
              <a:off x="1548762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3" name="rc193"/>
            <p:cNvSpPr/>
            <p:nvPr/>
          </p:nvSpPr>
          <p:spPr>
            <a:xfrm>
              <a:off x="1605544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1662326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1719108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6" name="rc196"/>
            <p:cNvSpPr/>
            <p:nvPr/>
          </p:nvSpPr>
          <p:spPr>
            <a:xfrm>
              <a:off x="1775890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7" name="rc197"/>
            <p:cNvSpPr/>
            <p:nvPr/>
          </p:nvSpPr>
          <p:spPr>
            <a:xfrm>
              <a:off x="1832672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8" name="rc198"/>
            <p:cNvSpPr/>
            <p:nvPr/>
          </p:nvSpPr>
          <p:spPr>
            <a:xfrm>
              <a:off x="1889454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9" name="rc199"/>
            <p:cNvSpPr/>
            <p:nvPr/>
          </p:nvSpPr>
          <p:spPr>
            <a:xfrm>
              <a:off x="1946235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0" name="rc200"/>
            <p:cNvSpPr/>
            <p:nvPr/>
          </p:nvSpPr>
          <p:spPr>
            <a:xfrm>
              <a:off x="2003017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1" name="rc201"/>
            <p:cNvSpPr/>
            <p:nvPr/>
          </p:nvSpPr>
          <p:spPr>
            <a:xfrm>
              <a:off x="2059799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2" name="rc202"/>
            <p:cNvSpPr/>
            <p:nvPr/>
          </p:nvSpPr>
          <p:spPr>
            <a:xfrm>
              <a:off x="2116581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3" name="rc203"/>
            <p:cNvSpPr/>
            <p:nvPr/>
          </p:nvSpPr>
          <p:spPr>
            <a:xfrm>
              <a:off x="2173363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4" name="rc204"/>
            <p:cNvSpPr/>
            <p:nvPr/>
          </p:nvSpPr>
          <p:spPr>
            <a:xfrm>
              <a:off x="2230145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5" name="rc205"/>
            <p:cNvSpPr/>
            <p:nvPr/>
          </p:nvSpPr>
          <p:spPr>
            <a:xfrm>
              <a:off x="2286927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6" name="rc206"/>
            <p:cNvSpPr/>
            <p:nvPr/>
          </p:nvSpPr>
          <p:spPr>
            <a:xfrm>
              <a:off x="2343709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7" name="rc207"/>
            <p:cNvSpPr/>
            <p:nvPr/>
          </p:nvSpPr>
          <p:spPr>
            <a:xfrm>
              <a:off x="2400490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8" name="rc208"/>
            <p:cNvSpPr/>
            <p:nvPr/>
          </p:nvSpPr>
          <p:spPr>
            <a:xfrm>
              <a:off x="2457272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9" name="rc209"/>
            <p:cNvSpPr/>
            <p:nvPr/>
          </p:nvSpPr>
          <p:spPr>
            <a:xfrm>
              <a:off x="2514054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0" name="rc210"/>
            <p:cNvSpPr/>
            <p:nvPr/>
          </p:nvSpPr>
          <p:spPr>
            <a:xfrm>
              <a:off x="2570836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1" name="rc211"/>
            <p:cNvSpPr/>
            <p:nvPr/>
          </p:nvSpPr>
          <p:spPr>
            <a:xfrm>
              <a:off x="2627618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2684400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3" name="rc213"/>
            <p:cNvSpPr/>
            <p:nvPr/>
          </p:nvSpPr>
          <p:spPr>
            <a:xfrm>
              <a:off x="2741182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4" name="rc214"/>
            <p:cNvSpPr/>
            <p:nvPr/>
          </p:nvSpPr>
          <p:spPr>
            <a:xfrm>
              <a:off x="2797964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5" name="rc215"/>
            <p:cNvSpPr/>
            <p:nvPr/>
          </p:nvSpPr>
          <p:spPr>
            <a:xfrm>
              <a:off x="2854745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6" name="rc216"/>
            <p:cNvSpPr/>
            <p:nvPr/>
          </p:nvSpPr>
          <p:spPr>
            <a:xfrm>
              <a:off x="2911527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7" name="rc217"/>
            <p:cNvSpPr/>
            <p:nvPr/>
          </p:nvSpPr>
          <p:spPr>
            <a:xfrm>
              <a:off x="2968309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8" name="rc218"/>
            <p:cNvSpPr/>
            <p:nvPr/>
          </p:nvSpPr>
          <p:spPr>
            <a:xfrm>
              <a:off x="3025091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9" name="rc219"/>
            <p:cNvSpPr/>
            <p:nvPr/>
          </p:nvSpPr>
          <p:spPr>
            <a:xfrm>
              <a:off x="3081873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0" name="rc220"/>
            <p:cNvSpPr/>
            <p:nvPr/>
          </p:nvSpPr>
          <p:spPr>
            <a:xfrm>
              <a:off x="3138655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1" name="rc221"/>
            <p:cNvSpPr/>
            <p:nvPr/>
          </p:nvSpPr>
          <p:spPr>
            <a:xfrm>
              <a:off x="3195437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2" name="rc222"/>
            <p:cNvSpPr/>
            <p:nvPr/>
          </p:nvSpPr>
          <p:spPr>
            <a:xfrm>
              <a:off x="3252219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3" name="rc223"/>
            <p:cNvSpPr/>
            <p:nvPr/>
          </p:nvSpPr>
          <p:spPr>
            <a:xfrm>
              <a:off x="3309000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4" name="rc224"/>
            <p:cNvSpPr/>
            <p:nvPr/>
          </p:nvSpPr>
          <p:spPr>
            <a:xfrm>
              <a:off x="3365782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5" name="rc225"/>
            <p:cNvSpPr/>
            <p:nvPr/>
          </p:nvSpPr>
          <p:spPr>
            <a:xfrm>
              <a:off x="3422564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6" name="rc226"/>
            <p:cNvSpPr/>
            <p:nvPr/>
          </p:nvSpPr>
          <p:spPr>
            <a:xfrm>
              <a:off x="3479346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7" name="rc227"/>
            <p:cNvSpPr/>
            <p:nvPr/>
          </p:nvSpPr>
          <p:spPr>
            <a:xfrm>
              <a:off x="3536128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8" name="rc228"/>
            <p:cNvSpPr/>
            <p:nvPr/>
          </p:nvSpPr>
          <p:spPr>
            <a:xfrm>
              <a:off x="3592910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9" name="rc229"/>
            <p:cNvSpPr/>
            <p:nvPr/>
          </p:nvSpPr>
          <p:spPr>
            <a:xfrm>
              <a:off x="3649692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0" name="rc230"/>
            <p:cNvSpPr/>
            <p:nvPr/>
          </p:nvSpPr>
          <p:spPr>
            <a:xfrm>
              <a:off x="3706473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1" name="rc231"/>
            <p:cNvSpPr/>
            <p:nvPr/>
          </p:nvSpPr>
          <p:spPr>
            <a:xfrm>
              <a:off x="3763255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2" name="rc232"/>
            <p:cNvSpPr/>
            <p:nvPr/>
          </p:nvSpPr>
          <p:spPr>
            <a:xfrm>
              <a:off x="3820037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3" name="rc233"/>
            <p:cNvSpPr/>
            <p:nvPr/>
          </p:nvSpPr>
          <p:spPr>
            <a:xfrm>
              <a:off x="3876819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4" name="rc234"/>
            <p:cNvSpPr/>
            <p:nvPr/>
          </p:nvSpPr>
          <p:spPr>
            <a:xfrm>
              <a:off x="3933601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" name="rc235"/>
            <p:cNvSpPr/>
            <p:nvPr/>
          </p:nvSpPr>
          <p:spPr>
            <a:xfrm>
              <a:off x="3990383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" name="rc236"/>
            <p:cNvSpPr/>
            <p:nvPr/>
          </p:nvSpPr>
          <p:spPr>
            <a:xfrm>
              <a:off x="4047165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" name="rc237"/>
            <p:cNvSpPr/>
            <p:nvPr/>
          </p:nvSpPr>
          <p:spPr>
            <a:xfrm>
              <a:off x="4103947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8" name="rc238"/>
            <p:cNvSpPr/>
            <p:nvPr/>
          </p:nvSpPr>
          <p:spPr>
            <a:xfrm>
              <a:off x="4160728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9" name="rc239"/>
            <p:cNvSpPr/>
            <p:nvPr/>
          </p:nvSpPr>
          <p:spPr>
            <a:xfrm>
              <a:off x="4217510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0" name="rc240"/>
            <p:cNvSpPr/>
            <p:nvPr/>
          </p:nvSpPr>
          <p:spPr>
            <a:xfrm>
              <a:off x="4274292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" name="rc241"/>
            <p:cNvSpPr/>
            <p:nvPr/>
          </p:nvSpPr>
          <p:spPr>
            <a:xfrm>
              <a:off x="4331074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" name="rc242"/>
            <p:cNvSpPr/>
            <p:nvPr/>
          </p:nvSpPr>
          <p:spPr>
            <a:xfrm>
              <a:off x="4387856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3" name="rc243"/>
            <p:cNvSpPr/>
            <p:nvPr/>
          </p:nvSpPr>
          <p:spPr>
            <a:xfrm>
              <a:off x="4444638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4" name="rc244"/>
            <p:cNvSpPr/>
            <p:nvPr/>
          </p:nvSpPr>
          <p:spPr>
            <a:xfrm>
              <a:off x="4501420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5" name="rc245"/>
            <p:cNvSpPr/>
            <p:nvPr/>
          </p:nvSpPr>
          <p:spPr>
            <a:xfrm>
              <a:off x="4558202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6" name="rc246"/>
            <p:cNvSpPr/>
            <p:nvPr/>
          </p:nvSpPr>
          <p:spPr>
            <a:xfrm>
              <a:off x="4614983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7" name="rc247"/>
            <p:cNvSpPr/>
            <p:nvPr/>
          </p:nvSpPr>
          <p:spPr>
            <a:xfrm>
              <a:off x="4671765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8" name="rc248"/>
            <p:cNvSpPr/>
            <p:nvPr/>
          </p:nvSpPr>
          <p:spPr>
            <a:xfrm>
              <a:off x="4728547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9" name="rc249"/>
            <p:cNvSpPr/>
            <p:nvPr/>
          </p:nvSpPr>
          <p:spPr>
            <a:xfrm>
              <a:off x="4785329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0" name="rc250"/>
            <p:cNvSpPr/>
            <p:nvPr/>
          </p:nvSpPr>
          <p:spPr>
            <a:xfrm>
              <a:off x="4842111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1" name="rc251"/>
            <p:cNvSpPr/>
            <p:nvPr/>
          </p:nvSpPr>
          <p:spPr>
            <a:xfrm>
              <a:off x="4898893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2" name="rc252"/>
            <p:cNvSpPr/>
            <p:nvPr/>
          </p:nvSpPr>
          <p:spPr>
            <a:xfrm>
              <a:off x="4955675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3" name="rc253"/>
            <p:cNvSpPr/>
            <p:nvPr/>
          </p:nvSpPr>
          <p:spPr>
            <a:xfrm>
              <a:off x="5012457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4" name="rc254"/>
            <p:cNvSpPr/>
            <p:nvPr/>
          </p:nvSpPr>
          <p:spPr>
            <a:xfrm>
              <a:off x="5069238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5" name="rc255"/>
            <p:cNvSpPr/>
            <p:nvPr/>
          </p:nvSpPr>
          <p:spPr>
            <a:xfrm>
              <a:off x="5126020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6" name="rc256"/>
            <p:cNvSpPr/>
            <p:nvPr/>
          </p:nvSpPr>
          <p:spPr>
            <a:xfrm>
              <a:off x="5182802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7" name="rc257"/>
            <p:cNvSpPr/>
            <p:nvPr/>
          </p:nvSpPr>
          <p:spPr>
            <a:xfrm>
              <a:off x="5239584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8" name="rc258"/>
            <p:cNvSpPr/>
            <p:nvPr/>
          </p:nvSpPr>
          <p:spPr>
            <a:xfrm>
              <a:off x="5296366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9" name="rc259"/>
            <p:cNvSpPr/>
            <p:nvPr/>
          </p:nvSpPr>
          <p:spPr>
            <a:xfrm>
              <a:off x="5353148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0" name="rc260"/>
            <p:cNvSpPr/>
            <p:nvPr/>
          </p:nvSpPr>
          <p:spPr>
            <a:xfrm>
              <a:off x="5409930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1" name="rc261"/>
            <p:cNvSpPr/>
            <p:nvPr/>
          </p:nvSpPr>
          <p:spPr>
            <a:xfrm>
              <a:off x="5466711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2" name="rc262"/>
            <p:cNvSpPr/>
            <p:nvPr/>
          </p:nvSpPr>
          <p:spPr>
            <a:xfrm>
              <a:off x="5523493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3" name="rc263"/>
            <p:cNvSpPr/>
            <p:nvPr/>
          </p:nvSpPr>
          <p:spPr>
            <a:xfrm>
              <a:off x="5580275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4" name="rc264"/>
            <p:cNvSpPr/>
            <p:nvPr/>
          </p:nvSpPr>
          <p:spPr>
            <a:xfrm>
              <a:off x="5637057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5" name="rc265"/>
            <p:cNvSpPr/>
            <p:nvPr/>
          </p:nvSpPr>
          <p:spPr>
            <a:xfrm>
              <a:off x="5693839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6" name="rc266"/>
            <p:cNvSpPr/>
            <p:nvPr/>
          </p:nvSpPr>
          <p:spPr>
            <a:xfrm>
              <a:off x="5750621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7" name="rc267"/>
            <p:cNvSpPr/>
            <p:nvPr/>
          </p:nvSpPr>
          <p:spPr>
            <a:xfrm>
              <a:off x="5807403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8" name="rc268"/>
            <p:cNvSpPr/>
            <p:nvPr/>
          </p:nvSpPr>
          <p:spPr>
            <a:xfrm>
              <a:off x="5864185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9" name="rc269"/>
            <p:cNvSpPr/>
            <p:nvPr/>
          </p:nvSpPr>
          <p:spPr>
            <a:xfrm>
              <a:off x="5920966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0" name="rc270"/>
            <p:cNvSpPr/>
            <p:nvPr/>
          </p:nvSpPr>
          <p:spPr>
            <a:xfrm>
              <a:off x="5977748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1" name="rc271"/>
            <p:cNvSpPr/>
            <p:nvPr/>
          </p:nvSpPr>
          <p:spPr>
            <a:xfrm>
              <a:off x="6034530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2" name="rc272"/>
            <p:cNvSpPr/>
            <p:nvPr/>
          </p:nvSpPr>
          <p:spPr>
            <a:xfrm>
              <a:off x="6091312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3" name="rc273"/>
            <p:cNvSpPr/>
            <p:nvPr/>
          </p:nvSpPr>
          <p:spPr>
            <a:xfrm>
              <a:off x="6148094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4" name="rc274"/>
            <p:cNvSpPr/>
            <p:nvPr/>
          </p:nvSpPr>
          <p:spPr>
            <a:xfrm>
              <a:off x="6204876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5" name="rc275"/>
            <p:cNvSpPr/>
            <p:nvPr/>
          </p:nvSpPr>
          <p:spPr>
            <a:xfrm>
              <a:off x="6261658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6" name="rc276"/>
            <p:cNvSpPr/>
            <p:nvPr/>
          </p:nvSpPr>
          <p:spPr>
            <a:xfrm>
              <a:off x="6318440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7" name="rc277"/>
            <p:cNvSpPr/>
            <p:nvPr/>
          </p:nvSpPr>
          <p:spPr>
            <a:xfrm>
              <a:off x="6375221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8" name="rc278"/>
            <p:cNvSpPr/>
            <p:nvPr/>
          </p:nvSpPr>
          <p:spPr>
            <a:xfrm>
              <a:off x="6432003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9" name="rc279"/>
            <p:cNvSpPr/>
            <p:nvPr/>
          </p:nvSpPr>
          <p:spPr>
            <a:xfrm>
              <a:off x="6488785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0" name="rc280"/>
            <p:cNvSpPr/>
            <p:nvPr/>
          </p:nvSpPr>
          <p:spPr>
            <a:xfrm>
              <a:off x="6545567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1" name="rc281"/>
            <p:cNvSpPr/>
            <p:nvPr/>
          </p:nvSpPr>
          <p:spPr>
            <a:xfrm>
              <a:off x="6602349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2" name="rc282"/>
            <p:cNvSpPr/>
            <p:nvPr/>
          </p:nvSpPr>
          <p:spPr>
            <a:xfrm>
              <a:off x="6659131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3" name="rc283"/>
            <p:cNvSpPr/>
            <p:nvPr/>
          </p:nvSpPr>
          <p:spPr>
            <a:xfrm>
              <a:off x="6715913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4" name="rc284"/>
            <p:cNvSpPr/>
            <p:nvPr/>
          </p:nvSpPr>
          <p:spPr>
            <a:xfrm>
              <a:off x="6772694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5" name="rc285"/>
            <p:cNvSpPr/>
            <p:nvPr/>
          </p:nvSpPr>
          <p:spPr>
            <a:xfrm>
              <a:off x="6829476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6" name="rc286"/>
            <p:cNvSpPr/>
            <p:nvPr/>
          </p:nvSpPr>
          <p:spPr>
            <a:xfrm>
              <a:off x="6886258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7" name="rc287"/>
            <p:cNvSpPr/>
            <p:nvPr/>
          </p:nvSpPr>
          <p:spPr>
            <a:xfrm>
              <a:off x="6943040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8" name="rc288"/>
            <p:cNvSpPr/>
            <p:nvPr/>
          </p:nvSpPr>
          <p:spPr>
            <a:xfrm>
              <a:off x="6999822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9" name="rc289"/>
            <p:cNvSpPr/>
            <p:nvPr/>
          </p:nvSpPr>
          <p:spPr>
            <a:xfrm>
              <a:off x="7056604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0" name="rc290"/>
            <p:cNvSpPr/>
            <p:nvPr/>
          </p:nvSpPr>
          <p:spPr>
            <a:xfrm>
              <a:off x="7113386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1" name="rc291"/>
            <p:cNvSpPr/>
            <p:nvPr/>
          </p:nvSpPr>
          <p:spPr>
            <a:xfrm>
              <a:off x="7170168" y="5293466"/>
              <a:ext cx="5678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2" name="rc292"/>
            <p:cNvSpPr/>
            <p:nvPr/>
          </p:nvSpPr>
          <p:spPr>
            <a:xfrm>
              <a:off x="7226949" y="2135488"/>
              <a:ext cx="56781" cy="315797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3" name="rc293"/>
            <p:cNvSpPr/>
            <p:nvPr/>
          </p:nvSpPr>
          <p:spPr>
            <a:xfrm>
              <a:off x="7283731" y="2433410"/>
              <a:ext cx="56781" cy="28600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4" name="rc294"/>
            <p:cNvSpPr/>
            <p:nvPr/>
          </p:nvSpPr>
          <p:spPr>
            <a:xfrm>
              <a:off x="7340513" y="3386762"/>
              <a:ext cx="56781" cy="19067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5" name="rc295"/>
            <p:cNvSpPr/>
            <p:nvPr/>
          </p:nvSpPr>
          <p:spPr>
            <a:xfrm>
              <a:off x="7397295" y="2433410"/>
              <a:ext cx="56781" cy="28600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6" name="rc296"/>
            <p:cNvSpPr/>
            <p:nvPr/>
          </p:nvSpPr>
          <p:spPr>
            <a:xfrm>
              <a:off x="7454077" y="2850502"/>
              <a:ext cx="56781" cy="244296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7" name="rc297"/>
            <p:cNvSpPr/>
            <p:nvPr/>
          </p:nvSpPr>
          <p:spPr>
            <a:xfrm>
              <a:off x="7510859" y="2671748"/>
              <a:ext cx="56781" cy="262171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8" name="rc298"/>
            <p:cNvSpPr/>
            <p:nvPr/>
          </p:nvSpPr>
          <p:spPr>
            <a:xfrm>
              <a:off x="7567641" y="3208009"/>
              <a:ext cx="56781" cy="20854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9" name="rc299"/>
            <p:cNvSpPr/>
            <p:nvPr/>
          </p:nvSpPr>
          <p:spPr>
            <a:xfrm>
              <a:off x="7624423" y="3148424"/>
              <a:ext cx="56781" cy="214504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0" name="rc300"/>
            <p:cNvSpPr/>
            <p:nvPr/>
          </p:nvSpPr>
          <p:spPr>
            <a:xfrm>
              <a:off x="7681204" y="3446347"/>
              <a:ext cx="56781" cy="184711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1" name="rc301"/>
            <p:cNvSpPr/>
            <p:nvPr/>
          </p:nvSpPr>
          <p:spPr>
            <a:xfrm>
              <a:off x="7737986" y="3863438"/>
              <a:ext cx="56781" cy="14300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2" name="rc302"/>
            <p:cNvSpPr/>
            <p:nvPr/>
          </p:nvSpPr>
          <p:spPr>
            <a:xfrm>
              <a:off x="7794768" y="4101776"/>
              <a:ext cx="56781" cy="11916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3" name="rc303"/>
            <p:cNvSpPr/>
            <p:nvPr/>
          </p:nvSpPr>
          <p:spPr>
            <a:xfrm>
              <a:off x="7851550" y="3863438"/>
              <a:ext cx="56781" cy="14300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4" name="rc304"/>
            <p:cNvSpPr/>
            <p:nvPr/>
          </p:nvSpPr>
          <p:spPr>
            <a:xfrm>
              <a:off x="7908332" y="4757205"/>
              <a:ext cx="56781" cy="5362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5" name="rc305"/>
            <p:cNvSpPr/>
            <p:nvPr/>
          </p:nvSpPr>
          <p:spPr>
            <a:xfrm>
              <a:off x="7965114" y="4757205"/>
              <a:ext cx="56781" cy="5362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6" name="rc306"/>
            <p:cNvSpPr/>
            <p:nvPr/>
          </p:nvSpPr>
          <p:spPr>
            <a:xfrm>
              <a:off x="8021896" y="4935959"/>
              <a:ext cx="56781" cy="3575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7" name="rc307"/>
            <p:cNvSpPr/>
            <p:nvPr/>
          </p:nvSpPr>
          <p:spPr>
            <a:xfrm>
              <a:off x="8078678" y="4995543"/>
              <a:ext cx="56781" cy="2979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8" name="rc308"/>
            <p:cNvSpPr/>
            <p:nvPr/>
          </p:nvSpPr>
          <p:spPr>
            <a:xfrm>
              <a:off x="8135459" y="5114712"/>
              <a:ext cx="56781" cy="1787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9" name="rc309"/>
            <p:cNvSpPr/>
            <p:nvPr/>
          </p:nvSpPr>
          <p:spPr>
            <a:xfrm>
              <a:off x="8192241" y="5174297"/>
              <a:ext cx="56781" cy="11916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0" name="pl310"/>
            <p:cNvSpPr/>
            <p:nvPr/>
          </p:nvSpPr>
          <p:spPr>
            <a:xfrm>
              <a:off x="7226949" y="1977589"/>
              <a:ext cx="0" cy="3473775"/>
            </a:xfrm>
            <a:custGeom>
              <a:avLst/>
              <a:pathLst>
                <a:path w="0" h="3473775">
                  <a:moveTo>
                    <a:pt x="0" y="34737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1" name="tx311"/>
            <p:cNvSpPr/>
            <p:nvPr/>
          </p:nvSpPr>
          <p:spPr>
            <a:xfrm>
              <a:off x="756929" y="524248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2" name="tx312"/>
            <p:cNvSpPr/>
            <p:nvPr/>
          </p:nvSpPr>
          <p:spPr>
            <a:xfrm>
              <a:off x="756929" y="411872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13" name="tx313"/>
            <p:cNvSpPr/>
            <p:nvPr/>
          </p:nvSpPr>
          <p:spPr>
            <a:xfrm>
              <a:off x="756929" y="299496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4" name="tx314"/>
            <p:cNvSpPr/>
            <p:nvPr/>
          </p:nvSpPr>
          <p:spPr>
            <a:xfrm rot="-2700000">
              <a:off x="774336" y="5616655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-220</a:t>
              </a:r>
            </a:p>
          </p:txBody>
        </p:sp>
        <p:sp>
          <p:nvSpPr>
            <p:cNvPr id="315" name="tx315"/>
            <p:cNvSpPr/>
            <p:nvPr/>
          </p:nvSpPr>
          <p:spPr>
            <a:xfrm rot="-2700000">
              <a:off x="1058246" y="5616655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-210</a:t>
              </a:r>
            </a:p>
          </p:txBody>
        </p:sp>
        <p:sp>
          <p:nvSpPr>
            <p:cNvPr id="316" name="tx316"/>
            <p:cNvSpPr/>
            <p:nvPr/>
          </p:nvSpPr>
          <p:spPr>
            <a:xfrm rot="-2700000">
              <a:off x="1342155" y="5616655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17" name="tx317"/>
            <p:cNvSpPr/>
            <p:nvPr/>
          </p:nvSpPr>
          <p:spPr>
            <a:xfrm rot="-2700000">
              <a:off x="1626064" y="5616655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-190</a:t>
              </a:r>
            </a:p>
          </p:txBody>
        </p:sp>
        <p:sp>
          <p:nvSpPr>
            <p:cNvPr id="318" name="tx318"/>
            <p:cNvSpPr/>
            <p:nvPr/>
          </p:nvSpPr>
          <p:spPr>
            <a:xfrm rot="-2700000">
              <a:off x="1909974" y="5616655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-180</a:t>
              </a:r>
            </a:p>
          </p:txBody>
        </p:sp>
        <p:sp>
          <p:nvSpPr>
            <p:cNvPr id="319" name="tx319"/>
            <p:cNvSpPr/>
            <p:nvPr/>
          </p:nvSpPr>
          <p:spPr>
            <a:xfrm rot="-2700000">
              <a:off x="2193883" y="5616655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-170</a:t>
              </a:r>
            </a:p>
          </p:txBody>
        </p:sp>
        <p:sp>
          <p:nvSpPr>
            <p:cNvPr id="320" name="tx320"/>
            <p:cNvSpPr/>
            <p:nvPr/>
          </p:nvSpPr>
          <p:spPr>
            <a:xfrm rot="-2700000">
              <a:off x="2477792" y="5616655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-160</a:t>
              </a:r>
            </a:p>
          </p:txBody>
        </p:sp>
        <p:sp>
          <p:nvSpPr>
            <p:cNvPr id="321" name="tx321"/>
            <p:cNvSpPr/>
            <p:nvPr/>
          </p:nvSpPr>
          <p:spPr>
            <a:xfrm rot="-2700000">
              <a:off x="2761702" y="5616655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322" name="tx322"/>
            <p:cNvSpPr/>
            <p:nvPr/>
          </p:nvSpPr>
          <p:spPr>
            <a:xfrm rot="-2700000">
              <a:off x="3045611" y="5616655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-140</a:t>
              </a:r>
            </a:p>
          </p:txBody>
        </p:sp>
        <p:sp>
          <p:nvSpPr>
            <p:cNvPr id="323" name="tx323"/>
            <p:cNvSpPr/>
            <p:nvPr/>
          </p:nvSpPr>
          <p:spPr>
            <a:xfrm rot="-2700000">
              <a:off x="3329521" y="5616655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-130</a:t>
              </a:r>
            </a:p>
          </p:txBody>
        </p:sp>
        <p:sp>
          <p:nvSpPr>
            <p:cNvPr id="324" name="tx324"/>
            <p:cNvSpPr/>
            <p:nvPr/>
          </p:nvSpPr>
          <p:spPr>
            <a:xfrm rot="-2700000">
              <a:off x="3613430" y="5616655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-120</a:t>
              </a:r>
            </a:p>
          </p:txBody>
        </p:sp>
        <p:sp>
          <p:nvSpPr>
            <p:cNvPr id="325" name="tx325"/>
            <p:cNvSpPr/>
            <p:nvPr/>
          </p:nvSpPr>
          <p:spPr>
            <a:xfrm rot="-2700000">
              <a:off x="3897339" y="5616655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-110</a:t>
              </a:r>
            </a:p>
          </p:txBody>
        </p:sp>
        <p:sp>
          <p:nvSpPr>
            <p:cNvPr id="326" name="tx326"/>
            <p:cNvSpPr/>
            <p:nvPr/>
          </p:nvSpPr>
          <p:spPr>
            <a:xfrm rot="-2700000">
              <a:off x="4181249" y="5616655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7" name="tx327"/>
            <p:cNvSpPr/>
            <p:nvPr/>
          </p:nvSpPr>
          <p:spPr>
            <a:xfrm rot="-2700000">
              <a:off x="4532592" y="5588723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-90</a:t>
              </a:r>
            </a:p>
          </p:txBody>
        </p:sp>
        <p:sp>
          <p:nvSpPr>
            <p:cNvPr id="328" name="tx328"/>
            <p:cNvSpPr/>
            <p:nvPr/>
          </p:nvSpPr>
          <p:spPr>
            <a:xfrm rot="-2700000">
              <a:off x="4816502" y="5588723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-80</a:t>
              </a:r>
            </a:p>
          </p:txBody>
        </p:sp>
        <p:sp>
          <p:nvSpPr>
            <p:cNvPr id="329" name="tx329"/>
            <p:cNvSpPr/>
            <p:nvPr/>
          </p:nvSpPr>
          <p:spPr>
            <a:xfrm rot="-2700000">
              <a:off x="5100411" y="5588723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-70</a:t>
              </a:r>
            </a:p>
          </p:txBody>
        </p:sp>
        <p:sp>
          <p:nvSpPr>
            <p:cNvPr id="330" name="tx330"/>
            <p:cNvSpPr/>
            <p:nvPr/>
          </p:nvSpPr>
          <p:spPr>
            <a:xfrm rot="-2700000">
              <a:off x="5384320" y="5588723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31" name="tx331"/>
            <p:cNvSpPr/>
            <p:nvPr/>
          </p:nvSpPr>
          <p:spPr>
            <a:xfrm rot="-2700000">
              <a:off x="5668230" y="5588723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32" name="tx332"/>
            <p:cNvSpPr/>
            <p:nvPr/>
          </p:nvSpPr>
          <p:spPr>
            <a:xfrm rot="-2700000">
              <a:off x="5952139" y="5588723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33" name="tx333"/>
            <p:cNvSpPr/>
            <p:nvPr/>
          </p:nvSpPr>
          <p:spPr>
            <a:xfrm rot="-2700000">
              <a:off x="6236048" y="5588723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34" name="tx334"/>
            <p:cNvSpPr/>
            <p:nvPr/>
          </p:nvSpPr>
          <p:spPr>
            <a:xfrm rot="-2700000">
              <a:off x="6519958" y="5588723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5" name="tx335"/>
            <p:cNvSpPr/>
            <p:nvPr/>
          </p:nvSpPr>
          <p:spPr>
            <a:xfrm rot="-2700000">
              <a:off x="6803867" y="5588723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336" name="tx336"/>
            <p:cNvSpPr/>
            <p:nvPr/>
          </p:nvSpPr>
          <p:spPr>
            <a:xfrm rot="-2700000">
              <a:off x="7195562" y="554407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7" name="tx337"/>
            <p:cNvSpPr/>
            <p:nvPr/>
          </p:nvSpPr>
          <p:spPr>
            <a:xfrm rot="-2700000">
              <a:off x="7412037" y="55720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38" name="tx338"/>
            <p:cNvSpPr/>
            <p:nvPr/>
          </p:nvSpPr>
          <p:spPr>
            <a:xfrm rot="-2700000">
              <a:off x="7695946" y="55720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9" name="tx339"/>
            <p:cNvSpPr/>
            <p:nvPr/>
          </p:nvSpPr>
          <p:spPr>
            <a:xfrm rot="-2700000">
              <a:off x="7979856" y="55720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0" name="tx340"/>
            <p:cNvSpPr/>
            <p:nvPr/>
          </p:nvSpPr>
          <p:spPr>
            <a:xfrm rot="-2700000">
              <a:off x="8263765" y="55720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41" name="tx341"/>
            <p:cNvSpPr/>
            <p:nvPr/>
          </p:nvSpPr>
          <p:spPr>
            <a:xfrm>
              <a:off x="3344190" y="5870717"/>
              <a:ext cx="282549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Absolute eGFR Difference (mL/min)</a:t>
              </a:r>
            </a:p>
          </p:txBody>
        </p:sp>
        <p:sp>
          <p:nvSpPr>
            <p:cNvPr id="342" name="tx342"/>
            <p:cNvSpPr/>
            <p:nvPr/>
          </p:nvSpPr>
          <p:spPr>
            <a:xfrm rot="-5400000">
              <a:off x="-304395" y="3650697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343" name="tx343"/>
            <p:cNvSpPr/>
            <p:nvPr/>
          </p:nvSpPr>
          <p:spPr>
            <a:xfrm>
              <a:off x="915645" y="1688767"/>
              <a:ext cx="6204935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Absolute eGFR Difference (CKD-EPI Cr-Cys − CG)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2026-10-08T16:28:07Z</dcterms:modified>
  <cp:category/>
</cp:coreProperties>
</file>