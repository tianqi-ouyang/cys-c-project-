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473158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360782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248405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122898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06808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90717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974626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258536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542445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826354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110264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94173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78083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961992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45901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529811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813720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97629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381539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65448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949357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233267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17176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801085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84995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368904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52813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36723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220632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504542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529346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15645" y="416970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15645" y="304593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80944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64853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548762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832672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116581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400490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84400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68309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252219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536128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20037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103947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387856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671765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955675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239584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523493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807403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091312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375221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659131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943040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226949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510859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794768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078678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362587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264853" y="5233881"/>
              <a:ext cx="56781" cy="595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1321635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1378417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1435199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1491981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1548762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1605544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1662326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1719108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1775890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1832672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889454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946235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2003017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2059799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2116581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2173363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2230145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2286927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2343709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2400490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2457272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2514054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2570836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2627618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2684400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2741182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2797964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2854745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911527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2968309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3025091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3081873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3138655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3195437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3252219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3309000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3365782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3422564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3479346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3536128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3592910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3649692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3706473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3763255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3820037" y="5233881"/>
              <a:ext cx="56781" cy="595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3876819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3933601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3990383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4047165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4103947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4160728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4217510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4274292" y="5233881"/>
              <a:ext cx="56781" cy="595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4331074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4387856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4444638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4501420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4558202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4614983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4671765" y="5233881"/>
              <a:ext cx="56781" cy="595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4728547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4785329" y="5233881"/>
              <a:ext cx="56781" cy="595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4842111" y="5233881"/>
              <a:ext cx="56781" cy="595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4898893" y="5114712"/>
              <a:ext cx="56781" cy="1787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4955675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5012457" y="5233881"/>
              <a:ext cx="56781" cy="595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5069238" y="5233881"/>
              <a:ext cx="56781" cy="595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5126020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5182802" y="5114712"/>
              <a:ext cx="56781" cy="1787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5239584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5296366" y="5233881"/>
              <a:ext cx="56781" cy="595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5353148" y="5174297"/>
              <a:ext cx="56781" cy="11916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5409930" y="5233881"/>
              <a:ext cx="56781" cy="595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5466711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5523493" y="5114712"/>
              <a:ext cx="56781" cy="1787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5580275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5637057" y="5055128"/>
              <a:ext cx="56781" cy="23833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5693839" y="5114712"/>
              <a:ext cx="56781" cy="1787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5750621" y="5174297"/>
              <a:ext cx="56781" cy="11916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5807403" y="529346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5864185" y="5055128"/>
              <a:ext cx="56781" cy="23833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5920966" y="4995543"/>
              <a:ext cx="56781" cy="29792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5977748" y="4935959"/>
              <a:ext cx="56781" cy="3575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6034530" y="5114712"/>
              <a:ext cx="56781" cy="1787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6091312" y="4816790"/>
              <a:ext cx="56781" cy="47667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6148094" y="4816790"/>
              <a:ext cx="56781" cy="47667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6204876" y="4757205"/>
              <a:ext cx="56781" cy="53626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6261658" y="4757205"/>
              <a:ext cx="56781" cy="53626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6318440" y="4876374"/>
              <a:ext cx="56781" cy="41709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6375221" y="4638036"/>
              <a:ext cx="56781" cy="65542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6432003" y="4518867"/>
              <a:ext cx="56781" cy="77459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6488785" y="4459283"/>
              <a:ext cx="56781" cy="83418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6545567" y="4459283"/>
              <a:ext cx="56781" cy="83418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6602349" y="4638036"/>
              <a:ext cx="56781" cy="65542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6659131" y="4042191"/>
              <a:ext cx="56781" cy="125127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6715913" y="3744269"/>
              <a:ext cx="56781" cy="154919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6772694" y="4042191"/>
              <a:ext cx="56781" cy="125127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6829476" y="3327178"/>
              <a:ext cx="56781" cy="196628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6886258" y="3565515"/>
              <a:ext cx="56781" cy="172795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6943040" y="3327178"/>
              <a:ext cx="56781" cy="196628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6999822" y="3565515"/>
              <a:ext cx="56781" cy="172795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7056604" y="3208009"/>
              <a:ext cx="56781" cy="208545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7113386" y="2254657"/>
              <a:ext cx="56781" cy="303880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7170168" y="2731333"/>
              <a:ext cx="56781" cy="256213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226949" y="2135488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283731" y="2433410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340513" y="3386762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397295" y="2433410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7454077" y="2850502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7510859" y="2671748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7567641" y="3208009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7624423" y="3148424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7681204" y="3446347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7737986" y="3863438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7794768" y="4101776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7851550" y="3863438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7908332" y="4757205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7965114" y="4757205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8021896" y="4935959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8078678" y="4995543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8135459" y="5114712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8192241" y="5174297"/>
              <a:ext cx="56781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1264853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1321635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1378417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1435199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1491981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1548762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1605544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1662326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1719108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1775890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1832672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1889454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1946235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2003017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2059799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2116581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2173363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2230145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2286927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2343709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2400490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2457272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2514054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2570836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2627618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2684400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2741182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2797964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2854745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2911527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2968309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3025091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3081873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3138655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3195437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3252219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3309000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3365782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3422564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3479346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3536128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3592910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3649692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3706473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3763255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3820037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3876819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3933601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3990383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4047165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4103947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4160728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4217510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4274292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4331074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4387856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4444638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4501420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4558202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4614983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4671765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4728547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4785329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4842111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4898893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4955675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5012457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5069238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5126020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5182802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5239584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5296366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5353148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5409930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5466711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5523493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5580275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5637057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5693839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5750621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5807403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5864185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5920966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5977748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6034530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6091312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6148094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6204876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6261658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6318440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6375221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6432003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6488785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6545567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6602349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6659131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6715913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6772694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6829476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6886258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6943040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6999822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7056604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7113386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7170168" y="5293466"/>
              <a:ext cx="56781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7226949" y="2135488"/>
              <a:ext cx="56781" cy="315797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7283731" y="2433410"/>
              <a:ext cx="56781" cy="286005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7340513" y="3386762"/>
              <a:ext cx="56781" cy="190670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7397295" y="2433410"/>
              <a:ext cx="56781" cy="286005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7454077" y="2850502"/>
              <a:ext cx="56781" cy="244296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7510859" y="2671748"/>
              <a:ext cx="56781" cy="262171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7567641" y="3208009"/>
              <a:ext cx="56781" cy="208545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7624423" y="3148424"/>
              <a:ext cx="56781" cy="214504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7681204" y="3446347"/>
              <a:ext cx="56781" cy="184711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7737986" y="3863438"/>
              <a:ext cx="56781" cy="143002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7794768" y="4101776"/>
              <a:ext cx="56781" cy="119168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7851550" y="3863438"/>
              <a:ext cx="56781" cy="143002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7908332" y="4757205"/>
              <a:ext cx="56781" cy="53626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7965114" y="4757205"/>
              <a:ext cx="56781" cy="53626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8021896" y="4935959"/>
              <a:ext cx="56781" cy="3575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8078678" y="4995543"/>
              <a:ext cx="56781" cy="29792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8135459" y="5114712"/>
              <a:ext cx="56781" cy="1787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8192241" y="5174297"/>
              <a:ext cx="56781" cy="11916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7226949" y="1977589"/>
              <a:ext cx="0" cy="3473775"/>
            </a:xfrm>
            <a:custGeom>
              <a:avLst/>
              <a:pathLst>
                <a:path w="0" h="3473775">
                  <a:moveTo>
                    <a:pt x="0" y="34737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1" name="tx311"/>
            <p:cNvSpPr/>
            <p:nvPr/>
          </p:nvSpPr>
          <p:spPr>
            <a:xfrm>
              <a:off x="756929" y="524248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756929" y="4118724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13" name="tx313"/>
            <p:cNvSpPr/>
            <p:nvPr/>
          </p:nvSpPr>
          <p:spPr>
            <a:xfrm>
              <a:off x="756929" y="2994961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4" name="tx314"/>
            <p:cNvSpPr/>
            <p:nvPr/>
          </p:nvSpPr>
          <p:spPr>
            <a:xfrm rot="-2700000">
              <a:off x="774336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-220</a:t>
              </a:r>
            </a:p>
          </p:txBody>
        </p:sp>
        <p:sp>
          <p:nvSpPr>
            <p:cNvPr id="315" name="tx315"/>
            <p:cNvSpPr/>
            <p:nvPr/>
          </p:nvSpPr>
          <p:spPr>
            <a:xfrm rot="-2700000">
              <a:off x="1058246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-210</a:t>
              </a:r>
            </a:p>
          </p:txBody>
        </p:sp>
        <p:sp>
          <p:nvSpPr>
            <p:cNvPr id="316" name="tx316"/>
            <p:cNvSpPr/>
            <p:nvPr/>
          </p:nvSpPr>
          <p:spPr>
            <a:xfrm rot="-2700000">
              <a:off x="1342155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317" name="tx317"/>
            <p:cNvSpPr/>
            <p:nvPr/>
          </p:nvSpPr>
          <p:spPr>
            <a:xfrm rot="-2700000">
              <a:off x="1626064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-190</a:t>
              </a:r>
            </a:p>
          </p:txBody>
        </p:sp>
        <p:sp>
          <p:nvSpPr>
            <p:cNvPr id="318" name="tx318"/>
            <p:cNvSpPr/>
            <p:nvPr/>
          </p:nvSpPr>
          <p:spPr>
            <a:xfrm rot="-2700000">
              <a:off x="1909974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-180</a:t>
              </a:r>
            </a:p>
          </p:txBody>
        </p:sp>
        <p:sp>
          <p:nvSpPr>
            <p:cNvPr id="319" name="tx319"/>
            <p:cNvSpPr/>
            <p:nvPr/>
          </p:nvSpPr>
          <p:spPr>
            <a:xfrm rot="-2700000">
              <a:off x="2193883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-170</a:t>
              </a:r>
            </a:p>
          </p:txBody>
        </p:sp>
        <p:sp>
          <p:nvSpPr>
            <p:cNvPr id="320" name="tx320"/>
            <p:cNvSpPr/>
            <p:nvPr/>
          </p:nvSpPr>
          <p:spPr>
            <a:xfrm rot="-2700000">
              <a:off x="2477792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-160</a:t>
              </a:r>
            </a:p>
          </p:txBody>
        </p:sp>
        <p:sp>
          <p:nvSpPr>
            <p:cNvPr id="321" name="tx321"/>
            <p:cNvSpPr/>
            <p:nvPr/>
          </p:nvSpPr>
          <p:spPr>
            <a:xfrm rot="-2700000">
              <a:off x="2761702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-150</a:t>
              </a:r>
            </a:p>
          </p:txBody>
        </p:sp>
        <p:sp>
          <p:nvSpPr>
            <p:cNvPr id="322" name="tx322"/>
            <p:cNvSpPr/>
            <p:nvPr/>
          </p:nvSpPr>
          <p:spPr>
            <a:xfrm rot="-2700000">
              <a:off x="3045611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-140</a:t>
              </a:r>
            </a:p>
          </p:txBody>
        </p:sp>
        <p:sp>
          <p:nvSpPr>
            <p:cNvPr id="323" name="tx323"/>
            <p:cNvSpPr/>
            <p:nvPr/>
          </p:nvSpPr>
          <p:spPr>
            <a:xfrm rot="-2700000">
              <a:off x="3329521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-130</a:t>
              </a:r>
            </a:p>
          </p:txBody>
        </p:sp>
        <p:sp>
          <p:nvSpPr>
            <p:cNvPr id="324" name="tx324"/>
            <p:cNvSpPr/>
            <p:nvPr/>
          </p:nvSpPr>
          <p:spPr>
            <a:xfrm rot="-2700000">
              <a:off x="3613430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-120</a:t>
              </a:r>
            </a:p>
          </p:txBody>
        </p:sp>
        <p:sp>
          <p:nvSpPr>
            <p:cNvPr id="325" name="tx325"/>
            <p:cNvSpPr/>
            <p:nvPr/>
          </p:nvSpPr>
          <p:spPr>
            <a:xfrm rot="-2700000">
              <a:off x="3897339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-110</a:t>
              </a:r>
            </a:p>
          </p:txBody>
        </p:sp>
        <p:sp>
          <p:nvSpPr>
            <p:cNvPr id="326" name="tx326"/>
            <p:cNvSpPr/>
            <p:nvPr/>
          </p:nvSpPr>
          <p:spPr>
            <a:xfrm rot="-2700000">
              <a:off x="4181249" y="5616655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7" name="tx327"/>
            <p:cNvSpPr/>
            <p:nvPr/>
          </p:nvSpPr>
          <p:spPr>
            <a:xfrm rot="-2700000">
              <a:off x="4532592" y="5588723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-90</a:t>
              </a:r>
            </a:p>
          </p:txBody>
        </p:sp>
        <p:sp>
          <p:nvSpPr>
            <p:cNvPr id="328" name="tx328"/>
            <p:cNvSpPr/>
            <p:nvPr/>
          </p:nvSpPr>
          <p:spPr>
            <a:xfrm rot="-2700000">
              <a:off x="4816502" y="5588723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-80</a:t>
              </a:r>
            </a:p>
          </p:txBody>
        </p:sp>
        <p:sp>
          <p:nvSpPr>
            <p:cNvPr id="329" name="tx329"/>
            <p:cNvSpPr/>
            <p:nvPr/>
          </p:nvSpPr>
          <p:spPr>
            <a:xfrm rot="-2700000">
              <a:off x="5100411" y="5588723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-70</a:t>
              </a:r>
            </a:p>
          </p:txBody>
        </p:sp>
        <p:sp>
          <p:nvSpPr>
            <p:cNvPr id="330" name="tx330"/>
            <p:cNvSpPr/>
            <p:nvPr/>
          </p:nvSpPr>
          <p:spPr>
            <a:xfrm rot="-2700000">
              <a:off x="5384320" y="5588723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31" name="tx331"/>
            <p:cNvSpPr/>
            <p:nvPr/>
          </p:nvSpPr>
          <p:spPr>
            <a:xfrm rot="-2700000">
              <a:off x="5668230" y="5588723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32" name="tx332"/>
            <p:cNvSpPr/>
            <p:nvPr/>
          </p:nvSpPr>
          <p:spPr>
            <a:xfrm rot="-2700000">
              <a:off x="5952139" y="5588723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33" name="tx333"/>
            <p:cNvSpPr/>
            <p:nvPr/>
          </p:nvSpPr>
          <p:spPr>
            <a:xfrm rot="-2700000">
              <a:off x="6236048" y="5588723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334" name="tx334"/>
            <p:cNvSpPr/>
            <p:nvPr/>
          </p:nvSpPr>
          <p:spPr>
            <a:xfrm rot="-2700000">
              <a:off x="6519958" y="5588723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5" name="tx335"/>
            <p:cNvSpPr/>
            <p:nvPr/>
          </p:nvSpPr>
          <p:spPr>
            <a:xfrm rot="-2700000">
              <a:off x="6803867" y="5588723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336" name="tx336"/>
            <p:cNvSpPr/>
            <p:nvPr/>
          </p:nvSpPr>
          <p:spPr>
            <a:xfrm rot="-2700000">
              <a:off x="7195562" y="5544077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7" name="tx337"/>
            <p:cNvSpPr/>
            <p:nvPr/>
          </p:nvSpPr>
          <p:spPr>
            <a:xfrm rot="-2700000">
              <a:off x="7412037" y="5572009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38" name="tx338"/>
            <p:cNvSpPr/>
            <p:nvPr/>
          </p:nvSpPr>
          <p:spPr>
            <a:xfrm rot="-2700000">
              <a:off x="7695946" y="5572009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39" name="tx339"/>
            <p:cNvSpPr/>
            <p:nvPr/>
          </p:nvSpPr>
          <p:spPr>
            <a:xfrm rot="-2700000">
              <a:off x="7979856" y="5572009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40" name="tx340"/>
            <p:cNvSpPr/>
            <p:nvPr/>
          </p:nvSpPr>
          <p:spPr>
            <a:xfrm rot="-2700000">
              <a:off x="8263765" y="5572009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3344190" y="5870717"/>
              <a:ext cx="282549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Absolute eGFR Difference (mL/min)</a:t>
              </a:r>
            </a:p>
          </p:txBody>
        </p:sp>
        <p:sp>
          <p:nvSpPr>
            <p:cNvPr id="342" name="tx342"/>
            <p:cNvSpPr/>
            <p:nvPr/>
          </p:nvSpPr>
          <p:spPr>
            <a:xfrm rot="-5400000">
              <a:off x="-304395" y="3650697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343" name="tx343"/>
            <p:cNvSpPr/>
            <p:nvPr/>
          </p:nvSpPr>
          <p:spPr>
            <a:xfrm>
              <a:off x="915645" y="1688767"/>
              <a:ext cx="6204935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Absolute eGFR Difference (CKD-EPI Cr-Cys − CG)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2026-10-05T07:55:23Z</dcterms:modified>
  <cp:category/>
</cp:coreProperties>
</file>