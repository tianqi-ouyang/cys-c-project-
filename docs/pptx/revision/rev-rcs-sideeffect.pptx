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861075"/>
            </a:xfrm>
            <a:custGeom>
              <a:avLst/>
              <a:pathLst>
                <a:path w="7090630" h="2861075">
                  <a:moveTo>
                    <a:pt x="1622248" y="0"/>
                  </a:moveTo>
                  <a:lnTo>
                    <a:pt x="1639040" y="23538"/>
                  </a:lnTo>
                  <a:lnTo>
                    <a:pt x="1674671" y="72471"/>
                  </a:lnTo>
                  <a:lnTo>
                    <a:pt x="1710302" y="120424"/>
                  </a:lnTo>
                  <a:lnTo>
                    <a:pt x="1745934" y="167431"/>
                  </a:lnTo>
                  <a:lnTo>
                    <a:pt x="1781565" y="213526"/>
                  </a:lnTo>
                  <a:lnTo>
                    <a:pt x="1817196" y="258743"/>
                  </a:lnTo>
                  <a:lnTo>
                    <a:pt x="1852827" y="303116"/>
                  </a:lnTo>
                  <a:lnTo>
                    <a:pt x="1888459" y="346677"/>
                  </a:lnTo>
                  <a:lnTo>
                    <a:pt x="1924090" y="389460"/>
                  </a:lnTo>
                  <a:lnTo>
                    <a:pt x="1959721" y="431495"/>
                  </a:lnTo>
                  <a:lnTo>
                    <a:pt x="1995353" y="472815"/>
                  </a:lnTo>
                  <a:lnTo>
                    <a:pt x="2030984" y="513451"/>
                  </a:lnTo>
                  <a:lnTo>
                    <a:pt x="2066615" y="553431"/>
                  </a:lnTo>
                  <a:lnTo>
                    <a:pt x="2102247" y="592786"/>
                  </a:lnTo>
                  <a:lnTo>
                    <a:pt x="2137878" y="631545"/>
                  </a:lnTo>
                  <a:lnTo>
                    <a:pt x="2173509" y="669735"/>
                  </a:lnTo>
                  <a:lnTo>
                    <a:pt x="2209141" y="707382"/>
                  </a:lnTo>
                  <a:lnTo>
                    <a:pt x="2244772" y="744514"/>
                  </a:lnTo>
                  <a:lnTo>
                    <a:pt x="2280403" y="781155"/>
                  </a:lnTo>
                  <a:lnTo>
                    <a:pt x="2316034" y="817330"/>
                  </a:lnTo>
                  <a:lnTo>
                    <a:pt x="2351666" y="853061"/>
                  </a:lnTo>
                  <a:lnTo>
                    <a:pt x="2387297" y="888372"/>
                  </a:lnTo>
                  <a:lnTo>
                    <a:pt x="2422928" y="923282"/>
                  </a:lnTo>
                  <a:lnTo>
                    <a:pt x="2458560" y="957813"/>
                  </a:lnTo>
                  <a:lnTo>
                    <a:pt x="2494191" y="991984"/>
                  </a:lnTo>
                  <a:lnTo>
                    <a:pt x="2529822" y="1025812"/>
                  </a:lnTo>
                  <a:lnTo>
                    <a:pt x="2565454" y="1059314"/>
                  </a:lnTo>
                  <a:lnTo>
                    <a:pt x="2601085" y="1092507"/>
                  </a:lnTo>
                  <a:lnTo>
                    <a:pt x="2636716" y="1125406"/>
                  </a:lnTo>
                  <a:lnTo>
                    <a:pt x="2672348" y="1158023"/>
                  </a:lnTo>
                  <a:lnTo>
                    <a:pt x="2707979" y="1190372"/>
                  </a:lnTo>
                  <a:lnTo>
                    <a:pt x="2743610" y="1222465"/>
                  </a:lnTo>
                  <a:lnTo>
                    <a:pt x="2779241" y="1254311"/>
                  </a:lnTo>
                  <a:lnTo>
                    <a:pt x="2814873" y="1285921"/>
                  </a:lnTo>
                  <a:lnTo>
                    <a:pt x="2850504" y="1317303"/>
                  </a:lnTo>
                  <a:lnTo>
                    <a:pt x="2886135" y="1348464"/>
                  </a:lnTo>
                  <a:lnTo>
                    <a:pt x="2921767" y="1379411"/>
                  </a:lnTo>
                  <a:lnTo>
                    <a:pt x="2957398" y="1410150"/>
                  </a:lnTo>
                  <a:lnTo>
                    <a:pt x="2993029" y="1440686"/>
                  </a:lnTo>
                  <a:lnTo>
                    <a:pt x="3028661" y="1471021"/>
                  </a:lnTo>
                  <a:lnTo>
                    <a:pt x="3064292" y="1501159"/>
                  </a:lnTo>
                  <a:lnTo>
                    <a:pt x="3099923" y="1531102"/>
                  </a:lnTo>
                  <a:lnTo>
                    <a:pt x="3135555" y="1560851"/>
                  </a:lnTo>
                  <a:lnTo>
                    <a:pt x="3171186" y="1590407"/>
                  </a:lnTo>
                  <a:lnTo>
                    <a:pt x="3206817" y="1619768"/>
                  </a:lnTo>
                  <a:lnTo>
                    <a:pt x="3242448" y="1648935"/>
                  </a:lnTo>
                  <a:lnTo>
                    <a:pt x="3278080" y="1677905"/>
                  </a:lnTo>
                  <a:lnTo>
                    <a:pt x="3313711" y="1706676"/>
                  </a:lnTo>
                  <a:lnTo>
                    <a:pt x="3349342" y="1735245"/>
                  </a:lnTo>
                  <a:lnTo>
                    <a:pt x="3384974" y="1763608"/>
                  </a:lnTo>
                  <a:lnTo>
                    <a:pt x="3420605" y="1791761"/>
                  </a:lnTo>
                  <a:lnTo>
                    <a:pt x="3456236" y="1819699"/>
                  </a:lnTo>
                  <a:lnTo>
                    <a:pt x="3491868" y="1847418"/>
                  </a:lnTo>
                  <a:lnTo>
                    <a:pt x="3527499" y="1874900"/>
                  </a:lnTo>
                  <a:lnTo>
                    <a:pt x="3563130" y="1902105"/>
                  </a:lnTo>
                  <a:lnTo>
                    <a:pt x="3598762" y="1928994"/>
                  </a:lnTo>
                  <a:lnTo>
                    <a:pt x="3634393" y="1955529"/>
                  </a:lnTo>
                  <a:lnTo>
                    <a:pt x="3670024" y="1981677"/>
                  </a:lnTo>
                  <a:lnTo>
                    <a:pt x="3705655" y="2007405"/>
                  </a:lnTo>
                  <a:lnTo>
                    <a:pt x="3741287" y="2032688"/>
                  </a:lnTo>
                  <a:lnTo>
                    <a:pt x="3776918" y="2057498"/>
                  </a:lnTo>
                  <a:lnTo>
                    <a:pt x="3812549" y="2081815"/>
                  </a:lnTo>
                  <a:lnTo>
                    <a:pt x="3848181" y="2105619"/>
                  </a:lnTo>
                  <a:lnTo>
                    <a:pt x="3883812" y="2128893"/>
                  </a:lnTo>
                  <a:lnTo>
                    <a:pt x="3919443" y="2151622"/>
                  </a:lnTo>
                  <a:lnTo>
                    <a:pt x="3955075" y="2173797"/>
                  </a:lnTo>
                  <a:lnTo>
                    <a:pt x="3990706" y="2195405"/>
                  </a:lnTo>
                  <a:lnTo>
                    <a:pt x="4026337" y="2216441"/>
                  </a:lnTo>
                  <a:lnTo>
                    <a:pt x="4061968" y="2236898"/>
                  </a:lnTo>
                  <a:lnTo>
                    <a:pt x="4097600" y="2256774"/>
                  </a:lnTo>
                  <a:lnTo>
                    <a:pt x="4133231" y="2276065"/>
                  </a:lnTo>
                  <a:lnTo>
                    <a:pt x="4168862" y="2292939"/>
                  </a:lnTo>
                  <a:lnTo>
                    <a:pt x="4204494" y="2298023"/>
                  </a:lnTo>
                  <a:lnTo>
                    <a:pt x="4240125" y="2303077"/>
                  </a:lnTo>
                  <a:lnTo>
                    <a:pt x="4275756" y="2308106"/>
                  </a:lnTo>
                  <a:lnTo>
                    <a:pt x="4311388" y="2313116"/>
                  </a:lnTo>
                  <a:lnTo>
                    <a:pt x="4347019" y="2318111"/>
                  </a:lnTo>
                  <a:lnTo>
                    <a:pt x="4382650" y="2323096"/>
                  </a:lnTo>
                  <a:lnTo>
                    <a:pt x="4418282" y="2328074"/>
                  </a:lnTo>
                  <a:lnTo>
                    <a:pt x="4453913" y="2333049"/>
                  </a:lnTo>
                  <a:lnTo>
                    <a:pt x="4489544" y="2338022"/>
                  </a:lnTo>
                  <a:lnTo>
                    <a:pt x="4525175" y="2342997"/>
                  </a:lnTo>
                  <a:lnTo>
                    <a:pt x="4560807" y="2347975"/>
                  </a:lnTo>
                  <a:lnTo>
                    <a:pt x="4596438" y="2352955"/>
                  </a:lnTo>
                  <a:lnTo>
                    <a:pt x="4632069" y="2357938"/>
                  </a:lnTo>
                  <a:lnTo>
                    <a:pt x="4667701" y="2362923"/>
                  </a:lnTo>
                  <a:lnTo>
                    <a:pt x="4703332" y="2367907"/>
                  </a:lnTo>
                  <a:lnTo>
                    <a:pt x="4738963" y="2372888"/>
                  </a:lnTo>
                  <a:lnTo>
                    <a:pt x="4774595" y="2377862"/>
                  </a:lnTo>
                  <a:lnTo>
                    <a:pt x="4810226" y="2382822"/>
                  </a:lnTo>
                  <a:lnTo>
                    <a:pt x="4845857" y="2387759"/>
                  </a:lnTo>
                  <a:lnTo>
                    <a:pt x="4881489" y="2392661"/>
                  </a:lnTo>
                  <a:lnTo>
                    <a:pt x="4917120" y="2397515"/>
                  </a:lnTo>
                  <a:lnTo>
                    <a:pt x="4952751" y="2402308"/>
                  </a:lnTo>
                  <a:lnTo>
                    <a:pt x="4988382" y="2407028"/>
                  </a:lnTo>
                  <a:lnTo>
                    <a:pt x="5024014" y="2411661"/>
                  </a:lnTo>
                  <a:lnTo>
                    <a:pt x="5059645" y="2416196"/>
                  </a:lnTo>
                  <a:lnTo>
                    <a:pt x="5095276" y="2420622"/>
                  </a:lnTo>
                  <a:lnTo>
                    <a:pt x="5130908" y="2424925"/>
                  </a:lnTo>
                  <a:lnTo>
                    <a:pt x="5166539" y="2429096"/>
                  </a:lnTo>
                  <a:lnTo>
                    <a:pt x="5202170" y="2433123"/>
                  </a:lnTo>
                  <a:lnTo>
                    <a:pt x="5237802" y="2436996"/>
                  </a:lnTo>
                  <a:lnTo>
                    <a:pt x="5273433" y="2440705"/>
                  </a:lnTo>
                  <a:lnTo>
                    <a:pt x="5309064" y="2444242"/>
                  </a:lnTo>
                  <a:lnTo>
                    <a:pt x="5344696" y="2447598"/>
                  </a:lnTo>
                  <a:lnTo>
                    <a:pt x="5380327" y="2450765"/>
                  </a:lnTo>
                  <a:lnTo>
                    <a:pt x="5415958" y="2453737"/>
                  </a:lnTo>
                  <a:lnTo>
                    <a:pt x="5451589" y="2456508"/>
                  </a:lnTo>
                  <a:lnTo>
                    <a:pt x="5487221" y="2459073"/>
                  </a:lnTo>
                  <a:lnTo>
                    <a:pt x="5522852" y="2461427"/>
                  </a:lnTo>
                  <a:lnTo>
                    <a:pt x="5558483" y="2463568"/>
                  </a:lnTo>
                  <a:lnTo>
                    <a:pt x="5594115" y="2465493"/>
                  </a:lnTo>
                  <a:lnTo>
                    <a:pt x="5629746" y="2467200"/>
                  </a:lnTo>
                  <a:lnTo>
                    <a:pt x="5665377" y="2468689"/>
                  </a:lnTo>
                  <a:lnTo>
                    <a:pt x="5701009" y="2469959"/>
                  </a:lnTo>
                  <a:lnTo>
                    <a:pt x="5736640" y="2471012"/>
                  </a:lnTo>
                  <a:lnTo>
                    <a:pt x="5772271" y="2471849"/>
                  </a:lnTo>
                  <a:lnTo>
                    <a:pt x="5807903" y="2472471"/>
                  </a:lnTo>
                  <a:lnTo>
                    <a:pt x="5843534" y="2472882"/>
                  </a:lnTo>
                  <a:lnTo>
                    <a:pt x="5879165" y="2473085"/>
                  </a:lnTo>
                  <a:lnTo>
                    <a:pt x="5914796" y="2473083"/>
                  </a:lnTo>
                  <a:lnTo>
                    <a:pt x="5950428" y="2472880"/>
                  </a:lnTo>
                  <a:lnTo>
                    <a:pt x="5986059" y="2472481"/>
                  </a:lnTo>
                  <a:lnTo>
                    <a:pt x="6021690" y="2471890"/>
                  </a:lnTo>
                  <a:lnTo>
                    <a:pt x="6057322" y="2471113"/>
                  </a:lnTo>
                  <a:lnTo>
                    <a:pt x="6092953" y="2470155"/>
                  </a:lnTo>
                  <a:lnTo>
                    <a:pt x="6128584" y="2469021"/>
                  </a:lnTo>
                  <a:lnTo>
                    <a:pt x="6164216" y="2467718"/>
                  </a:lnTo>
                  <a:lnTo>
                    <a:pt x="6199847" y="2466250"/>
                  </a:lnTo>
                  <a:lnTo>
                    <a:pt x="6235478" y="2464624"/>
                  </a:lnTo>
                  <a:lnTo>
                    <a:pt x="6271110" y="2462846"/>
                  </a:lnTo>
                  <a:lnTo>
                    <a:pt x="6306741" y="2460922"/>
                  </a:lnTo>
                  <a:lnTo>
                    <a:pt x="6342372" y="2458859"/>
                  </a:lnTo>
                  <a:lnTo>
                    <a:pt x="6378003" y="2456664"/>
                  </a:lnTo>
                  <a:lnTo>
                    <a:pt x="6413635" y="2454342"/>
                  </a:lnTo>
                  <a:lnTo>
                    <a:pt x="6449266" y="2451901"/>
                  </a:lnTo>
                  <a:lnTo>
                    <a:pt x="6484897" y="2449348"/>
                  </a:lnTo>
                  <a:lnTo>
                    <a:pt x="6520529" y="2446688"/>
                  </a:lnTo>
                  <a:lnTo>
                    <a:pt x="6556160" y="2443931"/>
                  </a:lnTo>
                  <a:lnTo>
                    <a:pt x="6591791" y="2441082"/>
                  </a:lnTo>
                  <a:lnTo>
                    <a:pt x="6627423" y="2438149"/>
                  </a:lnTo>
                  <a:lnTo>
                    <a:pt x="6663054" y="2435139"/>
                  </a:lnTo>
                  <a:lnTo>
                    <a:pt x="6698685" y="2432060"/>
                  </a:lnTo>
                  <a:lnTo>
                    <a:pt x="6734317" y="2428920"/>
                  </a:lnTo>
                  <a:lnTo>
                    <a:pt x="6769948" y="2425724"/>
                  </a:lnTo>
                  <a:lnTo>
                    <a:pt x="6805579" y="2422473"/>
                  </a:lnTo>
                  <a:lnTo>
                    <a:pt x="6841210" y="2419171"/>
                  </a:lnTo>
                  <a:lnTo>
                    <a:pt x="6876842" y="2415817"/>
                  </a:lnTo>
                  <a:lnTo>
                    <a:pt x="6912473" y="2412413"/>
                  </a:lnTo>
                  <a:lnTo>
                    <a:pt x="6948104" y="2408961"/>
                  </a:lnTo>
                  <a:lnTo>
                    <a:pt x="6983736" y="2405462"/>
                  </a:lnTo>
                  <a:lnTo>
                    <a:pt x="7019367" y="2401916"/>
                  </a:lnTo>
                  <a:lnTo>
                    <a:pt x="7054998" y="2398325"/>
                  </a:lnTo>
                  <a:lnTo>
                    <a:pt x="7090630" y="2394689"/>
                  </a:lnTo>
                  <a:lnTo>
                    <a:pt x="7090630" y="2861075"/>
                  </a:lnTo>
                  <a:lnTo>
                    <a:pt x="7054998" y="2857956"/>
                  </a:lnTo>
                  <a:lnTo>
                    <a:pt x="7019367" y="2854776"/>
                  </a:lnTo>
                  <a:lnTo>
                    <a:pt x="6983736" y="2851536"/>
                  </a:lnTo>
                  <a:lnTo>
                    <a:pt x="6948104" y="2848234"/>
                  </a:lnTo>
                  <a:lnTo>
                    <a:pt x="6912473" y="2844870"/>
                  </a:lnTo>
                  <a:lnTo>
                    <a:pt x="6876842" y="2841444"/>
                  </a:lnTo>
                  <a:lnTo>
                    <a:pt x="6841210" y="2837955"/>
                  </a:lnTo>
                  <a:lnTo>
                    <a:pt x="6805579" y="2834402"/>
                  </a:lnTo>
                  <a:lnTo>
                    <a:pt x="6769948" y="2830786"/>
                  </a:lnTo>
                  <a:lnTo>
                    <a:pt x="6734317" y="2827106"/>
                  </a:lnTo>
                  <a:lnTo>
                    <a:pt x="6698685" y="2823362"/>
                  </a:lnTo>
                  <a:lnTo>
                    <a:pt x="6663054" y="2819555"/>
                  </a:lnTo>
                  <a:lnTo>
                    <a:pt x="6627423" y="2815684"/>
                  </a:lnTo>
                  <a:lnTo>
                    <a:pt x="6591791" y="2811751"/>
                  </a:lnTo>
                  <a:lnTo>
                    <a:pt x="6556160" y="2807756"/>
                  </a:lnTo>
                  <a:lnTo>
                    <a:pt x="6520529" y="2803700"/>
                  </a:lnTo>
                  <a:lnTo>
                    <a:pt x="6484897" y="2799584"/>
                  </a:lnTo>
                  <a:lnTo>
                    <a:pt x="6449266" y="2795408"/>
                  </a:lnTo>
                  <a:lnTo>
                    <a:pt x="6413635" y="2791175"/>
                  </a:lnTo>
                  <a:lnTo>
                    <a:pt x="6378003" y="2786885"/>
                  </a:lnTo>
                  <a:lnTo>
                    <a:pt x="6342372" y="2782539"/>
                  </a:lnTo>
                  <a:lnTo>
                    <a:pt x="6306741" y="2778139"/>
                  </a:lnTo>
                  <a:lnTo>
                    <a:pt x="6271110" y="2773687"/>
                  </a:lnTo>
                  <a:lnTo>
                    <a:pt x="6235478" y="2769184"/>
                  </a:lnTo>
                  <a:lnTo>
                    <a:pt x="6199847" y="2764632"/>
                  </a:lnTo>
                  <a:lnTo>
                    <a:pt x="6164216" y="2760033"/>
                  </a:lnTo>
                  <a:lnTo>
                    <a:pt x="6128584" y="2755389"/>
                  </a:lnTo>
                  <a:lnTo>
                    <a:pt x="6092953" y="2750700"/>
                  </a:lnTo>
                  <a:lnTo>
                    <a:pt x="6057322" y="2745970"/>
                  </a:lnTo>
                  <a:lnTo>
                    <a:pt x="6021690" y="2741201"/>
                  </a:lnTo>
                  <a:lnTo>
                    <a:pt x="5986059" y="2736392"/>
                  </a:lnTo>
                  <a:lnTo>
                    <a:pt x="5950428" y="2731547"/>
                  </a:lnTo>
                  <a:lnTo>
                    <a:pt x="5914796" y="2726667"/>
                  </a:lnTo>
                  <a:lnTo>
                    <a:pt x="5879165" y="2721753"/>
                  </a:lnTo>
                  <a:lnTo>
                    <a:pt x="5843534" y="2716805"/>
                  </a:lnTo>
                  <a:lnTo>
                    <a:pt x="5807903" y="2711825"/>
                  </a:lnTo>
                  <a:lnTo>
                    <a:pt x="5772271" y="2706813"/>
                  </a:lnTo>
                  <a:lnTo>
                    <a:pt x="5736640" y="2701767"/>
                  </a:lnTo>
                  <a:lnTo>
                    <a:pt x="5701009" y="2696688"/>
                  </a:lnTo>
                  <a:lnTo>
                    <a:pt x="5665377" y="2691574"/>
                  </a:lnTo>
                  <a:lnTo>
                    <a:pt x="5629746" y="2686422"/>
                  </a:lnTo>
                  <a:lnTo>
                    <a:pt x="5594115" y="2681230"/>
                  </a:lnTo>
                  <a:lnTo>
                    <a:pt x="5558483" y="2675994"/>
                  </a:lnTo>
                  <a:lnTo>
                    <a:pt x="5522852" y="2670708"/>
                  </a:lnTo>
                  <a:lnTo>
                    <a:pt x="5487221" y="2665368"/>
                  </a:lnTo>
                  <a:lnTo>
                    <a:pt x="5451589" y="2659967"/>
                  </a:lnTo>
                  <a:lnTo>
                    <a:pt x="5415958" y="2654496"/>
                  </a:lnTo>
                  <a:lnTo>
                    <a:pt x="5380327" y="2648948"/>
                  </a:lnTo>
                  <a:lnTo>
                    <a:pt x="5344696" y="2643311"/>
                  </a:lnTo>
                  <a:lnTo>
                    <a:pt x="5309064" y="2637576"/>
                  </a:lnTo>
                  <a:lnTo>
                    <a:pt x="5273433" y="2631729"/>
                  </a:lnTo>
                  <a:lnTo>
                    <a:pt x="5237802" y="2625758"/>
                  </a:lnTo>
                  <a:lnTo>
                    <a:pt x="5202170" y="2619648"/>
                  </a:lnTo>
                  <a:lnTo>
                    <a:pt x="5166539" y="2613383"/>
                  </a:lnTo>
                  <a:lnTo>
                    <a:pt x="5130908" y="2606946"/>
                  </a:lnTo>
                  <a:lnTo>
                    <a:pt x="5095276" y="2600320"/>
                  </a:lnTo>
                  <a:lnTo>
                    <a:pt x="5059645" y="2593486"/>
                  </a:lnTo>
                  <a:lnTo>
                    <a:pt x="5024014" y="2586423"/>
                  </a:lnTo>
                  <a:lnTo>
                    <a:pt x="4988382" y="2579109"/>
                  </a:lnTo>
                  <a:lnTo>
                    <a:pt x="4952751" y="2571523"/>
                  </a:lnTo>
                  <a:lnTo>
                    <a:pt x="4917120" y="2563640"/>
                  </a:lnTo>
                  <a:lnTo>
                    <a:pt x="4881489" y="2555436"/>
                  </a:lnTo>
                  <a:lnTo>
                    <a:pt x="4845857" y="2546883"/>
                  </a:lnTo>
                  <a:lnTo>
                    <a:pt x="4810226" y="2537954"/>
                  </a:lnTo>
                  <a:lnTo>
                    <a:pt x="4774595" y="2528620"/>
                  </a:lnTo>
                  <a:lnTo>
                    <a:pt x="4738963" y="2518857"/>
                  </a:lnTo>
                  <a:lnTo>
                    <a:pt x="4703332" y="2508652"/>
                  </a:lnTo>
                  <a:lnTo>
                    <a:pt x="4667701" y="2497992"/>
                  </a:lnTo>
                  <a:lnTo>
                    <a:pt x="4632069" y="2486864"/>
                  </a:lnTo>
                  <a:lnTo>
                    <a:pt x="4596438" y="2475256"/>
                  </a:lnTo>
                  <a:lnTo>
                    <a:pt x="4560807" y="2463156"/>
                  </a:lnTo>
                  <a:lnTo>
                    <a:pt x="4525175" y="2450553"/>
                  </a:lnTo>
                  <a:lnTo>
                    <a:pt x="4489544" y="2437436"/>
                  </a:lnTo>
                  <a:lnTo>
                    <a:pt x="4453913" y="2423795"/>
                  </a:lnTo>
                  <a:lnTo>
                    <a:pt x="4418282" y="2409619"/>
                  </a:lnTo>
                  <a:lnTo>
                    <a:pt x="4382650" y="2394901"/>
                  </a:lnTo>
                  <a:lnTo>
                    <a:pt x="4347019" y="2379631"/>
                  </a:lnTo>
                  <a:lnTo>
                    <a:pt x="4311388" y="2363802"/>
                  </a:lnTo>
                  <a:lnTo>
                    <a:pt x="4275756" y="2347407"/>
                  </a:lnTo>
                  <a:lnTo>
                    <a:pt x="4240125" y="2330440"/>
                  </a:lnTo>
                  <a:lnTo>
                    <a:pt x="4204494" y="2312897"/>
                  </a:lnTo>
                  <a:lnTo>
                    <a:pt x="4168862" y="2294773"/>
                  </a:lnTo>
                  <a:lnTo>
                    <a:pt x="4133231" y="2287818"/>
                  </a:lnTo>
                  <a:lnTo>
                    <a:pt x="4097600" y="2282655"/>
                  </a:lnTo>
                  <a:lnTo>
                    <a:pt x="4061968" y="2277442"/>
                  </a:lnTo>
                  <a:lnTo>
                    <a:pt x="4026337" y="2272173"/>
                  </a:lnTo>
                  <a:lnTo>
                    <a:pt x="3990706" y="2266840"/>
                  </a:lnTo>
                  <a:lnTo>
                    <a:pt x="3955075" y="2261435"/>
                  </a:lnTo>
                  <a:lnTo>
                    <a:pt x="3919443" y="2255950"/>
                  </a:lnTo>
                  <a:lnTo>
                    <a:pt x="3883812" y="2250376"/>
                  </a:lnTo>
                  <a:lnTo>
                    <a:pt x="3848181" y="2244706"/>
                  </a:lnTo>
                  <a:lnTo>
                    <a:pt x="3812549" y="2238929"/>
                  </a:lnTo>
                  <a:lnTo>
                    <a:pt x="3776918" y="2233037"/>
                  </a:lnTo>
                  <a:lnTo>
                    <a:pt x="3741287" y="2227021"/>
                  </a:lnTo>
                  <a:lnTo>
                    <a:pt x="3705655" y="2220870"/>
                  </a:lnTo>
                  <a:lnTo>
                    <a:pt x="3670024" y="2214574"/>
                  </a:lnTo>
                  <a:lnTo>
                    <a:pt x="3634393" y="2208124"/>
                  </a:lnTo>
                  <a:lnTo>
                    <a:pt x="3598762" y="2201508"/>
                  </a:lnTo>
                  <a:lnTo>
                    <a:pt x="3563130" y="2194717"/>
                  </a:lnTo>
                  <a:lnTo>
                    <a:pt x="3527499" y="2187738"/>
                  </a:lnTo>
                  <a:lnTo>
                    <a:pt x="3491868" y="2180563"/>
                  </a:lnTo>
                  <a:lnTo>
                    <a:pt x="3456236" y="2173179"/>
                  </a:lnTo>
                  <a:lnTo>
                    <a:pt x="3420605" y="2165584"/>
                  </a:lnTo>
                  <a:lnTo>
                    <a:pt x="3384974" y="2157778"/>
                  </a:lnTo>
                  <a:lnTo>
                    <a:pt x="3349342" y="2149761"/>
                  </a:lnTo>
                  <a:lnTo>
                    <a:pt x="3313711" y="2141534"/>
                  </a:lnTo>
                  <a:lnTo>
                    <a:pt x="3278080" y="2133096"/>
                  </a:lnTo>
                  <a:lnTo>
                    <a:pt x="3242448" y="2124449"/>
                  </a:lnTo>
                  <a:lnTo>
                    <a:pt x="3206817" y="2115593"/>
                  </a:lnTo>
                  <a:lnTo>
                    <a:pt x="3171186" y="2106529"/>
                  </a:lnTo>
                  <a:lnTo>
                    <a:pt x="3135555" y="2097258"/>
                  </a:lnTo>
                  <a:lnTo>
                    <a:pt x="3099923" y="2087781"/>
                  </a:lnTo>
                  <a:lnTo>
                    <a:pt x="3064292" y="2078100"/>
                  </a:lnTo>
                  <a:lnTo>
                    <a:pt x="3028661" y="2068216"/>
                  </a:lnTo>
                  <a:lnTo>
                    <a:pt x="2993029" y="2058131"/>
                  </a:lnTo>
                  <a:lnTo>
                    <a:pt x="2957398" y="2047847"/>
                  </a:lnTo>
                  <a:lnTo>
                    <a:pt x="2921767" y="2037367"/>
                  </a:lnTo>
                  <a:lnTo>
                    <a:pt x="2886135" y="2026692"/>
                  </a:lnTo>
                  <a:lnTo>
                    <a:pt x="2850504" y="2015827"/>
                  </a:lnTo>
                  <a:lnTo>
                    <a:pt x="2814873" y="2004773"/>
                  </a:lnTo>
                  <a:lnTo>
                    <a:pt x="2779241" y="1993534"/>
                  </a:lnTo>
                  <a:lnTo>
                    <a:pt x="2743610" y="1982114"/>
                  </a:lnTo>
                  <a:lnTo>
                    <a:pt x="2707979" y="1970516"/>
                  </a:lnTo>
                  <a:lnTo>
                    <a:pt x="2672348" y="1958746"/>
                  </a:lnTo>
                  <a:lnTo>
                    <a:pt x="2636716" y="1946807"/>
                  </a:lnTo>
                  <a:lnTo>
                    <a:pt x="2601085" y="1934704"/>
                  </a:lnTo>
                  <a:lnTo>
                    <a:pt x="2565454" y="1922442"/>
                  </a:lnTo>
                  <a:lnTo>
                    <a:pt x="2529822" y="1910026"/>
                  </a:lnTo>
                  <a:lnTo>
                    <a:pt x="2494191" y="1897464"/>
                  </a:lnTo>
                  <a:lnTo>
                    <a:pt x="2458560" y="1884759"/>
                  </a:lnTo>
                  <a:lnTo>
                    <a:pt x="2422928" y="1871919"/>
                  </a:lnTo>
                  <a:lnTo>
                    <a:pt x="2387297" y="1858950"/>
                  </a:lnTo>
                  <a:lnTo>
                    <a:pt x="2351666" y="1845859"/>
                  </a:lnTo>
                  <a:lnTo>
                    <a:pt x="2316034" y="1832653"/>
                  </a:lnTo>
                  <a:lnTo>
                    <a:pt x="2280403" y="1819340"/>
                  </a:lnTo>
                  <a:lnTo>
                    <a:pt x="2244772" y="1805926"/>
                  </a:lnTo>
                  <a:lnTo>
                    <a:pt x="2209141" y="1792419"/>
                  </a:lnTo>
                  <a:lnTo>
                    <a:pt x="2173509" y="1778827"/>
                  </a:lnTo>
                  <a:lnTo>
                    <a:pt x="2137878" y="1765159"/>
                  </a:lnTo>
                  <a:lnTo>
                    <a:pt x="2102247" y="1751421"/>
                  </a:lnTo>
                  <a:lnTo>
                    <a:pt x="2066615" y="1737623"/>
                  </a:lnTo>
                  <a:lnTo>
                    <a:pt x="2030984" y="1723771"/>
                  </a:lnTo>
                  <a:lnTo>
                    <a:pt x="1995353" y="1709875"/>
                  </a:lnTo>
                  <a:lnTo>
                    <a:pt x="1959721" y="1695943"/>
                  </a:lnTo>
                  <a:lnTo>
                    <a:pt x="1924090" y="1681981"/>
                  </a:lnTo>
                  <a:lnTo>
                    <a:pt x="1888459" y="1667998"/>
                  </a:lnTo>
                  <a:lnTo>
                    <a:pt x="1852827" y="1654002"/>
                  </a:lnTo>
                  <a:lnTo>
                    <a:pt x="1817196" y="1640000"/>
                  </a:lnTo>
                  <a:lnTo>
                    <a:pt x="1781565" y="1626000"/>
                  </a:lnTo>
                  <a:lnTo>
                    <a:pt x="1745934" y="1612007"/>
                  </a:lnTo>
                  <a:lnTo>
                    <a:pt x="1710302" y="1598028"/>
                  </a:lnTo>
                  <a:lnTo>
                    <a:pt x="1674671" y="1584071"/>
                  </a:lnTo>
                  <a:lnTo>
                    <a:pt x="1639040" y="1570140"/>
                  </a:lnTo>
                  <a:lnTo>
                    <a:pt x="1603408" y="1556241"/>
                  </a:lnTo>
                  <a:lnTo>
                    <a:pt x="1567777" y="1542378"/>
                  </a:lnTo>
                  <a:lnTo>
                    <a:pt x="1532146" y="1528557"/>
                  </a:lnTo>
                  <a:lnTo>
                    <a:pt x="1496514" y="1514780"/>
                  </a:lnTo>
                  <a:lnTo>
                    <a:pt x="1460883" y="1501052"/>
                  </a:lnTo>
                  <a:lnTo>
                    <a:pt x="1425252" y="1487376"/>
                  </a:lnTo>
                  <a:lnTo>
                    <a:pt x="1389620" y="1473753"/>
                  </a:lnTo>
                  <a:lnTo>
                    <a:pt x="1353989" y="1460185"/>
                  </a:lnTo>
                  <a:lnTo>
                    <a:pt x="1318358" y="1446673"/>
                  </a:lnTo>
                  <a:lnTo>
                    <a:pt x="1282727" y="1433218"/>
                  </a:lnTo>
                  <a:lnTo>
                    <a:pt x="1247095" y="1419820"/>
                  </a:lnTo>
                  <a:lnTo>
                    <a:pt x="1211464" y="1406478"/>
                  </a:lnTo>
                  <a:lnTo>
                    <a:pt x="1175833" y="1393191"/>
                  </a:lnTo>
                  <a:lnTo>
                    <a:pt x="1140201" y="1379957"/>
                  </a:lnTo>
                  <a:lnTo>
                    <a:pt x="1104570" y="1366774"/>
                  </a:lnTo>
                  <a:lnTo>
                    <a:pt x="1068939" y="1353639"/>
                  </a:lnTo>
                  <a:lnTo>
                    <a:pt x="1033307" y="1340549"/>
                  </a:lnTo>
                  <a:lnTo>
                    <a:pt x="997676" y="1327498"/>
                  </a:lnTo>
                  <a:lnTo>
                    <a:pt x="962045" y="1314484"/>
                  </a:lnTo>
                  <a:lnTo>
                    <a:pt x="926413" y="1301504"/>
                  </a:lnTo>
                  <a:lnTo>
                    <a:pt x="890782" y="1288554"/>
                  </a:lnTo>
                  <a:lnTo>
                    <a:pt x="855151" y="1275633"/>
                  </a:lnTo>
                  <a:lnTo>
                    <a:pt x="819520" y="1262738"/>
                  </a:lnTo>
                  <a:lnTo>
                    <a:pt x="783888" y="1249867"/>
                  </a:lnTo>
                  <a:lnTo>
                    <a:pt x="748257" y="1237018"/>
                  </a:lnTo>
                  <a:lnTo>
                    <a:pt x="712626" y="1224189"/>
                  </a:lnTo>
                  <a:lnTo>
                    <a:pt x="676994" y="1211377"/>
                  </a:lnTo>
                  <a:lnTo>
                    <a:pt x="641363" y="1198581"/>
                  </a:lnTo>
                  <a:lnTo>
                    <a:pt x="605732" y="1185797"/>
                  </a:lnTo>
                  <a:lnTo>
                    <a:pt x="570100" y="1173025"/>
                  </a:lnTo>
                  <a:lnTo>
                    <a:pt x="534469" y="1160262"/>
                  </a:lnTo>
                  <a:lnTo>
                    <a:pt x="498838" y="1147506"/>
                  </a:lnTo>
                  <a:lnTo>
                    <a:pt x="463206" y="1134755"/>
                  </a:lnTo>
                  <a:lnTo>
                    <a:pt x="427575" y="1122007"/>
                  </a:lnTo>
                  <a:lnTo>
                    <a:pt x="391944" y="1109261"/>
                  </a:lnTo>
                  <a:lnTo>
                    <a:pt x="356313" y="1096515"/>
                  </a:lnTo>
                  <a:lnTo>
                    <a:pt x="320681" y="1083766"/>
                  </a:lnTo>
                  <a:lnTo>
                    <a:pt x="285050" y="1071014"/>
                  </a:lnTo>
                  <a:lnTo>
                    <a:pt x="249419" y="1058256"/>
                  </a:lnTo>
                  <a:lnTo>
                    <a:pt x="213787" y="1045491"/>
                  </a:lnTo>
                  <a:lnTo>
                    <a:pt x="178156" y="1032717"/>
                  </a:lnTo>
                  <a:lnTo>
                    <a:pt x="142525" y="1019933"/>
                  </a:lnTo>
                  <a:lnTo>
                    <a:pt x="106893" y="1007137"/>
                  </a:lnTo>
                  <a:lnTo>
                    <a:pt x="71262" y="994328"/>
                  </a:lnTo>
                  <a:lnTo>
                    <a:pt x="35631" y="981503"/>
                  </a:lnTo>
                  <a:lnTo>
                    <a:pt x="0" y="968663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94297" y="2571315"/>
              <a:ext cx="5468381" cy="2473085"/>
            </a:xfrm>
            <a:custGeom>
              <a:avLst/>
              <a:pathLst>
                <a:path w="5468381" h="2473085">
                  <a:moveTo>
                    <a:pt x="0" y="0"/>
                  </a:moveTo>
                  <a:lnTo>
                    <a:pt x="16791" y="23538"/>
                  </a:lnTo>
                  <a:lnTo>
                    <a:pt x="52423" y="72471"/>
                  </a:lnTo>
                  <a:lnTo>
                    <a:pt x="88054" y="120424"/>
                  </a:lnTo>
                  <a:lnTo>
                    <a:pt x="123685" y="167431"/>
                  </a:lnTo>
                  <a:lnTo>
                    <a:pt x="159317" y="213526"/>
                  </a:lnTo>
                  <a:lnTo>
                    <a:pt x="194948" y="258743"/>
                  </a:lnTo>
                  <a:lnTo>
                    <a:pt x="230579" y="303116"/>
                  </a:lnTo>
                  <a:lnTo>
                    <a:pt x="266211" y="346677"/>
                  </a:lnTo>
                  <a:lnTo>
                    <a:pt x="301842" y="389460"/>
                  </a:lnTo>
                  <a:lnTo>
                    <a:pt x="337473" y="431495"/>
                  </a:lnTo>
                  <a:lnTo>
                    <a:pt x="373105" y="472815"/>
                  </a:lnTo>
                  <a:lnTo>
                    <a:pt x="408736" y="513451"/>
                  </a:lnTo>
                  <a:lnTo>
                    <a:pt x="444367" y="553431"/>
                  </a:lnTo>
                  <a:lnTo>
                    <a:pt x="479998" y="592786"/>
                  </a:lnTo>
                  <a:lnTo>
                    <a:pt x="515630" y="631545"/>
                  </a:lnTo>
                  <a:lnTo>
                    <a:pt x="551261" y="669735"/>
                  </a:lnTo>
                  <a:lnTo>
                    <a:pt x="586892" y="707382"/>
                  </a:lnTo>
                  <a:lnTo>
                    <a:pt x="622524" y="744514"/>
                  </a:lnTo>
                  <a:lnTo>
                    <a:pt x="658155" y="781155"/>
                  </a:lnTo>
                  <a:lnTo>
                    <a:pt x="693786" y="817330"/>
                  </a:lnTo>
                  <a:lnTo>
                    <a:pt x="729418" y="853061"/>
                  </a:lnTo>
                  <a:lnTo>
                    <a:pt x="765049" y="888372"/>
                  </a:lnTo>
                  <a:lnTo>
                    <a:pt x="800680" y="923282"/>
                  </a:lnTo>
                  <a:lnTo>
                    <a:pt x="836312" y="957813"/>
                  </a:lnTo>
                  <a:lnTo>
                    <a:pt x="871943" y="991984"/>
                  </a:lnTo>
                  <a:lnTo>
                    <a:pt x="907574" y="1025812"/>
                  </a:lnTo>
                  <a:lnTo>
                    <a:pt x="943205" y="1059314"/>
                  </a:lnTo>
                  <a:lnTo>
                    <a:pt x="978837" y="1092507"/>
                  </a:lnTo>
                  <a:lnTo>
                    <a:pt x="1014468" y="1125406"/>
                  </a:lnTo>
                  <a:lnTo>
                    <a:pt x="1050099" y="1158023"/>
                  </a:lnTo>
                  <a:lnTo>
                    <a:pt x="1085731" y="1190372"/>
                  </a:lnTo>
                  <a:lnTo>
                    <a:pt x="1121362" y="1222465"/>
                  </a:lnTo>
                  <a:lnTo>
                    <a:pt x="1156993" y="1254311"/>
                  </a:lnTo>
                  <a:lnTo>
                    <a:pt x="1192625" y="1285921"/>
                  </a:lnTo>
                  <a:lnTo>
                    <a:pt x="1228256" y="1317303"/>
                  </a:lnTo>
                  <a:lnTo>
                    <a:pt x="1263887" y="1348464"/>
                  </a:lnTo>
                  <a:lnTo>
                    <a:pt x="1299518" y="1379411"/>
                  </a:lnTo>
                  <a:lnTo>
                    <a:pt x="1335150" y="1410150"/>
                  </a:lnTo>
                  <a:lnTo>
                    <a:pt x="1370781" y="1440686"/>
                  </a:lnTo>
                  <a:lnTo>
                    <a:pt x="1406412" y="1471021"/>
                  </a:lnTo>
                  <a:lnTo>
                    <a:pt x="1442044" y="1501159"/>
                  </a:lnTo>
                  <a:lnTo>
                    <a:pt x="1477675" y="1531102"/>
                  </a:lnTo>
                  <a:lnTo>
                    <a:pt x="1513306" y="1560851"/>
                  </a:lnTo>
                  <a:lnTo>
                    <a:pt x="1548938" y="1590407"/>
                  </a:lnTo>
                  <a:lnTo>
                    <a:pt x="1584569" y="1619768"/>
                  </a:lnTo>
                  <a:lnTo>
                    <a:pt x="1620200" y="1648935"/>
                  </a:lnTo>
                  <a:lnTo>
                    <a:pt x="1655832" y="1677905"/>
                  </a:lnTo>
                  <a:lnTo>
                    <a:pt x="1691463" y="1706676"/>
                  </a:lnTo>
                  <a:lnTo>
                    <a:pt x="1727094" y="1735245"/>
                  </a:lnTo>
                  <a:lnTo>
                    <a:pt x="1762725" y="1763608"/>
                  </a:lnTo>
                  <a:lnTo>
                    <a:pt x="1798357" y="1791761"/>
                  </a:lnTo>
                  <a:lnTo>
                    <a:pt x="1833988" y="1819699"/>
                  </a:lnTo>
                  <a:lnTo>
                    <a:pt x="1869619" y="1847418"/>
                  </a:lnTo>
                  <a:lnTo>
                    <a:pt x="1905251" y="1874900"/>
                  </a:lnTo>
                  <a:lnTo>
                    <a:pt x="1940882" y="1902105"/>
                  </a:lnTo>
                  <a:lnTo>
                    <a:pt x="1976513" y="1928994"/>
                  </a:lnTo>
                  <a:lnTo>
                    <a:pt x="2012145" y="1955529"/>
                  </a:lnTo>
                  <a:lnTo>
                    <a:pt x="2047776" y="1981677"/>
                  </a:lnTo>
                  <a:lnTo>
                    <a:pt x="2083407" y="2007405"/>
                  </a:lnTo>
                  <a:lnTo>
                    <a:pt x="2119039" y="2032688"/>
                  </a:lnTo>
                  <a:lnTo>
                    <a:pt x="2154670" y="2057498"/>
                  </a:lnTo>
                  <a:lnTo>
                    <a:pt x="2190301" y="2081815"/>
                  </a:lnTo>
                  <a:lnTo>
                    <a:pt x="2225932" y="2105619"/>
                  </a:lnTo>
                  <a:lnTo>
                    <a:pt x="2261564" y="2128893"/>
                  </a:lnTo>
                  <a:lnTo>
                    <a:pt x="2297195" y="2151622"/>
                  </a:lnTo>
                  <a:lnTo>
                    <a:pt x="2332826" y="2173797"/>
                  </a:lnTo>
                  <a:lnTo>
                    <a:pt x="2368458" y="2195405"/>
                  </a:lnTo>
                  <a:lnTo>
                    <a:pt x="2404089" y="2216441"/>
                  </a:lnTo>
                  <a:lnTo>
                    <a:pt x="2439720" y="2236898"/>
                  </a:lnTo>
                  <a:lnTo>
                    <a:pt x="2475352" y="2256774"/>
                  </a:lnTo>
                  <a:lnTo>
                    <a:pt x="2510983" y="2276065"/>
                  </a:lnTo>
                  <a:lnTo>
                    <a:pt x="2546614" y="2292939"/>
                  </a:lnTo>
                  <a:lnTo>
                    <a:pt x="2582246" y="2298023"/>
                  </a:lnTo>
                  <a:lnTo>
                    <a:pt x="2617877" y="2303077"/>
                  </a:lnTo>
                  <a:lnTo>
                    <a:pt x="2653508" y="2308106"/>
                  </a:lnTo>
                  <a:lnTo>
                    <a:pt x="2689139" y="2313116"/>
                  </a:lnTo>
                  <a:lnTo>
                    <a:pt x="2724771" y="2318111"/>
                  </a:lnTo>
                  <a:lnTo>
                    <a:pt x="2760402" y="2323096"/>
                  </a:lnTo>
                  <a:lnTo>
                    <a:pt x="2796033" y="2328074"/>
                  </a:lnTo>
                  <a:lnTo>
                    <a:pt x="2831665" y="2333049"/>
                  </a:lnTo>
                  <a:lnTo>
                    <a:pt x="2867296" y="2338022"/>
                  </a:lnTo>
                  <a:lnTo>
                    <a:pt x="2902927" y="2342997"/>
                  </a:lnTo>
                  <a:lnTo>
                    <a:pt x="2938559" y="2347975"/>
                  </a:lnTo>
                  <a:lnTo>
                    <a:pt x="2974190" y="2352955"/>
                  </a:lnTo>
                  <a:lnTo>
                    <a:pt x="3009821" y="2357938"/>
                  </a:lnTo>
                  <a:lnTo>
                    <a:pt x="3045453" y="2362923"/>
                  </a:lnTo>
                  <a:lnTo>
                    <a:pt x="3081084" y="2367907"/>
                  </a:lnTo>
                  <a:lnTo>
                    <a:pt x="3116715" y="2372888"/>
                  </a:lnTo>
                  <a:lnTo>
                    <a:pt x="3152346" y="2377862"/>
                  </a:lnTo>
                  <a:lnTo>
                    <a:pt x="3187978" y="2382822"/>
                  </a:lnTo>
                  <a:lnTo>
                    <a:pt x="3223609" y="2387759"/>
                  </a:lnTo>
                  <a:lnTo>
                    <a:pt x="3259240" y="2392661"/>
                  </a:lnTo>
                  <a:lnTo>
                    <a:pt x="3294872" y="2397515"/>
                  </a:lnTo>
                  <a:lnTo>
                    <a:pt x="3330503" y="2402308"/>
                  </a:lnTo>
                  <a:lnTo>
                    <a:pt x="3366134" y="2407028"/>
                  </a:lnTo>
                  <a:lnTo>
                    <a:pt x="3401766" y="2411661"/>
                  </a:lnTo>
                  <a:lnTo>
                    <a:pt x="3437397" y="2416196"/>
                  </a:lnTo>
                  <a:lnTo>
                    <a:pt x="3473028" y="2420622"/>
                  </a:lnTo>
                  <a:lnTo>
                    <a:pt x="3508660" y="2424925"/>
                  </a:lnTo>
                  <a:lnTo>
                    <a:pt x="3544291" y="2429096"/>
                  </a:lnTo>
                  <a:lnTo>
                    <a:pt x="3579922" y="2433123"/>
                  </a:lnTo>
                  <a:lnTo>
                    <a:pt x="3615553" y="2436996"/>
                  </a:lnTo>
                  <a:lnTo>
                    <a:pt x="3651185" y="2440705"/>
                  </a:lnTo>
                  <a:lnTo>
                    <a:pt x="3686816" y="2444242"/>
                  </a:lnTo>
                  <a:lnTo>
                    <a:pt x="3722447" y="2447598"/>
                  </a:lnTo>
                  <a:lnTo>
                    <a:pt x="3758079" y="2450765"/>
                  </a:lnTo>
                  <a:lnTo>
                    <a:pt x="3793710" y="2453737"/>
                  </a:lnTo>
                  <a:lnTo>
                    <a:pt x="3829341" y="2456508"/>
                  </a:lnTo>
                  <a:lnTo>
                    <a:pt x="3864973" y="2459073"/>
                  </a:lnTo>
                  <a:lnTo>
                    <a:pt x="3900604" y="2461427"/>
                  </a:lnTo>
                  <a:lnTo>
                    <a:pt x="3936235" y="2463568"/>
                  </a:lnTo>
                  <a:lnTo>
                    <a:pt x="3971867" y="2465493"/>
                  </a:lnTo>
                  <a:lnTo>
                    <a:pt x="4007498" y="2467200"/>
                  </a:lnTo>
                  <a:lnTo>
                    <a:pt x="4043129" y="2468689"/>
                  </a:lnTo>
                  <a:lnTo>
                    <a:pt x="4078760" y="2469959"/>
                  </a:lnTo>
                  <a:lnTo>
                    <a:pt x="4114392" y="2471012"/>
                  </a:lnTo>
                  <a:lnTo>
                    <a:pt x="4150023" y="2471849"/>
                  </a:lnTo>
                  <a:lnTo>
                    <a:pt x="4185654" y="2472471"/>
                  </a:lnTo>
                  <a:lnTo>
                    <a:pt x="4221286" y="2472882"/>
                  </a:lnTo>
                  <a:lnTo>
                    <a:pt x="4256917" y="2473085"/>
                  </a:lnTo>
                  <a:lnTo>
                    <a:pt x="4292548" y="2473083"/>
                  </a:lnTo>
                  <a:lnTo>
                    <a:pt x="4328180" y="2472880"/>
                  </a:lnTo>
                  <a:lnTo>
                    <a:pt x="4363811" y="2472481"/>
                  </a:lnTo>
                  <a:lnTo>
                    <a:pt x="4399442" y="2471890"/>
                  </a:lnTo>
                  <a:lnTo>
                    <a:pt x="4435074" y="2471113"/>
                  </a:lnTo>
                  <a:lnTo>
                    <a:pt x="4470705" y="2470155"/>
                  </a:lnTo>
                  <a:lnTo>
                    <a:pt x="4506336" y="2469021"/>
                  </a:lnTo>
                  <a:lnTo>
                    <a:pt x="4541967" y="2467718"/>
                  </a:lnTo>
                  <a:lnTo>
                    <a:pt x="4577599" y="2466250"/>
                  </a:lnTo>
                  <a:lnTo>
                    <a:pt x="4613230" y="2464624"/>
                  </a:lnTo>
                  <a:lnTo>
                    <a:pt x="4648861" y="2462846"/>
                  </a:lnTo>
                  <a:lnTo>
                    <a:pt x="4684493" y="2460922"/>
                  </a:lnTo>
                  <a:lnTo>
                    <a:pt x="4720124" y="2458859"/>
                  </a:lnTo>
                  <a:lnTo>
                    <a:pt x="4755755" y="2456664"/>
                  </a:lnTo>
                  <a:lnTo>
                    <a:pt x="4791387" y="2454342"/>
                  </a:lnTo>
                  <a:lnTo>
                    <a:pt x="4827018" y="2451901"/>
                  </a:lnTo>
                  <a:lnTo>
                    <a:pt x="4862649" y="2449348"/>
                  </a:lnTo>
                  <a:lnTo>
                    <a:pt x="4898281" y="2446688"/>
                  </a:lnTo>
                  <a:lnTo>
                    <a:pt x="4933912" y="2443931"/>
                  </a:lnTo>
                  <a:lnTo>
                    <a:pt x="4969543" y="2441082"/>
                  </a:lnTo>
                  <a:lnTo>
                    <a:pt x="5005174" y="2438149"/>
                  </a:lnTo>
                  <a:lnTo>
                    <a:pt x="5040806" y="2435139"/>
                  </a:lnTo>
                  <a:lnTo>
                    <a:pt x="5076437" y="2432060"/>
                  </a:lnTo>
                  <a:lnTo>
                    <a:pt x="5112068" y="2428920"/>
                  </a:lnTo>
                  <a:lnTo>
                    <a:pt x="5147700" y="2425724"/>
                  </a:lnTo>
                  <a:lnTo>
                    <a:pt x="5183331" y="2422473"/>
                  </a:lnTo>
                  <a:lnTo>
                    <a:pt x="5218962" y="2419171"/>
                  </a:lnTo>
                  <a:lnTo>
                    <a:pt x="5254594" y="2415817"/>
                  </a:lnTo>
                  <a:lnTo>
                    <a:pt x="5290225" y="2412413"/>
                  </a:lnTo>
                  <a:lnTo>
                    <a:pt x="5325856" y="2408961"/>
                  </a:lnTo>
                  <a:lnTo>
                    <a:pt x="5361487" y="2405462"/>
                  </a:lnTo>
                  <a:lnTo>
                    <a:pt x="5397119" y="2401916"/>
                  </a:lnTo>
                  <a:lnTo>
                    <a:pt x="5432750" y="2398325"/>
                  </a:lnTo>
                  <a:lnTo>
                    <a:pt x="5468381" y="23946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39978"/>
              <a:ext cx="7090630" cy="1892411"/>
            </a:xfrm>
            <a:custGeom>
              <a:avLst/>
              <a:pathLst>
                <a:path w="7090630" h="1892411">
                  <a:moveTo>
                    <a:pt x="7090630" y="1892411"/>
                  </a:moveTo>
                  <a:lnTo>
                    <a:pt x="7054998" y="1889292"/>
                  </a:lnTo>
                  <a:lnTo>
                    <a:pt x="7019367" y="1886112"/>
                  </a:lnTo>
                  <a:lnTo>
                    <a:pt x="6983736" y="1882872"/>
                  </a:lnTo>
                  <a:lnTo>
                    <a:pt x="6948104" y="1879570"/>
                  </a:lnTo>
                  <a:lnTo>
                    <a:pt x="6912473" y="1876207"/>
                  </a:lnTo>
                  <a:lnTo>
                    <a:pt x="6876842" y="1872780"/>
                  </a:lnTo>
                  <a:lnTo>
                    <a:pt x="6841210" y="1869291"/>
                  </a:lnTo>
                  <a:lnTo>
                    <a:pt x="6805579" y="1865739"/>
                  </a:lnTo>
                  <a:lnTo>
                    <a:pt x="6769948" y="1862123"/>
                  </a:lnTo>
                  <a:lnTo>
                    <a:pt x="6734317" y="1858443"/>
                  </a:lnTo>
                  <a:lnTo>
                    <a:pt x="6698685" y="1854699"/>
                  </a:lnTo>
                  <a:lnTo>
                    <a:pt x="6663054" y="1850891"/>
                  </a:lnTo>
                  <a:lnTo>
                    <a:pt x="6627423" y="1847021"/>
                  </a:lnTo>
                  <a:lnTo>
                    <a:pt x="6591791" y="1843088"/>
                  </a:lnTo>
                  <a:lnTo>
                    <a:pt x="6556160" y="1839093"/>
                  </a:lnTo>
                  <a:lnTo>
                    <a:pt x="6520529" y="1835037"/>
                  </a:lnTo>
                  <a:lnTo>
                    <a:pt x="6484897" y="1830920"/>
                  </a:lnTo>
                  <a:lnTo>
                    <a:pt x="6449266" y="1826745"/>
                  </a:lnTo>
                  <a:lnTo>
                    <a:pt x="6413635" y="1822511"/>
                  </a:lnTo>
                  <a:lnTo>
                    <a:pt x="6378003" y="1818221"/>
                  </a:lnTo>
                  <a:lnTo>
                    <a:pt x="6342372" y="1813875"/>
                  </a:lnTo>
                  <a:lnTo>
                    <a:pt x="6306741" y="1809476"/>
                  </a:lnTo>
                  <a:lnTo>
                    <a:pt x="6271110" y="1805024"/>
                  </a:lnTo>
                  <a:lnTo>
                    <a:pt x="6235478" y="1800521"/>
                  </a:lnTo>
                  <a:lnTo>
                    <a:pt x="6199847" y="1795969"/>
                  </a:lnTo>
                  <a:lnTo>
                    <a:pt x="6164216" y="1791370"/>
                  </a:lnTo>
                  <a:lnTo>
                    <a:pt x="6128584" y="1786725"/>
                  </a:lnTo>
                  <a:lnTo>
                    <a:pt x="6092953" y="1782037"/>
                  </a:lnTo>
                  <a:lnTo>
                    <a:pt x="6057322" y="1777307"/>
                  </a:lnTo>
                  <a:lnTo>
                    <a:pt x="6021690" y="1772537"/>
                  </a:lnTo>
                  <a:lnTo>
                    <a:pt x="5986059" y="1767729"/>
                  </a:lnTo>
                  <a:lnTo>
                    <a:pt x="5950428" y="1762884"/>
                  </a:lnTo>
                  <a:lnTo>
                    <a:pt x="5914796" y="1758004"/>
                  </a:lnTo>
                  <a:lnTo>
                    <a:pt x="5879165" y="1753089"/>
                  </a:lnTo>
                  <a:lnTo>
                    <a:pt x="5843534" y="1748142"/>
                  </a:lnTo>
                  <a:lnTo>
                    <a:pt x="5807903" y="1743162"/>
                  </a:lnTo>
                  <a:lnTo>
                    <a:pt x="5772271" y="1738149"/>
                  </a:lnTo>
                  <a:lnTo>
                    <a:pt x="5736640" y="1733104"/>
                  </a:lnTo>
                  <a:lnTo>
                    <a:pt x="5701009" y="1728025"/>
                  </a:lnTo>
                  <a:lnTo>
                    <a:pt x="5665377" y="1722910"/>
                  </a:lnTo>
                  <a:lnTo>
                    <a:pt x="5629746" y="1717759"/>
                  </a:lnTo>
                  <a:lnTo>
                    <a:pt x="5594115" y="1712566"/>
                  </a:lnTo>
                  <a:lnTo>
                    <a:pt x="5558483" y="1707330"/>
                  </a:lnTo>
                  <a:lnTo>
                    <a:pt x="5522852" y="1702045"/>
                  </a:lnTo>
                  <a:lnTo>
                    <a:pt x="5487221" y="1696705"/>
                  </a:lnTo>
                  <a:lnTo>
                    <a:pt x="5451589" y="1691303"/>
                  </a:lnTo>
                  <a:lnTo>
                    <a:pt x="5415958" y="1685833"/>
                  </a:lnTo>
                  <a:lnTo>
                    <a:pt x="5380327" y="1680284"/>
                  </a:lnTo>
                  <a:lnTo>
                    <a:pt x="5344696" y="1674648"/>
                  </a:lnTo>
                  <a:lnTo>
                    <a:pt x="5309064" y="1668912"/>
                  </a:lnTo>
                  <a:lnTo>
                    <a:pt x="5273433" y="1663066"/>
                  </a:lnTo>
                  <a:lnTo>
                    <a:pt x="5237802" y="1657095"/>
                  </a:lnTo>
                  <a:lnTo>
                    <a:pt x="5202170" y="1650984"/>
                  </a:lnTo>
                  <a:lnTo>
                    <a:pt x="5166539" y="1644719"/>
                  </a:lnTo>
                  <a:lnTo>
                    <a:pt x="5130908" y="1638283"/>
                  </a:lnTo>
                  <a:lnTo>
                    <a:pt x="5095276" y="1631657"/>
                  </a:lnTo>
                  <a:lnTo>
                    <a:pt x="5059645" y="1624822"/>
                  </a:lnTo>
                  <a:lnTo>
                    <a:pt x="5024014" y="1617759"/>
                  </a:lnTo>
                  <a:lnTo>
                    <a:pt x="4988382" y="1610446"/>
                  </a:lnTo>
                  <a:lnTo>
                    <a:pt x="4952751" y="1602859"/>
                  </a:lnTo>
                  <a:lnTo>
                    <a:pt x="4917120" y="1594977"/>
                  </a:lnTo>
                  <a:lnTo>
                    <a:pt x="4881489" y="1586772"/>
                  </a:lnTo>
                  <a:lnTo>
                    <a:pt x="4845857" y="1578220"/>
                  </a:lnTo>
                  <a:lnTo>
                    <a:pt x="4810226" y="1569291"/>
                  </a:lnTo>
                  <a:lnTo>
                    <a:pt x="4774595" y="1559956"/>
                  </a:lnTo>
                  <a:lnTo>
                    <a:pt x="4738963" y="1550193"/>
                  </a:lnTo>
                  <a:lnTo>
                    <a:pt x="4703332" y="1539989"/>
                  </a:lnTo>
                  <a:lnTo>
                    <a:pt x="4667701" y="1529328"/>
                  </a:lnTo>
                  <a:lnTo>
                    <a:pt x="4632069" y="1518200"/>
                  </a:lnTo>
                  <a:lnTo>
                    <a:pt x="4596438" y="1506592"/>
                  </a:lnTo>
                  <a:lnTo>
                    <a:pt x="4560807" y="1494492"/>
                  </a:lnTo>
                  <a:lnTo>
                    <a:pt x="4525175" y="1481889"/>
                  </a:lnTo>
                  <a:lnTo>
                    <a:pt x="4489544" y="1468772"/>
                  </a:lnTo>
                  <a:lnTo>
                    <a:pt x="4453913" y="1455131"/>
                  </a:lnTo>
                  <a:lnTo>
                    <a:pt x="4418282" y="1440956"/>
                  </a:lnTo>
                  <a:lnTo>
                    <a:pt x="4382650" y="1426237"/>
                  </a:lnTo>
                  <a:lnTo>
                    <a:pt x="4347019" y="1410968"/>
                  </a:lnTo>
                  <a:lnTo>
                    <a:pt x="4311388" y="1395139"/>
                  </a:lnTo>
                  <a:lnTo>
                    <a:pt x="4275756" y="1378744"/>
                  </a:lnTo>
                  <a:lnTo>
                    <a:pt x="4240125" y="1361777"/>
                  </a:lnTo>
                  <a:lnTo>
                    <a:pt x="4204494" y="1344233"/>
                  </a:lnTo>
                  <a:lnTo>
                    <a:pt x="4168862" y="1326109"/>
                  </a:lnTo>
                  <a:lnTo>
                    <a:pt x="4133231" y="1319155"/>
                  </a:lnTo>
                  <a:lnTo>
                    <a:pt x="4097600" y="1313991"/>
                  </a:lnTo>
                  <a:lnTo>
                    <a:pt x="4061968" y="1308779"/>
                  </a:lnTo>
                  <a:lnTo>
                    <a:pt x="4026337" y="1303510"/>
                  </a:lnTo>
                  <a:lnTo>
                    <a:pt x="3990706" y="1298176"/>
                  </a:lnTo>
                  <a:lnTo>
                    <a:pt x="3955075" y="1292771"/>
                  </a:lnTo>
                  <a:lnTo>
                    <a:pt x="3919443" y="1287286"/>
                  </a:lnTo>
                  <a:lnTo>
                    <a:pt x="3883812" y="1281713"/>
                  </a:lnTo>
                  <a:lnTo>
                    <a:pt x="3848181" y="1276042"/>
                  </a:lnTo>
                  <a:lnTo>
                    <a:pt x="3812549" y="1270266"/>
                  </a:lnTo>
                  <a:lnTo>
                    <a:pt x="3776918" y="1264374"/>
                  </a:lnTo>
                  <a:lnTo>
                    <a:pt x="3741287" y="1258357"/>
                  </a:lnTo>
                  <a:lnTo>
                    <a:pt x="3705655" y="1252206"/>
                  </a:lnTo>
                  <a:lnTo>
                    <a:pt x="3670024" y="1245910"/>
                  </a:lnTo>
                  <a:lnTo>
                    <a:pt x="3634393" y="1239460"/>
                  </a:lnTo>
                  <a:lnTo>
                    <a:pt x="3598762" y="1232844"/>
                  </a:lnTo>
                  <a:lnTo>
                    <a:pt x="3563130" y="1226053"/>
                  </a:lnTo>
                  <a:lnTo>
                    <a:pt x="3527499" y="1219075"/>
                  </a:lnTo>
                  <a:lnTo>
                    <a:pt x="3491868" y="1211899"/>
                  </a:lnTo>
                  <a:lnTo>
                    <a:pt x="3456236" y="1204515"/>
                  </a:lnTo>
                  <a:lnTo>
                    <a:pt x="3420605" y="1196920"/>
                  </a:lnTo>
                  <a:lnTo>
                    <a:pt x="3384974" y="1189114"/>
                  </a:lnTo>
                  <a:lnTo>
                    <a:pt x="3349342" y="1181098"/>
                  </a:lnTo>
                  <a:lnTo>
                    <a:pt x="3313711" y="1172870"/>
                  </a:lnTo>
                  <a:lnTo>
                    <a:pt x="3278080" y="1164433"/>
                  </a:lnTo>
                  <a:lnTo>
                    <a:pt x="3242448" y="1155785"/>
                  </a:lnTo>
                  <a:lnTo>
                    <a:pt x="3206817" y="1146929"/>
                  </a:lnTo>
                  <a:lnTo>
                    <a:pt x="3171186" y="1137865"/>
                  </a:lnTo>
                  <a:lnTo>
                    <a:pt x="3135555" y="1128594"/>
                  </a:lnTo>
                  <a:lnTo>
                    <a:pt x="3099923" y="1119117"/>
                  </a:lnTo>
                  <a:lnTo>
                    <a:pt x="3064292" y="1109436"/>
                  </a:lnTo>
                  <a:lnTo>
                    <a:pt x="3028661" y="1099552"/>
                  </a:lnTo>
                  <a:lnTo>
                    <a:pt x="2993029" y="1089467"/>
                  </a:lnTo>
                  <a:lnTo>
                    <a:pt x="2957398" y="1079184"/>
                  </a:lnTo>
                  <a:lnTo>
                    <a:pt x="2921767" y="1068703"/>
                  </a:lnTo>
                  <a:lnTo>
                    <a:pt x="2886135" y="1058029"/>
                  </a:lnTo>
                  <a:lnTo>
                    <a:pt x="2850504" y="1047163"/>
                  </a:lnTo>
                  <a:lnTo>
                    <a:pt x="2814873" y="1036109"/>
                  </a:lnTo>
                  <a:lnTo>
                    <a:pt x="2779241" y="1024870"/>
                  </a:lnTo>
                  <a:lnTo>
                    <a:pt x="2743610" y="1013450"/>
                  </a:lnTo>
                  <a:lnTo>
                    <a:pt x="2707979" y="1001853"/>
                  </a:lnTo>
                  <a:lnTo>
                    <a:pt x="2672348" y="990082"/>
                  </a:lnTo>
                  <a:lnTo>
                    <a:pt x="2636716" y="978143"/>
                  </a:lnTo>
                  <a:lnTo>
                    <a:pt x="2601085" y="966040"/>
                  </a:lnTo>
                  <a:lnTo>
                    <a:pt x="2565454" y="953778"/>
                  </a:lnTo>
                  <a:lnTo>
                    <a:pt x="2529822" y="941363"/>
                  </a:lnTo>
                  <a:lnTo>
                    <a:pt x="2494191" y="928800"/>
                  </a:lnTo>
                  <a:lnTo>
                    <a:pt x="2458560" y="916095"/>
                  </a:lnTo>
                  <a:lnTo>
                    <a:pt x="2422928" y="903255"/>
                  </a:lnTo>
                  <a:lnTo>
                    <a:pt x="2387297" y="890287"/>
                  </a:lnTo>
                  <a:lnTo>
                    <a:pt x="2351666" y="877196"/>
                  </a:lnTo>
                  <a:lnTo>
                    <a:pt x="2316034" y="863990"/>
                  </a:lnTo>
                  <a:lnTo>
                    <a:pt x="2280403" y="850676"/>
                  </a:lnTo>
                  <a:lnTo>
                    <a:pt x="2244772" y="837262"/>
                  </a:lnTo>
                  <a:lnTo>
                    <a:pt x="2209141" y="823755"/>
                  </a:lnTo>
                  <a:lnTo>
                    <a:pt x="2173509" y="810164"/>
                  </a:lnTo>
                  <a:lnTo>
                    <a:pt x="2137878" y="796495"/>
                  </a:lnTo>
                  <a:lnTo>
                    <a:pt x="2102247" y="782757"/>
                  </a:lnTo>
                  <a:lnTo>
                    <a:pt x="2066615" y="768959"/>
                  </a:lnTo>
                  <a:lnTo>
                    <a:pt x="2030984" y="755108"/>
                  </a:lnTo>
                  <a:lnTo>
                    <a:pt x="1995353" y="741212"/>
                  </a:lnTo>
                  <a:lnTo>
                    <a:pt x="1959721" y="727279"/>
                  </a:lnTo>
                  <a:lnTo>
                    <a:pt x="1924090" y="713317"/>
                  </a:lnTo>
                  <a:lnTo>
                    <a:pt x="1888459" y="699335"/>
                  </a:lnTo>
                  <a:lnTo>
                    <a:pt x="1852827" y="685339"/>
                  </a:lnTo>
                  <a:lnTo>
                    <a:pt x="1817196" y="671337"/>
                  </a:lnTo>
                  <a:lnTo>
                    <a:pt x="1781565" y="657336"/>
                  </a:lnTo>
                  <a:lnTo>
                    <a:pt x="1745934" y="643343"/>
                  </a:lnTo>
                  <a:lnTo>
                    <a:pt x="1710302" y="629365"/>
                  </a:lnTo>
                  <a:lnTo>
                    <a:pt x="1674671" y="615407"/>
                  </a:lnTo>
                  <a:lnTo>
                    <a:pt x="1639040" y="601476"/>
                  </a:lnTo>
                  <a:lnTo>
                    <a:pt x="1603408" y="587577"/>
                  </a:lnTo>
                  <a:lnTo>
                    <a:pt x="1567777" y="573714"/>
                  </a:lnTo>
                  <a:lnTo>
                    <a:pt x="1532146" y="559893"/>
                  </a:lnTo>
                  <a:lnTo>
                    <a:pt x="1496514" y="546117"/>
                  </a:lnTo>
                  <a:lnTo>
                    <a:pt x="1460883" y="532389"/>
                  </a:lnTo>
                  <a:lnTo>
                    <a:pt x="1425252" y="518712"/>
                  </a:lnTo>
                  <a:lnTo>
                    <a:pt x="1389620" y="505089"/>
                  </a:lnTo>
                  <a:lnTo>
                    <a:pt x="1353989" y="491521"/>
                  </a:lnTo>
                  <a:lnTo>
                    <a:pt x="1318358" y="478009"/>
                  </a:lnTo>
                  <a:lnTo>
                    <a:pt x="1282727" y="464554"/>
                  </a:lnTo>
                  <a:lnTo>
                    <a:pt x="1247095" y="451156"/>
                  </a:lnTo>
                  <a:lnTo>
                    <a:pt x="1211464" y="437815"/>
                  </a:lnTo>
                  <a:lnTo>
                    <a:pt x="1175833" y="424528"/>
                  </a:lnTo>
                  <a:lnTo>
                    <a:pt x="1140201" y="411294"/>
                  </a:lnTo>
                  <a:lnTo>
                    <a:pt x="1104570" y="398111"/>
                  </a:lnTo>
                  <a:lnTo>
                    <a:pt x="1068939" y="384976"/>
                  </a:lnTo>
                  <a:lnTo>
                    <a:pt x="1033307" y="371885"/>
                  </a:lnTo>
                  <a:lnTo>
                    <a:pt x="997676" y="358835"/>
                  </a:lnTo>
                  <a:lnTo>
                    <a:pt x="962045" y="345821"/>
                  </a:lnTo>
                  <a:lnTo>
                    <a:pt x="926413" y="332840"/>
                  </a:lnTo>
                  <a:lnTo>
                    <a:pt x="890782" y="319890"/>
                  </a:lnTo>
                  <a:lnTo>
                    <a:pt x="855151" y="306969"/>
                  </a:lnTo>
                  <a:lnTo>
                    <a:pt x="819520" y="294074"/>
                  </a:lnTo>
                  <a:lnTo>
                    <a:pt x="783888" y="281204"/>
                  </a:lnTo>
                  <a:lnTo>
                    <a:pt x="748257" y="268355"/>
                  </a:lnTo>
                  <a:lnTo>
                    <a:pt x="712626" y="255525"/>
                  </a:lnTo>
                  <a:lnTo>
                    <a:pt x="676994" y="242714"/>
                  </a:lnTo>
                  <a:lnTo>
                    <a:pt x="641363" y="229917"/>
                  </a:lnTo>
                  <a:lnTo>
                    <a:pt x="605732" y="217134"/>
                  </a:lnTo>
                  <a:lnTo>
                    <a:pt x="570100" y="204361"/>
                  </a:lnTo>
                  <a:lnTo>
                    <a:pt x="534469" y="191598"/>
                  </a:lnTo>
                  <a:lnTo>
                    <a:pt x="498838" y="178842"/>
                  </a:lnTo>
                  <a:lnTo>
                    <a:pt x="463206" y="166091"/>
                  </a:lnTo>
                  <a:lnTo>
                    <a:pt x="427575" y="153344"/>
                  </a:lnTo>
                  <a:lnTo>
                    <a:pt x="391944" y="140598"/>
                  </a:lnTo>
                  <a:lnTo>
                    <a:pt x="356313" y="127851"/>
                  </a:lnTo>
                  <a:lnTo>
                    <a:pt x="320681" y="115103"/>
                  </a:lnTo>
                  <a:lnTo>
                    <a:pt x="285050" y="102350"/>
                  </a:lnTo>
                  <a:lnTo>
                    <a:pt x="249419" y="89592"/>
                  </a:lnTo>
                  <a:lnTo>
                    <a:pt x="213787" y="76827"/>
                  </a:lnTo>
                  <a:lnTo>
                    <a:pt x="178156" y="64054"/>
                  </a:lnTo>
                  <a:lnTo>
                    <a:pt x="142525" y="51269"/>
                  </a:lnTo>
                  <a:lnTo>
                    <a:pt x="106893" y="38473"/>
                  </a:lnTo>
                  <a:lnTo>
                    <a:pt x="71262" y="25664"/>
                  </a:lnTo>
                  <a:lnTo>
                    <a:pt x="35631" y="1284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13032" y="2571315"/>
              <a:ext cx="6649647" cy="2776728"/>
            </a:xfrm>
            <a:custGeom>
              <a:avLst/>
              <a:pathLst>
                <a:path w="6649647" h="2776728">
                  <a:moveTo>
                    <a:pt x="0" y="0"/>
                  </a:moveTo>
                  <a:lnTo>
                    <a:pt x="22224" y="25728"/>
                  </a:lnTo>
                  <a:lnTo>
                    <a:pt x="57855" y="66416"/>
                  </a:lnTo>
                  <a:lnTo>
                    <a:pt x="93486" y="106548"/>
                  </a:lnTo>
                  <a:lnTo>
                    <a:pt x="129117" y="146133"/>
                  </a:lnTo>
                  <a:lnTo>
                    <a:pt x="164749" y="185178"/>
                  </a:lnTo>
                  <a:lnTo>
                    <a:pt x="200380" y="223691"/>
                  </a:lnTo>
                  <a:lnTo>
                    <a:pt x="236011" y="261678"/>
                  </a:lnTo>
                  <a:lnTo>
                    <a:pt x="271643" y="299147"/>
                  </a:lnTo>
                  <a:lnTo>
                    <a:pt x="307274" y="336105"/>
                  </a:lnTo>
                  <a:lnTo>
                    <a:pt x="342905" y="372559"/>
                  </a:lnTo>
                  <a:lnTo>
                    <a:pt x="378537" y="408515"/>
                  </a:lnTo>
                  <a:lnTo>
                    <a:pt x="414168" y="443982"/>
                  </a:lnTo>
                  <a:lnTo>
                    <a:pt x="449799" y="478964"/>
                  </a:lnTo>
                  <a:lnTo>
                    <a:pt x="485431" y="513469"/>
                  </a:lnTo>
                  <a:lnTo>
                    <a:pt x="521062" y="547503"/>
                  </a:lnTo>
                  <a:lnTo>
                    <a:pt x="556693" y="581074"/>
                  </a:lnTo>
                  <a:lnTo>
                    <a:pt x="592324" y="614186"/>
                  </a:lnTo>
                  <a:lnTo>
                    <a:pt x="627956" y="646847"/>
                  </a:lnTo>
                  <a:lnTo>
                    <a:pt x="663587" y="679062"/>
                  </a:lnTo>
                  <a:lnTo>
                    <a:pt x="699218" y="710837"/>
                  </a:lnTo>
                  <a:lnTo>
                    <a:pt x="734850" y="742180"/>
                  </a:lnTo>
                  <a:lnTo>
                    <a:pt x="770481" y="773094"/>
                  </a:lnTo>
                  <a:lnTo>
                    <a:pt x="806112" y="803587"/>
                  </a:lnTo>
                  <a:lnTo>
                    <a:pt x="841744" y="833664"/>
                  </a:lnTo>
                  <a:lnTo>
                    <a:pt x="877375" y="863331"/>
                  </a:lnTo>
                  <a:lnTo>
                    <a:pt x="913006" y="892593"/>
                  </a:lnTo>
                  <a:lnTo>
                    <a:pt x="948637" y="921456"/>
                  </a:lnTo>
                  <a:lnTo>
                    <a:pt x="984269" y="949926"/>
                  </a:lnTo>
                  <a:lnTo>
                    <a:pt x="1019900" y="978007"/>
                  </a:lnTo>
                  <a:lnTo>
                    <a:pt x="1055531" y="1005705"/>
                  </a:lnTo>
                  <a:lnTo>
                    <a:pt x="1091163" y="1033025"/>
                  </a:lnTo>
                  <a:lnTo>
                    <a:pt x="1126794" y="1059972"/>
                  </a:lnTo>
                  <a:lnTo>
                    <a:pt x="1162425" y="1086552"/>
                  </a:lnTo>
                  <a:lnTo>
                    <a:pt x="1198057" y="1112769"/>
                  </a:lnTo>
                  <a:lnTo>
                    <a:pt x="1233688" y="1138629"/>
                  </a:lnTo>
                  <a:lnTo>
                    <a:pt x="1269319" y="1164136"/>
                  </a:lnTo>
                  <a:lnTo>
                    <a:pt x="1304951" y="1189295"/>
                  </a:lnTo>
                  <a:lnTo>
                    <a:pt x="1340582" y="1214111"/>
                  </a:lnTo>
                  <a:lnTo>
                    <a:pt x="1376213" y="1238588"/>
                  </a:lnTo>
                  <a:lnTo>
                    <a:pt x="1411844" y="1262731"/>
                  </a:lnTo>
                  <a:lnTo>
                    <a:pt x="1447476" y="1286546"/>
                  </a:lnTo>
                  <a:lnTo>
                    <a:pt x="1483107" y="1310035"/>
                  </a:lnTo>
                  <a:lnTo>
                    <a:pt x="1518738" y="1333204"/>
                  </a:lnTo>
                  <a:lnTo>
                    <a:pt x="1554370" y="1356057"/>
                  </a:lnTo>
                  <a:lnTo>
                    <a:pt x="1590001" y="1378598"/>
                  </a:lnTo>
                  <a:lnTo>
                    <a:pt x="1625632" y="1400831"/>
                  </a:lnTo>
                  <a:lnTo>
                    <a:pt x="1661264" y="1422762"/>
                  </a:lnTo>
                  <a:lnTo>
                    <a:pt x="1696895" y="1444393"/>
                  </a:lnTo>
                  <a:lnTo>
                    <a:pt x="1732526" y="1465729"/>
                  </a:lnTo>
                  <a:lnTo>
                    <a:pt x="1768158" y="1486774"/>
                  </a:lnTo>
                  <a:lnTo>
                    <a:pt x="1803789" y="1507532"/>
                  </a:lnTo>
                  <a:lnTo>
                    <a:pt x="1839420" y="1528007"/>
                  </a:lnTo>
                  <a:lnTo>
                    <a:pt x="1875051" y="1548203"/>
                  </a:lnTo>
                  <a:lnTo>
                    <a:pt x="1910683" y="1568123"/>
                  </a:lnTo>
                  <a:lnTo>
                    <a:pt x="1946314" y="1587771"/>
                  </a:lnTo>
                  <a:lnTo>
                    <a:pt x="1981945" y="1607151"/>
                  </a:lnTo>
                  <a:lnTo>
                    <a:pt x="2017577" y="1626267"/>
                  </a:lnTo>
                  <a:lnTo>
                    <a:pt x="2053208" y="1645123"/>
                  </a:lnTo>
                  <a:lnTo>
                    <a:pt x="2088839" y="1663721"/>
                  </a:lnTo>
                  <a:lnTo>
                    <a:pt x="2124471" y="1682065"/>
                  </a:lnTo>
                  <a:lnTo>
                    <a:pt x="2160102" y="1700159"/>
                  </a:lnTo>
                  <a:lnTo>
                    <a:pt x="2195733" y="1718007"/>
                  </a:lnTo>
                  <a:lnTo>
                    <a:pt x="2231365" y="1735611"/>
                  </a:lnTo>
                  <a:lnTo>
                    <a:pt x="2266996" y="1752974"/>
                  </a:lnTo>
                  <a:lnTo>
                    <a:pt x="2302627" y="1770101"/>
                  </a:lnTo>
                  <a:lnTo>
                    <a:pt x="2338258" y="1786995"/>
                  </a:lnTo>
                  <a:lnTo>
                    <a:pt x="2373890" y="1803657"/>
                  </a:lnTo>
                  <a:lnTo>
                    <a:pt x="2409521" y="1820093"/>
                  </a:lnTo>
                  <a:lnTo>
                    <a:pt x="2445152" y="1836304"/>
                  </a:lnTo>
                  <a:lnTo>
                    <a:pt x="2480784" y="1852295"/>
                  </a:lnTo>
                  <a:lnTo>
                    <a:pt x="2516415" y="1868067"/>
                  </a:lnTo>
                  <a:lnTo>
                    <a:pt x="2552046" y="1883624"/>
                  </a:lnTo>
                  <a:lnTo>
                    <a:pt x="2587678" y="1898969"/>
                  </a:lnTo>
                  <a:lnTo>
                    <a:pt x="2623309" y="1914104"/>
                  </a:lnTo>
                  <a:lnTo>
                    <a:pt x="2658940" y="1929033"/>
                  </a:lnTo>
                  <a:lnTo>
                    <a:pt x="2694572" y="1943758"/>
                  </a:lnTo>
                  <a:lnTo>
                    <a:pt x="2730203" y="1958283"/>
                  </a:lnTo>
                  <a:lnTo>
                    <a:pt x="2765834" y="1972609"/>
                  </a:lnTo>
                  <a:lnTo>
                    <a:pt x="2801465" y="1986740"/>
                  </a:lnTo>
                  <a:lnTo>
                    <a:pt x="2837097" y="2000679"/>
                  </a:lnTo>
                  <a:lnTo>
                    <a:pt x="2872728" y="2014427"/>
                  </a:lnTo>
                  <a:lnTo>
                    <a:pt x="2908359" y="2027987"/>
                  </a:lnTo>
                  <a:lnTo>
                    <a:pt x="2943991" y="2041363"/>
                  </a:lnTo>
                  <a:lnTo>
                    <a:pt x="2979622" y="2054556"/>
                  </a:lnTo>
                  <a:lnTo>
                    <a:pt x="3015253" y="2067569"/>
                  </a:lnTo>
                  <a:lnTo>
                    <a:pt x="3050885" y="2080405"/>
                  </a:lnTo>
                  <a:lnTo>
                    <a:pt x="3086516" y="2093065"/>
                  </a:lnTo>
                  <a:lnTo>
                    <a:pt x="3122147" y="2105553"/>
                  </a:lnTo>
                  <a:lnTo>
                    <a:pt x="3157779" y="2117871"/>
                  </a:lnTo>
                  <a:lnTo>
                    <a:pt x="3193410" y="2130020"/>
                  </a:lnTo>
                  <a:lnTo>
                    <a:pt x="3229041" y="2142004"/>
                  </a:lnTo>
                  <a:lnTo>
                    <a:pt x="3264672" y="2153824"/>
                  </a:lnTo>
                  <a:lnTo>
                    <a:pt x="3300304" y="2165484"/>
                  </a:lnTo>
                  <a:lnTo>
                    <a:pt x="3335935" y="2176984"/>
                  </a:lnTo>
                  <a:lnTo>
                    <a:pt x="3371566" y="2188327"/>
                  </a:lnTo>
                  <a:lnTo>
                    <a:pt x="3407198" y="2199515"/>
                  </a:lnTo>
                  <a:lnTo>
                    <a:pt x="3442829" y="2210551"/>
                  </a:lnTo>
                  <a:lnTo>
                    <a:pt x="3478460" y="2221436"/>
                  </a:lnTo>
                  <a:lnTo>
                    <a:pt x="3514092" y="2232173"/>
                  </a:lnTo>
                  <a:lnTo>
                    <a:pt x="3549723" y="2242764"/>
                  </a:lnTo>
                  <a:lnTo>
                    <a:pt x="3585354" y="2253210"/>
                  </a:lnTo>
                  <a:lnTo>
                    <a:pt x="3620986" y="2263513"/>
                  </a:lnTo>
                  <a:lnTo>
                    <a:pt x="3656617" y="2273676"/>
                  </a:lnTo>
                  <a:lnTo>
                    <a:pt x="3692248" y="2283700"/>
                  </a:lnTo>
                  <a:lnTo>
                    <a:pt x="3727879" y="2293588"/>
                  </a:lnTo>
                  <a:lnTo>
                    <a:pt x="3763511" y="2303340"/>
                  </a:lnTo>
                  <a:lnTo>
                    <a:pt x="3799142" y="2312960"/>
                  </a:lnTo>
                  <a:lnTo>
                    <a:pt x="3834773" y="2322448"/>
                  </a:lnTo>
                  <a:lnTo>
                    <a:pt x="3870405" y="2331807"/>
                  </a:lnTo>
                  <a:lnTo>
                    <a:pt x="3906036" y="2341039"/>
                  </a:lnTo>
                  <a:lnTo>
                    <a:pt x="3941667" y="2350144"/>
                  </a:lnTo>
                  <a:lnTo>
                    <a:pt x="3977299" y="2359125"/>
                  </a:lnTo>
                  <a:lnTo>
                    <a:pt x="4012930" y="2367984"/>
                  </a:lnTo>
                  <a:lnTo>
                    <a:pt x="4048561" y="2376722"/>
                  </a:lnTo>
                  <a:lnTo>
                    <a:pt x="4084193" y="2385340"/>
                  </a:lnTo>
                  <a:lnTo>
                    <a:pt x="4119824" y="2393841"/>
                  </a:lnTo>
                  <a:lnTo>
                    <a:pt x="4155455" y="2402227"/>
                  </a:lnTo>
                  <a:lnTo>
                    <a:pt x="4191086" y="2410497"/>
                  </a:lnTo>
                  <a:lnTo>
                    <a:pt x="4226718" y="2418655"/>
                  </a:lnTo>
                  <a:lnTo>
                    <a:pt x="4262349" y="2426702"/>
                  </a:lnTo>
                  <a:lnTo>
                    <a:pt x="4297980" y="2434639"/>
                  </a:lnTo>
                  <a:lnTo>
                    <a:pt x="4333612" y="2442468"/>
                  </a:lnTo>
                  <a:lnTo>
                    <a:pt x="4369243" y="2450189"/>
                  </a:lnTo>
                  <a:lnTo>
                    <a:pt x="4404874" y="2457806"/>
                  </a:lnTo>
                  <a:lnTo>
                    <a:pt x="4440506" y="2465318"/>
                  </a:lnTo>
                  <a:lnTo>
                    <a:pt x="4476137" y="2472729"/>
                  </a:lnTo>
                  <a:lnTo>
                    <a:pt x="4511768" y="2480038"/>
                  </a:lnTo>
                  <a:lnTo>
                    <a:pt x="4547400" y="2487247"/>
                  </a:lnTo>
                  <a:lnTo>
                    <a:pt x="4583031" y="2494358"/>
                  </a:lnTo>
                  <a:lnTo>
                    <a:pt x="4618662" y="2501372"/>
                  </a:lnTo>
                  <a:lnTo>
                    <a:pt x="4654293" y="2508290"/>
                  </a:lnTo>
                  <a:lnTo>
                    <a:pt x="4689925" y="2515114"/>
                  </a:lnTo>
                  <a:lnTo>
                    <a:pt x="4725556" y="2521845"/>
                  </a:lnTo>
                  <a:lnTo>
                    <a:pt x="4761187" y="2528484"/>
                  </a:lnTo>
                  <a:lnTo>
                    <a:pt x="4796819" y="2535033"/>
                  </a:lnTo>
                  <a:lnTo>
                    <a:pt x="4832450" y="2541492"/>
                  </a:lnTo>
                  <a:lnTo>
                    <a:pt x="4868081" y="2547863"/>
                  </a:lnTo>
                  <a:lnTo>
                    <a:pt x="4903713" y="2554147"/>
                  </a:lnTo>
                  <a:lnTo>
                    <a:pt x="4939344" y="2560346"/>
                  </a:lnTo>
                  <a:lnTo>
                    <a:pt x="4974975" y="2566460"/>
                  </a:lnTo>
                  <a:lnTo>
                    <a:pt x="5010606" y="2572490"/>
                  </a:lnTo>
                  <a:lnTo>
                    <a:pt x="5046238" y="2578439"/>
                  </a:lnTo>
                  <a:lnTo>
                    <a:pt x="5081869" y="2584306"/>
                  </a:lnTo>
                  <a:lnTo>
                    <a:pt x="5117500" y="2590093"/>
                  </a:lnTo>
                  <a:lnTo>
                    <a:pt x="5153132" y="2595801"/>
                  </a:lnTo>
                  <a:lnTo>
                    <a:pt x="5188763" y="2601431"/>
                  </a:lnTo>
                  <a:lnTo>
                    <a:pt x="5224394" y="2606985"/>
                  </a:lnTo>
                  <a:lnTo>
                    <a:pt x="5260026" y="2612463"/>
                  </a:lnTo>
                  <a:lnTo>
                    <a:pt x="5295657" y="2617866"/>
                  </a:lnTo>
                  <a:lnTo>
                    <a:pt x="5331288" y="2623195"/>
                  </a:lnTo>
                  <a:lnTo>
                    <a:pt x="5366920" y="2628451"/>
                  </a:lnTo>
                  <a:lnTo>
                    <a:pt x="5402551" y="2633636"/>
                  </a:lnTo>
                  <a:lnTo>
                    <a:pt x="5438182" y="2638751"/>
                  </a:lnTo>
                  <a:lnTo>
                    <a:pt x="5473813" y="2643795"/>
                  </a:lnTo>
                  <a:lnTo>
                    <a:pt x="5509445" y="2648771"/>
                  </a:lnTo>
                  <a:lnTo>
                    <a:pt x="5545076" y="2653678"/>
                  </a:lnTo>
                  <a:lnTo>
                    <a:pt x="5580707" y="2658519"/>
                  </a:lnTo>
                  <a:lnTo>
                    <a:pt x="5616339" y="2663294"/>
                  </a:lnTo>
                  <a:lnTo>
                    <a:pt x="5651970" y="2668004"/>
                  </a:lnTo>
                  <a:lnTo>
                    <a:pt x="5687601" y="2672649"/>
                  </a:lnTo>
                  <a:lnTo>
                    <a:pt x="5723233" y="2677231"/>
                  </a:lnTo>
                  <a:lnTo>
                    <a:pt x="5758864" y="2681751"/>
                  </a:lnTo>
                  <a:lnTo>
                    <a:pt x="5794495" y="2686209"/>
                  </a:lnTo>
                  <a:lnTo>
                    <a:pt x="5830127" y="2690606"/>
                  </a:lnTo>
                  <a:lnTo>
                    <a:pt x="5865758" y="2694943"/>
                  </a:lnTo>
                  <a:lnTo>
                    <a:pt x="5901389" y="2699221"/>
                  </a:lnTo>
                  <a:lnTo>
                    <a:pt x="5937020" y="2703440"/>
                  </a:lnTo>
                  <a:lnTo>
                    <a:pt x="5972652" y="2707602"/>
                  </a:lnTo>
                  <a:lnTo>
                    <a:pt x="6008283" y="2711708"/>
                  </a:lnTo>
                  <a:lnTo>
                    <a:pt x="6043914" y="2715757"/>
                  </a:lnTo>
                  <a:lnTo>
                    <a:pt x="6079546" y="2719751"/>
                  </a:lnTo>
                  <a:lnTo>
                    <a:pt x="6115177" y="2723690"/>
                  </a:lnTo>
                  <a:lnTo>
                    <a:pt x="6150808" y="2727576"/>
                  </a:lnTo>
                  <a:lnTo>
                    <a:pt x="6186440" y="2731409"/>
                  </a:lnTo>
                  <a:lnTo>
                    <a:pt x="6222071" y="2735190"/>
                  </a:lnTo>
                  <a:lnTo>
                    <a:pt x="6257702" y="2738918"/>
                  </a:lnTo>
                  <a:lnTo>
                    <a:pt x="6293334" y="2742597"/>
                  </a:lnTo>
                  <a:lnTo>
                    <a:pt x="6328965" y="2746224"/>
                  </a:lnTo>
                  <a:lnTo>
                    <a:pt x="6364596" y="2749803"/>
                  </a:lnTo>
                  <a:lnTo>
                    <a:pt x="6400227" y="2753333"/>
                  </a:lnTo>
                  <a:lnTo>
                    <a:pt x="6435859" y="2756814"/>
                  </a:lnTo>
                  <a:lnTo>
                    <a:pt x="6471490" y="2760248"/>
                  </a:lnTo>
                  <a:lnTo>
                    <a:pt x="6507121" y="2763635"/>
                  </a:lnTo>
                  <a:lnTo>
                    <a:pt x="6542753" y="2766976"/>
                  </a:lnTo>
                  <a:lnTo>
                    <a:pt x="6578384" y="2770271"/>
                  </a:lnTo>
                  <a:lnTo>
                    <a:pt x="6614015" y="2773522"/>
                  </a:lnTo>
                  <a:lnTo>
                    <a:pt x="6649647" y="277672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84252" y="2571315"/>
              <a:ext cx="6478426" cy="2707666"/>
            </a:xfrm>
            <a:custGeom>
              <a:avLst/>
              <a:pathLst>
                <a:path w="6478426" h="2707666">
                  <a:moveTo>
                    <a:pt x="0" y="0"/>
                  </a:moveTo>
                  <a:lnTo>
                    <a:pt x="29160" y="31610"/>
                  </a:lnTo>
                  <a:lnTo>
                    <a:pt x="64791" y="69740"/>
                  </a:lnTo>
                  <a:lnTo>
                    <a:pt x="100422" y="107382"/>
                  </a:lnTo>
                  <a:lnTo>
                    <a:pt x="136053" y="144542"/>
                  </a:lnTo>
                  <a:lnTo>
                    <a:pt x="171685" y="181226"/>
                  </a:lnTo>
                  <a:lnTo>
                    <a:pt x="207316" y="217440"/>
                  </a:lnTo>
                  <a:lnTo>
                    <a:pt x="242947" y="253190"/>
                  </a:lnTo>
                  <a:lnTo>
                    <a:pt x="278579" y="288482"/>
                  </a:lnTo>
                  <a:lnTo>
                    <a:pt x="314210" y="323323"/>
                  </a:lnTo>
                  <a:lnTo>
                    <a:pt x="349841" y="357717"/>
                  </a:lnTo>
                  <a:lnTo>
                    <a:pt x="385473" y="391670"/>
                  </a:lnTo>
                  <a:lnTo>
                    <a:pt x="421104" y="425189"/>
                  </a:lnTo>
                  <a:lnTo>
                    <a:pt x="456735" y="458283"/>
                  </a:lnTo>
                  <a:lnTo>
                    <a:pt x="492367" y="490961"/>
                  </a:lnTo>
                  <a:lnTo>
                    <a:pt x="527998" y="523230"/>
                  </a:lnTo>
                  <a:lnTo>
                    <a:pt x="563629" y="555100"/>
                  </a:lnTo>
                  <a:lnTo>
                    <a:pt x="599260" y="586578"/>
                  </a:lnTo>
                  <a:lnTo>
                    <a:pt x="634892" y="617672"/>
                  </a:lnTo>
                  <a:lnTo>
                    <a:pt x="670523" y="648391"/>
                  </a:lnTo>
                  <a:lnTo>
                    <a:pt x="706154" y="678740"/>
                  </a:lnTo>
                  <a:lnTo>
                    <a:pt x="741786" y="708729"/>
                  </a:lnTo>
                  <a:lnTo>
                    <a:pt x="777417" y="738363"/>
                  </a:lnTo>
                  <a:lnTo>
                    <a:pt x="813048" y="767650"/>
                  </a:lnTo>
                  <a:lnTo>
                    <a:pt x="848680" y="796596"/>
                  </a:lnTo>
                  <a:lnTo>
                    <a:pt x="884311" y="825207"/>
                  </a:lnTo>
                  <a:lnTo>
                    <a:pt x="919942" y="853490"/>
                  </a:lnTo>
                  <a:lnTo>
                    <a:pt x="955574" y="881452"/>
                  </a:lnTo>
                  <a:lnTo>
                    <a:pt x="991205" y="909097"/>
                  </a:lnTo>
                  <a:lnTo>
                    <a:pt x="1026836" y="936432"/>
                  </a:lnTo>
                  <a:lnTo>
                    <a:pt x="1062467" y="963462"/>
                  </a:lnTo>
                  <a:lnTo>
                    <a:pt x="1098099" y="990192"/>
                  </a:lnTo>
                  <a:lnTo>
                    <a:pt x="1133730" y="1016629"/>
                  </a:lnTo>
                  <a:lnTo>
                    <a:pt x="1169361" y="1042777"/>
                  </a:lnTo>
                  <a:lnTo>
                    <a:pt x="1204993" y="1068640"/>
                  </a:lnTo>
                  <a:lnTo>
                    <a:pt x="1240624" y="1094224"/>
                  </a:lnTo>
                  <a:lnTo>
                    <a:pt x="1276255" y="1119534"/>
                  </a:lnTo>
                  <a:lnTo>
                    <a:pt x="1311887" y="1144574"/>
                  </a:lnTo>
                  <a:lnTo>
                    <a:pt x="1347518" y="1169348"/>
                  </a:lnTo>
                  <a:lnTo>
                    <a:pt x="1383149" y="1193861"/>
                  </a:lnTo>
                  <a:lnTo>
                    <a:pt x="1418781" y="1218116"/>
                  </a:lnTo>
                  <a:lnTo>
                    <a:pt x="1454412" y="1242119"/>
                  </a:lnTo>
                  <a:lnTo>
                    <a:pt x="1490043" y="1265871"/>
                  </a:lnTo>
                  <a:lnTo>
                    <a:pt x="1525674" y="1289379"/>
                  </a:lnTo>
                  <a:lnTo>
                    <a:pt x="1561306" y="1312644"/>
                  </a:lnTo>
                  <a:lnTo>
                    <a:pt x="1596937" y="1335671"/>
                  </a:lnTo>
                  <a:lnTo>
                    <a:pt x="1632568" y="1358463"/>
                  </a:lnTo>
                  <a:lnTo>
                    <a:pt x="1668200" y="1381023"/>
                  </a:lnTo>
                  <a:lnTo>
                    <a:pt x="1703831" y="1403355"/>
                  </a:lnTo>
                  <a:lnTo>
                    <a:pt x="1739462" y="1425462"/>
                  </a:lnTo>
                  <a:lnTo>
                    <a:pt x="1775094" y="1447346"/>
                  </a:lnTo>
                  <a:lnTo>
                    <a:pt x="1810725" y="1469011"/>
                  </a:lnTo>
                  <a:lnTo>
                    <a:pt x="1846356" y="1490459"/>
                  </a:lnTo>
                  <a:lnTo>
                    <a:pt x="1881988" y="1511693"/>
                  </a:lnTo>
                  <a:lnTo>
                    <a:pt x="1917619" y="1532716"/>
                  </a:lnTo>
                  <a:lnTo>
                    <a:pt x="1953250" y="1553530"/>
                  </a:lnTo>
                  <a:lnTo>
                    <a:pt x="1988881" y="1574138"/>
                  </a:lnTo>
                  <a:lnTo>
                    <a:pt x="2024513" y="1594542"/>
                  </a:lnTo>
                  <a:lnTo>
                    <a:pt x="2060144" y="1614745"/>
                  </a:lnTo>
                  <a:lnTo>
                    <a:pt x="2095775" y="1634748"/>
                  </a:lnTo>
                  <a:lnTo>
                    <a:pt x="2131407" y="1654555"/>
                  </a:lnTo>
                  <a:lnTo>
                    <a:pt x="2167038" y="1674166"/>
                  </a:lnTo>
                  <a:lnTo>
                    <a:pt x="2202669" y="1693583"/>
                  </a:lnTo>
                  <a:lnTo>
                    <a:pt x="2238301" y="1712810"/>
                  </a:lnTo>
                  <a:lnTo>
                    <a:pt x="2273932" y="1731848"/>
                  </a:lnTo>
                  <a:lnTo>
                    <a:pt x="2309563" y="1750697"/>
                  </a:lnTo>
                  <a:lnTo>
                    <a:pt x="2345195" y="1769362"/>
                  </a:lnTo>
                  <a:lnTo>
                    <a:pt x="2380826" y="1787842"/>
                  </a:lnTo>
                  <a:lnTo>
                    <a:pt x="2416457" y="1806139"/>
                  </a:lnTo>
                  <a:lnTo>
                    <a:pt x="2452088" y="1824256"/>
                  </a:lnTo>
                  <a:lnTo>
                    <a:pt x="2487720" y="1842193"/>
                  </a:lnTo>
                  <a:lnTo>
                    <a:pt x="2523351" y="1859952"/>
                  </a:lnTo>
                  <a:lnTo>
                    <a:pt x="2558982" y="1877535"/>
                  </a:lnTo>
                  <a:lnTo>
                    <a:pt x="2594614" y="1894942"/>
                  </a:lnTo>
                  <a:lnTo>
                    <a:pt x="2630245" y="1912175"/>
                  </a:lnTo>
                  <a:lnTo>
                    <a:pt x="2665876" y="1929236"/>
                  </a:lnTo>
                  <a:lnTo>
                    <a:pt x="2701508" y="1946125"/>
                  </a:lnTo>
                  <a:lnTo>
                    <a:pt x="2737139" y="1962844"/>
                  </a:lnTo>
                  <a:lnTo>
                    <a:pt x="2772770" y="1979394"/>
                  </a:lnTo>
                  <a:lnTo>
                    <a:pt x="2808402" y="1995775"/>
                  </a:lnTo>
                  <a:lnTo>
                    <a:pt x="2844033" y="2011990"/>
                  </a:lnTo>
                  <a:lnTo>
                    <a:pt x="2879664" y="2028038"/>
                  </a:lnTo>
                  <a:lnTo>
                    <a:pt x="2915295" y="2043919"/>
                  </a:lnTo>
                  <a:lnTo>
                    <a:pt x="2950927" y="2059623"/>
                  </a:lnTo>
                  <a:lnTo>
                    <a:pt x="2986558" y="2075144"/>
                  </a:lnTo>
                  <a:lnTo>
                    <a:pt x="3022189" y="2090473"/>
                  </a:lnTo>
                  <a:lnTo>
                    <a:pt x="3057821" y="2105603"/>
                  </a:lnTo>
                  <a:lnTo>
                    <a:pt x="3093452" y="2120529"/>
                  </a:lnTo>
                  <a:lnTo>
                    <a:pt x="3129083" y="2135243"/>
                  </a:lnTo>
                  <a:lnTo>
                    <a:pt x="3164715" y="2149741"/>
                  </a:lnTo>
                  <a:lnTo>
                    <a:pt x="3200346" y="2164018"/>
                  </a:lnTo>
                  <a:lnTo>
                    <a:pt x="3235977" y="2178069"/>
                  </a:lnTo>
                  <a:lnTo>
                    <a:pt x="3271609" y="2191890"/>
                  </a:lnTo>
                  <a:lnTo>
                    <a:pt x="3307240" y="2205478"/>
                  </a:lnTo>
                  <a:lnTo>
                    <a:pt x="3342871" y="2218830"/>
                  </a:lnTo>
                  <a:lnTo>
                    <a:pt x="3378502" y="2231944"/>
                  </a:lnTo>
                  <a:lnTo>
                    <a:pt x="3414134" y="2244815"/>
                  </a:lnTo>
                  <a:lnTo>
                    <a:pt x="3449765" y="2257444"/>
                  </a:lnTo>
                  <a:lnTo>
                    <a:pt x="3485396" y="2269828"/>
                  </a:lnTo>
                  <a:lnTo>
                    <a:pt x="3521028" y="2281966"/>
                  </a:lnTo>
                  <a:lnTo>
                    <a:pt x="3556659" y="2293856"/>
                  </a:lnTo>
                  <a:lnTo>
                    <a:pt x="3592290" y="2305499"/>
                  </a:lnTo>
                  <a:lnTo>
                    <a:pt x="3627922" y="2316894"/>
                  </a:lnTo>
                  <a:lnTo>
                    <a:pt x="3663553" y="2328040"/>
                  </a:lnTo>
                  <a:lnTo>
                    <a:pt x="3699184" y="2338939"/>
                  </a:lnTo>
                  <a:lnTo>
                    <a:pt x="3734815" y="2349589"/>
                  </a:lnTo>
                  <a:lnTo>
                    <a:pt x="3770447" y="2359991"/>
                  </a:lnTo>
                  <a:lnTo>
                    <a:pt x="3806078" y="2370147"/>
                  </a:lnTo>
                  <a:lnTo>
                    <a:pt x="3841709" y="2380057"/>
                  </a:lnTo>
                  <a:lnTo>
                    <a:pt x="3877341" y="2389722"/>
                  </a:lnTo>
                  <a:lnTo>
                    <a:pt x="3912972" y="2399143"/>
                  </a:lnTo>
                  <a:lnTo>
                    <a:pt x="3948603" y="2408322"/>
                  </a:lnTo>
                  <a:lnTo>
                    <a:pt x="3984235" y="2417259"/>
                  </a:lnTo>
                  <a:lnTo>
                    <a:pt x="4019866" y="2425956"/>
                  </a:lnTo>
                  <a:lnTo>
                    <a:pt x="4055497" y="2434416"/>
                  </a:lnTo>
                  <a:lnTo>
                    <a:pt x="4091129" y="2442638"/>
                  </a:lnTo>
                  <a:lnTo>
                    <a:pt x="4126760" y="2450626"/>
                  </a:lnTo>
                  <a:lnTo>
                    <a:pt x="4162391" y="2458380"/>
                  </a:lnTo>
                  <a:lnTo>
                    <a:pt x="4198022" y="2465904"/>
                  </a:lnTo>
                  <a:lnTo>
                    <a:pt x="4233654" y="2473201"/>
                  </a:lnTo>
                  <a:lnTo>
                    <a:pt x="4269285" y="2480281"/>
                  </a:lnTo>
                  <a:lnTo>
                    <a:pt x="4304916" y="2487152"/>
                  </a:lnTo>
                  <a:lnTo>
                    <a:pt x="4340548" y="2493823"/>
                  </a:lnTo>
                  <a:lnTo>
                    <a:pt x="4376179" y="2500300"/>
                  </a:lnTo>
                  <a:lnTo>
                    <a:pt x="4411810" y="2506590"/>
                  </a:lnTo>
                  <a:lnTo>
                    <a:pt x="4447442" y="2512702"/>
                  </a:lnTo>
                  <a:lnTo>
                    <a:pt x="4483073" y="2518642"/>
                  </a:lnTo>
                  <a:lnTo>
                    <a:pt x="4518704" y="2524416"/>
                  </a:lnTo>
                  <a:lnTo>
                    <a:pt x="4554336" y="2530030"/>
                  </a:lnTo>
                  <a:lnTo>
                    <a:pt x="4589967" y="2535491"/>
                  </a:lnTo>
                  <a:lnTo>
                    <a:pt x="4625598" y="2540804"/>
                  </a:lnTo>
                  <a:lnTo>
                    <a:pt x="4661229" y="2545975"/>
                  </a:lnTo>
                  <a:lnTo>
                    <a:pt x="4696861" y="2551009"/>
                  </a:lnTo>
                  <a:lnTo>
                    <a:pt x="4732492" y="2555911"/>
                  </a:lnTo>
                  <a:lnTo>
                    <a:pt x="4768123" y="2560687"/>
                  </a:lnTo>
                  <a:lnTo>
                    <a:pt x="4803755" y="2565341"/>
                  </a:lnTo>
                  <a:lnTo>
                    <a:pt x="4839386" y="2569878"/>
                  </a:lnTo>
                  <a:lnTo>
                    <a:pt x="4875017" y="2574303"/>
                  </a:lnTo>
                  <a:lnTo>
                    <a:pt x="4910649" y="2578618"/>
                  </a:lnTo>
                  <a:lnTo>
                    <a:pt x="4946280" y="2582830"/>
                  </a:lnTo>
                  <a:lnTo>
                    <a:pt x="4981911" y="2586942"/>
                  </a:lnTo>
                  <a:lnTo>
                    <a:pt x="5017543" y="2590957"/>
                  </a:lnTo>
                  <a:lnTo>
                    <a:pt x="5053174" y="2594879"/>
                  </a:lnTo>
                  <a:lnTo>
                    <a:pt x="5088805" y="2598713"/>
                  </a:lnTo>
                  <a:lnTo>
                    <a:pt x="5124436" y="2602462"/>
                  </a:lnTo>
                  <a:lnTo>
                    <a:pt x="5160068" y="2606128"/>
                  </a:lnTo>
                  <a:lnTo>
                    <a:pt x="5195699" y="2609716"/>
                  </a:lnTo>
                  <a:lnTo>
                    <a:pt x="5231330" y="2613229"/>
                  </a:lnTo>
                  <a:lnTo>
                    <a:pt x="5266962" y="2616669"/>
                  </a:lnTo>
                  <a:lnTo>
                    <a:pt x="5302593" y="2620041"/>
                  </a:lnTo>
                  <a:lnTo>
                    <a:pt x="5338224" y="2623345"/>
                  </a:lnTo>
                  <a:lnTo>
                    <a:pt x="5373856" y="2626587"/>
                  </a:lnTo>
                  <a:lnTo>
                    <a:pt x="5409487" y="2629767"/>
                  </a:lnTo>
                  <a:lnTo>
                    <a:pt x="5445118" y="2632890"/>
                  </a:lnTo>
                  <a:lnTo>
                    <a:pt x="5480750" y="2635957"/>
                  </a:lnTo>
                  <a:lnTo>
                    <a:pt x="5516381" y="2638971"/>
                  </a:lnTo>
                  <a:lnTo>
                    <a:pt x="5552012" y="2641935"/>
                  </a:lnTo>
                  <a:lnTo>
                    <a:pt x="5587643" y="2644851"/>
                  </a:lnTo>
                  <a:lnTo>
                    <a:pt x="5623275" y="2647720"/>
                  </a:lnTo>
                  <a:lnTo>
                    <a:pt x="5658906" y="2650547"/>
                  </a:lnTo>
                  <a:lnTo>
                    <a:pt x="5694537" y="2653332"/>
                  </a:lnTo>
                  <a:lnTo>
                    <a:pt x="5730169" y="2656077"/>
                  </a:lnTo>
                  <a:lnTo>
                    <a:pt x="5765800" y="2658786"/>
                  </a:lnTo>
                  <a:lnTo>
                    <a:pt x="5801431" y="2661459"/>
                  </a:lnTo>
                  <a:lnTo>
                    <a:pt x="5837063" y="2664100"/>
                  </a:lnTo>
                  <a:lnTo>
                    <a:pt x="5872694" y="2666709"/>
                  </a:lnTo>
                  <a:lnTo>
                    <a:pt x="5908325" y="2669289"/>
                  </a:lnTo>
                  <a:lnTo>
                    <a:pt x="5943957" y="2671841"/>
                  </a:lnTo>
                  <a:lnTo>
                    <a:pt x="5979588" y="2674367"/>
                  </a:lnTo>
                  <a:lnTo>
                    <a:pt x="6015219" y="2676869"/>
                  </a:lnTo>
                  <a:lnTo>
                    <a:pt x="6050850" y="2679349"/>
                  </a:lnTo>
                  <a:lnTo>
                    <a:pt x="6086482" y="2681808"/>
                  </a:lnTo>
                  <a:lnTo>
                    <a:pt x="6122113" y="2684248"/>
                  </a:lnTo>
                  <a:lnTo>
                    <a:pt x="6157744" y="2686670"/>
                  </a:lnTo>
                  <a:lnTo>
                    <a:pt x="6193376" y="2689073"/>
                  </a:lnTo>
                  <a:lnTo>
                    <a:pt x="6229007" y="2691459"/>
                  </a:lnTo>
                  <a:lnTo>
                    <a:pt x="6264638" y="2693826"/>
                  </a:lnTo>
                  <a:lnTo>
                    <a:pt x="6300270" y="2696177"/>
                  </a:lnTo>
                  <a:lnTo>
                    <a:pt x="6335901" y="2698509"/>
                  </a:lnTo>
                  <a:lnTo>
                    <a:pt x="6371532" y="2700824"/>
                  </a:lnTo>
                  <a:lnTo>
                    <a:pt x="6407164" y="2703122"/>
                  </a:lnTo>
                  <a:lnTo>
                    <a:pt x="6442795" y="2705403"/>
                  </a:lnTo>
                  <a:lnTo>
                    <a:pt x="6478426" y="2707666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0.677 (2 df), p overall = &lt;0.001 (3 df)  |  Linear: subHR per 10 % decline = 1.37 (1.25-1.51)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2026-10-05T07:55:22Z</dcterms:modified>
  <cp:category/>
</cp:coreProperties>
</file>