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080656"/>
              <a:ext cx="7090630" cy="2244670"/>
            </a:xfrm>
            <a:custGeom>
              <a:avLst/>
              <a:pathLst>
                <a:path w="7090630" h="2244670">
                  <a:moveTo>
                    <a:pt x="0" y="0"/>
                  </a:moveTo>
                  <a:lnTo>
                    <a:pt x="35631" y="29098"/>
                  </a:lnTo>
                  <a:lnTo>
                    <a:pt x="71262" y="57854"/>
                  </a:lnTo>
                  <a:lnTo>
                    <a:pt x="106893" y="86274"/>
                  </a:lnTo>
                  <a:lnTo>
                    <a:pt x="142525" y="114361"/>
                  </a:lnTo>
                  <a:lnTo>
                    <a:pt x="178156" y="142118"/>
                  </a:lnTo>
                  <a:lnTo>
                    <a:pt x="213787" y="169550"/>
                  </a:lnTo>
                  <a:lnTo>
                    <a:pt x="249419" y="196661"/>
                  </a:lnTo>
                  <a:lnTo>
                    <a:pt x="285050" y="223453"/>
                  </a:lnTo>
                  <a:lnTo>
                    <a:pt x="320681" y="249932"/>
                  </a:lnTo>
                  <a:lnTo>
                    <a:pt x="356313" y="276100"/>
                  </a:lnTo>
                  <a:lnTo>
                    <a:pt x="391944" y="301961"/>
                  </a:lnTo>
                  <a:lnTo>
                    <a:pt x="427575" y="327520"/>
                  </a:lnTo>
                  <a:lnTo>
                    <a:pt x="463206" y="352778"/>
                  </a:lnTo>
                  <a:lnTo>
                    <a:pt x="498838" y="377741"/>
                  </a:lnTo>
                  <a:lnTo>
                    <a:pt x="534469" y="402411"/>
                  </a:lnTo>
                  <a:lnTo>
                    <a:pt x="570100" y="426791"/>
                  </a:lnTo>
                  <a:lnTo>
                    <a:pt x="605732" y="450886"/>
                  </a:lnTo>
                  <a:lnTo>
                    <a:pt x="641363" y="474699"/>
                  </a:lnTo>
                  <a:lnTo>
                    <a:pt x="676994" y="498232"/>
                  </a:lnTo>
                  <a:lnTo>
                    <a:pt x="712626" y="521489"/>
                  </a:lnTo>
                  <a:lnTo>
                    <a:pt x="748257" y="544474"/>
                  </a:lnTo>
                  <a:lnTo>
                    <a:pt x="783888" y="567189"/>
                  </a:lnTo>
                  <a:lnTo>
                    <a:pt x="819520" y="589639"/>
                  </a:lnTo>
                  <a:lnTo>
                    <a:pt x="855151" y="611824"/>
                  </a:lnTo>
                  <a:lnTo>
                    <a:pt x="890782" y="633750"/>
                  </a:lnTo>
                  <a:lnTo>
                    <a:pt x="926413" y="655419"/>
                  </a:lnTo>
                  <a:lnTo>
                    <a:pt x="962045" y="676834"/>
                  </a:lnTo>
                  <a:lnTo>
                    <a:pt x="997676" y="697998"/>
                  </a:lnTo>
                  <a:lnTo>
                    <a:pt x="1033307" y="718913"/>
                  </a:lnTo>
                  <a:lnTo>
                    <a:pt x="1068939" y="739584"/>
                  </a:lnTo>
                  <a:lnTo>
                    <a:pt x="1104570" y="760012"/>
                  </a:lnTo>
                  <a:lnTo>
                    <a:pt x="1140201" y="780200"/>
                  </a:lnTo>
                  <a:lnTo>
                    <a:pt x="1175833" y="800152"/>
                  </a:lnTo>
                  <a:lnTo>
                    <a:pt x="1211464" y="819870"/>
                  </a:lnTo>
                  <a:lnTo>
                    <a:pt x="1247095" y="839357"/>
                  </a:lnTo>
                  <a:lnTo>
                    <a:pt x="1282727" y="858616"/>
                  </a:lnTo>
                  <a:lnTo>
                    <a:pt x="1318358" y="877649"/>
                  </a:lnTo>
                  <a:lnTo>
                    <a:pt x="1353989" y="896458"/>
                  </a:lnTo>
                  <a:lnTo>
                    <a:pt x="1389620" y="915048"/>
                  </a:lnTo>
                  <a:lnTo>
                    <a:pt x="1425252" y="933419"/>
                  </a:lnTo>
                  <a:lnTo>
                    <a:pt x="1460883" y="951575"/>
                  </a:lnTo>
                  <a:lnTo>
                    <a:pt x="1496514" y="969518"/>
                  </a:lnTo>
                  <a:lnTo>
                    <a:pt x="1532146" y="987250"/>
                  </a:lnTo>
                  <a:lnTo>
                    <a:pt x="1567777" y="1004775"/>
                  </a:lnTo>
                  <a:lnTo>
                    <a:pt x="1603408" y="1022095"/>
                  </a:lnTo>
                  <a:lnTo>
                    <a:pt x="1639040" y="1039211"/>
                  </a:lnTo>
                  <a:lnTo>
                    <a:pt x="1674671" y="1056127"/>
                  </a:lnTo>
                  <a:lnTo>
                    <a:pt x="1710302" y="1072844"/>
                  </a:lnTo>
                  <a:lnTo>
                    <a:pt x="1745934" y="1089365"/>
                  </a:lnTo>
                  <a:lnTo>
                    <a:pt x="1781565" y="1105693"/>
                  </a:lnTo>
                  <a:lnTo>
                    <a:pt x="1817196" y="1121830"/>
                  </a:lnTo>
                  <a:lnTo>
                    <a:pt x="1852827" y="1137777"/>
                  </a:lnTo>
                  <a:lnTo>
                    <a:pt x="1888459" y="1153537"/>
                  </a:lnTo>
                  <a:lnTo>
                    <a:pt x="1924090" y="1169113"/>
                  </a:lnTo>
                  <a:lnTo>
                    <a:pt x="1959721" y="1184505"/>
                  </a:lnTo>
                  <a:lnTo>
                    <a:pt x="1995353" y="1199718"/>
                  </a:lnTo>
                  <a:lnTo>
                    <a:pt x="2030984" y="1214752"/>
                  </a:lnTo>
                  <a:lnTo>
                    <a:pt x="2066615" y="1229610"/>
                  </a:lnTo>
                  <a:lnTo>
                    <a:pt x="2102247" y="1244294"/>
                  </a:lnTo>
                  <a:lnTo>
                    <a:pt x="2137878" y="1258805"/>
                  </a:lnTo>
                  <a:lnTo>
                    <a:pt x="2173509" y="1273147"/>
                  </a:lnTo>
                  <a:lnTo>
                    <a:pt x="2209141" y="1287320"/>
                  </a:lnTo>
                  <a:lnTo>
                    <a:pt x="2244772" y="1301327"/>
                  </a:lnTo>
                  <a:lnTo>
                    <a:pt x="2280403" y="1315170"/>
                  </a:lnTo>
                  <a:lnTo>
                    <a:pt x="2316034" y="1328851"/>
                  </a:lnTo>
                  <a:lnTo>
                    <a:pt x="2351666" y="1342371"/>
                  </a:lnTo>
                  <a:lnTo>
                    <a:pt x="2387297" y="1355733"/>
                  </a:lnTo>
                  <a:lnTo>
                    <a:pt x="2422928" y="1368939"/>
                  </a:lnTo>
                  <a:lnTo>
                    <a:pt x="2458560" y="1381989"/>
                  </a:lnTo>
                  <a:lnTo>
                    <a:pt x="2494191" y="1394886"/>
                  </a:lnTo>
                  <a:lnTo>
                    <a:pt x="2529822" y="1407633"/>
                  </a:lnTo>
                  <a:lnTo>
                    <a:pt x="2565454" y="1420229"/>
                  </a:lnTo>
                  <a:lnTo>
                    <a:pt x="2601085" y="1432679"/>
                  </a:lnTo>
                  <a:lnTo>
                    <a:pt x="2636716" y="1444982"/>
                  </a:lnTo>
                  <a:lnTo>
                    <a:pt x="2672348" y="1457141"/>
                  </a:lnTo>
                  <a:lnTo>
                    <a:pt x="2707979" y="1469157"/>
                  </a:lnTo>
                  <a:lnTo>
                    <a:pt x="2743610" y="1481033"/>
                  </a:lnTo>
                  <a:lnTo>
                    <a:pt x="2779241" y="1492769"/>
                  </a:lnTo>
                  <a:lnTo>
                    <a:pt x="2814873" y="1504368"/>
                  </a:lnTo>
                  <a:lnTo>
                    <a:pt x="2850504" y="1515831"/>
                  </a:lnTo>
                  <a:lnTo>
                    <a:pt x="2886135" y="1527159"/>
                  </a:lnTo>
                  <a:lnTo>
                    <a:pt x="2921767" y="1538355"/>
                  </a:lnTo>
                  <a:lnTo>
                    <a:pt x="2957398" y="1549419"/>
                  </a:lnTo>
                  <a:lnTo>
                    <a:pt x="2993029" y="1560354"/>
                  </a:lnTo>
                  <a:lnTo>
                    <a:pt x="3028661" y="1571161"/>
                  </a:lnTo>
                  <a:lnTo>
                    <a:pt x="3064292" y="1581841"/>
                  </a:lnTo>
                  <a:lnTo>
                    <a:pt x="3099923" y="1592395"/>
                  </a:lnTo>
                  <a:lnTo>
                    <a:pt x="3135555" y="1602826"/>
                  </a:lnTo>
                  <a:lnTo>
                    <a:pt x="3171186" y="1613135"/>
                  </a:lnTo>
                  <a:lnTo>
                    <a:pt x="3206817" y="1623323"/>
                  </a:lnTo>
                  <a:lnTo>
                    <a:pt x="3242448" y="1633391"/>
                  </a:lnTo>
                  <a:lnTo>
                    <a:pt x="3278080" y="1643341"/>
                  </a:lnTo>
                  <a:lnTo>
                    <a:pt x="3313711" y="1653175"/>
                  </a:lnTo>
                  <a:lnTo>
                    <a:pt x="3349342" y="1662893"/>
                  </a:lnTo>
                  <a:lnTo>
                    <a:pt x="3384974" y="1672498"/>
                  </a:lnTo>
                  <a:lnTo>
                    <a:pt x="3420605" y="1681239"/>
                  </a:lnTo>
                  <a:lnTo>
                    <a:pt x="3456236" y="1684730"/>
                  </a:lnTo>
                  <a:lnTo>
                    <a:pt x="3491868" y="1688205"/>
                  </a:lnTo>
                  <a:lnTo>
                    <a:pt x="3527499" y="1691666"/>
                  </a:lnTo>
                  <a:lnTo>
                    <a:pt x="3563130" y="1695112"/>
                  </a:lnTo>
                  <a:lnTo>
                    <a:pt x="3598762" y="1698542"/>
                  </a:lnTo>
                  <a:lnTo>
                    <a:pt x="3634393" y="1701958"/>
                  </a:lnTo>
                  <a:lnTo>
                    <a:pt x="3670024" y="1705358"/>
                  </a:lnTo>
                  <a:lnTo>
                    <a:pt x="3705655" y="1708744"/>
                  </a:lnTo>
                  <a:lnTo>
                    <a:pt x="3741287" y="1712115"/>
                  </a:lnTo>
                  <a:lnTo>
                    <a:pt x="3776918" y="1715472"/>
                  </a:lnTo>
                  <a:lnTo>
                    <a:pt x="3812549" y="1718813"/>
                  </a:lnTo>
                  <a:lnTo>
                    <a:pt x="3848181" y="1722141"/>
                  </a:lnTo>
                  <a:lnTo>
                    <a:pt x="3883812" y="1725453"/>
                  </a:lnTo>
                  <a:lnTo>
                    <a:pt x="3919443" y="1728752"/>
                  </a:lnTo>
                  <a:lnTo>
                    <a:pt x="3955075" y="1732036"/>
                  </a:lnTo>
                  <a:lnTo>
                    <a:pt x="3990706" y="1735305"/>
                  </a:lnTo>
                  <a:lnTo>
                    <a:pt x="4026337" y="1738560"/>
                  </a:lnTo>
                  <a:lnTo>
                    <a:pt x="4061968" y="1741802"/>
                  </a:lnTo>
                  <a:lnTo>
                    <a:pt x="4097600" y="1745029"/>
                  </a:lnTo>
                  <a:lnTo>
                    <a:pt x="4133231" y="1748242"/>
                  </a:lnTo>
                  <a:lnTo>
                    <a:pt x="4168862" y="1751440"/>
                  </a:lnTo>
                  <a:lnTo>
                    <a:pt x="4204494" y="1754626"/>
                  </a:lnTo>
                  <a:lnTo>
                    <a:pt x="4240125" y="1757797"/>
                  </a:lnTo>
                  <a:lnTo>
                    <a:pt x="4275756" y="1760954"/>
                  </a:lnTo>
                  <a:lnTo>
                    <a:pt x="4311388" y="1764097"/>
                  </a:lnTo>
                  <a:lnTo>
                    <a:pt x="4347019" y="1767227"/>
                  </a:lnTo>
                  <a:lnTo>
                    <a:pt x="4382650" y="1770344"/>
                  </a:lnTo>
                  <a:lnTo>
                    <a:pt x="4418282" y="1773446"/>
                  </a:lnTo>
                  <a:lnTo>
                    <a:pt x="4453913" y="1776535"/>
                  </a:lnTo>
                  <a:lnTo>
                    <a:pt x="4489544" y="1779611"/>
                  </a:lnTo>
                  <a:lnTo>
                    <a:pt x="4525175" y="1782673"/>
                  </a:lnTo>
                  <a:lnTo>
                    <a:pt x="4560807" y="1785722"/>
                  </a:lnTo>
                  <a:lnTo>
                    <a:pt x="4596438" y="1788758"/>
                  </a:lnTo>
                  <a:lnTo>
                    <a:pt x="4632069" y="1791780"/>
                  </a:lnTo>
                  <a:lnTo>
                    <a:pt x="4667701" y="1794789"/>
                  </a:lnTo>
                  <a:lnTo>
                    <a:pt x="4703332" y="1797785"/>
                  </a:lnTo>
                  <a:lnTo>
                    <a:pt x="4738963" y="1800768"/>
                  </a:lnTo>
                  <a:lnTo>
                    <a:pt x="4774595" y="1803738"/>
                  </a:lnTo>
                  <a:lnTo>
                    <a:pt x="4810226" y="1806695"/>
                  </a:lnTo>
                  <a:lnTo>
                    <a:pt x="4845857" y="1809640"/>
                  </a:lnTo>
                  <a:lnTo>
                    <a:pt x="4881489" y="1812571"/>
                  </a:lnTo>
                  <a:lnTo>
                    <a:pt x="4917120" y="1815489"/>
                  </a:lnTo>
                  <a:lnTo>
                    <a:pt x="4952751" y="1818395"/>
                  </a:lnTo>
                  <a:lnTo>
                    <a:pt x="4988382" y="1821288"/>
                  </a:lnTo>
                  <a:lnTo>
                    <a:pt x="5024014" y="1824169"/>
                  </a:lnTo>
                  <a:lnTo>
                    <a:pt x="5059645" y="1827037"/>
                  </a:lnTo>
                  <a:lnTo>
                    <a:pt x="5095276" y="1829893"/>
                  </a:lnTo>
                  <a:lnTo>
                    <a:pt x="5130908" y="1832736"/>
                  </a:lnTo>
                  <a:lnTo>
                    <a:pt x="5166539" y="1835566"/>
                  </a:lnTo>
                  <a:lnTo>
                    <a:pt x="5202170" y="1838385"/>
                  </a:lnTo>
                  <a:lnTo>
                    <a:pt x="5237802" y="1841191"/>
                  </a:lnTo>
                  <a:lnTo>
                    <a:pt x="5273433" y="1843985"/>
                  </a:lnTo>
                  <a:lnTo>
                    <a:pt x="5309064" y="1846766"/>
                  </a:lnTo>
                  <a:lnTo>
                    <a:pt x="5344696" y="1849536"/>
                  </a:lnTo>
                  <a:lnTo>
                    <a:pt x="5380327" y="1852293"/>
                  </a:lnTo>
                  <a:lnTo>
                    <a:pt x="5415958" y="1855039"/>
                  </a:lnTo>
                  <a:lnTo>
                    <a:pt x="5451589" y="1857772"/>
                  </a:lnTo>
                  <a:lnTo>
                    <a:pt x="5487221" y="1860494"/>
                  </a:lnTo>
                  <a:lnTo>
                    <a:pt x="5522852" y="1863203"/>
                  </a:lnTo>
                  <a:lnTo>
                    <a:pt x="5558483" y="1865901"/>
                  </a:lnTo>
                  <a:lnTo>
                    <a:pt x="5594115" y="1868587"/>
                  </a:lnTo>
                  <a:lnTo>
                    <a:pt x="5629746" y="1871262"/>
                  </a:lnTo>
                  <a:lnTo>
                    <a:pt x="5665377" y="1873925"/>
                  </a:lnTo>
                  <a:lnTo>
                    <a:pt x="5701009" y="1876576"/>
                  </a:lnTo>
                  <a:lnTo>
                    <a:pt x="5736640" y="1879215"/>
                  </a:lnTo>
                  <a:lnTo>
                    <a:pt x="5772271" y="1881844"/>
                  </a:lnTo>
                  <a:lnTo>
                    <a:pt x="5807903" y="1884460"/>
                  </a:lnTo>
                  <a:lnTo>
                    <a:pt x="5843534" y="1887065"/>
                  </a:lnTo>
                  <a:lnTo>
                    <a:pt x="5879165" y="1889659"/>
                  </a:lnTo>
                  <a:lnTo>
                    <a:pt x="5914796" y="1892242"/>
                  </a:lnTo>
                  <a:lnTo>
                    <a:pt x="5950428" y="1894813"/>
                  </a:lnTo>
                  <a:lnTo>
                    <a:pt x="5986059" y="1897373"/>
                  </a:lnTo>
                  <a:lnTo>
                    <a:pt x="6021690" y="1899922"/>
                  </a:lnTo>
                  <a:lnTo>
                    <a:pt x="6057322" y="1902460"/>
                  </a:lnTo>
                  <a:lnTo>
                    <a:pt x="6092953" y="1904987"/>
                  </a:lnTo>
                  <a:lnTo>
                    <a:pt x="6128584" y="1907503"/>
                  </a:lnTo>
                  <a:lnTo>
                    <a:pt x="6164216" y="1910008"/>
                  </a:lnTo>
                  <a:lnTo>
                    <a:pt x="6199847" y="1912502"/>
                  </a:lnTo>
                  <a:lnTo>
                    <a:pt x="6235478" y="1914985"/>
                  </a:lnTo>
                  <a:lnTo>
                    <a:pt x="6271110" y="1917457"/>
                  </a:lnTo>
                  <a:lnTo>
                    <a:pt x="6306741" y="1919918"/>
                  </a:lnTo>
                  <a:lnTo>
                    <a:pt x="6342372" y="1922369"/>
                  </a:lnTo>
                  <a:lnTo>
                    <a:pt x="6378003" y="1924809"/>
                  </a:lnTo>
                  <a:lnTo>
                    <a:pt x="6413635" y="1927238"/>
                  </a:lnTo>
                  <a:lnTo>
                    <a:pt x="6449266" y="1929657"/>
                  </a:lnTo>
                  <a:lnTo>
                    <a:pt x="6484897" y="1932065"/>
                  </a:lnTo>
                  <a:lnTo>
                    <a:pt x="6520529" y="1934463"/>
                  </a:lnTo>
                  <a:lnTo>
                    <a:pt x="6556160" y="1936850"/>
                  </a:lnTo>
                  <a:lnTo>
                    <a:pt x="6591791" y="1939227"/>
                  </a:lnTo>
                  <a:lnTo>
                    <a:pt x="6627423" y="1941594"/>
                  </a:lnTo>
                  <a:lnTo>
                    <a:pt x="6663054" y="1943950"/>
                  </a:lnTo>
                  <a:lnTo>
                    <a:pt x="6698685" y="1946296"/>
                  </a:lnTo>
                  <a:lnTo>
                    <a:pt x="6734317" y="1948632"/>
                  </a:lnTo>
                  <a:lnTo>
                    <a:pt x="6769948" y="1950957"/>
                  </a:lnTo>
                  <a:lnTo>
                    <a:pt x="6805579" y="1953273"/>
                  </a:lnTo>
                  <a:lnTo>
                    <a:pt x="6841210" y="1955578"/>
                  </a:lnTo>
                  <a:lnTo>
                    <a:pt x="6876842" y="1957873"/>
                  </a:lnTo>
                  <a:lnTo>
                    <a:pt x="6912473" y="1960159"/>
                  </a:lnTo>
                  <a:lnTo>
                    <a:pt x="6948104" y="1962434"/>
                  </a:lnTo>
                  <a:lnTo>
                    <a:pt x="6983736" y="1964699"/>
                  </a:lnTo>
                  <a:lnTo>
                    <a:pt x="7019367" y="1966955"/>
                  </a:lnTo>
                  <a:lnTo>
                    <a:pt x="7054998" y="1969201"/>
                  </a:lnTo>
                  <a:lnTo>
                    <a:pt x="7090630" y="1971437"/>
                  </a:lnTo>
                  <a:lnTo>
                    <a:pt x="7090630" y="2244670"/>
                  </a:lnTo>
                  <a:lnTo>
                    <a:pt x="7054998" y="2241852"/>
                  </a:lnTo>
                  <a:lnTo>
                    <a:pt x="7019367" y="2239001"/>
                  </a:lnTo>
                  <a:lnTo>
                    <a:pt x="6983736" y="2236116"/>
                  </a:lnTo>
                  <a:lnTo>
                    <a:pt x="6948104" y="2233197"/>
                  </a:lnTo>
                  <a:lnTo>
                    <a:pt x="6912473" y="2230244"/>
                  </a:lnTo>
                  <a:lnTo>
                    <a:pt x="6876842" y="2227255"/>
                  </a:lnTo>
                  <a:lnTo>
                    <a:pt x="6841210" y="2224231"/>
                  </a:lnTo>
                  <a:lnTo>
                    <a:pt x="6805579" y="2221171"/>
                  </a:lnTo>
                  <a:lnTo>
                    <a:pt x="6769948" y="2218074"/>
                  </a:lnTo>
                  <a:lnTo>
                    <a:pt x="6734317" y="2214941"/>
                  </a:lnTo>
                  <a:lnTo>
                    <a:pt x="6698685" y="2211771"/>
                  </a:lnTo>
                  <a:lnTo>
                    <a:pt x="6663054" y="2208563"/>
                  </a:lnTo>
                  <a:lnTo>
                    <a:pt x="6627423" y="2205318"/>
                  </a:lnTo>
                  <a:lnTo>
                    <a:pt x="6591791" y="2202033"/>
                  </a:lnTo>
                  <a:lnTo>
                    <a:pt x="6556160" y="2198710"/>
                  </a:lnTo>
                  <a:lnTo>
                    <a:pt x="6520529" y="2195347"/>
                  </a:lnTo>
                  <a:lnTo>
                    <a:pt x="6484897" y="2191945"/>
                  </a:lnTo>
                  <a:lnTo>
                    <a:pt x="6449266" y="2188502"/>
                  </a:lnTo>
                  <a:lnTo>
                    <a:pt x="6413635" y="2185018"/>
                  </a:lnTo>
                  <a:lnTo>
                    <a:pt x="6378003" y="2181493"/>
                  </a:lnTo>
                  <a:lnTo>
                    <a:pt x="6342372" y="2177926"/>
                  </a:lnTo>
                  <a:lnTo>
                    <a:pt x="6306741" y="2174316"/>
                  </a:lnTo>
                  <a:lnTo>
                    <a:pt x="6271110" y="2170664"/>
                  </a:lnTo>
                  <a:lnTo>
                    <a:pt x="6235478" y="2166969"/>
                  </a:lnTo>
                  <a:lnTo>
                    <a:pt x="6199847" y="2163230"/>
                  </a:lnTo>
                  <a:lnTo>
                    <a:pt x="6164216" y="2159446"/>
                  </a:lnTo>
                  <a:lnTo>
                    <a:pt x="6128584" y="2155618"/>
                  </a:lnTo>
                  <a:lnTo>
                    <a:pt x="6092953" y="2151744"/>
                  </a:lnTo>
                  <a:lnTo>
                    <a:pt x="6057322" y="2147824"/>
                  </a:lnTo>
                  <a:lnTo>
                    <a:pt x="6021690" y="2143858"/>
                  </a:lnTo>
                  <a:lnTo>
                    <a:pt x="5986059" y="2139844"/>
                  </a:lnTo>
                  <a:lnTo>
                    <a:pt x="5950428" y="2135783"/>
                  </a:lnTo>
                  <a:lnTo>
                    <a:pt x="5914796" y="2131674"/>
                  </a:lnTo>
                  <a:lnTo>
                    <a:pt x="5879165" y="2127516"/>
                  </a:lnTo>
                  <a:lnTo>
                    <a:pt x="5843534" y="2123309"/>
                  </a:lnTo>
                  <a:lnTo>
                    <a:pt x="5807903" y="2119052"/>
                  </a:lnTo>
                  <a:lnTo>
                    <a:pt x="5772271" y="2114744"/>
                  </a:lnTo>
                  <a:lnTo>
                    <a:pt x="5736640" y="2110386"/>
                  </a:lnTo>
                  <a:lnTo>
                    <a:pt x="5701009" y="2105975"/>
                  </a:lnTo>
                  <a:lnTo>
                    <a:pt x="5665377" y="2101513"/>
                  </a:lnTo>
                  <a:lnTo>
                    <a:pt x="5629746" y="2096997"/>
                  </a:lnTo>
                  <a:lnTo>
                    <a:pt x="5594115" y="2092428"/>
                  </a:lnTo>
                  <a:lnTo>
                    <a:pt x="5558483" y="2087804"/>
                  </a:lnTo>
                  <a:lnTo>
                    <a:pt x="5522852" y="2083126"/>
                  </a:lnTo>
                  <a:lnTo>
                    <a:pt x="5487221" y="2078392"/>
                  </a:lnTo>
                  <a:lnTo>
                    <a:pt x="5451589" y="2073602"/>
                  </a:lnTo>
                  <a:lnTo>
                    <a:pt x="5415958" y="2068756"/>
                  </a:lnTo>
                  <a:lnTo>
                    <a:pt x="5380327" y="2063851"/>
                  </a:lnTo>
                  <a:lnTo>
                    <a:pt x="5344696" y="2058889"/>
                  </a:lnTo>
                  <a:lnTo>
                    <a:pt x="5309064" y="2053868"/>
                  </a:lnTo>
                  <a:lnTo>
                    <a:pt x="5273433" y="2048787"/>
                  </a:lnTo>
                  <a:lnTo>
                    <a:pt x="5237802" y="2043646"/>
                  </a:lnTo>
                  <a:lnTo>
                    <a:pt x="5202170" y="2038444"/>
                  </a:lnTo>
                  <a:lnTo>
                    <a:pt x="5166539" y="2033180"/>
                  </a:lnTo>
                  <a:lnTo>
                    <a:pt x="5130908" y="2027854"/>
                  </a:lnTo>
                  <a:lnTo>
                    <a:pt x="5095276" y="2022465"/>
                  </a:lnTo>
                  <a:lnTo>
                    <a:pt x="5059645" y="2017011"/>
                  </a:lnTo>
                  <a:lnTo>
                    <a:pt x="5024014" y="2011493"/>
                  </a:lnTo>
                  <a:lnTo>
                    <a:pt x="4988382" y="2005910"/>
                  </a:lnTo>
                  <a:lnTo>
                    <a:pt x="4952751" y="2000260"/>
                  </a:lnTo>
                  <a:lnTo>
                    <a:pt x="4917120" y="1994544"/>
                  </a:lnTo>
                  <a:lnTo>
                    <a:pt x="4881489" y="1988759"/>
                  </a:lnTo>
                  <a:lnTo>
                    <a:pt x="4845857" y="1982906"/>
                  </a:lnTo>
                  <a:lnTo>
                    <a:pt x="4810226" y="1976983"/>
                  </a:lnTo>
                  <a:lnTo>
                    <a:pt x="4774595" y="1970991"/>
                  </a:lnTo>
                  <a:lnTo>
                    <a:pt x="4738963" y="1964927"/>
                  </a:lnTo>
                  <a:lnTo>
                    <a:pt x="4703332" y="1958791"/>
                  </a:lnTo>
                  <a:lnTo>
                    <a:pt x="4667701" y="1952582"/>
                  </a:lnTo>
                  <a:lnTo>
                    <a:pt x="4632069" y="1946300"/>
                  </a:lnTo>
                  <a:lnTo>
                    <a:pt x="4596438" y="1939944"/>
                  </a:lnTo>
                  <a:lnTo>
                    <a:pt x="4560807" y="1933511"/>
                  </a:lnTo>
                  <a:lnTo>
                    <a:pt x="4525175" y="1927003"/>
                  </a:lnTo>
                  <a:lnTo>
                    <a:pt x="4489544" y="1920417"/>
                  </a:lnTo>
                  <a:lnTo>
                    <a:pt x="4453913" y="1913754"/>
                  </a:lnTo>
                  <a:lnTo>
                    <a:pt x="4418282" y="1907011"/>
                  </a:lnTo>
                  <a:lnTo>
                    <a:pt x="4382650" y="1900188"/>
                  </a:lnTo>
                  <a:lnTo>
                    <a:pt x="4347019" y="1893284"/>
                  </a:lnTo>
                  <a:lnTo>
                    <a:pt x="4311388" y="1886299"/>
                  </a:lnTo>
                  <a:lnTo>
                    <a:pt x="4275756" y="1879230"/>
                  </a:lnTo>
                  <a:lnTo>
                    <a:pt x="4240125" y="1872078"/>
                  </a:lnTo>
                  <a:lnTo>
                    <a:pt x="4204494" y="1864841"/>
                  </a:lnTo>
                  <a:lnTo>
                    <a:pt x="4168862" y="1857518"/>
                  </a:lnTo>
                  <a:lnTo>
                    <a:pt x="4133231" y="1850108"/>
                  </a:lnTo>
                  <a:lnTo>
                    <a:pt x="4097600" y="1842610"/>
                  </a:lnTo>
                  <a:lnTo>
                    <a:pt x="4061968" y="1835024"/>
                  </a:lnTo>
                  <a:lnTo>
                    <a:pt x="4026337" y="1827347"/>
                  </a:lnTo>
                  <a:lnTo>
                    <a:pt x="3990706" y="1819579"/>
                  </a:lnTo>
                  <a:lnTo>
                    <a:pt x="3955075" y="1811719"/>
                  </a:lnTo>
                  <a:lnTo>
                    <a:pt x="3919443" y="1803766"/>
                  </a:lnTo>
                  <a:lnTo>
                    <a:pt x="3883812" y="1795719"/>
                  </a:lnTo>
                  <a:lnTo>
                    <a:pt x="3848181" y="1787576"/>
                  </a:lnTo>
                  <a:lnTo>
                    <a:pt x="3812549" y="1779336"/>
                  </a:lnTo>
                  <a:lnTo>
                    <a:pt x="3776918" y="1770999"/>
                  </a:lnTo>
                  <a:lnTo>
                    <a:pt x="3741287" y="1762563"/>
                  </a:lnTo>
                  <a:lnTo>
                    <a:pt x="3705655" y="1754027"/>
                  </a:lnTo>
                  <a:lnTo>
                    <a:pt x="3670024" y="1745390"/>
                  </a:lnTo>
                  <a:lnTo>
                    <a:pt x="3634393" y="1736650"/>
                  </a:lnTo>
                  <a:lnTo>
                    <a:pt x="3598762" y="1727806"/>
                  </a:lnTo>
                  <a:lnTo>
                    <a:pt x="3563130" y="1718858"/>
                  </a:lnTo>
                  <a:lnTo>
                    <a:pt x="3527499" y="1709803"/>
                  </a:lnTo>
                  <a:lnTo>
                    <a:pt x="3491868" y="1700641"/>
                  </a:lnTo>
                  <a:lnTo>
                    <a:pt x="3456236" y="1691370"/>
                  </a:lnTo>
                  <a:lnTo>
                    <a:pt x="3420605" y="1681990"/>
                  </a:lnTo>
                  <a:lnTo>
                    <a:pt x="3384974" y="1677732"/>
                  </a:lnTo>
                  <a:lnTo>
                    <a:pt x="3349342" y="1674211"/>
                  </a:lnTo>
                  <a:lnTo>
                    <a:pt x="3313711" y="1670674"/>
                  </a:lnTo>
                  <a:lnTo>
                    <a:pt x="3278080" y="1667121"/>
                  </a:lnTo>
                  <a:lnTo>
                    <a:pt x="3242448" y="1663553"/>
                  </a:lnTo>
                  <a:lnTo>
                    <a:pt x="3206817" y="1659969"/>
                  </a:lnTo>
                  <a:lnTo>
                    <a:pt x="3171186" y="1656370"/>
                  </a:lnTo>
                  <a:lnTo>
                    <a:pt x="3135555" y="1652755"/>
                  </a:lnTo>
                  <a:lnTo>
                    <a:pt x="3099923" y="1649124"/>
                  </a:lnTo>
                  <a:lnTo>
                    <a:pt x="3064292" y="1645477"/>
                  </a:lnTo>
                  <a:lnTo>
                    <a:pt x="3028661" y="1641814"/>
                  </a:lnTo>
                  <a:lnTo>
                    <a:pt x="2993029" y="1638136"/>
                  </a:lnTo>
                  <a:lnTo>
                    <a:pt x="2957398" y="1634441"/>
                  </a:lnTo>
                  <a:lnTo>
                    <a:pt x="2921767" y="1630729"/>
                  </a:lnTo>
                  <a:lnTo>
                    <a:pt x="2886135" y="1627002"/>
                  </a:lnTo>
                  <a:lnTo>
                    <a:pt x="2850504" y="1623258"/>
                  </a:lnTo>
                  <a:lnTo>
                    <a:pt x="2814873" y="1619498"/>
                  </a:lnTo>
                  <a:lnTo>
                    <a:pt x="2779241" y="1615722"/>
                  </a:lnTo>
                  <a:lnTo>
                    <a:pt x="2743610" y="1611929"/>
                  </a:lnTo>
                  <a:lnTo>
                    <a:pt x="2707979" y="1608119"/>
                  </a:lnTo>
                  <a:lnTo>
                    <a:pt x="2672348" y="1604293"/>
                  </a:lnTo>
                  <a:lnTo>
                    <a:pt x="2636716" y="1600450"/>
                  </a:lnTo>
                  <a:lnTo>
                    <a:pt x="2601085" y="1596590"/>
                  </a:lnTo>
                  <a:lnTo>
                    <a:pt x="2565454" y="1592713"/>
                  </a:lnTo>
                  <a:lnTo>
                    <a:pt x="2529822" y="1588819"/>
                  </a:lnTo>
                  <a:lnTo>
                    <a:pt x="2494191" y="1584908"/>
                  </a:lnTo>
                  <a:lnTo>
                    <a:pt x="2458560" y="1580980"/>
                  </a:lnTo>
                  <a:lnTo>
                    <a:pt x="2422928" y="1577035"/>
                  </a:lnTo>
                  <a:lnTo>
                    <a:pt x="2387297" y="1573073"/>
                  </a:lnTo>
                  <a:lnTo>
                    <a:pt x="2351666" y="1569093"/>
                  </a:lnTo>
                  <a:lnTo>
                    <a:pt x="2316034" y="1565096"/>
                  </a:lnTo>
                  <a:lnTo>
                    <a:pt x="2280403" y="1561081"/>
                  </a:lnTo>
                  <a:lnTo>
                    <a:pt x="2244772" y="1557049"/>
                  </a:lnTo>
                  <a:lnTo>
                    <a:pt x="2209141" y="1552999"/>
                  </a:lnTo>
                  <a:lnTo>
                    <a:pt x="2173509" y="1548931"/>
                  </a:lnTo>
                  <a:lnTo>
                    <a:pt x="2137878" y="1544846"/>
                  </a:lnTo>
                  <a:lnTo>
                    <a:pt x="2102247" y="1540742"/>
                  </a:lnTo>
                  <a:lnTo>
                    <a:pt x="2066615" y="1536621"/>
                  </a:lnTo>
                  <a:lnTo>
                    <a:pt x="2030984" y="1532482"/>
                  </a:lnTo>
                  <a:lnTo>
                    <a:pt x="1995353" y="1528324"/>
                  </a:lnTo>
                  <a:lnTo>
                    <a:pt x="1959721" y="1524149"/>
                  </a:lnTo>
                  <a:lnTo>
                    <a:pt x="1924090" y="1519955"/>
                  </a:lnTo>
                  <a:lnTo>
                    <a:pt x="1888459" y="1515743"/>
                  </a:lnTo>
                  <a:lnTo>
                    <a:pt x="1852827" y="1511512"/>
                  </a:lnTo>
                  <a:lnTo>
                    <a:pt x="1817196" y="1507263"/>
                  </a:lnTo>
                  <a:lnTo>
                    <a:pt x="1781565" y="1502995"/>
                  </a:lnTo>
                  <a:lnTo>
                    <a:pt x="1745934" y="1498708"/>
                  </a:lnTo>
                  <a:lnTo>
                    <a:pt x="1710302" y="1494403"/>
                  </a:lnTo>
                  <a:lnTo>
                    <a:pt x="1674671" y="1490079"/>
                  </a:lnTo>
                  <a:lnTo>
                    <a:pt x="1639040" y="1485736"/>
                  </a:lnTo>
                  <a:lnTo>
                    <a:pt x="1603408" y="1481374"/>
                  </a:lnTo>
                  <a:lnTo>
                    <a:pt x="1567777" y="1476992"/>
                  </a:lnTo>
                  <a:lnTo>
                    <a:pt x="1532146" y="1472592"/>
                  </a:lnTo>
                  <a:lnTo>
                    <a:pt x="1496514" y="1468172"/>
                  </a:lnTo>
                  <a:lnTo>
                    <a:pt x="1460883" y="1463733"/>
                  </a:lnTo>
                  <a:lnTo>
                    <a:pt x="1425252" y="1459275"/>
                  </a:lnTo>
                  <a:lnTo>
                    <a:pt x="1389620" y="1454797"/>
                  </a:lnTo>
                  <a:lnTo>
                    <a:pt x="1353989" y="1450300"/>
                  </a:lnTo>
                  <a:lnTo>
                    <a:pt x="1318358" y="1445782"/>
                  </a:lnTo>
                  <a:lnTo>
                    <a:pt x="1282727" y="1441245"/>
                  </a:lnTo>
                  <a:lnTo>
                    <a:pt x="1247095" y="1436689"/>
                  </a:lnTo>
                  <a:lnTo>
                    <a:pt x="1211464" y="1432112"/>
                  </a:lnTo>
                  <a:lnTo>
                    <a:pt x="1175833" y="1427515"/>
                  </a:lnTo>
                  <a:lnTo>
                    <a:pt x="1140201" y="1422898"/>
                  </a:lnTo>
                  <a:lnTo>
                    <a:pt x="1104570" y="1418261"/>
                  </a:lnTo>
                  <a:lnTo>
                    <a:pt x="1068939" y="1413603"/>
                  </a:lnTo>
                  <a:lnTo>
                    <a:pt x="1033307" y="1408926"/>
                  </a:lnTo>
                  <a:lnTo>
                    <a:pt x="997676" y="1404227"/>
                  </a:lnTo>
                  <a:lnTo>
                    <a:pt x="962045" y="1399508"/>
                  </a:lnTo>
                  <a:lnTo>
                    <a:pt x="926413" y="1394769"/>
                  </a:lnTo>
                  <a:lnTo>
                    <a:pt x="890782" y="1390008"/>
                  </a:lnTo>
                  <a:lnTo>
                    <a:pt x="855151" y="1385227"/>
                  </a:lnTo>
                  <a:lnTo>
                    <a:pt x="819520" y="1380425"/>
                  </a:lnTo>
                  <a:lnTo>
                    <a:pt x="783888" y="1375602"/>
                  </a:lnTo>
                  <a:lnTo>
                    <a:pt x="748257" y="1370758"/>
                  </a:lnTo>
                  <a:lnTo>
                    <a:pt x="712626" y="1365893"/>
                  </a:lnTo>
                  <a:lnTo>
                    <a:pt x="676994" y="1361006"/>
                  </a:lnTo>
                  <a:lnTo>
                    <a:pt x="641363" y="1356098"/>
                  </a:lnTo>
                  <a:lnTo>
                    <a:pt x="605732" y="1351168"/>
                  </a:lnTo>
                  <a:lnTo>
                    <a:pt x="570100" y="1346217"/>
                  </a:lnTo>
                  <a:lnTo>
                    <a:pt x="534469" y="1341244"/>
                  </a:lnTo>
                  <a:lnTo>
                    <a:pt x="498838" y="1336250"/>
                  </a:lnTo>
                  <a:lnTo>
                    <a:pt x="463206" y="1331233"/>
                  </a:lnTo>
                  <a:lnTo>
                    <a:pt x="427575" y="1326195"/>
                  </a:lnTo>
                  <a:lnTo>
                    <a:pt x="391944" y="1321134"/>
                  </a:lnTo>
                  <a:lnTo>
                    <a:pt x="356313" y="1316052"/>
                  </a:lnTo>
                  <a:lnTo>
                    <a:pt x="320681" y="1310947"/>
                  </a:lnTo>
                  <a:lnTo>
                    <a:pt x="285050" y="1305819"/>
                  </a:lnTo>
                  <a:lnTo>
                    <a:pt x="249419" y="1300670"/>
                  </a:lnTo>
                  <a:lnTo>
                    <a:pt x="213787" y="1295498"/>
                  </a:lnTo>
                  <a:lnTo>
                    <a:pt x="178156" y="1290303"/>
                  </a:lnTo>
                  <a:lnTo>
                    <a:pt x="142525" y="1285085"/>
                  </a:lnTo>
                  <a:lnTo>
                    <a:pt x="106893" y="1279845"/>
                  </a:lnTo>
                  <a:lnTo>
                    <a:pt x="71262" y="1274581"/>
                  </a:lnTo>
                  <a:lnTo>
                    <a:pt x="35631" y="1269295"/>
                  </a:lnTo>
                  <a:lnTo>
                    <a:pt x="0" y="126398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080656"/>
              <a:ext cx="7090630" cy="1971437"/>
            </a:xfrm>
            <a:custGeom>
              <a:avLst/>
              <a:pathLst>
                <a:path w="7090630" h="1971437">
                  <a:moveTo>
                    <a:pt x="0" y="0"/>
                  </a:moveTo>
                  <a:lnTo>
                    <a:pt x="35631" y="29098"/>
                  </a:lnTo>
                  <a:lnTo>
                    <a:pt x="71262" y="57854"/>
                  </a:lnTo>
                  <a:lnTo>
                    <a:pt x="106893" y="86274"/>
                  </a:lnTo>
                  <a:lnTo>
                    <a:pt x="142525" y="114361"/>
                  </a:lnTo>
                  <a:lnTo>
                    <a:pt x="178156" y="142118"/>
                  </a:lnTo>
                  <a:lnTo>
                    <a:pt x="213787" y="169550"/>
                  </a:lnTo>
                  <a:lnTo>
                    <a:pt x="249419" y="196661"/>
                  </a:lnTo>
                  <a:lnTo>
                    <a:pt x="285050" y="223453"/>
                  </a:lnTo>
                  <a:lnTo>
                    <a:pt x="320681" y="249932"/>
                  </a:lnTo>
                  <a:lnTo>
                    <a:pt x="356313" y="276100"/>
                  </a:lnTo>
                  <a:lnTo>
                    <a:pt x="391944" y="301961"/>
                  </a:lnTo>
                  <a:lnTo>
                    <a:pt x="427575" y="327520"/>
                  </a:lnTo>
                  <a:lnTo>
                    <a:pt x="463206" y="352778"/>
                  </a:lnTo>
                  <a:lnTo>
                    <a:pt x="498838" y="377741"/>
                  </a:lnTo>
                  <a:lnTo>
                    <a:pt x="534469" y="402411"/>
                  </a:lnTo>
                  <a:lnTo>
                    <a:pt x="570100" y="426791"/>
                  </a:lnTo>
                  <a:lnTo>
                    <a:pt x="605732" y="450886"/>
                  </a:lnTo>
                  <a:lnTo>
                    <a:pt x="641363" y="474699"/>
                  </a:lnTo>
                  <a:lnTo>
                    <a:pt x="676994" y="498232"/>
                  </a:lnTo>
                  <a:lnTo>
                    <a:pt x="712626" y="521489"/>
                  </a:lnTo>
                  <a:lnTo>
                    <a:pt x="748257" y="544474"/>
                  </a:lnTo>
                  <a:lnTo>
                    <a:pt x="783888" y="567189"/>
                  </a:lnTo>
                  <a:lnTo>
                    <a:pt x="819520" y="589639"/>
                  </a:lnTo>
                  <a:lnTo>
                    <a:pt x="855151" y="611824"/>
                  </a:lnTo>
                  <a:lnTo>
                    <a:pt x="890782" y="633750"/>
                  </a:lnTo>
                  <a:lnTo>
                    <a:pt x="926413" y="655419"/>
                  </a:lnTo>
                  <a:lnTo>
                    <a:pt x="962045" y="676834"/>
                  </a:lnTo>
                  <a:lnTo>
                    <a:pt x="997676" y="697998"/>
                  </a:lnTo>
                  <a:lnTo>
                    <a:pt x="1033307" y="718913"/>
                  </a:lnTo>
                  <a:lnTo>
                    <a:pt x="1068939" y="739584"/>
                  </a:lnTo>
                  <a:lnTo>
                    <a:pt x="1104570" y="760012"/>
                  </a:lnTo>
                  <a:lnTo>
                    <a:pt x="1140201" y="780200"/>
                  </a:lnTo>
                  <a:lnTo>
                    <a:pt x="1175833" y="800152"/>
                  </a:lnTo>
                  <a:lnTo>
                    <a:pt x="1211464" y="819870"/>
                  </a:lnTo>
                  <a:lnTo>
                    <a:pt x="1247095" y="839357"/>
                  </a:lnTo>
                  <a:lnTo>
                    <a:pt x="1282727" y="858616"/>
                  </a:lnTo>
                  <a:lnTo>
                    <a:pt x="1318358" y="877649"/>
                  </a:lnTo>
                  <a:lnTo>
                    <a:pt x="1353989" y="896458"/>
                  </a:lnTo>
                  <a:lnTo>
                    <a:pt x="1389620" y="915048"/>
                  </a:lnTo>
                  <a:lnTo>
                    <a:pt x="1425252" y="933419"/>
                  </a:lnTo>
                  <a:lnTo>
                    <a:pt x="1460883" y="951575"/>
                  </a:lnTo>
                  <a:lnTo>
                    <a:pt x="1496514" y="969518"/>
                  </a:lnTo>
                  <a:lnTo>
                    <a:pt x="1532146" y="987250"/>
                  </a:lnTo>
                  <a:lnTo>
                    <a:pt x="1567777" y="1004775"/>
                  </a:lnTo>
                  <a:lnTo>
                    <a:pt x="1603408" y="1022095"/>
                  </a:lnTo>
                  <a:lnTo>
                    <a:pt x="1639040" y="1039211"/>
                  </a:lnTo>
                  <a:lnTo>
                    <a:pt x="1674671" y="1056127"/>
                  </a:lnTo>
                  <a:lnTo>
                    <a:pt x="1710302" y="1072844"/>
                  </a:lnTo>
                  <a:lnTo>
                    <a:pt x="1745934" y="1089365"/>
                  </a:lnTo>
                  <a:lnTo>
                    <a:pt x="1781565" y="1105693"/>
                  </a:lnTo>
                  <a:lnTo>
                    <a:pt x="1817196" y="1121830"/>
                  </a:lnTo>
                  <a:lnTo>
                    <a:pt x="1852827" y="1137777"/>
                  </a:lnTo>
                  <a:lnTo>
                    <a:pt x="1888459" y="1153537"/>
                  </a:lnTo>
                  <a:lnTo>
                    <a:pt x="1924090" y="1169113"/>
                  </a:lnTo>
                  <a:lnTo>
                    <a:pt x="1959721" y="1184505"/>
                  </a:lnTo>
                  <a:lnTo>
                    <a:pt x="1995353" y="1199718"/>
                  </a:lnTo>
                  <a:lnTo>
                    <a:pt x="2030984" y="1214752"/>
                  </a:lnTo>
                  <a:lnTo>
                    <a:pt x="2066615" y="1229610"/>
                  </a:lnTo>
                  <a:lnTo>
                    <a:pt x="2102247" y="1244294"/>
                  </a:lnTo>
                  <a:lnTo>
                    <a:pt x="2137878" y="1258805"/>
                  </a:lnTo>
                  <a:lnTo>
                    <a:pt x="2173509" y="1273147"/>
                  </a:lnTo>
                  <a:lnTo>
                    <a:pt x="2209141" y="1287320"/>
                  </a:lnTo>
                  <a:lnTo>
                    <a:pt x="2244772" y="1301327"/>
                  </a:lnTo>
                  <a:lnTo>
                    <a:pt x="2280403" y="1315170"/>
                  </a:lnTo>
                  <a:lnTo>
                    <a:pt x="2316034" y="1328851"/>
                  </a:lnTo>
                  <a:lnTo>
                    <a:pt x="2351666" y="1342371"/>
                  </a:lnTo>
                  <a:lnTo>
                    <a:pt x="2387297" y="1355733"/>
                  </a:lnTo>
                  <a:lnTo>
                    <a:pt x="2422928" y="1368939"/>
                  </a:lnTo>
                  <a:lnTo>
                    <a:pt x="2458560" y="1381989"/>
                  </a:lnTo>
                  <a:lnTo>
                    <a:pt x="2494191" y="1394886"/>
                  </a:lnTo>
                  <a:lnTo>
                    <a:pt x="2529822" y="1407633"/>
                  </a:lnTo>
                  <a:lnTo>
                    <a:pt x="2565454" y="1420229"/>
                  </a:lnTo>
                  <a:lnTo>
                    <a:pt x="2601085" y="1432679"/>
                  </a:lnTo>
                  <a:lnTo>
                    <a:pt x="2636716" y="1444982"/>
                  </a:lnTo>
                  <a:lnTo>
                    <a:pt x="2672348" y="1457141"/>
                  </a:lnTo>
                  <a:lnTo>
                    <a:pt x="2707979" y="1469157"/>
                  </a:lnTo>
                  <a:lnTo>
                    <a:pt x="2743610" y="1481033"/>
                  </a:lnTo>
                  <a:lnTo>
                    <a:pt x="2779241" y="1492769"/>
                  </a:lnTo>
                  <a:lnTo>
                    <a:pt x="2814873" y="1504368"/>
                  </a:lnTo>
                  <a:lnTo>
                    <a:pt x="2850504" y="1515831"/>
                  </a:lnTo>
                  <a:lnTo>
                    <a:pt x="2886135" y="1527159"/>
                  </a:lnTo>
                  <a:lnTo>
                    <a:pt x="2921767" y="1538355"/>
                  </a:lnTo>
                  <a:lnTo>
                    <a:pt x="2957398" y="1549419"/>
                  </a:lnTo>
                  <a:lnTo>
                    <a:pt x="2993029" y="1560354"/>
                  </a:lnTo>
                  <a:lnTo>
                    <a:pt x="3028661" y="1571161"/>
                  </a:lnTo>
                  <a:lnTo>
                    <a:pt x="3064292" y="1581841"/>
                  </a:lnTo>
                  <a:lnTo>
                    <a:pt x="3099923" y="1592395"/>
                  </a:lnTo>
                  <a:lnTo>
                    <a:pt x="3135555" y="1602826"/>
                  </a:lnTo>
                  <a:lnTo>
                    <a:pt x="3171186" y="1613135"/>
                  </a:lnTo>
                  <a:lnTo>
                    <a:pt x="3206817" y="1623323"/>
                  </a:lnTo>
                  <a:lnTo>
                    <a:pt x="3242448" y="1633391"/>
                  </a:lnTo>
                  <a:lnTo>
                    <a:pt x="3278080" y="1643341"/>
                  </a:lnTo>
                  <a:lnTo>
                    <a:pt x="3313711" y="1653175"/>
                  </a:lnTo>
                  <a:lnTo>
                    <a:pt x="3349342" y="1662893"/>
                  </a:lnTo>
                  <a:lnTo>
                    <a:pt x="3384974" y="1672498"/>
                  </a:lnTo>
                  <a:lnTo>
                    <a:pt x="3420605" y="1681239"/>
                  </a:lnTo>
                  <a:lnTo>
                    <a:pt x="3456236" y="1684730"/>
                  </a:lnTo>
                  <a:lnTo>
                    <a:pt x="3491868" y="1688205"/>
                  </a:lnTo>
                  <a:lnTo>
                    <a:pt x="3527499" y="1691666"/>
                  </a:lnTo>
                  <a:lnTo>
                    <a:pt x="3563130" y="1695112"/>
                  </a:lnTo>
                  <a:lnTo>
                    <a:pt x="3598762" y="1698542"/>
                  </a:lnTo>
                  <a:lnTo>
                    <a:pt x="3634393" y="1701958"/>
                  </a:lnTo>
                  <a:lnTo>
                    <a:pt x="3670024" y="1705358"/>
                  </a:lnTo>
                  <a:lnTo>
                    <a:pt x="3705655" y="1708744"/>
                  </a:lnTo>
                  <a:lnTo>
                    <a:pt x="3741287" y="1712115"/>
                  </a:lnTo>
                  <a:lnTo>
                    <a:pt x="3776918" y="1715472"/>
                  </a:lnTo>
                  <a:lnTo>
                    <a:pt x="3812549" y="1718813"/>
                  </a:lnTo>
                  <a:lnTo>
                    <a:pt x="3848181" y="1722141"/>
                  </a:lnTo>
                  <a:lnTo>
                    <a:pt x="3883812" y="1725453"/>
                  </a:lnTo>
                  <a:lnTo>
                    <a:pt x="3919443" y="1728752"/>
                  </a:lnTo>
                  <a:lnTo>
                    <a:pt x="3955075" y="1732036"/>
                  </a:lnTo>
                  <a:lnTo>
                    <a:pt x="3990706" y="1735305"/>
                  </a:lnTo>
                  <a:lnTo>
                    <a:pt x="4026337" y="1738560"/>
                  </a:lnTo>
                  <a:lnTo>
                    <a:pt x="4061968" y="1741802"/>
                  </a:lnTo>
                  <a:lnTo>
                    <a:pt x="4097600" y="1745029"/>
                  </a:lnTo>
                  <a:lnTo>
                    <a:pt x="4133231" y="1748242"/>
                  </a:lnTo>
                  <a:lnTo>
                    <a:pt x="4168862" y="1751440"/>
                  </a:lnTo>
                  <a:lnTo>
                    <a:pt x="4204494" y="1754626"/>
                  </a:lnTo>
                  <a:lnTo>
                    <a:pt x="4240125" y="1757797"/>
                  </a:lnTo>
                  <a:lnTo>
                    <a:pt x="4275756" y="1760954"/>
                  </a:lnTo>
                  <a:lnTo>
                    <a:pt x="4311388" y="1764097"/>
                  </a:lnTo>
                  <a:lnTo>
                    <a:pt x="4347019" y="1767227"/>
                  </a:lnTo>
                  <a:lnTo>
                    <a:pt x="4382650" y="1770344"/>
                  </a:lnTo>
                  <a:lnTo>
                    <a:pt x="4418282" y="1773446"/>
                  </a:lnTo>
                  <a:lnTo>
                    <a:pt x="4453913" y="1776535"/>
                  </a:lnTo>
                  <a:lnTo>
                    <a:pt x="4489544" y="1779611"/>
                  </a:lnTo>
                  <a:lnTo>
                    <a:pt x="4525175" y="1782673"/>
                  </a:lnTo>
                  <a:lnTo>
                    <a:pt x="4560807" y="1785722"/>
                  </a:lnTo>
                  <a:lnTo>
                    <a:pt x="4596438" y="1788758"/>
                  </a:lnTo>
                  <a:lnTo>
                    <a:pt x="4632069" y="1791780"/>
                  </a:lnTo>
                  <a:lnTo>
                    <a:pt x="4667701" y="1794789"/>
                  </a:lnTo>
                  <a:lnTo>
                    <a:pt x="4703332" y="1797785"/>
                  </a:lnTo>
                  <a:lnTo>
                    <a:pt x="4738963" y="1800768"/>
                  </a:lnTo>
                  <a:lnTo>
                    <a:pt x="4774595" y="1803738"/>
                  </a:lnTo>
                  <a:lnTo>
                    <a:pt x="4810226" y="1806695"/>
                  </a:lnTo>
                  <a:lnTo>
                    <a:pt x="4845857" y="1809640"/>
                  </a:lnTo>
                  <a:lnTo>
                    <a:pt x="4881489" y="1812571"/>
                  </a:lnTo>
                  <a:lnTo>
                    <a:pt x="4917120" y="1815489"/>
                  </a:lnTo>
                  <a:lnTo>
                    <a:pt x="4952751" y="1818395"/>
                  </a:lnTo>
                  <a:lnTo>
                    <a:pt x="4988382" y="1821288"/>
                  </a:lnTo>
                  <a:lnTo>
                    <a:pt x="5024014" y="1824169"/>
                  </a:lnTo>
                  <a:lnTo>
                    <a:pt x="5059645" y="1827037"/>
                  </a:lnTo>
                  <a:lnTo>
                    <a:pt x="5095276" y="1829893"/>
                  </a:lnTo>
                  <a:lnTo>
                    <a:pt x="5130908" y="1832736"/>
                  </a:lnTo>
                  <a:lnTo>
                    <a:pt x="5166539" y="1835566"/>
                  </a:lnTo>
                  <a:lnTo>
                    <a:pt x="5202170" y="1838385"/>
                  </a:lnTo>
                  <a:lnTo>
                    <a:pt x="5237802" y="1841191"/>
                  </a:lnTo>
                  <a:lnTo>
                    <a:pt x="5273433" y="1843985"/>
                  </a:lnTo>
                  <a:lnTo>
                    <a:pt x="5309064" y="1846766"/>
                  </a:lnTo>
                  <a:lnTo>
                    <a:pt x="5344696" y="1849536"/>
                  </a:lnTo>
                  <a:lnTo>
                    <a:pt x="5380327" y="1852293"/>
                  </a:lnTo>
                  <a:lnTo>
                    <a:pt x="5415958" y="1855039"/>
                  </a:lnTo>
                  <a:lnTo>
                    <a:pt x="5451589" y="1857772"/>
                  </a:lnTo>
                  <a:lnTo>
                    <a:pt x="5487221" y="1860494"/>
                  </a:lnTo>
                  <a:lnTo>
                    <a:pt x="5522852" y="1863203"/>
                  </a:lnTo>
                  <a:lnTo>
                    <a:pt x="5558483" y="1865901"/>
                  </a:lnTo>
                  <a:lnTo>
                    <a:pt x="5594115" y="1868587"/>
                  </a:lnTo>
                  <a:lnTo>
                    <a:pt x="5629746" y="1871262"/>
                  </a:lnTo>
                  <a:lnTo>
                    <a:pt x="5665377" y="1873925"/>
                  </a:lnTo>
                  <a:lnTo>
                    <a:pt x="5701009" y="1876576"/>
                  </a:lnTo>
                  <a:lnTo>
                    <a:pt x="5736640" y="1879215"/>
                  </a:lnTo>
                  <a:lnTo>
                    <a:pt x="5772271" y="1881844"/>
                  </a:lnTo>
                  <a:lnTo>
                    <a:pt x="5807903" y="1884460"/>
                  </a:lnTo>
                  <a:lnTo>
                    <a:pt x="5843534" y="1887065"/>
                  </a:lnTo>
                  <a:lnTo>
                    <a:pt x="5879165" y="1889659"/>
                  </a:lnTo>
                  <a:lnTo>
                    <a:pt x="5914796" y="1892242"/>
                  </a:lnTo>
                  <a:lnTo>
                    <a:pt x="5950428" y="1894813"/>
                  </a:lnTo>
                  <a:lnTo>
                    <a:pt x="5986059" y="1897373"/>
                  </a:lnTo>
                  <a:lnTo>
                    <a:pt x="6021690" y="1899922"/>
                  </a:lnTo>
                  <a:lnTo>
                    <a:pt x="6057322" y="1902460"/>
                  </a:lnTo>
                  <a:lnTo>
                    <a:pt x="6092953" y="1904987"/>
                  </a:lnTo>
                  <a:lnTo>
                    <a:pt x="6128584" y="1907503"/>
                  </a:lnTo>
                  <a:lnTo>
                    <a:pt x="6164216" y="1910008"/>
                  </a:lnTo>
                  <a:lnTo>
                    <a:pt x="6199847" y="1912502"/>
                  </a:lnTo>
                  <a:lnTo>
                    <a:pt x="6235478" y="1914985"/>
                  </a:lnTo>
                  <a:lnTo>
                    <a:pt x="6271110" y="1917457"/>
                  </a:lnTo>
                  <a:lnTo>
                    <a:pt x="6306741" y="1919918"/>
                  </a:lnTo>
                  <a:lnTo>
                    <a:pt x="6342372" y="1922369"/>
                  </a:lnTo>
                  <a:lnTo>
                    <a:pt x="6378003" y="1924809"/>
                  </a:lnTo>
                  <a:lnTo>
                    <a:pt x="6413635" y="1927238"/>
                  </a:lnTo>
                  <a:lnTo>
                    <a:pt x="6449266" y="1929657"/>
                  </a:lnTo>
                  <a:lnTo>
                    <a:pt x="6484897" y="1932065"/>
                  </a:lnTo>
                  <a:lnTo>
                    <a:pt x="6520529" y="1934463"/>
                  </a:lnTo>
                  <a:lnTo>
                    <a:pt x="6556160" y="1936850"/>
                  </a:lnTo>
                  <a:lnTo>
                    <a:pt x="6591791" y="1939227"/>
                  </a:lnTo>
                  <a:lnTo>
                    <a:pt x="6627423" y="1941594"/>
                  </a:lnTo>
                  <a:lnTo>
                    <a:pt x="6663054" y="1943950"/>
                  </a:lnTo>
                  <a:lnTo>
                    <a:pt x="6698685" y="1946296"/>
                  </a:lnTo>
                  <a:lnTo>
                    <a:pt x="6734317" y="1948632"/>
                  </a:lnTo>
                  <a:lnTo>
                    <a:pt x="6769948" y="1950957"/>
                  </a:lnTo>
                  <a:lnTo>
                    <a:pt x="6805579" y="1953273"/>
                  </a:lnTo>
                  <a:lnTo>
                    <a:pt x="6841210" y="1955578"/>
                  </a:lnTo>
                  <a:lnTo>
                    <a:pt x="6876842" y="1957873"/>
                  </a:lnTo>
                  <a:lnTo>
                    <a:pt x="6912473" y="1960159"/>
                  </a:lnTo>
                  <a:lnTo>
                    <a:pt x="6948104" y="1962434"/>
                  </a:lnTo>
                  <a:lnTo>
                    <a:pt x="6983736" y="1964699"/>
                  </a:lnTo>
                  <a:lnTo>
                    <a:pt x="7019367" y="1966955"/>
                  </a:lnTo>
                  <a:lnTo>
                    <a:pt x="7054998" y="1969201"/>
                  </a:lnTo>
                  <a:lnTo>
                    <a:pt x="7090630" y="19714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344641"/>
              <a:ext cx="7090630" cy="980684"/>
            </a:xfrm>
            <a:custGeom>
              <a:avLst/>
              <a:pathLst>
                <a:path w="7090630" h="980684">
                  <a:moveTo>
                    <a:pt x="7090630" y="980684"/>
                  </a:moveTo>
                  <a:lnTo>
                    <a:pt x="7054998" y="977866"/>
                  </a:lnTo>
                  <a:lnTo>
                    <a:pt x="7019367" y="975015"/>
                  </a:lnTo>
                  <a:lnTo>
                    <a:pt x="6983736" y="972130"/>
                  </a:lnTo>
                  <a:lnTo>
                    <a:pt x="6948104" y="969211"/>
                  </a:lnTo>
                  <a:lnTo>
                    <a:pt x="6912473" y="966258"/>
                  </a:lnTo>
                  <a:lnTo>
                    <a:pt x="6876842" y="963269"/>
                  </a:lnTo>
                  <a:lnTo>
                    <a:pt x="6841210" y="960245"/>
                  </a:lnTo>
                  <a:lnTo>
                    <a:pt x="6805579" y="957185"/>
                  </a:lnTo>
                  <a:lnTo>
                    <a:pt x="6769948" y="954089"/>
                  </a:lnTo>
                  <a:lnTo>
                    <a:pt x="6734317" y="950956"/>
                  </a:lnTo>
                  <a:lnTo>
                    <a:pt x="6698685" y="947785"/>
                  </a:lnTo>
                  <a:lnTo>
                    <a:pt x="6663054" y="944578"/>
                  </a:lnTo>
                  <a:lnTo>
                    <a:pt x="6627423" y="941332"/>
                  </a:lnTo>
                  <a:lnTo>
                    <a:pt x="6591791" y="938047"/>
                  </a:lnTo>
                  <a:lnTo>
                    <a:pt x="6556160" y="934724"/>
                  </a:lnTo>
                  <a:lnTo>
                    <a:pt x="6520529" y="931361"/>
                  </a:lnTo>
                  <a:lnTo>
                    <a:pt x="6484897" y="927959"/>
                  </a:lnTo>
                  <a:lnTo>
                    <a:pt x="6449266" y="924516"/>
                  </a:lnTo>
                  <a:lnTo>
                    <a:pt x="6413635" y="921032"/>
                  </a:lnTo>
                  <a:lnTo>
                    <a:pt x="6378003" y="917507"/>
                  </a:lnTo>
                  <a:lnTo>
                    <a:pt x="6342372" y="913940"/>
                  </a:lnTo>
                  <a:lnTo>
                    <a:pt x="6306741" y="910331"/>
                  </a:lnTo>
                  <a:lnTo>
                    <a:pt x="6271110" y="906679"/>
                  </a:lnTo>
                  <a:lnTo>
                    <a:pt x="6235478" y="902983"/>
                  </a:lnTo>
                  <a:lnTo>
                    <a:pt x="6199847" y="899244"/>
                  </a:lnTo>
                  <a:lnTo>
                    <a:pt x="6164216" y="895460"/>
                  </a:lnTo>
                  <a:lnTo>
                    <a:pt x="6128584" y="891632"/>
                  </a:lnTo>
                  <a:lnTo>
                    <a:pt x="6092953" y="887758"/>
                  </a:lnTo>
                  <a:lnTo>
                    <a:pt x="6057322" y="883838"/>
                  </a:lnTo>
                  <a:lnTo>
                    <a:pt x="6021690" y="879872"/>
                  </a:lnTo>
                  <a:lnTo>
                    <a:pt x="5986059" y="875859"/>
                  </a:lnTo>
                  <a:lnTo>
                    <a:pt x="5950428" y="871798"/>
                  </a:lnTo>
                  <a:lnTo>
                    <a:pt x="5914796" y="867688"/>
                  </a:lnTo>
                  <a:lnTo>
                    <a:pt x="5879165" y="863531"/>
                  </a:lnTo>
                  <a:lnTo>
                    <a:pt x="5843534" y="859323"/>
                  </a:lnTo>
                  <a:lnTo>
                    <a:pt x="5807903" y="855066"/>
                  </a:lnTo>
                  <a:lnTo>
                    <a:pt x="5772271" y="850759"/>
                  </a:lnTo>
                  <a:lnTo>
                    <a:pt x="5736640" y="846400"/>
                  </a:lnTo>
                  <a:lnTo>
                    <a:pt x="5701009" y="841990"/>
                  </a:lnTo>
                  <a:lnTo>
                    <a:pt x="5665377" y="837527"/>
                  </a:lnTo>
                  <a:lnTo>
                    <a:pt x="5629746" y="833011"/>
                  </a:lnTo>
                  <a:lnTo>
                    <a:pt x="5594115" y="828442"/>
                  </a:lnTo>
                  <a:lnTo>
                    <a:pt x="5558483" y="823819"/>
                  </a:lnTo>
                  <a:lnTo>
                    <a:pt x="5522852" y="819140"/>
                  </a:lnTo>
                  <a:lnTo>
                    <a:pt x="5487221" y="814407"/>
                  </a:lnTo>
                  <a:lnTo>
                    <a:pt x="5451589" y="809617"/>
                  </a:lnTo>
                  <a:lnTo>
                    <a:pt x="5415958" y="804770"/>
                  </a:lnTo>
                  <a:lnTo>
                    <a:pt x="5380327" y="799866"/>
                  </a:lnTo>
                  <a:lnTo>
                    <a:pt x="5344696" y="794903"/>
                  </a:lnTo>
                  <a:lnTo>
                    <a:pt x="5309064" y="789882"/>
                  </a:lnTo>
                  <a:lnTo>
                    <a:pt x="5273433" y="784801"/>
                  </a:lnTo>
                  <a:lnTo>
                    <a:pt x="5237802" y="779660"/>
                  </a:lnTo>
                  <a:lnTo>
                    <a:pt x="5202170" y="774458"/>
                  </a:lnTo>
                  <a:lnTo>
                    <a:pt x="5166539" y="769194"/>
                  </a:lnTo>
                  <a:lnTo>
                    <a:pt x="5130908" y="763868"/>
                  </a:lnTo>
                  <a:lnTo>
                    <a:pt x="5095276" y="758479"/>
                  </a:lnTo>
                  <a:lnTo>
                    <a:pt x="5059645" y="753026"/>
                  </a:lnTo>
                  <a:lnTo>
                    <a:pt x="5024014" y="747508"/>
                  </a:lnTo>
                  <a:lnTo>
                    <a:pt x="4988382" y="741924"/>
                  </a:lnTo>
                  <a:lnTo>
                    <a:pt x="4952751" y="736274"/>
                  </a:lnTo>
                  <a:lnTo>
                    <a:pt x="4917120" y="730558"/>
                  </a:lnTo>
                  <a:lnTo>
                    <a:pt x="4881489" y="724773"/>
                  </a:lnTo>
                  <a:lnTo>
                    <a:pt x="4845857" y="718920"/>
                  </a:lnTo>
                  <a:lnTo>
                    <a:pt x="4810226" y="712998"/>
                  </a:lnTo>
                  <a:lnTo>
                    <a:pt x="4774595" y="707005"/>
                  </a:lnTo>
                  <a:lnTo>
                    <a:pt x="4738963" y="700941"/>
                  </a:lnTo>
                  <a:lnTo>
                    <a:pt x="4703332" y="694805"/>
                  </a:lnTo>
                  <a:lnTo>
                    <a:pt x="4667701" y="688597"/>
                  </a:lnTo>
                  <a:lnTo>
                    <a:pt x="4632069" y="682314"/>
                  </a:lnTo>
                  <a:lnTo>
                    <a:pt x="4596438" y="675958"/>
                  </a:lnTo>
                  <a:lnTo>
                    <a:pt x="4560807" y="669526"/>
                  </a:lnTo>
                  <a:lnTo>
                    <a:pt x="4525175" y="663017"/>
                  </a:lnTo>
                  <a:lnTo>
                    <a:pt x="4489544" y="656432"/>
                  </a:lnTo>
                  <a:lnTo>
                    <a:pt x="4453913" y="649768"/>
                  </a:lnTo>
                  <a:lnTo>
                    <a:pt x="4418282" y="643025"/>
                  </a:lnTo>
                  <a:lnTo>
                    <a:pt x="4382650" y="636202"/>
                  </a:lnTo>
                  <a:lnTo>
                    <a:pt x="4347019" y="629299"/>
                  </a:lnTo>
                  <a:lnTo>
                    <a:pt x="4311388" y="622313"/>
                  </a:lnTo>
                  <a:lnTo>
                    <a:pt x="4275756" y="615244"/>
                  </a:lnTo>
                  <a:lnTo>
                    <a:pt x="4240125" y="608092"/>
                  </a:lnTo>
                  <a:lnTo>
                    <a:pt x="4204494" y="600855"/>
                  </a:lnTo>
                  <a:lnTo>
                    <a:pt x="4168862" y="593532"/>
                  </a:lnTo>
                  <a:lnTo>
                    <a:pt x="4133231" y="586122"/>
                  </a:lnTo>
                  <a:lnTo>
                    <a:pt x="4097600" y="578624"/>
                  </a:lnTo>
                  <a:lnTo>
                    <a:pt x="4061968" y="571038"/>
                  </a:lnTo>
                  <a:lnTo>
                    <a:pt x="4026337" y="563361"/>
                  </a:lnTo>
                  <a:lnTo>
                    <a:pt x="3990706" y="555593"/>
                  </a:lnTo>
                  <a:lnTo>
                    <a:pt x="3955075" y="547734"/>
                  </a:lnTo>
                  <a:lnTo>
                    <a:pt x="3919443" y="539780"/>
                  </a:lnTo>
                  <a:lnTo>
                    <a:pt x="3883812" y="531733"/>
                  </a:lnTo>
                  <a:lnTo>
                    <a:pt x="3848181" y="523590"/>
                  </a:lnTo>
                  <a:lnTo>
                    <a:pt x="3812549" y="515351"/>
                  </a:lnTo>
                  <a:lnTo>
                    <a:pt x="3776918" y="507013"/>
                  </a:lnTo>
                  <a:lnTo>
                    <a:pt x="3741287" y="498577"/>
                  </a:lnTo>
                  <a:lnTo>
                    <a:pt x="3705655" y="490041"/>
                  </a:lnTo>
                  <a:lnTo>
                    <a:pt x="3670024" y="481404"/>
                  </a:lnTo>
                  <a:lnTo>
                    <a:pt x="3634393" y="472664"/>
                  </a:lnTo>
                  <a:lnTo>
                    <a:pt x="3598762" y="463820"/>
                  </a:lnTo>
                  <a:lnTo>
                    <a:pt x="3563130" y="454872"/>
                  </a:lnTo>
                  <a:lnTo>
                    <a:pt x="3527499" y="445817"/>
                  </a:lnTo>
                  <a:lnTo>
                    <a:pt x="3491868" y="436655"/>
                  </a:lnTo>
                  <a:lnTo>
                    <a:pt x="3456236" y="427385"/>
                  </a:lnTo>
                  <a:lnTo>
                    <a:pt x="3420605" y="418004"/>
                  </a:lnTo>
                  <a:lnTo>
                    <a:pt x="3384974" y="413747"/>
                  </a:lnTo>
                  <a:lnTo>
                    <a:pt x="3349342" y="410225"/>
                  </a:lnTo>
                  <a:lnTo>
                    <a:pt x="3313711" y="406688"/>
                  </a:lnTo>
                  <a:lnTo>
                    <a:pt x="3278080" y="403135"/>
                  </a:lnTo>
                  <a:lnTo>
                    <a:pt x="3242448" y="399567"/>
                  </a:lnTo>
                  <a:lnTo>
                    <a:pt x="3206817" y="395984"/>
                  </a:lnTo>
                  <a:lnTo>
                    <a:pt x="3171186" y="392384"/>
                  </a:lnTo>
                  <a:lnTo>
                    <a:pt x="3135555" y="388769"/>
                  </a:lnTo>
                  <a:lnTo>
                    <a:pt x="3099923" y="385138"/>
                  </a:lnTo>
                  <a:lnTo>
                    <a:pt x="3064292" y="381491"/>
                  </a:lnTo>
                  <a:lnTo>
                    <a:pt x="3028661" y="377829"/>
                  </a:lnTo>
                  <a:lnTo>
                    <a:pt x="2993029" y="374150"/>
                  </a:lnTo>
                  <a:lnTo>
                    <a:pt x="2957398" y="370455"/>
                  </a:lnTo>
                  <a:lnTo>
                    <a:pt x="2921767" y="366744"/>
                  </a:lnTo>
                  <a:lnTo>
                    <a:pt x="2886135" y="363016"/>
                  </a:lnTo>
                  <a:lnTo>
                    <a:pt x="2850504" y="359273"/>
                  </a:lnTo>
                  <a:lnTo>
                    <a:pt x="2814873" y="355513"/>
                  </a:lnTo>
                  <a:lnTo>
                    <a:pt x="2779241" y="351736"/>
                  </a:lnTo>
                  <a:lnTo>
                    <a:pt x="2743610" y="347943"/>
                  </a:lnTo>
                  <a:lnTo>
                    <a:pt x="2707979" y="344133"/>
                  </a:lnTo>
                  <a:lnTo>
                    <a:pt x="2672348" y="340307"/>
                  </a:lnTo>
                  <a:lnTo>
                    <a:pt x="2636716" y="336464"/>
                  </a:lnTo>
                  <a:lnTo>
                    <a:pt x="2601085" y="332604"/>
                  </a:lnTo>
                  <a:lnTo>
                    <a:pt x="2565454" y="328727"/>
                  </a:lnTo>
                  <a:lnTo>
                    <a:pt x="2529822" y="324833"/>
                  </a:lnTo>
                  <a:lnTo>
                    <a:pt x="2494191" y="320922"/>
                  </a:lnTo>
                  <a:lnTo>
                    <a:pt x="2458560" y="316994"/>
                  </a:lnTo>
                  <a:lnTo>
                    <a:pt x="2422928" y="313049"/>
                  </a:lnTo>
                  <a:lnTo>
                    <a:pt x="2387297" y="309087"/>
                  </a:lnTo>
                  <a:lnTo>
                    <a:pt x="2351666" y="305107"/>
                  </a:lnTo>
                  <a:lnTo>
                    <a:pt x="2316034" y="301110"/>
                  </a:lnTo>
                  <a:lnTo>
                    <a:pt x="2280403" y="297095"/>
                  </a:lnTo>
                  <a:lnTo>
                    <a:pt x="2244772" y="293063"/>
                  </a:lnTo>
                  <a:lnTo>
                    <a:pt x="2209141" y="289013"/>
                  </a:lnTo>
                  <a:lnTo>
                    <a:pt x="2173509" y="284945"/>
                  </a:lnTo>
                  <a:lnTo>
                    <a:pt x="2137878" y="280860"/>
                  </a:lnTo>
                  <a:lnTo>
                    <a:pt x="2102247" y="276757"/>
                  </a:lnTo>
                  <a:lnTo>
                    <a:pt x="2066615" y="272635"/>
                  </a:lnTo>
                  <a:lnTo>
                    <a:pt x="2030984" y="268496"/>
                  </a:lnTo>
                  <a:lnTo>
                    <a:pt x="1995353" y="264339"/>
                  </a:lnTo>
                  <a:lnTo>
                    <a:pt x="1959721" y="260163"/>
                  </a:lnTo>
                  <a:lnTo>
                    <a:pt x="1924090" y="255969"/>
                  </a:lnTo>
                  <a:lnTo>
                    <a:pt x="1888459" y="251757"/>
                  </a:lnTo>
                  <a:lnTo>
                    <a:pt x="1852827" y="247526"/>
                  </a:lnTo>
                  <a:lnTo>
                    <a:pt x="1817196" y="243277"/>
                  </a:lnTo>
                  <a:lnTo>
                    <a:pt x="1781565" y="239009"/>
                  </a:lnTo>
                  <a:lnTo>
                    <a:pt x="1745934" y="234722"/>
                  </a:lnTo>
                  <a:lnTo>
                    <a:pt x="1710302" y="230417"/>
                  </a:lnTo>
                  <a:lnTo>
                    <a:pt x="1674671" y="226093"/>
                  </a:lnTo>
                  <a:lnTo>
                    <a:pt x="1639040" y="221750"/>
                  </a:lnTo>
                  <a:lnTo>
                    <a:pt x="1603408" y="217388"/>
                  </a:lnTo>
                  <a:lnTo>
                    <a:pt x="1567777" y="213007"/>
                  </a:lnTo>
                  <a:lnTo>
                    <a:pt x="1532146" y="208606"/>
                  </a:lnTo>
                  <a:lnTo>
                    <a:pt x="1496514" y="204187"/>
                  </a:lnTo>
                  <a:lnTo>
                    <a:pt x="1460883" y="199748"/>
                  </a:lnTo>
                  <a:lnTo>
                    <a:pt x="1425252" y="195289"/>
                  </a:lnTo>
                  <a:lnTo>
                    <a:pt x="1389620" y="190811"/>
                  </a:lnTo>
                  <a:lnTo>
                    <a:pt x="1353989" y="186314"/>
                  </a:lnTo>
                  <a:lnTo>
                    <a:pt x="1318358" y="181797"/>
                  </a:lnTo>
                  <a:lnTo>
                    <a:pt x="1282727" y="177260"/>
                  </a:lnTo>
                  <a:lnTo>
                    <a:pt x="1247095" y="172703"/>
                  </a:lnTo>
                  <a:lnTo>
                    <a:pt x="1211464" y="168126"/>
                  </a:lnTo>
                  <a:lnTo>
                    <a:pt x="1175833" y="163529"/>
                  </a:lnTo>
                  <a:lnTo>
                    <a:pt x="1140201" y="158912"/>
                  </a:lnTo>
                  <a:lnTo>
                    <a:pt x="1104570" y="154275"/>
                  </a:lnTo>
                  <a:lnTo>
                    <a:pt x="1068939" y="149618"/>
                  </a:lnTo>
                  <a:lnTo>
                    <a:pt x="1033307" y="144940"/>
                  </a:lnTo>
                  <a:lnTo>
                    <a:pt x="997676" y="140241"/>
                  </a:lnTo>
                  <a:lnTo>
                    <a:pt x="962045" y="135523"/>
                  </a:lnTo>
                  <a:lnTo>
                    <a:pt x="926413" y="130783"/>
                  </a:lnTo>
                  <a:lnTo>
                    <a:pt x="890782" y="126023"/>
                  </a:lnTo>
                  <a:lnTo>
                    <a:pt x="855151" y="121242"/>
                  </a:lnTo>
                  <a:lnTo>
                    <a:pt x="819520" y="116439"/>
                  </a:lnTo>
                  <a:lnTo>
                    <a:pt x="783888" y="111616"/>
                  </a:lnTo>
                  <a:lnTo>
                    <a:pt x="748257" y="106772"/>
                  </a:lnTo>
                  <a:lnTo>
                    <a:pt x="712626" y="101907"/>
                  </a:lnTo>
                  <a:lnTo>
                    <a:pt x="676994" y="97020"/>
                  </a:lnTo>
                  <a:lnTo>
                    <a:pt x="641363" y="92112"/>
                  </a:lnTo>
                  <a:lnTo>
                    <a:pt x="605732" y="87182"/>
                  </a:lnTo>
                  <a:lnTo>
                    <a:pt x="570100" y="82231"/>
                  </a:lnTo>
                  <a:lnTo>
                    <a:pt x="534469" y="77258"/>
                  </a:lnTo>
                  <a:lnTo>
                    <a:pt x="498838" y="72264"/>
                  </a:lnTo>
                  <a:lnTo>
                    <a:pt x="463206" y="67247"/>
                  </a:lnTo>
                  <a:lnTo>
                    <a:pt x="427575" y="62209"/>
                  </a:lnTo>
                  <a:lnTo>
                    <a:pt x="391944" y="57148"/>
                  </a:lnTo>
                  <a:lnTo>
                    <a:pt x="356313" y="52066"/>
                  </a:lnTo>
                  <a:lnTo>
                    <a:pt x="320681" y="46961"/>
                  </a:lnTo>
                  <a:lnTo>
                    <a:pt x="285050" y="41834"/>
                  </a:lnTo>
                  <a:lnTo>
                    <a:pt x="249419" y="36684"/>
                  </a:lnTo>
                  <a:lnTo>
                    <a:pt x="213787" y="31512"/>
                  </a:lnTo>
                  <a:lnTo>
                    <a:pt x="178156" y="26317"/>
                  </a:lnTo>
                  <a:lnTo>
                    <a:pt x="142525" y="21099"/>
                  </a:lnTo>
                  <a:lnTo>
                    <a:pt x="106893" y="15859"/>
                  </a:lnTo>
                  <a:lnTo>
                    <a:pt x="71262" y="10595"/>
                  </a:lnTo>
                  <a:lnTo>
                    <a:pt x="35631" y="53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823933"/>
              <a:ext cx="7090630" cy="1390610"/>
            </a:xfrm>
            <a:custGeom>
              <a:avLst/>
              <a:pathLst>
                <a:path w="7090630" h="1390610">
                  <a:moveTo>
                    <a:pt x="0" y="0"/>
                  </a:moveTo>
                  <a:lnTo>
                    <a:pt x="35631" y="13993"/>
                  </a:lnTo>
                  <a:lnTo>
                    <a:pt x="71262" y="27875"/>
                  </a:lnTo>
                  <a:lnTo>
                    <a:pt x="106893" y="41644"/>
                  </a:lnTo>
                  <a:lnTo>
                    <a:pt x="142525" y="55303"/>
                  </a:lnTo>
                  <a:lnTo>
                    <a:pt x="178156" y="68852"/>
                  </a:lnTo>
                  <a:lnTo>
                    <a:pt x="213787" y="82291"/>
                  </a:lnTo>
                  <a:lnTo>
                    <a:pt x="249419" y="95623"/>
                  </a:lnTo>
                  <a:lnTo>
                    <a:pt x="285050" y="108847"/>
                  </a:lnTo>
                  <a:lnTo>
                    <a:pt x="320681" y="121965"/>
                  </a:lnTo>
                  <a:lnTo>
                    <a:pt x="356313" y="134977"/>
                  </a:lnTo>
                  <a:lnTo>
                    <a:pt x="391944" y="147885"/>
                  </a:lnTo>
                  <a:lnTo>
                    <a:pt x="427575" y="160689"/>
                  </a:lnTo>
                  <a:lnTo>
                    <a:pt x="463206" y="173389"/>
                  </a:lnTo>
                  <a:lnTo>
                    <a:pt x="498838" y="185988"/>
                  </a:lnTo>
                  <a:lnTo>
                    <a:pt x="534469" y="198485"/>
                  </a:lnTo>
                  <a:lnTo>
                    <a:pt x="570100" y="210882"/>
                  </a:lnTo>
                  <a:lnTo>
                    <a:pt x="605732" y="223178"/>
                  </a:lnTo>
                  <a:lnTo>
                    <a:pt x="641363" y="235376"/>
                  </a:lnTo>
                  <a:lnTo>
                    <a:pt x="676994" y="247476"/>
                  </a:lnTo>
                  <a:lnTo>
                    <a:pt x="712626" y="259478"/>
                  </a:lnTo>
                  <a:lnTo>
                    <a:pt x="748257" y="271384"/>
                  </a:lnTo>
                  <a:lnTo>
                    <a:pt x="783888" y="283194"/>
                  </a:lnTo>
                  <a:lnTo>
                    <a:pt x="819520" y="294909"/>
                  </a:lnTo>
                  <a:lnTo>
                    <a:pt x="855151" y="306529"/>
                  </a:lnTo>
                  <a:lnTo>
                    <a:pt x="890782" y="318056"/>
                  </a:lnTo>
                  <a:lnTo>
                    <a:pt x="926413" y="329491"/>
                  </a:lnTo>
                  <a:lnTo>
                    <a:pt x="962045" y="340833"/>
                  </a:lnTo>
                  <a:lnTo>
                    <a:pt x="997676" y="352084"/>
                  </a:lnTo>
                  <a:lnTo>
                    <a:pt x="1033307" y="363244"/>
                  </a:lnTo>
                  <a:lnTo>
                    <a:pt x="1068939" y="374315"/>
                  </a:lnTo>
                  <a:lnTo>
                    <a:pt x="1104570" y="385297"/>
                  </a:lnTo>
                  <a:lnTo>
                    <a:pt x="1140201" y="396190"/>
                  </a:lnTo>
                  <a:lnTo>
                    <a:pt x="1175833" y="406995"/>
                  </a:lnTo>
                  <a:lnTo>
                    <a:pt x="1211464" y="417714"/>
                  </a:lnTo>
                  <a:lnTo>
                    <a:pt x="1247095" y="428346"/>
                  </a:lnTo>
                  <a:lnTo>
                    <a:pt x="1282727" y="438893"/>
                  </a:lnTo>
                  <a:lnTo>
                    <a:pt x="1318358" y="449355"/>
                  </a:lnTo>
                  <a:lnTo>
                    <a:pt x="1353989" y="459733"/>
                  </a:lnTo>
                  <a:lnTo>
                    <a:pt x="1389620" y="470027"/>
                  </a:lnTo>
                  <a:lnTo>
                    <a:pt x="1425252" y="480238"/>
                  </a:lnTo>
                  <a:lnTo>
                    <a:pt x="1460883" y="490367"/>
                  </a:lnTo>
                  <a:lnTo>
                    <a:pt x="1496514" y="500415"/>
                  </a:lnTo>
                  <a:lnTo>
                    <a:pt x="1532146" y="510382"/>
                  </a:lnTo>
                  <a:lnTo>
                    <a:pt x="1567777" y="520268"/>
                  </a:lnTo>
                  <a:lnTo>
                    <a:pt x="1603408" y="530075"/>
                  </a:lnTo>
                  <a:lnTo>
                    <a:pt x="1639040" y="539803"/>
                  </a:lnTo>
                  <a:lnTo>
                    <a:pt x="1674671" y="549453"/>
                  </a:lnTo>
                  <a:lnTo>
                    <a:pt x="1710302" y="559025"/>
                  </a:lnTo>
                  <a:lnTo>
                    <a:pt x="1745934" y="568520"/>
                  </a:lnTo>
                  <a:lnTo>
                    <a:pt x="1781565" y="577939"/>
                  </a:lnTo>
                  <a:lnTo>
                    <a:pt x="1817196" y="587282"/>
                  </a:lnTo>
                  <a:lnTo>
                    <a:pt x="1852827" y="596550"/>
                  </a:lnTo>
                  <a:lnTo>
                    <a:pt x="1888459" y="605743"/>
                  </a:lnTo>
                  <a:lnTo>
                    <a:pt x="1924090" y="614862"/>
                  </a:lnTo>
                  <a:lnTo>
                    <a:pt x="1959721" y="623908"/>
                  </a:lnTo>
                  <a:lnTo>
                    <a:pt x="1995353" y="632881"/>
                  </a:lnTo>
                  <a:lnTo>
                    <a:pt x="2030984" y="641782"/>
                  </a:lnTo>
                  <a:lnTo>
                    <a:pt x="2066615" y="650611"/>
                  </a:lnTo>
                  <a:lnTo>
                    <a:pt x="2102247" y="659369"/>
                  </a:lnTo>
                  <a:lnTo>
                    <a:pt x="2137878" y="668057"/>
                  </a:lnTo>
                  <a:lnTo>
                    <a:pt x="2173509" y="676674"/>
                  </a:lnTo>
                  <a:lnTo>
                    <a:pt x="2209141" y="685223"/>
                  </a:lnTo>
                  <a:lnTo>
                    <a:pt x="2244772" y="693702"/>
                  </a:lnTo>
                  <a:lnTo>
                    <a:pt x="2280403" y="702114"/>
                  </a:lnTo>
                  <a:lnTo>
                    <a:pt x="2316034" y="710457"/>
                  </a:lnTo>
                  <a:lnTo>
                    <a:pt x="2351666" y="718734"/>
                  </a:lnTo>
                  <a:lnTo>
                    <a:pt x="2387297" y="726944"/>
                  </a:lnTo>
                  <a:lnTo>
                    <a:pt x="2422928" y="735088"/>
                  </a:lnTo>
                  <a:lnTo>
                    <a:pt x="2458560" y="743166"/>
                  </a:lnTo>
                  <a:lnTo>
                    <a:pt x="2494191" y="751179"/>
                  </a:lnTo>
                  <a:lnTo>
                    <a:pt x="2529822" y="759128"/>
                  </a:lnTo>
                  <a:lnTo>
                    <a:pt x="2565454" y="767013"/>
                  </a:lnTo>
                  <a:lnTo>
                    <a:pt x="2601085" y="774834"/>
                  </a:lnTo>
                  <a:lnTo>
                    <a:pt x="2636716" y="782593"/>
                  </a:lnTo>
                  <a:lnTo>
                    <a:pt x="2672348" y="790289"/>
                  </a:lnTo>
                  <a:lnTo>
                    <a:pt x="2707979" y="797923"/>
                  </a:lnTo>
                  <a:lnTo>
                    <a:pt x="2743610" y="805495"/>
                  </a:lnTo>
                  <a:lnTo>
                    <a:pt x="2779241" y="813007"/>
                  </a:lnTo>
                  <a:lnTo>
                    <a:pt x="2814873" y="820458"/>
                  </a:lnTo>
                  <a:lnTo>
                    <a:pt x="2850504" y="827849"/>
                  </a:lnTo>
                  <a:lnTo>
                    <a:pt x="2886135" y="835181"/>
                  </a:lnTo>
                  <a:lnTo>
                    <a:pt x="2921767" y="842454"/>
                  </a:lnTo>
                  <a:lnTo>
                    <a:pt x="2957398" y="849668"/>
                  </a:lnTo>
                  <a:lnTo>
                    <a:pt x="2993029" y="856825"/>
                  </a:lnTo>
                  <a:lnTo>
                    <a:pt x="3028661" y="863923"/>
                  </a:lnTo>
                  <a:lnTo>
                    <a:pt x="3064292" y="870965"/>
                  </a:lnTo>
                  <a:lnTo>
                    <a:pt x="3099923" y="877949"/>
                  </a:lnTo>
                  <a:lnTo>
                    <a:pt x="3135555" y="884878"/>
                  </a:lnTo>
                  <a:lnTo>
                    <a:pt x="3171186" y="891751"/>
                  </a:lnTo>
                  <a:lnTo>
                    <a:pt x="3206817" y="898569"/>
                  </a:lnTo>
                  <a:lnTo>
                    <a:pt x="3242448" y="905331"/>
                  </a:lnTo>
                  <a:lnTo>
                    <a:pt x="3278080" y="912039"/>
                  </a:lnTo>
                  <a:lnTo>
                    <a:pt x="3313711" y="918694"/>
                  </a:lnTo>
                  <a:lnTo>
                    <a:pt x="3349342" y="925295"/>
                  </a:lnTo>
                  <a:lnTo>
                    <a:pt x="3384974" y="931842"/>
                  </a:lnTo>
                  <a:lnTo>
                    <a:pt x="3420605" y="938337"/>
                  </a:lnTo>
                  <a:lnTo>
                    <a:pt x="3456236" y="944780"/>
                  </a:lnTo>
                  <a:lnTo>
                    <a:pt x="3491868" y="951171"/>
                  </a:lnTo>
                  <a:lnTo>
                    <a:pt x="3527499" y="957510"/>
                  </a:lnTo>
                  <a:lnTo>
                    <a:pt x="3563130" y="963798"/>
                  </a:lnTo>
                  <a:lnTo>
                    <a:pt x="3598762" y="970036"/>
                  </a:lnTo>
                  <a:lnTo>
                    <a:pt x="3634393" y="976224"/>
                  </a:lnTo>
                  <a:lnTo>
                    <a:pt x="3670024" y="982361"/>
                  </a:lnTo>
                  <a:lnTo>
                    <a:pt x="3705655" y="988450"/>
                  </a:lnTo>
                  <a:lnTo>
                    <a:pt x="3741287" y="994489"/>
                  </a:lnTo>
                  <a:lnTo>
                    <a:pt x="3776918" y="1000480"/>
                  </a:lnTo>
                  <a:lnTo>
                    <a:pt x="3812549" y="1006423"/>
                  </a:lnTo>
                  <a:lnTo>
                    <a:pt x="3848181" y="1012317"/>
                  </a:lnTo>
                  <a:lnTo>
                    <a:pt x="3883812" y="1018165"/>
                  </a:lnTo>
                  <a:lnTo>
                    <a:pt x="3919443" y="1023965"/>
                  </a:lnTo>
                  <a:lnTo>
                    <a:pt x="3955075" y="1029718"/>
                  </a:lnTo>
                  <a:lnTo>
                    <a:pt x="3990706" y="1035426"/>
                  </a:lnTo>
                  <a:lnTo>
                    <a:pt x="4026337" y="1041087"/>
                  </a:lnTo>
                  <a:lnTo>
                    <a:pt x="4061968" y="1046703"/>
                  </a:lnTo>
                  <a:lnTo>
                    <a:pt x="4097600" y="1052273"/>
                  </a:lnTo>
                  <a:lnTo>
                    <a:pt x="4133231" y="1057799"/>
                  </a:lnTo>
                  <a:lnTo>
                    <a:pt x="4168862" y="1063281"/>
                  </a:lnTo>
                  <a:lnTo>
                    <a:pt x="4204494" y="1068718"/>
                  </a:lnTo>
                  <a:lnTo>
                    <a:pt x="4240125" y="1074111"/>
                  </a:lnTo>
                  <a:lnTo>
                    <a:pt x="4275756" y="1079461"/>
                  </a:lnTo>
                  <a:lnTo>
                    <a:pt x="4311388" y="1084768"/>
                  </a:lnTo>
                  <a:lnTo>
                    <a:pt x="4347019" y="1090032"/>
                  </a:lnTo>
                  <a:lnTo>
                    <a:pt x="4382650" y="1095254"/>
                  </a:lnTo>
                  <a:lnTo>
                    <a:pt x="4418282" y="1100434"/>
                  </a:lnTo>
                  <a:lnTo>
                    <a:pt x="4453913" y="1105572"/>
                  </a:lnTo>
                  <a:lnTo>
                    <a:pt x="4489544" y="1110669"/>
                  </a:lnTo>
                  <a:lnTo>
                    <a:pt x="4525175" y="1115725"/>
                  </a:lnTo>
                  <a:lnTo>
                    <a:pt x="4560807" y="1120740"/>
                  </a:lnTo>
                  <a:lnTo>
                    <a:pt x="4596438" y="1125715"/>
                  </a:lnTo>
                  <a:lnTo>
                    <a:pt x="4632069" y="1130650"/>
                  </a:lnTo>
                  <a:lnTo>
                    <a:pt x="4667701" y="1135545"/>
                  </a:lnTo>
                  <a:lnTo>
                    <a:pt x="4703332" y="1140401"/>
                  </a:lnTo>
                  <a:lnTo>
                    <a:pt x="4738963" y="1145217"/>
                  </a:lnTo>
                  <a:lnTo>
                    <a:pt x="4774595" y="1149995"/>
                  </a:lnTo>
                  <a:lnTo>
                    <a:pt x="4810226" y="1154734"/>
                  </a:lnTo>
                  <a:lnTo>
                    <a:pt x="4845857" y="1159436"/>
                  </a:lnTo>
                  <a:lnTo>
                    <a:pt x="4881489" y="1164099"/>
                  </a:lnTo>
                  <a:lnTo>
                    <a:pt x="4917120" y="1168725"/>
                  </a:lnTo>
                  <a:lnTo>
                    <a:pt x="4952751" y="1173313"/>
                  </a:lnTo>
                  <a:lnTo>
                    <a:pt x="4988382" y="1177865"/>
                  </a:lnTo>
                  <a:lnTo>
                    <a:pt x="5024014" y="1182380"/>
                  </a:lnTo>
                  <a:lnTo>
                    <a:pt x="5059645" y="1186859"/>
                  </a:lnTo>
                  <a:lnTo>
                    <a:pt x="5095276" y="1191302"/>
                  </a:lnTo>
                  <a:lnTo>
                    <a:pt x="5130908" y="1195709"/>
                  </a:lnTo>
                  <a:lnTo>
                    <a:pt x="5166539" y="1200080"/>
                  </a:lnTo>
                  <a:lnTo>
                    <a:pt x="5202170" y="1204416"/>
                  </a:lnTo>
                  <a:lnTo>
                    <a:pt x="5237802" y="1208718"/>
                  </a:lnTo>
                  <a:lnTo>
                    <a:pt x="5273433" y="1212985"/>
                  </a:lnTo>
                  <a:lnTo>
                    <a:pt x="5309064" y="1217217"/>
                  </a:lnTo>
                  <a:lnTo>
                    <a:pt x="5344696" y="1221416"/>
                  </a:lnTo>
                  <a:lnTo>
                    <a:pt x="5380327" y="1225580"/>
                  </a:lnTo>
                  <a:lnTo>
                    <a:pt x="5415958" y="1229711"/>
                  </a:lnTo>
                  <a:lnTo>
                    <a:pt x="5451589" y="1233809"/>
                  </a:lnTo>
                  <a:lnTo>
                    <a:pt x="5487221" y="1237874"/>
                  </a:lnTo>
                  <a:lnTo>
                    <a:pt x="5522852" y="1241906"/>
                  </a:lnTo>
                  <a:lnTo>
                    <a:pt x="5558483" y="1245906"/>
                  </a:lnTo>
                  <a:lnTo>
                    <a:pt x="5594115" y="1249873"/>
                  </a:lnTo>
                  <a:lnTo>
                    <a:pt x="5629746" y="1253809"/>
                  </a:lnTo>
                  <a:lnTo>
                    <a:pt x="5665377" y="1257713"/>
                  </a:lnTo>
                  <a:lnTo>
                    <a:pt x="5701009" y="1261585"/>
                  </a:lnTo>
                  <a:lnTo>
                    <a:pt x="5736640" y="1265427"/>
                  </a:lnTo>
                  <a:lnTo>
                    <a:pt x="5772271" y="1269237"/>
                  </a:lnTo>
                  <a:lnTo>
                    <a:pt x="5807903" y="1273017"/>
                  </a:lnTo>
                  <a:lnTo>
                    <a:pt x="5843534" y="1276766"/>
                  </a:lnTo>
                  <a:lnTo>
                    <a:pt x="5879165" y="1280486"/>
                  </a:lnTo>
                  <a:lnTo>
                    <a:pt x="5914796" y="1284175"/>
                  </a:lnTo>
                  <a:lnTo>
                    <a:pt x="5950428" y="1287834"/>
                  </a:lnTo>
                  <a:lnTo>
                    <a:pt x="5986059" y="1291465"/>
                  </a:lnTo>
                  <a:lnTo>
                    <a:pt x="6021690" y="1295065"/>
                  </a:lnTo>
                  <a:lnTo>
                    <a:pt x="6057322" y="1298637"/>
                  </a:lnTo>
                  <a:lnTo>
                    <a:pt x="6092953" y="1302181"/>
                  </a:lnTo>
                  <a:lnTo>
                    <a:pt x="6128584" y="1305695"/>
                  </a:lnTo>
                  <a:lnTo>
                    <a:pt x="6164216" y="1309182"/>
                  </a:lnTo>
                  <a:lnTo>
                    <a:pt x="6199847" y="1312640"/>
                  </a:lnTo>
                  <a:lnTo>
                    <a:pt x="6235478" y="1316070"/>
                  </a:lnTo>
                  <a:lnTo>
                    <a:pt x="6271110" y="1319473"/>
                  </a:lnTo>
                  <a:lnTo>
                    <a:pt x="6306741" y="1322849"/>
                  </a:lnTo>
                  <a:lnTo>
                    <a:pt x="6342372" y="1326197"/>
                  </a:lnTo>
                  <a:lnTo>
                    <a:pt x="6378003" y="1329519"/>
                  </a:lnTo>
                  <a:lnTo>
                    <a:pt x="6413635" y="1332813"/>
                  </a:lnTo>
                  <a:lnTo>
                    <a:pt x="6449266" y="1336081"/>
                  </a:lnTo>
                  <a:lnTo>
                    <a:pt x="6484897" y="1339323"/>
                  </a:lnTo>
                  <a:lnTo>
                    <a:pt x="6520529" y="1342539"/>
                  </a:lnTo>
                  <a:lnTo>
                    <a:pt x="6556160" y="1345729"/>
                  </a:lnTo>
                  <a:lnTo>
                    <a:pt x="6591791" y="1348893"/>
                  </a:lnTo>
                  <a:lnTo>
                    <a:pt x="6627423" y="1352032"/>
                  </a:lnTo>
                  <a:lnTo>
                    <a:pt x="6663054" y="1355145"/>
                  </a:lnTo>
                  <a:lnTo>
                    <a:pt x="6698685" y="1358234"/>
                  </a:lnTo>
                  <a:lnTo>
                    <a:pt x="6734317" y="1361297"/>
                  </a:lnTo>
                  <a:lnTo>
                    <a:pt x="6769948" y="1364336"/>
                  </a:lnTo>
                  <a:lnTo>
                    <a:pt x="6805579" y="1367351"/>
                  </a:lnTo>
                  <a:lnTo>
                    <a:pt x="6841210" y="1370341"/>
                  </a:lnTo>
                  <a:lnTo>
                    <a:pt x="6876842" y="1373307"/>
                  </a:lnTo>
                  <a:lnTo>
                    <a:pt x="6912473" y="1376250"/>
                  </a:lnTo>
                  <a:lnTo>
                    <a:pt x="6948104" y="1379168"/>
                  </a:lnTo>
                  <a:lnTo>
                    <a:pt x="6983736" y="1382063"/>
                  </a:lnTo>
                  <a:lnTo>
                    <a:pt x="7019367" y="1384935"/>
                  </a:lnTo>
                  <a:lnTo>
                    <a:pt x="7054998" y="1387784"/>
                  </a:lnTo>
                  <a:lnTo>
                    <a:pt x="7090630" y="139061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(1.11-1.33),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1.77 (1.36-2.30)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2026-10-08T16:28:06Z</dcterms:modified>
  <cp:category/>
</cp:coreProperties>
</file>