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703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165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96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7088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454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3434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0896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83574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581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339365"/>
              <a:ext cx="7090630" cy="1725450"/>
            </a:xfrm>
            <a:custGeom>
              <a:avLst/>
              <a:pathLst>
                <a:path w="7090630" h="1725450">
                  <a:moveTo>
                    <a:pt x="0" y="0"/>
                  </a:moveTo>
                  <a:lnTo>
                    <a:pt x="71622" y="33460"/>
                  </a:lnTo>
                  <a:lnTo>
                    <a:pt x="143245" y="66415"/>
                  </a:lnTo>
                  <a:lnTo>
                    <a:pt x="214867" y="98873"/>
                  </a:lnTo>
                  <a:lnTo>
                    <a:pt x="286490" y="130842"/>
                  </a:lnTo>
                  <a:lnTo>
                    <a:pt x="358112" y="162328"/>
                  </a:lnTo>
                  <a:lnTo>
                    <a:pt x="429735" y="193339"/>
                  </a:lnTo>
                  <a:lnTo>
                    <a:pt x="501357" y="223883"/>
                  </a:lnTo>
                  <a:lnTo>
                    <a:pt x="572980" y="253965"/>
                  </a:lnTo>
                  <a:lnTo>
                    <a:pt x="644602" y="283594"/>
                  </a:lnTo>
                  <a:lnTo>
                    <a:pt x="716225" y="312776"/>
                  </a:lnTo>
                  <a:lnTo>
                    <a:pt x="787847" y="341517"/>
                  </a:lnTo>
                  <a:lnTo>
                    <a:pt x="859470" y="369825"/>
                  </a:lnTo>
                  <a:lnTo>
                    <a:pt x="931092" y="397706"/>
                  </a:lnTo>
                  <a:lnTo>
                    <a:pt x="1002715" y="425166"/>
                  </a:lnTo>
                  <a:lnTo>
                    <a:pt x="1074337" y="452212"/>
                  </a:lnTo>
                  <a:lnTo>
                    <a:pt x="1145960" y="478850"/>
                  </a:lnTo>
                  <a:lnTo>
                    <a:pt x="1217582" y="505086"/>
                  </a:lnTo>
                  <a:lnTo>
                    <a:pt x="1289205" y="530926"/>
                  </a:lnTo>
                  <a:lnTo>
                    <a:pt x="1360827" y="556376"/>
                  </a:lnTo>
                  <a:lnTo>
                    <a:pt x="1432450" y="581443"/>
                  </a:lnTo>
                  <a:lnTo>
                    <a:pt x="1504073" y="606131"/>
                  </a:lnTo>
                  <a:lnTo>
                    <a:pt x="1575695" y="630447"/>
                  </a:lnTo>
                  <a:lnTo>
                    <a:pt x="1647318" y="654396"/>
                  </a:lnTo>
                  <a:lnTo>
                    <a:pt x="1718940" y="677983"/>
                  </a:lnTo>
                  <a:lnTo>
                    <a:pt x="1790563" y="701215"/>
                  </a:lnTo>
                  <a:lnTo>
                    <a:pt x="1862185" y="724096"/>
                  </a:lnTo>
                  <a:lnTo>
                    <a:pt x="1933808" y="746633"/>
                  </a:lnTo>
                  <a:lnTo>
                    <a:pt x="2005430" y="768829"/>
                  </a:lnTo>
                  <a:lnTo>
                    <a:pt x="2077053" y="790690"/>
                  </a:lnTo>
                  <a:lnTo>
                    <a:pt x="2148675" y="812221"/>
                  </a:lnTo>
                  <a:lnTo>
                    <a:pt x="2220298" y="833428"/>
                  </a:lnTo>
                  <a:lnTo>
                    <a:pt x="2291920" y="854315"/>
                  </a:lnTo>
                  <a:lnTo>
                    <a:pt x="2363543" y="874886"/>
                  </a:lnTo>
                  <a:lnTo>
                    <a:pt x="2435165" y="895147"/>
                  </a:lnTo>
                  <a:lnTo>
                    <a:pt x="2506788" y="915103"/>
                  </a:lnTo>
                  <a:lnTo>
                    <a:pt x="2578410" y="934757"/>
                  </a:lnTo>
                  <a:lnTo>
                    <a:pt x="2650033" y="954115"/>
                  </a:lnTo>
                  <a:lnTo>
                    <a:pt x="2721655" y="973181"/>
                  </a:lnTo>
                  <a:lnTo>
                    <a:pt x="2793278" y="991959"/>
                  </a:lnTo>
                  <a:lnTo>
                    <a:pt x="2864901" y="1010454"/>
                  </a:lnTo>
                  <a:lnTo>
                    <a:pt x="2936523" y="1028670"/>
                  </a:lnTo>
                  <a:lnTo>
                    <a:pt x="3008146" y="1046611"/>
                  </a:lnTo>
                  <a:lnTo>
                    <a:pt x="3079768" y="1064282"/>
                  </a:lnTo>
                  <a:lnTo>
                    <a:pt x="3151391" y="1081686"/>
                  </a:lnTo>
                  <a:lnTo>
                    <a:pt x="3223013" y="1098827"/>
                  </a:lnTo>
                  <a:lnTo>
                    <a:pt x="3294636" y="1115710"/>
                  </a:lnTo>
                  <a:lnTo>
                    <a:pt x="3366258" y="1132338"/>
                  </a:lnTo>
                  <a:lnTo>
                    <a:pt x="3437881" y="1148715"/>
                  </a:lnTo>
                  <a:lnTo>
                    <a:pt x="3509503" y="1164845"/>
                  </a:lnTo>
                  <a:lnTo>
                    <a:pt x="3581126" y="1180732"/>
                  </a:lnTo>
                  <a:lnTo>
                    <a:pt x="3652748" y="1196379"/>
                  </a:lnTo>
                  <a:lnTo>
                    <a:pt x="3724371" y="1211790"/>
                  </a:lnTo>
                  <a:lnTo>
                    <a:pt x="3795993" y="1226968"/>
                  </a:lnTo>
                  <a:lnTo>
                    <a:pt x="3867616" y="1241918"/>
                  </a:lnTo>
                  <a:lnTo>
                    <a:pt x="3939238" y="1256641"/>
                  </a:lnTo>
                  <a:lnTo>
                    <a:pt x="4010861" y="1271143"/>
                  </a:lnTo>
                  <a:lnTo>
                    <a:pt x="4082483" y="1285426"/>
                  </a:lnTo>
                  <a:lnTo>
                    <a:pt x="4154106" y="1299494"/>
                  </a:lnTo>
                  <a:lnTo>
                    <a:pt x="4225729" y="1313349"/>
                  </a:lnTo>
                  <a:lnTo>
                    <a:pt x="4297351" y="1326996"/>
                  </a:lnTo>
                  <a:lnTo>
                    <a:pt x="4368974" y="1340436"/>
                  </a:lnTo>
                  <a:lnTo>
                    <a:pt x="4440596" y="1353674"/>
                  </a:lnTo>
                  <a:lnTo>
                    <a:pt x="4512219" y="1366712"/>
                  </a:lnTo>
                  <a:lnTo>
                    <a:pt x="4583841" y="1379553"/>
                  </a:lnTo>
                  <a:lnTo>
                    <a:pt x="4655464" y="1388431"/>
                  </a:lnTo>
                  <a:lnTo>
                    <a:pt x="4727086" y="1388468"/>
                  </a:lnTo>
                  <a:lnTo>
                    <a:pt x="4798709" y="1388505"/>
                  </a:lnTo>
                  <a:lnTo>
                    <a:pt x="4870331" y="1388542"/>
                  </a:lnTo>
                  <a:lnTo>
                    <a:pt x="4941954" y="1388580"/>
                  </a:lnTo>
                  <a:lnTo>
                    <a:pt x="5013576" y="1388617"/>
                  </a:lnTo>
                  <a:lnTo>
                    <a:pt x="5085199" y="1388654"/>
                  </a:lnTo>
                  <a:lnTo>
                    <a:pt x="5156821" y="1388691"/>
                  </a:lnTo>
                  <a:lnTo>
                    <a:pt x="5228444" y="1388728"/>
                  </a:lnTo>
                  <a:lnTo>
                    <a:pt x="5300066" y="1388765"/>
                  </a:lnTo>
                  <a:lnTo>
                    <a:pt x="5371689" y="1388802"/>
                  </a:lnTo>
                  <a:lnTo>
                    <a:pt x="5443311" y="1388839"/>
                  </a:lnTo>
                  <a:lnTo>
                    <a:pt x="5514934" y="1388876"/>
                  </a:lnTo>
                  <a:lnTo>
                    <a:pt x="5586557" y="1388913"/>
                  </a:lnTo>
                  <a:lnTo>
                    <a:pt x="5658179" y="1388950"/>
                  </a:lnTo>
                  <a:lnTo>
                    <a:pt x="5729802" y="1388987"/>
                  </a:lnTo>
                  <a:lnTo>
                    <a:pt x="5801424" y="1389024"/>
                  </a:lnTo>
                  <a:lnTo>
                    <a:pt x="5873047" y="1389061"/>
                  </a:lnTo>
                  <a:lnTo>
                    <a:pt x="5944669" y="1389098"/>
                  </a:lnTo>
                  <a:lnTo>
                    <a:pt x="6016292" y="1389135"/>
                  </a:lnTo>
                  <a:lnTo>
                    <a:pt x="6087914" y="1389172"/>
                  </a:lnTo>
                  <a:lnTo>
                    <a:pt x="6159537" y="1389209"/>
                  </a:lnTo>
                  <a:lnTo>
                    <a:pt x="6231159" y="1389246"/>
                  </a:lnTo>
                  <a:lnTo>
                    <a:pt x="6302782" y="1389283"/>
                  </a:lnTo>
                  <a:lnTo>
                    <a:pt x="6374404" y="1389320"/>
                  </a:lnTo>
                  <a:lnTo>
                    <a:pt x="6446027" y="1389357"/>
                  </a:lnTo>
                  <a:lnTo>
                    <a:pt x="6517649" y="1389394"/>
                  </a:lnTo>
                  <a:lnTo>
                    <a:pt x="6589272" y="1389431"/>
                  </a:lnTo>
                  <a:lnTo>
                    <a:pt x="6660894" y="1389468"/>
                  </a:lnTo>
                  <a:lnTo>
                    <a:pt x="6732517" y="1389505"/>
                  </a:lnTo>
                  <a:lnTo>
                    <a:pt x="6804139" y="1389542"/>
                  </a:lnTo>
                  <a:lnTo>
                    <a:pt x="6875762" y="1389579"/>
                  </a:lnTo>
                  <a:lnTo>
                    <a:pt x="6947385" y="1389616"/>
                  </a:lnTo>
                  <a:lnTo>
                    <a:pt x="7019007" y="1389653"/>
                  </a:lnTo>
                  <a:lnTo>
                    <a:pt x="7090630" y="1389690"/>
                  </a:lnTo>
                  <a:lnTo>
                    <a:pt x="7090630" y="1725450"/>
                  </a:lnTo>
                  <a:lnTo>
                    <a:pt x="7019007" y="1717907"/>
                  </a:lnTo>
                  <a:lnTo>
                    <a:pt x="6947385" y="1710248"/>
                  </a:lnTo>
                  <a:lnTo>
                    <a:pt x="6875762" y="1702473"/>
                  </a:lnTo>
                  <a:lnTo>
                    <a:pt x="6804139" y="1694578"/>
                  </a:lnTo>
                  <a:lnTo>
                    <a:pt x="6732517" y="1686562"/>
                  </a:lnTo>
                  <a:lnTo>
                    <a:pt x="6660894" y="1678423"/>
                  </a:lnTo>
                  <a:lnTo>
                    <a:pt x="6589272" y="1670160"/>
                  </a:lnTo>
                  <a:lnTo>
                    <a:pt x="6517649" y="1661770"/>
                  </a:lnTo>
                  <a:lnTo>
                    <a:pt x="6446027" y="1653252"/>
                  </a:lnTo>
                  <a:lnTo>
                    <a:pt x="6374404" y="1644603"/>
                  </a:lnTo>
                  <a:lnTo>
                    <a:pt x="6302782" y="1635822"/>
                  </a:lnTo>
                  <a:lnTo>
                    <a:pt x="6231159" y="1626906"/>
                  </a:lnTo>
                  <a:lnTo>
                    <a:pt x="6159537" y="1617854"/>
                  </a:lnTo>
                  <a:lnTo>
                    <a:pt x="6087914" y="1608663"/>
                  </a:lnTo>
                  <a:lnTo>
                    <a:pt x="6016292" y="1599331"/>
                  </a:lnTo>
                  <a:lnTo>
                    <a:pt x="5944669" y="1589856"/>
                  </a:lnTo>
                  <a:lnTo>
                    <a:pt x="5873047" y="1580236"/>
                  </a:lnTo>
                  <a:lnTo>
                    <a:pt x="5801424" y="1570469"/>
                  </a:lnTo>
                  <a:lnTo>
                    <a:pt x="5729802" y="1560552"/>
                  </a:lnTo>
                  <a:lnTo>
                    <a:pt x="5658179" y="1550483"/>
                  </a:lnTo>
                  <a:lnTo>
                    <a:pt x="5586557" y="1540260"/>
                  </a:lnTo>
                  <a:lnTo>
                    <a:pt x="5514934" y="1529881"/>
                  </a:lnTo>
                  <a:lnTo>
                    <a:pt x="5443311" y="1519342"/>
                  </a:lnTo>
                  <a:lnTo>
                    <a:pt x="5371689" y="1508642"/>
                  </a:lnTo>
                  <a:lnTo>
                    <a:pt x="5300066" y="1497778"/>
                  </a:lnTo>
                  <a:lnTo>
                    <a:pt x="5228444" y="1486748"/>
                  </a:lnTo>
                  <a:lnTo>
                    <a:pt x="5156821" y="1475548"/>
                  </a:lnTo>
                  <a:lnTo>
                    <a:pt x="5085199" y="1464178"/>
                  </a:lnTo>
                  <a:lnTo>
                    <a:pt x="5013576" y="1452633"/>
                  </a:lnTo>
                  <a:lnTo>
                    <a:pt x="4941954" y="1440911"/>
                  </a:lnTo>
                  <a:lnTo>
                    <a:pt x="4870331" y="1429009"/>
                  </a:lnTo>
                  <a:lnTo>
                    <a:pt x="4798709" y="1416926"/>
                  </a:lnTo>
                  <a:lnTo>
                    <a:pt x="4727086" y="1404657"/>
                  </a:lnTo>
                  <a:lnTo>
                    <a:pt x="4655464" y="1392200"/>
                  </a:lnTo>
                  <a:lnTo>
                    <a:pt x="4583841" y="1388394"/>
                  </a:lnTo>
                  <a:lnTo>
                    <a:pt x="4512219" y="1388357"/>
                  </a:lnTo>
                  <a:lnTo>
                    <a:pt x="4440596" y="1388320"/>
                  </a:lnTo>
                  <a:lnTo>
                    <a:pt x="4368974" y="1388283"/>
                  </a:lnTo>
                  <a:lnTo>
                    <a:pt x="4297351" y="1388246"/>
                  </a:lnTo>
                  <a:lnTo>
                    <a:pt x="4225729" y="1388209"/>
                  </a:lnTo>
                  <a:lnTo>
                    <a:pt x="4154106" y="1388172"/>
                  </a:lnTo>
                  <a:lnTo>
                    <a:pt x="4082483" y="1388135"/>
                  </a:lnTo>
                  <a:lnTo>
                    <a:pt x="4010861" y="1388098"/>
                  </a:lnTo>
                  <a:lnTo>
                    <a:pt x="3939238" y="1388061"/>
                  </a:lnTo>
                  <a:lnTo>
                    <a:pt x="3867616" y="1388024"/>
                  </a:lnTo>
                  <a:lnTo>
                    <a:pt x="3795993" y="1387986"/>
                  </a:lnTo>
                  <a:lnTo>
                    <a:pt x="3724371" y="1387949"/>
                  </a:lnTo>
                  <a:lnTo>
                    <a:pt x="3652748" y="1387912"/>
                  </a:lnTo>
                  <a:lnTo>
                    <a:pt x="3581126" y="1387875"/>
                  </a:lnTo>
                  <a:lnTo>
                    <a:pt x="3509503" y="1387838"/>
                  </a:lnTo>
                  <a:lnTo>
                    <a:pt x="3437881" y="1387801"/>
                  </a:lnTo>
                  <a:lnTo>
                    <a:pt x="3366258" y="1387764"/>
                  </a:lnTo>
                  <a:lnTo>
                    <a:pt x="3294636" y="1387727"/>
                  </a:lnTo>
                  <a:lnTo>
                    <a:pt x="3223013" y="1387690"/>
                  </a:lnTo>
                  <a:lnTo>
                    <a:pt x="3151391" y="1387653"/>
                  </a:lnTo>
                  <a:lnTo>
                    <a:pt x="3079768" y="1387616"/>
                  </a:lnTo>
                  <a:lnTo>
                    <a:pt x="3008146" y="1387578"/>
                  </a:lnTo>
                  <a:lnTo>
                    <a:pt x="2936523" y="1387541"/>
                  </a:lnTo>
                  <a:lnTo>
                    <a:pt x="2864901" y="1387504"/>
                  </a:lnTo>
                  <a:lnTo>
                    <a:pt x="2793278" y="1387467"/>
                  </a:lnTo>
                  <a:lnTo>
                    <a:pt x="2721655" y="1387430"/>
                  </a:lnTo>
                  <a:lnTo>
                    <a:pt x="2650033" y="1387393"/>
                  </a:lnTo>
                  <a:lnTo>
                    <a:pt x="2578410" y="1387356"/>
                  </a:lnTo>
                  <a:lnTo>
                    <a:pt x="2506788" y="1387319"/>
                  </a:lnTo>
                  <a:lnTo>
                    <a:pt x="2435165" y="1387282"/>
                  </a:lnTo>
                  <a:lnTo>
                    <a:pt x="2363543" y="1387244"/>
                  </a:lnTo>
                  <a:lnTo>
                    <a:pt x="2291920" y="1387207"/>
                  </a:lnTo>
                  <a:lnTo>
                    <a:pt x="2220298" y="1387170"/>
                  </a:lnTo>
                  <a:lnTo>
                    <a:pt x="2148675" y="1387133"/>
                  </a:lnTo>
                  <a:lnTo>
                    <a:pt x="2077053" y="1387096"/>
                  </a:lnTo>
                  <a:lnTo>
                    <a:pt x="2005430" y="1387059"/>
                  </a:lnTo>
                  <a:lnTo>
                    <a:pt x="1933808" y="1387022"/>
                  </a:lnTo>
                  <a:lnTo>
                    <a:pt x="1862185" y="1386985"/>
                  </a:lnTo>
                  <a:lnTo>
                    <a:pt x="1790563" y="1386948"/>
                  </a:lnTo>
                  <a:lnTo>
                    <a:pt x="1718940" y="1386910"/>
                  </a:lnTo>
                  <a:lnTo>
                    <a:pt x="1647318" y="1386873"/>
                  </a:lnTo>
                  <a:lnTo>
                    <a:pt x="1575695" y="1386836"/>
                  </a:lnTo>
                  <a:lnTo>
                    <a:pt x="1504073" y="1386799"/>
                  </a:lnTo>
                  <a:lnTo>
                    <a:pt x="1432450" y="1386762"/>
                  </a:lnTo>
                  <a:lnTo>
                    <a:pt x="1360827" y="1386725"/>
                  </a:lnTo>
                  <a:lnTo>
                    <a:pt x="1289205" y="1386688"/>
                  </a:lnTo>
                  <a:lnTo>
                    <a:pt x="1217582" y="1386650"/>
                  </a:lnTo>
                  <a:lnTo>
                    <a:pt x="1145960" y="1386613"/>
                  </a:lnTo>
                  <a:lnTo>
                    <a:pt x="1074337" y="1386576"/>
                  </a:lnTo>
                  <a:lnTo>
                    <a:pt x="1002715" y="1386539"/>
                  </a:lnTo>
                  <a:lnTo>
                    <a:pt x="931092" y="1386502"/>
                  </a:lnTo>
                  <a:lnTo>
                    <a:pt x="859470" y="1386465"/>
                  </a:lnTo>
                  <a:lnTo>
                    <a:pt x="787847" y="1386428"/>
                  </a:lnTo>
                  <a:lnTo>
                    <a:pt x="716225" y="1386390"/>
                  </a:lnTo>
                  <a:lnTo>
                    <a:pt x="644602" y="1386353"/>
                  </a:lnTo>
                  <a:lnTo>
                    <a:pt x="572980" y="1386316"/>
                  </a:lnTo>
                  <a:lnTo>
                    <a:pt x="501357" y="1386279"/>
                  </a:lnTo>
                  <a:lnTo>
                    <a:pt x="429735" y="1386242"/>
                  </a:lnTo>
                  <a:lnTo>
                    <a:pt x="358112" y="1386205"/>
                  </a:lnTo>
                  <a:lnTo>
                    <a:pt x="286490" y="1386167"/>
                  </a:lnTo>
                  <a:lnTo>
                    <a:pt x="214867" y="1386130"/>
                  </a:lnTo>
                  <a:lnTo>
                    <a:pt x="143245" y="1386093"/>
                  </a:lnTo>
                  <a:lnTo>
                    <a:pt x="71622" y="1386056"/>
                  </a:lnTo>
                  <a:lnTo>
                    <a:pt x="0" y="138601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339365"/>
              <a:ext cx="7090630" cy="1389690"/>
            </a:xfrm>
            <a:custGeom>
              <a:avLst/>
              <a:pathLst>
                <a:path w="7090630" h="1389690">
                  <a:moveTo>
                    <a:pt x="0" y="0"/>
                  </a:moveTo>
                  <a:lnTo>
                    <a:pt x="71622" y="33460"/>
                  </a:lnTo>
                  <a:lnTo>
                    <a:pt x="143245" y="66415"/>
                  </a:lnTo>
                  <a:lnTo>
                    <a:pt x="214867" y="98873"/>
                  </a:lnTo>
                  <a:lnTo>
                    <a:pt x="286490" y="130842"/>
                  </a:lnTo>
                  <a:lnTo>
                    <a:pt x="358112" y="162328"/>
                  </a:lnTo>
                  <a:lnTo>
                    <a:pt x="429735" y="193339"/>
                  </a:lnTo>
                  <a:lnTo>
                    <a:pt x="501357" y="223883"/>
                  </a:lnTo>
                  <a:lnTo>
                    <a:pt x="572980" y="253965"/>
                  </a:lnTo>
                  <a:lnTo>
                    <a:pt x="644602" y="283594"/>
                  </a:lnTo>
                  <a:lnTo>
                    <a:pt x="716225" y="312776"/>
                  </a:lnTo>
                  <a:lnTo>
                    <a:pt x="787847" y="341517"/>
                  </a:lnTo>
                  <a:lnTo>
                    <a:pt x="859470" y="369825"/>
                  </a:lnTo>
                  <a:lnTo>
                    <a:pt x="931092" y="397706"/>
                  </a:lnTo>
                  <a:lnTo>
                    <a:pt x="1002715" y="425166"/>
                  </a:lnTo>
                  <a:lnTo>
                    <a:pt x="1074337" y="452212"/>
                  </a:lnTo>
                  <a:lnTo>
                    <a:pt x="1145960" y="478850"/>
                  </a:lnTo>
                  <a:lnTo>
                    <a:pt x="1217582" y="505086"/>
                  </a:lnTo>
                  <a:lnTo>
                    <a:pt x="1289205" y="530926"/>
                  </a:lnTo>
                  <a:lnTo>
                    <a:pt x="1360827" y="556376"/>
                  </a:lnTo>
                  <a:lnTo>
                    <a:pt x="1432450" y="581443"/>
                  </a:lnTo>
                  <a:lnTo>
                    <a:pt x="1504073" y="606131"/>
                  </a:lnTo>
                  <a:lnTo>
                    <a:pt x="1575695" y="630447"/>
                  </a:lnTo>
                  <a:lnTo>
                    <a:pt x="1647318" y="654396"/>
                  </a:lnTo>
                  <a:lnTo>
                    <a:pt x="1718940" y="677983"/>
                  </a:lnTo>
                  <a:lnTo>
                    <a:pt x="1790563" y="701215"/>
                  </a:lnTo>
                  <a:lnTo>
                    <a:pt x="1862185" y="724096"/>
                  </a:lnTo>
                  <a:lnTo>
                    <a:pt x="1933808" y="746633"/>
                  </a:lnTo>
                  <a:lnTo>
                    <a:pt x="2005430" y="768829"/>
                  </a:lnTo>
                  <a:lnTo>
                    <a:pt x="2077053" y="790690"/>
                  </a:lnTo>
                  <a:lnTo>
                    <a:pt x="2148675" y="812221"/>
                  </a:lnTo>
                  <a:lnTo>
                    <a:pt x="2220298" y="833428"/>
                  </a:lnTo>
                  <a:lnTo>
                    <a:pt x="2291920" y="854315"/>
                  </a:lnTo>
                  <a:lnTo>
                    <a:pt x="2363543" y="874886"/>
                  </a:lnTo>
                  <a:lnTo>
                    <a:pt x="2435165" y="895147"/>
                  </a:lnTo>
                  <a:lnTo>
                    <a:pt x="2506788" y="915103"/>
                  </a:lnTo>
                  <a:lnTo>
                    <a:pt x="2578410" y="934757"/>
                  </a:lnTo>
                  <a:lnTo>
                    <a:pt x="2650033" y="954115"/>
                  </a:lnTo>
                  <a:lnTo>
                    <a:pt x="2721655" y="973181"/>
                  </a:lnTo>
                  <a:lnTo>
                    <a:pt x="2793278" y="991959"/>
                  </a:lnTo>
                  <a:lnTo>
                    <a:pt x="2864901" y="1010454"/>
                  </a:lnTo>
                  <a:lnTo>
                    <a:pt x="2936523" y="1028670"/>
                  </a:lnTo>
                  <a:lnTo>
                    <a:pt x="3008146" y="1046611"/>
                  </a:lnTo>
                  <a:lnTo>
                    <a:pt x="3079768" y="1064282"/>
                  </a:lnTo>
                  <a:lnTo>
                    <a:pt x="3151391" y="1081686"/>
                  </a:lnTo>
                  <a:lnTo>
                    <a:pt x="3223013" y="1098827"/>
                  </a:lnTo>
                  <a:lnTo>
                    <a:pt x="3294636" y="1115710"/>
                  </a:lnTo>
                  <a:lnTo>
                    <a:pt x="3366258" y="1132338"/>
                  </a:lnTo>
                  <a:lnTo>
                    <a:pt x="3437881" y="1148715"/>
                  </a:lnTo>
                  <a:lnTo>
                    <a:pt x="3509503" y="1164845"/>
                  </a:lnTo>
                  <a:lnTo>
                    <a:pt x="3581126" y="1180732"/>
                  </a:lnTo>
                  <a:lnTo>
                    <a:pt x="3652748" y="1196379"/>
                  </a:lnTo>
                  <a:lnTo>
                    <a:pt x="3724371" y="1211790"/>
                  </a:lnTo>
                  <a:lnTo>
                    <a:pt x="3795993" y="1226968"/>
                  </a:lnTo>
                  <a:lnTo>
                    <a:pt x="3867616" y="1241918"/>
                  </a:lnTo>
                  <a:lnTo>
                    <a:pt x="3939238" y="1256641"/>
                  </a:lnTo>
                  <a:lnTo>
                    <a:pt x="4010861" y="1271143"/>
                  </a:lnTo>
                  <a:lnTo>
                    <a:pt x="4082483" y="1285426"/>
                  </a:lnTo>
                  <a:lnTo>
                    <a:pt x="4154106" y="1299494"/>
                  </a:lnTo>
                  <a:lnTo>
                    <a:pt x="4225729" y="1313349"/>
                  </a:lnTo>
                  <a:lnTo>
                    <a:pt x="4297351" y="1326996"/>
                  </a:lnTo>
                  <a:lnTo>
                    <a:pt x="4368974" y="1340436"/>
                  </a:lnTo>
                  <a:lnTo>
                    <a:pt x="4440596" y="1353674"/>
                  </a:lnTo>
                  <a:lnTo>
                    <a:pt x="4512219" y="1366712"/>
                  </a:lnTo>
                  <a:lnTo>
                    <a:pt x="4583841" y="1379553"/>
                  </a:lnTo>
                  <a:lnTo>
                    <a:pt x="4655464" y="1388431"/>
                  </a:lnTo>
                  <a:lnTo>
                    <a:pt x="4727086" y="1388468"/>
                  </a:lnTo>
                  <a:lnTo>
                    <a:pt x="4798709" y="1388505"/>
                  </a:lnTo>
                  <a:lnTo>
                    <a:pt x="4870331" y="1388542"/>
                  </a:lnTo>
                  <a:lnTo>
                    <a:pt x="4941954" y="1388580"/>
                  </a:lnTo>
                  <a:lnTo>
                    <a:pt x="5013576" y="1388617"/>
                  </a:lnTo>
                  <a:lnTo>
                    <a:pt x="5085199" y="1388654"/>
                  </a:lnTo>
                  <a:lnTo>
                    <a:pt x="5156821" y="1388691"/>
                  </a:lnTo>
                  <a:lnTo>
                    <a:pt x="5228444" y="1388728"/>
                  </a:lnTo>
                  <a:lnTo>
                    <a:pt x="5300066" y="1388765"/>
                  </a:lnTo>
                  <a:lnTo>
                    <a:pt x="5371689" y="1388802"/>
                  </a:lnTo>
                  <a:lnTo>
                    <a:pt x="5443311" y="1388839"/>
                  </a:lnTo>
                  <a:lnTo>
                    <a:pt x="5514934" y="1388876"/>
                  </a:lnTo>
                  <a:lnTo>
                    <a:pt x="5586557" y="1388913"/>
                  </a:lnTo>
                  <a:lnTo>
                    <a:pt x="5658179" y="1388950"/>
                  </a:lnTo>
                  <a:lnTo>
                    <a:pt x="5729802" y="1388987"/>
                  </a:lnTo>
                  <a:lnTo>
                    <a:pt x="5801424" y="1389024"/>
                  </a:lnTo>
                  <a:lnTo>
                    <a:pt x="5873047" y="1389061"/>
                  </a:lnTo>
                  <a:lnTo>
                    <a:pt x="5944669" y="1389098"/>
                  </a:lnTo>
                  <a:lnTo>
                    <a:pt x="6016292" y="1389135"/>
                  </a:lnTo>
                  <a:lnTo>
                    <a:pt x="6087914" y="1389172"/>
                  </a:lnTo>
                  <a:lnTo>
                    <a:pt x="6159537" y="1389209"/>
                  </a:lnTo>
                  <a:lnTo>
                    <a:pt x="6231159" y="1389246"/>
                  </a:lnTo>
                  <a:lnTo>
                    <a:pt x="6302782" y="1389283"/>
                  </a:lnTo>
                  <a:lnTo>
                    <a:pt x="6374404" y="1389320"/>
                  </a:lnTo>
                  <a:lnTo>
                    <a:pt x="6446027" y="1389357"/>
                  </a:lnTo>
                  <a:lnTo>
                    <a:pt x="6517649" y="1389394"/>
                  </a:lnTo>
                  <a:lnTo>
                    <a:pt x="6589272" y="1389431"/>
                  </a:lnTo>
                  <a:lnTo>
                    <a:pt x="6660894" y="1389468"/>
                  </a:lnTo>
                  <a:lnTo>
                    <a:pt x="6732517" y="1389505"/>
                  </a:lnTo>
                  <a:lnTo>
                    <a:pt x="6804139" y="1389542"/>
                  </a:lnTo>
                  <a:lnTo>
                    <a:pt x="6875762" y="1389579"/>
                  </a:lnTo>
                  <a:lnTo>
                    <a:pt x="6947385" y="1389616"/>
                  </a:lnTo>
                  <a:lnTo>
                    <a:pt x="7019007" y="1389653"/>
                  </a:lnTo>
                  <a:lnTo>
                    <a:pt x="7090630" y="138969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25385"/>
              <a:ext cx="7090630" cy="339430"/>
            </a:xfrm>
            <a:custGeom>
              <a:avLst/>
              <a:pathLst>
                <a:path w="7090630" h="339430">
                  <a:moveTo>
                    <a:pt x="7090630" y="339430"/>
                  </a:moveTo>
                  <a:lnTo>
                    <a:pt x="7019007" y="331887"/>
                  </a:lnTo>
                  <a:lnTo>
                    <a:pt x="6947385" y="324229"/>
                  </a:lnTo>
                  <a:lnTo>
                    <a:pt x="6875762" y="316453"/>
                  </a:lnTo>
                  <a:lnTo>
                    <a:pt x="6804139" y="308558"/>
                  </a:lnTo>
                  <a:lnTo>
                    <a:pt x="6732517" y="300543"/>
                  </a:lnTo>
                  <a:lnTo>
                    <a:pt x="6660894" y="292404"/>
                  </a:lnTo>
                  <a:lnTo>
                    <a:pt x="6589272" y="284141"/>
                  </a:lnTo>
                  <a:lnTo>
                    <a:pt x="6517649" y="275751"/>
                  </a:lnTo>
                  <a:lnTo>
                    <a:pt x="6446027" y="267233"/>
                  </a:lnTo>
                  <a:lnTo>
                    <a:pt x="6374404" y="258584"/>
                  </a:lnTo>
                  <a:lnTo>
                    <a:pt x="6302782" y="249802"/>
                  </a:lnTo>
                  <a:lnTo>
                    <a:pt x="6231159" y="240887"/>
                  </a:lnTo>
                  <a:lnTo>
                    <a:pt x="6159537" y="231834"/>
                  </a:lnTo>
                  <a:lnTo>
                    <a:pt x="6087914" y="222643"/>
                  </a:lnTo>
                  <a:lnTo>
                    <a:pt x="6016292" y="213311"/>
                  </a:lnTo>
                  <a:lnTo>
                    <a:pt x="5944669" y="203837"/>
                  </a:lnTo>
                  <a:lnTo>
                    <a:pt x="5873047" y="194217"/>
                  </a:lnTo>
                  <a:lnTo>
                    <a:pt x="5801424" y="184449"/>
                  </a:lnTo>
                  <a:lnTo>
                    <a:pt x="5729802" y="174533"/>
                  </a:lnTo>
                  <a:lnTo>
                    <a:pt x="5658179" y="164464"/>
                  </a:lnTo>
                  <a:lnTo>
                    <a:pt x="5586557" y="154241"/>
                  </a:lnTo>
                  <a:lnTo>
                    <a:pt x="5514934" y="143861"/>
                  </a:lnTo>
                  <a:lnTo>
                    <a:pt x="5443311" y="133323"/>
                  </a:lnTo>
                  <a:lnTo>
                    <a:pt x="5371689" y="122623"/>
                  </a:lnTo>
                  <a:lnTo>
                    <a:pt x="5300066" y="111759"/>
                  </a:lnTo>
                  <a:lnTo>
                    <a:pt x="5228444" y="100728"/>
                  </a:lnTo>
                  <a:lnTo>
                    <a:pt x="5156821" y="89529"/>
                  </a:lnTo>
                  <a:lnTo>
                    <a:pt x="5085199" y="78158"/>
                  </a:lnTo>
                  <a:lnTo>
                    <a:pt x="5013576" y="66613"/>
                  </a:lnTo>
                  <a:lnTo>
                    <a:pt x="4941954" y="54892"/>
                  </a:lnTo>
                  <a:lnTo>
                    <a:pt x="4870331" y="42990"/>
                  </a:lnTo>
                  <a:lnTo>
                    <a:pt x="4798709" y="30906"/>
                  </a:lnTo>
                  <a:lnTo>
                    <a:pt x="4727086" y="18638"/>
                  </a:lnTo>
                  <a:lnTo>
                    <a:pt x="4655464" y="6181"/>
                  </a:lnTo>
                  <a:lnTo>
                    <a:pt x="4583841" y="2375"/>
                  </a:lnTo>
                  <a:lnTo>
                    <a:pt x="4512219" y="2338"/>
                  </a:lnTo>
                  <a:lnTo>
                    <a:pt x="4440596" y="2301"/>
                  </a:lnTo>
                  <a:lnTo>
                    <a:pt x="4368974" y="2264"/>
                  </a:lnTo>
                  <a:lnTo>
                    <a:pt x="4297351" y="2227"/>
                  </a:lnTo>
                  <a:lnTo>
                    <a:pt x="4225729" y="2190"/>
                  </a:lnTo>
                  <a:lnTo>
                    <a:pt x="4154106" y="2152"/>
                  </a:lnTo>
                  <a:lnTo>
                    <a:pt x="4082483" y="2115"/>
                  </a:lnTo>
                  <a:lnTo>
                    <a:pt x="4010861" y="2078"/>
                  </a:lnTo>
                  <a:lnTo>
                    <a:pt x="3939238" y="2041"/>
                  </a:lnTo>
                  <a:lnTo>
                    <a:pt x="3867616" y="2004"/>
                  </a:lnTo>
                  <a:lnTo>
                    <a:pt x="3795993" y="1967"/>
                  </a:lnTo>
                  <a:lnTo>
                    <a:pt x="3724371" y="1930"/>
                  </a:lnTo>
                  <a:lnTo>
                    <a:pt x="3652748" y="1893"/>
                  </a:lnTo>
                  <a:lnTo>
                    <a:pt x="3581126" y="1856"/>
                  </a:lnTo>
                  <a:lnTo>
                    <a:pt x="3509503" y="1819"/>
                  </a:lnTo>
                  <a:lnTo>
                    <a:pt x="3437881" y="1782"/>
                  </a:lnTo>
                  <a:lnTo>
                    <a:pt x="3366258" y="1745"/>
                  </a:lnTo>
                  <a:lnTo>
                    <a:pt x="3294636" y="1707"/>
                  </a:lnTo>
                  <a:lnTo>
                    <a:pt x="3223013" y="1670"/>
                  </a:lnTo>
                  <a:lnTo>
                    <a:pt x="3151391" y="1633"/>
                  </a:lnTo>
                  <a:lnTo>
                    <a:pt x="3079768" y="1596"/>
                  </a:lnTo>
                  <a:lnTo>
                    <a:pt x="3008146" y="1559"/>
                  </a:lnTo>
                  <a:lnTo>
                    <a:pt x="2936523" y="1522"/>
                  </a:lnTo>
                  <a:lnTo>
                    <a:pt x="2864901" y="1485"/>
                  </a:lnTo>
                  <a:lnTo>
                    <a:pt x="2793278" y="1448"/>
                  </a:lnTo>
                  <a:lnTo>
                    <a:pt x="2721655" y="1411"/>
                  </a:lnTo>
                  <a:lnTo>
                    <a:pt x="2650033" y="1374"/>
                  </a:lnTo>
                  <a:lnTo>
                    <a:pt x="2578410" y="1336"/>
                  </a:lnTo>
                  <a:lnTo>
                    <a:pt x="2506788" y="1299"/>
                  </a:lnTo>
                  <a:lnTo>
                    <a:pt x="2435165" y="1262"/>
                  </a:lnTo>
                  <a:lnTo>
                    <a:pt x="2363543" y="1225"/>
                  </a:lnTo>
                  <a:lnTo>
                    <a:pt x="2291920" y="1188"/>
                  </a:lnTo>
                  <a:lnTo>
                    <a:pt x="2220298" y="1151"/>
                  </a:lnTo>
                  <a:lnTo>
                    <a:pt x="2148675" y="1114"/>
                  </a:lnTo>
                  <a:lnTo>
                    <a:pt x="2077053" y="1077"/>
                  </a:lnTo>
                  <a:lnTo>
                    <a:pt x="2005430" y="1040"/>
                  </a:lnTo>
                  <a:lnTo>
                    <a:pt x="1933808" y="1002"/>
                  </a:lnTo>
                  <a:lnTo>
                    <a:pt x="1862185" y="965"/>
                  </a:lnTo>
                  <a:lnTo>
                    <a:pt x="1790563" y="928"/>
                  </a:lnTo>
                  <a:lnTo>
                    <a:pt x="1718940" y="891"/>
                  </a:lnTo>
                  <a:lnTo>
                    <a:pt x="1647318" y="854"/>
                  </a:lnTo>
                  <a:lnTo>
                    <a:pt x="1575695" y="817"/>
                  </a:lnTo>
                  <a:lnTo>
                    <a:pt x="1504073" y="780"/>
                  </a:lnTo>
                  <a:lnTo>
                    <a:pt x="1432450" y="743"/>
                  </a:lnTo>
                  <a:lnTo>
                    <a:pt x="1360827" y="705"/>
                  </a:lnTo>
                  <a:lnTo>
                    <a:pt x="1289205" y="668"/>
                  </a:lnTo>
                  <a:lnTo>
                    <a:pt x="1217582" y="631"/>
                  </a:lnTo>
                  <a:lnTo>
                    <a:pt x="1145960" y="594"/>
                  </a:lnTo>
                  <a:lnTo>
                    <a:pt x="1074337" y="557"/>
                  </a:lnTo>
                  <a:lnTo>
                    <a:pt x="1002715" y="520"/>
                  </a:lnTo>
                  <a:lnTo>
                    <a:pt x="931092" y="483"/>
                  </a:lnTo>
                  <a:lnTo>
                    <a:pt x="859470" y="445"/>
                  </a:lnTo>
                  <a:lnTo>
                    <a:pt x="787847" y="408"/>
                  </a:lnTo>
                  <a:lnTo>
                    <a:pt x="716225" y="371"/>
                  </a:lnTo>
                  <a:lnTo>
                    <a:pt x="644602" y="334"/>
                  </a:lnTo>
                  <a:lnTo>
                    <a:pt x="572980" y="297"/>
                  </a:lnTo>
                  <a:lnTo>
                    <a:pt x="501357" y="260"/>
                  </a:lnTo>
                  <a:lnTo>
                    <a:pt x="429735" y="222"/>
                  </a:lnTo>
                  <a:lnTo>
                    <a:pt x="358112" y="185"/>
                  </a:lnTo>
                  <a:lnTo>
                    <a:pt x="286490" y="148"/>
                  </a:lnTo>
                  <a:lnTo>
                    <a:pt x="214867" y="111"/>
                  </a:lnTo>
                  <a:lnTo>
                    <a:pt x="143245" y="74"/>
                  </a:lnTo>
                  <a:lnTo>
                    <a:pt x="71622" y="3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198949"/>
              <a:ext cx="7090630" cy="719684"/>
            </a:xfrm>
            <a:custGeom>
              <a:avLst/>
              <a:pathLst>
                <a:path w="7090630" h="719684">
                  <a:moveTo>
                    <a:pt x="0" y="0"/>
                  </a:moveTo>
                  <a:lnTo>
                    <a:pt x="71622" y="10315"/>
                  </a:lnTo>
                  <a:lnTo>
                    <a:pt x="143245" y="20551"/>
                  </a:lnTo>
                  <a:lnTo>
                    <a:pt x="214867" y="30710"/>
                  </a:lnTo>
                  <a:lnTo>
                    <a:pt x="286490" y="40792"/>
                  </a:lnTo>
                  <a:lnTo>
                    <a:pt x="358112" y="50797"/>
                  </a:lnTo>
                  <a:lnTo>
                    <a:pt x="429735" y="60727"/>
                  </a:lnTo>
                  <a:lnTo>
                    <a:pt x="501357" y="70581"/>
                  </a:lnTo>
                  <a:lnTo>
                    <a:pt x="572980" y="80360"/>
                  </a:lnTo>
                  <a:lnTo>
                    <a:pt x="644602" y="90065"/>
                  </a:lnTo>
                  <a:lnTo>
                    <a:pt x="716225" y="99696"/>
                  </a:lnTo>
                  <a:lnTo>
                    <a:pt x="787847" y="109254"/>
                  </a:lnTo>
                  <a:lnTo>
                    <a:pt x="859470" y="118739"/>
                  </a:lnTo>
                  <a:lnTo>
                    <a:pt x="931092" y="128152"/>
                  </a:lnTo>
                  <a:lnTo>
                    <a:pt x="1002715" y="137494"/>
                  </a:lnTo>
                  <a:lnTo>
                    <a:pt x="1074337" y="146765"/>
                  </a:lnTo>
                  <a:lnTo>
                    <a:pt x="1145960" y="155966"/>
                  </a:lnTo>
                  <a:lnTo>
                    <a:pt x="1217582" y="165096"/>
                  </a:lnTo>
                  <a:lnTo>
                    <a:pt x="1289205" y="174158"/>
                  </a:lnTo>
                  <a:lnTo>
                    <a:pt x="1360827" y="183150"/>
                  </a:lnTo>
                  <a:lnTo>
                    <a:pt x="1432450" y="192074"/>
                  </a:lnTo>
                  <a:lnTo>
                    <a:pt x="1504073" y="200931"/>
                  </a:lnTo>
                  <a:lnTo>
                    <a:pt x="1575695" y="209720"/>
                  </a:lnTo>
                  <a:lnTo>
                    <a:pt x="1647318" y="218443"/>
                  </a:lnTo>
                  <a:lnTo>
                    <a:pt x="1718940" y="227099"/>
                  </a:lnTo>
                  <a:lnTo>
                    <a:pt x="1790563" y="235689"/>
                  </a:lnTo>
                  <a:lnTo>
                    <a:pt x="1862185" y="244214"/>
                  </a:lnTo>
                  <a:lnTo>
                    <a:pt x="1933808" y="252675"/>
                  </a:lnTo>
                  <a:lnTo>
                    <a:pt x="2005430" y="261071"/>
                  </a:lnTo>
                  <a:lnTo>
                    <a:pt x="2077053" y="269404"/>
                  </a:lnTo>
                  <a:lnTo>
                    <a:pt x="2148675" y="277673"/>
                  </a:lnTo>
                  <a:lnTo>
                    <a:pt x="2220298" y="285879"/>
                  </a:lnTo>
                  <a:lnTo>
                    <a:pt x="2291920" y="294023"/>
                  </a:lnTo>
                  <a:lnTo>
                    <a:pt x="2363543" y="302106"/>
                  </a:lnTo>
                  <a:lnTo>
                    <a:pt x="2435165" y="310126"/>
                  </a:lnTo>
                  <a:lnTo>
                    <a:pt x="2506788" y="318086"/>
                  </a:lnTo>
                  <a:lnTo>
                    <a:pt x="2578410" y="325986"/>
                  </a:lnTo>
                  <a:lnTo>
                    <a:pt x="2650033" y="333825"/>
                  </a:lnTo>
                  <a:lnTo>
                    <a:pt x="2721655" y="341605"/>
                  </a:lnTo>
                  <a:lnTo>
                    <a:pt x="2793278" y="349326"/>
                  </a:lnTo>
                  <a:lnTo>
                    <a:pt x="2864901" y="356988"/>
                  </a:lnTo>
                  <a:lnTo>
                    <a:pt x="2936523" y="364593"/>
                  </a:lnTo>
                  <a:lnTo>
                    <a:pt x="3008146" y="372139"/>
                  </a:lnTo>
                  <a:lnTo>
                    <a:pt x="3079768" y="379628"/>
                  </a:lnTo>
                  <a:lnTo>
                    <a:pt x="3151391" y="387060"/>
                  </a:lnTo>
                  <a:lnTo>
                    <a:pt x="3223013" y="394436"/>
                  </a:lnTo>
                  <a:lnTo>
                    <a:pt x="3294636" y="401755"/>
                  </a:lnTo>
                  <a:lnTo>
                    <a:pt x="3366258" y="409019"/>
                  </a:lnTo>
                  <a:lnTo>
                    <a:pt x="3437881" y="416228"/>
                  </a:lnTo>
                  <a:lnTo>
                    <a:pt x="3509503" y="423383"/>
                  </a:lnTo>
                  <a:lnTo>
                    <a:pt x="3581126" y="430482"/>
                  </a:lnTo>
                  <a:lnTo>
                    <a:pt x="3652748" y="437528"/>
                  </a:lnTo>
                  <a:lnTo>
                    <a:pt x="3724371" y="444521"/>
                  </a:lnTo>
                  <a:lnTo>
                    <a:pt x="3795993" y="451460"/>
                  </a:lnTo>
                  <a:lnTo>
                    <a:pt x="3867616" y="458347"/>
                  </a:lnTo>
                  <a:lnTo>
                    <a:pt x="3939238" y="465181"/>
                  </a:lnTo>
                  <a:lnTo>
                    <a:pt x="4010861" y="471964"/>
                  </a:lnTo>
                  <a:lnTo>
                    <a:pt x="4082483" y="478695"/>
                  </a:lnTo>
                  <a:lnTo>
                    <a:pt x="4154106" y="485374"/>
                  </a:lnTo>
                  <a:lnTo>
                    <a:pt x="4225729" y="492003"/>
                  </a:lnTo>
                  <a:lnTo>
                    <a:pt x="4297351" y="498582"/>
                  </a:lnTo>
                  <a:lnTo>
                    <a:pt x="4368974" y="505111"/>
                  </a:lnTo>
                  <a:lnTo>
                    <a:pt x="4440596" y="511590"/>
                  </a:lnTo>
                  <a:lnTo>
                    <a:pt x="4512219" y="518020"/>
                  </a:lnTo>
                  <a:lnTo>
                    <a:pt x="4583841" y="524401"/>
                  </a:lnTo>
                  <a:lnTo>
                    <a:pt x="4655464" y="530734"/>
                  </a:lnTo>
                  <a:lnTo>
                    <a:pt x="4727086" y="537019"/>
                  </a:lnTo>
                  <a:lnTo>
                    <a:pt x="4798709" y="543256"/>
                  </a:lnTo>
                  <a:lnTo>
                    <a:pt x="4870331" y="549445"/>
                  </a:lnTo>
                  <a:lnTo>
                    <a:pt x="4941954" y="555588"/>
                  </a:lnTo>
                  <a:lnTo>
                    <a:pt x="5013576" y="561684"/>
                  </a:lnTo>
                  <a:lnTo>
                    <a:pt x="5085199" y="567733"/>
                  </a:lnTo>
                  <a:lnTo>
                    <a:pt x="5156821" y="573737"/>
                  </a:lnTo>
                  <a:lnTo>
                    <a:pt x="5228444" y="579695"/>
                  </a:lnTo>
                  <a:lnTo>
                    <a:pt x="5300066" y="585608"/>
                  </a:lnTo>
                  <a:lnTo>
                    <a:pt x="5371689" y="591476"/>
                  </a:lnTo>
                  <a:lnTo>
                    <a:pt x="5443311" y="597299"/>
                  </a:lnTo>
                  <a:lnTo>
                    <a:pt x="5514934" y="603078"/>
                  </a:lnTo>
                  <a:lnTo>
                    <a:pt x="5586557" y="608813"/>
                  </a:lnTo>
                  <a:lnTo>
                    <a:pt x="5658179" y="614505"/>
                  </a:lnTo>
                  <a:lnTo>
                    <a:pt x="5729802" y="620153"/>
                  </a:lnTo>
                  <a:lnTo>
                    <a:pt x="5801424" y="625759"/>
                  </a:lnTo>
                  <a:lnTo>
                    <a:pt x="5873047" y="631322"/>
                  </a:lnTo>
                  <a:lnTo>
                    <a:pt x="5944669" y="636843"/>
                  </a:lnTo>
                  <a:lnTo>
                    <a:pt x="6016292" y="642322"/>
                  </a:lnTo>
                  <a:lnTo>
                    <a:pt x="6087914" y="647759"/>
                  </a:lnTo>
                  <a:lnTo>
                    <a:pt x="6159537" y="653155"/>
                  </a:lnTo>
                  <a:lnTo>
                    <a:pt x="6231159" y="658510"/>
                  </a:lnTo>
                  <a:lnTo>
                    <a:pt x="6302782" y="663824"/>
                  </a:lnTo>
                  <a:lnTo>
                    <a:pt x="6374404" y="669098"/>
                  </a:lnTo>
                  <a:lnTo>
                    <a:pt x="6446027" y="674332"/>
                  </a:lnTo>
                  <a:lnTo>
                    <a:pt x="6517649" y="679526"/>
                  </a:lnTo>
                  <a:lnTo>
                    <a:pt x="6589272" y="684681"/>
                  </a:lnTo>
                  <a:lnTo>
                    <a:pt x="6660894" y="689796"/>
                  </a:lnTo>
                  <a:lnTo>
                    <a:pt x="6732517" y="694873"/>
                  </a:lnTo>
                  <a:lnTo>
                    <a:pt x="6804139" y="699911"/>
                  </a:lnTo>
                  <a:lnTo>
                    <a:pt x="6875762" y="704911"/>
                  </a:lnTo>
                  <a:lnTo>
                    <a:pt x="6947385" y="709873"/>
                  </a:lnTo>
                  <a:lnTo>
                    <a:pt x="7019007" y="714797"/>
                  </a:lnTo>
                  <a:lnTo>
                    <a:pt x="7090630" y="71968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8059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7321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522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626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00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80465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51970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1.10 (1.00-1.20), p_Bonf = 0.292 (n = 6)  |  per IQR decline (Δ = 23.1): 1.24 (1.00-1.54)  |  IQR: [-12.6,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68156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2026-09-28T17:00:30Z</dcterms:modified>
  <cp:category/>
</cp:coreProperties>
</file>