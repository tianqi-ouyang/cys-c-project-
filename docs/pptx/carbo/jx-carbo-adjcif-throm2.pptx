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7421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36179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54937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273695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922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3709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08196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2684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76800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395558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14316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86465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0953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5440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4580268"/>
              <a:ext cx="6949396" cy="950187"/>
            </a:xfrm>
            <a:custGeom>
              <a:avLst/>
              <a:pathLst>
                <a:path w="6949396" h="950187">
                  <a:moveTo>
                    <a:pt x="0" y="950187"/>
                  </a:moveTo>
                  <a:lnTo>
                    <a:pt x="85795" y="950187"/>
                  </a:lnTo>
                  <a:lnTo>
                    <a:pt x="85795" y="915910"/>
                  </a:lnTo>
                  <a:lnTo>
                    <a:pt x="171590" y="915910"/>
                  </a:lnTo>
                  <a:lnTo>
                    <a:pt x="171590" y="898811"/>
                  </a:lnTo>
                  <a:lnTo>
                    <a:pt x="343180" y="898811"/>
                  </a:lnTo>
                  <a:lnTo>
                    <a:pt x="343180" y="847719"/>
                  </a:lnTo>
                  <a:lnTo>
                    <a:pt x="428975" y="847719"/>
                  </a:lnTo>
                  <a:lnTo>
                    <a:pt x="428975" y="779446"/>
                  </a:lnTo>
                  <a:lnTo>
                    <a:pt x="514770" y="779446"/>
                  </a:lnTo>
                  <a:lnTo>
                    <a:pt x="514770" y="762272"/>
                  </a:lnTo>
                  <a:lnTo>
                    <a:pt x="600565" y="762272"/>
                  </a:lnTo>
                  <a:lnTo>
                    <a:pt x="600565" y="727756"/>
                  </a:lnTo>
                  <a:lnTo>
                    <a:pt x="772155" y="727756"/>
                  </a:lnTo>
                  <a:lnTo>
                    <a:pt x="772155" y="710511"/>
                  </a:lnTo>
                  <a:lnTo>
                    <a:pt x="1115335" y="710511"/>
                  </a:lnTo>
                  <a:lnTo>
                    <a:pt x="1115335" y="693005"/>
                  </a:lnTo>
                  <a:lnTo>
                    <a:pt x="1201130" y="693005"/>
                  </a:lnTo>
                  <a:lnTo>
                    <a:pt x="1201130" y="658010"/>
                  </a:lnTo>
                  <a:lnTo>
                    <a:pt x="1458515" y="658010"/>
                  </a:lnTo>
                  <a:lnTo>
                    <a:pt x="1458515" y="640295"/>
                  </a:lnTo>
                  <a:lnTo>
                    <a:pt x="1715900" y="640295"/>
                  </a:lnTo>
                  <a:lnTo>
                    <a:pt x="1715900" y="622614"/>
                  </a:lnTo>
                  <a:lnTo>
                    <a:pt x="1801695" y="622614"/>
                  </a:lnTo>
                  <a:lnTo>
                    <a:pt x="1801695" y="569770"/>
                  </a:lnTo>
                  <a:lnTo>
                    <a:pt x="1973285" y="569770"/>
                  </a:lnTo>
                  <a:lnTo>
                    <a:pt x="1973285" y="516028"/>
                  </a:lnTo>
                  <a:lnTo>
                    <a:pt x="2059080" y="516028"/>
                  </a:lnTo>
                  <a:lnTo>
                    <a:pt x="2059080" y="498061"/>
                  </a:lnTo>
                  <a:lnTo>
                    <a:pt x="2316465" y="498061"/>
                  </a:lnTo>
                  <a:lnTo>
                    <a:pt x="2316465" y="480012"/>
                  </a:lnTo>
                  <a:lnTo>
                    <a:pt x="2402260" y="480012"/>
                  </a:lnTo>
                  <a:lnTo>
                    <a:pt x="2402260" y="388178"/>
                  </a:lnTo>
                  <a:lnTo>
                    <a:pt x="2745440" y="388178"/>
                  </a:lnTo>
                  <a:lnTo>
                    <a:pt x="2745440" y="350223"/>
                  </a:lnTo>
                  <a:lnTo>
                    <a:pt x="3002825" y="350223"/>
                  </a:lnTo>
                  <a:lnTo>
                    <a:pt x="3002825" y="292309"/>
                  </a:lnTo>
                  <a:lnTo>
                    <a:pt x="3088620" y="292309"/>
                  </a:lnTo>
                  <a:lnTo>
                    <a:pt x="3088620" y="253616"/>
                  </a:lnTo>
                  <a:lnTo>
                    <a:pt x="3603390" y="253616"/>
                  </a:lnTo>
                  <a:lnTo>
                    <a:pt x="3603390" y="214631"/>
                  </a:lnTo>
                  <a:lnTo>
                    <a:pt x="3860776" y="214631"/>
                  </a:lnTo>
                  <a:lnTo>
                    <a:pt x="3860776" y="195148"/>
                  </a:lnTo>
                  <a:lnTo>
                    <a:pt x="4032366" y="195148"/>
                  </a:lnTo>
                  <a:lnTo>
                    <a:pt x="4032366" y="175711"/>
                  </a:lnTo>
                  <a:lnTo>
                    <a:pt x="4547136" y="175711"/>
                  </a:lnTo>
                  <a:lnTo>
                    <a:pt x="4547136" y="156268"/>
                  </a:lnTo>
                  <a:lnTo>
                    <a:pt x="5576676" y="156268"/>
                  </a:lnTo>
                  <a:lnTo>
                    <a:pt x="5576676" y="136870"/>
                  </a:lnTo>
                  <a:lnTo>
                    <a:pt x="5748266" y="136870"/>
                  </a:lnTo>
                  <a:lnTo>
                    <a:pt x="5748266" y="117352"/>
                  </a:lnTo>
                  <a:lnTo>
                    <a:pt x="5919856" y="117352"/>
                  </a:lnTo>
                  <a:lnTo>
                    <a:pt x="5919856" y="97841"/>
                  </a:lnTo>
                  <a:lnTo>
                    <a:pt x="6263036" y="97841"/>
                  </a:lnTo>
                  <a:lnTo>
                    <a:pt x="6263036" y="78256"/>
                  </a:lnTo>
                  <a:lnTo>
                    <a:pt x="6434626" y="78256"/>
                  </a:lnTo>
                  <a:lnTo>
                    <a:pt x="6434626" y="58702"/>
                  </a:lnTo>
                  <a:lnTo>
                    <a:pt x="6606216" y="58702"/>
                  </a:lnTo>
                  <a:lnTo>
                    <a:pt x="6606216" y="39106"/>
                  </a:lnTo>
                  <a:lnTo>
                    <a:pt x="6692011" y="39106"/>
                  </a:lnTo>
                  <a:lnTo>
                    <a:pt x="6692011" y="19557"/>
                  </a:lnTo>
                  <a:lnTo>
                    <a:pt x="6949396" y="19557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564523"/>
            </a:xfrm>
            <a:custGeom>
              <a:avLst/>
              <a:pathLst>
                <a:path w="6949396" h="2564523">
                  <a:moveTo>
                    <a:pt x="0" y="2564523"/>
                  </a:moveTo>
                  <a:lnTo>
                    <a:pt x="85795" y="2564523"/>
                  </a:lnTo>
                  <a:lnTo>
                    <a:pt x="85795" y="2460310"/>
                  </a:lnTo>
                  <a:lnTo>
                    <a:pt x="171590" y="2460310"/>
                  </a:lnTo>
                  <a:lnTo>
                    <a:pt x="171590" y="2408738"/>
                  </a:lnTo>
                  <a:lnTo>
                    <a:pt x="343180" y="2408738"/>
                  </a:lnTo>
                  <a:lnTo>
                    <a:pt x="343180" y="2256216"/>
                  </a:lnTo>
                  <a:lnTo>
                    <a:pt x="428975" y="2256216"/>
                  </a:lnTo>
                  <a:lnTo>
                    <a:pt x="428975" y="2055946"/>
                  </a:lnTo>
                  <a:lnTo>
                    <a:pt x="514770" y="2055946"/>
                  </a:lnTo>
                  <a:lnTo>
                    <a:pt x="514770" y="2006178"/>
                  </a:lnTo>
                  <a:lnTo>
                    <a:pt x="600565" y="2006178"/>
                  </a:lnTo>
                  <a:lnTo>
                    <a:pt x="600565" y="1906873"/>
                  </a:lnTo>
                  <a:lnTo>
                    <a:pt x="772155" y="1906873"/>
                  </a:lnTo>
                  <a:lnTo>
                    <a:pt x="772155" y="1857609"/>
                  </a:lnTo>
                  <a:lnTo>
                    <a:pt x="1115335" y="1857609"/>
                  </a:lnTo>
                  <a:lnTo>
                    <a:pt x="1115335" y="1807835"/>
                  </a:lnTo>
                  <a:lnTo>
                    <a:pt x="1201130" y="1807835"/>
                  </a:lnTo>
                  <a:lnTo>
                    <a:pt x="1201130" y="1709032"/>
                  </a:lnTo>
                  <a:lnTo>
                    <a:pt x="1458515" y="1709032"/>
                  </a:lnTo>
                  <a:lnTo>
                    <a:pt x="1458515" y="1659363"/>
                  </a:lnTo>
                  <a:lnTo>
                    <a:pt x="1715900" y="1659363"/>
                  </a:lnTo>
                  <a:lnTo>
                    <a:pt x="1715900" y="1610023"/>
                  </a:lnTo>
                  <a:lnTo>
                    <a:pt x="1801695" y="1610023"/>
                  </a:lnTo>
                  <a:lnTo>
                    <a:pt x="1801695" y="1463884"/>
                  </a:lnTo>
                  <a:lnTo>
                    <a:pt x="1973285" y="1463884"/>
                  </a:lnTo>
                  <a:lnTo>
                    <a:pt x="1973285" y="1317256"/>
                  </a:lnTo>
                  <a:lnTo>
                    <a:pt x="2059080" y="1317256"/>
                  </a:lnTo>
                  <a:lnTo>
                    <a:pt x="2059080" y="1268670"/>
                  </a:lnTo>
                  <a:lnTo>
                    <a:pt x="2316465" y="1268670"/>
                  </a:lnTo>
                  <a:lnTo>
                    <a:pt x="2316465" y="1220080"/>
                  </a:lnTo>
                  <a:lnTo>
                    <a:pt x="2402260" y="1220080"/>
                  </a:lnTo>
                  <a:lnTo>
                    <a:pt x="2402260" y="976112"/>
                  </a:lnTo>
                  <a:lnTo>
                    <a:pt x="2745440" y="976112"/>
                  </a:lnTo>
                  <a:lnTo>
                    <a:pt x="2745440" y="876826"/>
                  </a:lnTo>
                  <a:lnTo>
                    <a:pt x="3002825" y="876826"/>
                  </a:lnTo>
                  <a:lnTo>
                    <a:pt x="3002825" y="727016"/>
                  </a:lnTo>
                  <a:lnTo>
                    <a:pt x="3088620" y="727016"/>
                  </a:lnTo>
                  <a:lnTo>
                    <a:pt x="3088620" y="628034"/>
                  </a:lnTo>
                  <a:lnTo>
                    <a:pt x="3603390" y="628034"/>
                  </a:lnTo>
                  <a:lnTo>
                    <a:pt x="3603390" y="529181"/>
                  </a:lnTo>
                  <a:lnTo>
                    <a:pt x="3860776" y="529181"/>
                  </a:lnTo>
                  <a:lnTo>
                    <a:pt x="3860776" y="480103"/>
                  </a:lnTo>
                  <a:lnTo>
                    <a:pt x="4032366" y="480103"/>
                  </a:lnTo>
                  <a:lnTo>
                    <a:pt x="4032366" y="431352"/>
                  </a:lnTo>
                  <a:lnTo>
                    <a:pt x="4547136" y="431352"/>
                  </a:lnTo>
                  <a:lnTo>
                    <a:pt x="4547136" y="382799"/>
                  </a:lnTo>
                  <a:lnTo>
                    <a:pt x="5576676" y="382799"/>
                  </a:lnTo>
                  <a:lnTo>
                    <a:pt x="5576676" y="334567"/>
                  </a:lnTo>
                  <a:lnTo>
                    <a:pt x="5748266" y="334567"/>
                  </a:lnTo>
                  <a:lnTo>
                    <a:pt x="5748266" y="286243"/>
                  </a:lnTo>
                  <a:lnTo>
                    <a:pt x="5919856" y="286243"/>
                  </a:lnTo>
                  <a:lnTo>
                    <a:pt x="5919856" y="238144"/>
                  </a:lnTo>
                  <a:lnTo>
                    <a:pt x="6263036" y="238144"/>
                  </a:lnTo>
                  <a:lnTo>
                    <a:pt x="6263036" y="190068"/>
                  </a:lnTo>
                  <a:lnTo>
                    <a:pt x="6434626" y="190068"/>
                  </a:lnTo>
                  <a:lnTo>
                    <a:pt x="6434626" y="142274"/>
                  </a:lnTo>
                  <a:lnTo>
                    <a:pt x="6606216" y="142274"/>
                  </a:lnTo>
                  <a:lnTo>
                    <a:pt x="6606216" y="94581"/>
                  </a:lnTo>
                  <a:lnTo>
                    <a:pt x="6692011" y="94581"/>
                  </a:lnTo>
                  <a:lnTo>
                    <a:pt x="6692011" y="47201"/>
                  </a:lnTo>
                  <a:lnTo>
                    <a:pt x="6949396" y="47201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72795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91553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10311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0247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94735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0922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9" name="tx29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72874" y="1896563"/>
              <a:ext cx="398806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3.11 (95% CI 1.62-5.97), p = &lt;0.001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2026-09-28T17:00:38Z</dcterms:modified>
  <cp:category/>
</cp:coreProperties>
</file>