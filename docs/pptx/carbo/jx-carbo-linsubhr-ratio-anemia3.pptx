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28331"/>
            </a:xfrm>
            <a:custGeom>
              <a:avLst/>
              <a:pathLst>
                <a:path w="6964104" h="1228331">
                  <a:moveTo>
                    <a:pt x="1043843" y="0"/>
                  </a:moveTo>
                  <a:lnTo>
                    <a:pt x="1055167" y="9212"/>
                  </a:lnTo>
                  <a:lnTo>
                    <a:pt x="1125511" y="63934"/>
                  </a:lnTo>
                  <a:lnTo>
                    <a:pt x="1195856" y="116257"/>
                  </a:lnTo>
                  <a:lnTo>
                    <a:pt x="1266200" y="166285"/>
                  </a:lnTo>
                  <a:lnTo>
                    <a:pt x="1336545" y="214120"/>
                  </a:lnTo>
                  <a:lnTo>
                    <a:pt x="1406889" y="259858"/>
                  </a:lnTo>
                  <a:lnTo>
                    <a:pt x="1477234" y="303589"/>
                  </a:lnTo>
                  <a:lnTo>
                    <a:pt x="1547578" y="345404"/>
                  </a:lnTo>
                  <a:lnTo>
                    <a:pt x="1617923" y="385384"/>
                  </a:lnTo>
                  <a:lnTo>
                    <a:pt x="1688267" y="423612"/>
                  </a:lnTo>
                  <a:lnTo>
                    <a:pt x="1758612" y="460163"/>
                  </a:lnTo>
                  <a:lnTo>
                    <a:pt x="1828956" y="495112"/>
                  </a:lnTo>
                  <a:lnTo>
                    <a:pt x="1899301" y="528529"/>
                  </a:lnTo>
                  <a:lnTo>
                    <a:pt x="1969645" y="560480"/>
                  </a:lnTo>
                  <a:lnTo>
                    <a:pt x="2039990" y="591030"/>
                  </a:lnTo>
                  <a:lnTo>
                    <a:pt x="2110334" y="620240"/>
                  </a:lnTo>
                  <a:lnTo>
                    <a:pt x="2180679" y="648170"/>
                  </a:lnTo>
                  <a:lnTo>
                    <a:pt x="2251023" y="674875"/>
                  </a:lnTo>
                  <a:lnTo>
                    <a:pt x="2321368" y="700409"/>
                  </a:lnTo>
                  <a:lnTo>
                    <a:pt x="2391712" y="724823"/>
                  </a:lnTo>
                  <a:lnTo>
                    <a:pt x="2462057" y="748167"/>
                  </a:lnTo>
                  <a:lnTo>
                    <a:pt x="2532401" y="770487"/>
                  </a:lnTo>
                  <a:lnTo>
                    <a:pt x="2602746" y="791829"/>
                  </a:lnTo>
                  <a:lnTo>
                    <a:pt x="2673090" y="812235"/>
                  </a:lnTo>
                  <a:lnTo>
                    <a:pt x="2743435" y="831746"/>
                  </a:lnTo>
                  <a:lnTo>
                    <a:pt x="2813779" y="850401"/>
                  </a:lnTo>
                  <a:lnTo>
                    <a:pt x="2884124" y="868239"/>
                  </a:lnTo>
                  <a:lnTo>
                    <a:pt x="2954468" y="885294"/>
                  </a:lnTo>
                  <a:lnTo>
                    <a:pt x="3024813" y="901602"/>
                  </a:lnTo>
                  <a:lnTo>
                    <a:pt x="3095157" y="917194"/>
                  </a:lnTo>
                  <a:lnTo>
                    <a:pt x="3165502" y="932103"/>
                  </a:lnTo>
                  <a:lnTo>
                    <a:pt x="3235846" y="946358"/>
                  </a:lnTo>
                  <a:lnTo>
                    <a:pt x="3306191" y="958499"/>
                  </a:lnTo>
                  <a:lnTo>
                    <a:pt x="3376535" y="962453"/>
                  </a:lnTo>
                  <a:lnTo>
                    <a:pt x="3446880" y="966355"/>
                  </a:lnTo>
                  <a:lnTo>
                    <a:pt x="3517224" y="970205"/>
                  </a:lnTo>
                  <a:lnTo>
                    <a:pt x="3587569" y="974004"/>
                  </a:lnTo>
                  <a:lnTo>
                    <a:pt x="3657913" y="977753"/>
                  </a:lnTo>
                  <a:lnTo>
                    <a:pt x="3728257" y="981452"/>
                  </a:lnTo>
                  <a:lnTo>
                    <a:pt x="3798602" y="985102"/>
                  </a:lnTo>
                  <a:lnTo>
                    <a:pt x="3868946" y="988704"/>
                  </a:lnTo>
                  <a:lnTo>
                    <a:pt x="3939291" y="992258"/>
                  </a:lnTo>
                  <a:lnTo>
                    <a:pt x="4009635" y="995765"/>
                  </a:lnTo>
                  <a:lnTo>
                    <a:pt x="4079980" y="999226"/>
                  </a:lnTo>
                  <a:lnTo>
                    <a:pt x="4150324" y="1002640"/>
                  </a:lnTo>
                  <a:lnTo>
                    <a:pt x="4220669" y="1006010"/>
                  </a:lnTo>
                  <a:lnTo>
                    <a:pt x="4291013" y="1009335"/>
                  </a:lnTo>
                  <a:lnTo>
                    <a:pt x="4361358" y="1012616"/>
                  </a:lnTo>
                  <a:lnTo>
                    <a:pt x="4431702" y="1015854"/>
                  </a:lnTo>
                  <a:lnTo>
                    <a:pt x="4502047" y="1019048"/>
                  </a:lnTo>
                  <a:lnTo>
                    <a:pt x="4572391" y="1022201"/>
                  </a:lnTo>
                  <a:lnTo>
                    <a:pt x="4642736" y="1025312"/>
                  </a:lnTo>
                  <a:lnTo>
                    <a:pt x="4713080" y="1028381"/>
                  </a:lnTo>
                  <a:lnTo>
                    <a:pt x="4783425" y="1031410"/>
                  </a:lnTo>
                  <a:lnTo>
                    <a:pt x="4853769" y="1034399"/>
                  </a:lnTo>
                  <a:lnTo>
                    <a:pt x="4924114" y="1037348"/>
                  </a:lnTo>
                  <a:lnTo>
                    <a:pt x="4994458" y="1040258"/>
                  </a:lnTo>
                  <a:lnTo>
                    <a:pt x="5064803" y="1043130"/>
                  </a:lnTo>
                  <a:lnTo>
                    <a:pt x="5135147" y="1045964"/>
                  </a:lnTo>
                  <a:lnTo>
                    <a:pt x="5205492" y="1048760"/>
                  </a:lnTo>
                  <a:lnTo>
                    <a:pt x="5275836" y="1051519"/>
                  </a:lnTo>
                  <a:lnTo>
                    <a:pt x="5346181" y="1054242"/>
                  </a:lnTo>
                  <a:lnTo>
                    <a:pt x="5416525" y="1056928"/>
                  </a:lnTo>
                  <a:lnTo>
                    <a:pt x="5486870" y="1059579"/>
                  </a:lnTo>
                  <a:lnTo>
                    <a:pt x="5557214" y="1062195"/>
                  </a:lnTo>
                  <a:lnTo>
                    <a:pt x="5627559" y="1064777"/>
                  </a:lnTo>
                  <a:lnTo>
                    <a:pt x="5697903" y="1067324"/>
                  </a:lnTo>
                  <a:lnTo>
                    <a:pt x="5768248" y="1069837"/>
                  </a:lnTo>
                  <a:lnTo>
                    <a:pt x="5838592" y="1072317"/>
                  </a:lnTo>
                  <a:lnTo>
                    <a:pt x="5908937" y="1074765"/>
                  </a:lnTo>
                  <a:lnTo>
                    <a:pt x="5979281" y="1077180"/>
                  </a:lnTo>
                  <a:lnTo>
                    <a:pt x="6049626" y="1079562"/>
                  </a:lnTo>
                  <a:lnTo>
                    <a:pt x="6119970" y="1081914"/>
                  </a:lnTo>
                  <a:lnTo>
                    <a:pt x="6190315" y="1084234"/>
                  </a:lnTo>
                  <a:lnTo>
                    <a:pt x="6260659" y="1086524"/>
                  </a:lnTo>
                  <a:lnTo>
                    <a:pt x="6331004" y="1088783"/>
                  </a:lnTo>
                  <a:lnTo>
                    <a:pt x="6401348" y="1091012"/>
                  </a:lnTo>
                  <a:lnTo>
                    <a:pt x="6471693" y="1093212"/>
                  </a:lnTo>
                  <a:lnTo>
                    <a:pt x="6542037" y="1095383"/>
                  </a:lnTo>
                  <a:lnTo>
                    <a:pt x="6612382" y="1097525"/>
                  </a:lnTo>
                  <a:lnTo>
                    <a:pt x="6682726" y="1099639"/>
                  </a:lnTo>
                  <a:lnTo>
                    <a:pt x="6753071" y="1101724"/>
                  </a:lnTo>
                  <a:lnTo>
                    <a:pt x="6823415" y="1103782"/>
                  </a:lnTo>
                  <a:lnTo>
                    <a:pt x="6893760" y="1105813"/>
                  </a:lnTo>
                  <a:lnTo>
                    <a:pt x="6964104" y="1107817"/>
                  </a:lnTo>
                  <a:lnTo>
                    <a:pt x="6964104" y="1228331"/>
                  </a:lnTo>
                  <a:lnTo>
                    <a:pt x="6893760" y="1227007"/>
                  </a:lnTo>
                  <a:lnTo>
                    <a:pt x="6823415" y="1225622"/>
                  </a:lnTo>
                  <a:lnTo>
                    <a:pt x="6753071" y="1224174"/>
                  </a:lnTo>
                  <a:lnTo>
                    <a:pt x="6682726" y="1222659"/>
                  </a:lnTo>
                  <a:lnTo>
                    <a:pt x="6612382" y="1221075"/>
                  </a:lnTo>
                  <a:lnTo>
                    <a:pt x="6542037" y="1219418"/>
                  </a:lnTo>
                  <a:lnTo>
                    <a:pt x="6471693" y="1217686"/>
                  </a:lnTo>
                  <a:lnTo>
                    <a:pt x="6401348" y="1215873"/>
                  </a:lnTo>
                  <a:lnTo>
                    <a:pt x="6331004" y="1213978"/>
                  </a:lnTo>
                  <a:lnTo>
                    <a:pt x="6260659" y="1211996"/>
                  </a:lnTo>
                  <a:lnTo>
                    <a:pt x="6190315" y="1209923"/>
                  </a:lnTo>
                  <a:lnTo>
                    <a:pt x="6119970" y="1207755"/>
                  </a:lnTo>
                  <a:lnTo>
                    <a:pt x="6049626" y="1205487"/>
                  </a:lnTo>
                  <a:lnTo>
                    <a:pt x="5979281" y="1203115"/>
                  </a:lnTo>
                  <a:lnTo>
                    <a:pt x="5908937" y="1200635"/>
                  </a:lnTo>
                  <a:lnTo>
                    <a:pt x="5838592" y="1198041"/>
                  </a:lnTo>
                  <a:lnTo>
                    <a:pt x="5768248" y="1195328"/>
                  </a:lnTo>
                  <a:lnTo>
                    <a:pt x="5697903" y="1192490"/>
                  </a:lnTo>
                  <a:lnTo>
                    <a:pt x="5627559" y="1189523"/>
                  </a:lnTo>
                  <a:lnTo>
                    <a:pt x="5557214" y="1186419"/>
                  </a:lnTo>
                  <a:lnTo>
                    <a:pt x="5486870" y="1183173"/>
                  </a:lnTo>
                  <a:lnTo>
                    <a:pt x="5416525" y="1179778"/>
                  </a:lnTo>
                  <a:lnTo>
                    <a:pt x="5346181" y="1176228"/>
                  </a:lnTo>
                  <a:lnTo>
                    <a:pt x="5275836" y="1172514"/>
                  </a:lnTo>
                  <a:lnTo>
                    <a:pt x="5205492" y="1168630"/>
                  </a:lnTo>
                  <a:lnTo>
                    <a:pt x="5135147" y="1164569"/>
                  </a:lnTo>
                  <a:lnTo>
                    <a:pt x="5064803" y="1160321"/>
                  </a:lnTo>
                  <a:lnTo>
                    <a:pt x="4994458" y="1155878"/>
                  </a:lnTo>
                  <a:lnTo>
                    <a:pt x="4924114" y="1151231"/>
                  </a:lnTo>
                  <a:lnTo>
                    <a:pt x="4853769" y="1146371"/>
                  </a:lnTo>
                  <a:lnTo>
                    <a:pt x="4783425" y="1141289"/>
                  </a:lnTo>
                  <a:lnTo>
                    <a:pt x="4713080" y="1135973"/>
                  </a:lnTo>
                  <a:lnTo>
                    <a:pt x="4642736" y="1130414"/>
                  </a:lnTo>
                  <a:lnTo>
                    <a:pt x="4572391" y="1124599"/>
                  </a:lnTo>
                  <a:lnTo>
                    <a:pt x="4502047" y="1118518"/>
                  </a:lnTo>
                  <a:lnTo>
                    <a:pt x="4431702" y="1112158"/>
                  </a:lnTo>
                  <a:lnTo>
                    <a:pt x="4361358" y="1105507"/>
                  </a:lnTo>
                  <a:lnTo>
                    <a:pt x="4291013" y="1098550"/>
                  </a:lnTo>
                  <a:lnTo>
                    <a:pt x="4220669" y="1091274"/>
                  </a:lnTo>
                  <a:lnTo>
                    <a:pt x="4150324" y="1083665"/>
                  </a:lnTo>
                  <a:lnTo>
                    <a:pt x="4079980" y="1075707"/>
                  </a:lnTo>
                  <a:lnTo>
                    <a:pt x="4009635" y="1067384"/>
                  </a:lnTo>
                  <a:lnTo>
                    <a:pt x="3939291" y="1058679"/>
                  </a:lnTo>
                  <a:lnTo>
                    <a:pt x="3868946" y="1049575"/>
                  </a:lnTo>
                  <a:lnTo>
                    <a:pt x="3798602" y="1040053"/>
                  </a:lnTo>
                  <a:lnTo>
                    <a:pt x="3728257" y="1030095"/>
                  </a:lnTo>
                  <a:lnTo>
                    <a:pt x="3657913" y="1019680"/>
                  </a:lnTo>
                  <a:lnTo>
                    <a:pt x="3587569" y="1008788"/>
                  </a:lnTo>
                  <a:lnTo>
                    <a:pt x="3517224" y="997395"/>
                  </a:lnTo>
                  <a:lnTo>
                    <a:pt x="3446880" y="985481"/>
                  </a:lnTo>
                  <a:lnTo>
                    <a:pt x="3376535" y="973020"/>
                  </a:lnTo>
                  <a:lnTo>
                    <a:pt x="3306191" y="959988"/>
                  </a:lnTo>
                  <a:lnTo>
                    <a:pt x="3235846" y="954493"/>
                  </a:lnTo>
                  <a:lnTo>
                    <a:pt x="3165502" y="950432"/>
                  </a:lnTo>
                  <a:lnTo>
                    <a:pt x="3095157" y="946317"/>
                  </a:lnTo>
                  <a:lnTo>
                    <a:pt x="3024813" y="942146"/>
                  </a:lnTo>
                  <a:lnTo>
                    <a:pt x="2954468" y="937920"/>
                  </a:lnTo>
                  <a:lnTo>
                    <a:pt x="2884124" y="933637"/>
                  </a:lnTo>
                  <a:lnTo>
                    <a:pt x="2813779" y="929296"/>
                  </a:lnTo>
                  <a:lnTo>
                    <a:pt x="2743435" y="924898"/>
                  </a:lnTo>
                  <a:lnTo>
                    <a:pt x="2673090" y="920440"/>
                  </a:lnTo>
                  <a:lnTo>
                    <a:pt x="2602746" y="915922"/>
                  </a:lnTo>
                  <a:lnTo>
                    <a:pt x="2532401" y="911344"/>
                  </a:lnTo>
                  <a:lnTo>
                    <a:pt x="2462057" y="906705"/>
                  </a:lnTo>
                  <a:lnTo>
                    <a:pt x="2391712" y="902003"/>
                  </a:lnTo>
                  <a:lnTo>
                    <a:pt x="2321368" y="897238"/>
                  </a:lnTo>
                  <a:lnTo>
                    <a:pt x="2251023" y="892409"/>
                  </a:lnTo>
                  <a:lnTo>
                    <a:pt x="2180679" y="887516"/>
                  </a:lnTo>
                  <a:lnTo>
                    <a:pt x="2110334" y="882556"/>
                  </a:lnTo>
                  <a:lnTo>
                    <a:pt x="2039990" y="877531"/>
                  </a:lnTo>
                  <a:lnTo>
                    <a:pt x="1969645" y="872438"/>
                  </a:lnTo>
                  <a:lnTo>
                    <a:pt x="1899301" y="867276"/>
                  </a:lnTo>
                  <a:lnTo>
                    <a:pt x="1828956" y="862045"/>
                  </a:lnTo>
                  <a:lnTo>
                    <a:pt x="1758612" y="856744"/>
                  </a:lnTo>
                  <a:lnTo>
                    <a:pt x="1688267" y="851372"/>
                  </a:lnTo>
                  <a:lnTo>
                    <a:pt x="1617923" y="845928"/>
                  </a:lnTo>
                  <a:lnTo>
                    <a:pt x="1547578" y="840411"/>
                  </a:lnTo>
                  <a:lnTo>
                    <a:pt x="1477234" y="834820"/>
                  </a:lnTo>
                  <a:lnTo>
                    <a:pt x="1406889" y="829154"/>
                  </a:lnTo>
                  <a:lnTo>
                    <a:pt x="1336545" y="823412"/>
                  </a:lnTo>
                  <a:lnTo>
                    <a:pt x="1266200" y="817593"/>
                  </a:lnTo>
                  <a:lnTo>
                    <a:pt x="1195856" y="811696"/>
                  </a:lnTo>
                  <a:lnTo>
                    <a:pt x="1125511" y="805719"/>
                  </a:lnTo>
                  <a:lnTo>
                    <a:pt x="1055167" y="799663"/>
                  </a:lnTo>
                  <a:lnTo>
                    <a:pt x="984822" y="793525"/>
                  </a:lnTo>
                  <a:lnTo>
                    <a:pt x="914478" y="787305"/>
                  </a:lnTo>
                  <a:lnTo>
                    <a:pt x="844133" y="781002"/>
                  </a:lnTo>
                  <a:lnTo>
                    <a:pt x="773789" y="774614"/>
                  </a:lnTo>
                  <a:lnTo>
                    <a:pt x="703444" y="768140"/>
                  </a:lnTo>
                  <a:lnTo>
                    <a:pt x="633100" y="761579"/>
                  </a:lnTo>
                  <a:lnTo>
                    <a:pt x="562755" y="754931"/>
                  </a:lnTo>
                  <a:lnTo>
                    <a:pt x="492411" y="748193"/>
                  </a:lnTo>
                  <a:lnTo>
                    <a:pt x="422066" y="741365"/>
                  </a:lnTo>
                  <a:lnTo>
                    <a:pt x="351722" y="734445"/>
                  </a:lnTo>
                  <a:lnTo>
                    <a:pt x="281377" y="727433"/>
                  </a:lnTo>
                  <a:lnTo>
                    <a:pt x="211033" y="720326"/>
                  </a:lnTo>
                  <a:lnTo>
                    <a:pt x="140688" y="713124"/>
                  </a:lnTo>
                  <a:lnTo>
                    <a:pt x="70344" y="705825"/>
                  </a:lnTo>
                  <a:lnTo>
                    <a:pt x="0" y="6984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79156" y="2143092"/>
              <a:ext cx="5920260" cy="1107817"/>
            </a:xfrm>
            <a:custGeom>
              <a:avLst/>
              <a:pathLst>
                <a:path w="5920260" h="1107817">
                  <a:moveTo>
                    <a:pt x="0" y="0"/>
                  </a:moveTo>
                  <a:lnTo>
                    <a:pt x="11323" y="9212"/>
                  </a:lnTo>
                  <a:lnTo>
                    <a:pt x="81667" y="63934"/>
                  </a:lnTo>
                  <a:lnTo>
                    <a:pt x="152012" y="116257"/>
                  </a:lnTo>
                  <a:lnTo>
                    <a:pt x="222356" y="166285"/>
                  </a:lnTo>
                  <a:lnTo>
                    <a:pt x="292701" y="214120"/>
                  </a:lnTo>
                  <a:lnTo>
                    <a:pt x="363045" y="259858"/>
                  </a:lnTo>
                  <a:lnTo>
                    <a:pt x="433390" y="303589"/>
                  </a:lnTo>
                  <a:lnTo>
                    <a:pt x="503734" y="345404"/>
                  </a:lnTo>
                  <a:lnTo>
                    <a:pt x="574079" y="385384"/>
                  </a:lnTo>
                  <a:lnTo>
                    <a:pt x="644423" y="423612"/>
                  </a:lnTo>
                  <a:lnTo>
                    <a:pt x="714768" y="460163"/>
                  </a:lnTo>
                  <a:lnTo>
                    <a:pt x="785112" y="495112"/>
                  </a:lnTo>
                  <a:lnTo>
                    <a:pt x="855457" y="528529"/>
                  </a:lnTo>
                  <a:lnTo>
                    <a:pt x="925801" y="560480"/>
                  </a:lnTo>
                  <a:lnTo>
                    <a:pt x="996146" y="591030"/>
                  </a:lnTo>
                  <a:lnTo>
                    <a:pt x="1066490" y="620240"/>
                  </a:lnTo>
                  <a:lnTo>
                    <a:pt x="1136835" y="648170"/>
                  </a:lnTo>
                  <a:lnTo>
                    <a:pt x="1207179" y="674875"/>
                  </a:lnTo>
                  <a:lnTo>
                    <a:pt x="1277524" y="700409"/>
                  </a:lnTo>
                  <a:lnTo>
                    <a:pt x="1347868" y="724823"/>
                  </a:lnTo>
                  <a:lnTo>
                    <a:pt x="1418213" y="748167"/>
                  </a:lnTo>
                  <a:lnTo>
                    <a:pt x="1488557" y="770487"/>
                  </a:lnTo>
                  <a:lnTo>
                    <a:pt x="1558902" y="791829"/>
                  </a:lnTo>
                  <a:lnTo>
                    <a:pt x="1629246" y="812235"/>
                  </a:lnTo>
                  <a:lnTo>
                    <a:pt x="1699591" y="831746"/>
                  </a:lnTo>
                  <a:lnTo>
                    <a:pt x="1769935" y="850401"/>
                  </a:lnTo>
                  <a:lnTo>
                    <a:pt x="1840280" y="868239"/>
                  </a:lnTo>
                  <a:lnTo>
                    <a:pt x="1910624" y="885294"/>
                  </a:lnTo>
                  <a:lnTo>
                    <a:pt x="1980969" y="901602"/>
                  </a:lnTo>
                  <a:lnTo>
                    <a:pt x="2051313" y="917194"/>
                  </a:lnTo>
                  <a:lnTo>
                    <a:pt x="2121658" y="932103"/>
                  </a:lnTo>
                  <a:lnTo>
                    <a:pt x="2192002" y="946358"/>
                  </a:lnTo>
                  <a:lnTo>
                    <a:pt x="2262347" y="958499"/>
                  </a:lnTo>
                  <a:lnTo>
                    <a:pt x="2332691" y="962453"/>
                  </a:lnTo>
                  <a:lnTo>
                    <a:pt x="2403036" y="966355"/>
                  </a:lnTo>
                  <a:lnTo>
                    <a:pt x="2473380" y="970205"/>
                  </a:lnTo>
                  <a:lnTo>
                    <a:pt x="2543725" y="974004"/>
                  </a:lnTo>
                  <a:lnTo>
                    <a:pt x="2614069" y="977753"/>
                  </a:lnTo>
                  <a:lnTo>
                    <a:pt x="2684414" y="981452"/>
                  </a:lnTo>
                  <a:lnTo>
                    <a:pt x="2754758" y="985102"/>
                  </a:lnTo>
                  <a:lnTo>
                    <a:pt x="2825103" y="988704"/>
                  </a:lnTo>
                  <a:lnTo>
                    <a:pt x="2895447" y="992258"/>
                  </a:lnTo>
                  <a:lnTo>
                    <a:pt x="2965792" y="995765"/>
                  </a:lnTo>
                  <a:lnTo>
                    <a:pt x="3036136" y="999226"/>
                  </a:lnTo>
                  <a:lnTo>
                    <a:pt x="3106481" y="1002640"/>
                  </a:lnTo>
                  <a:lnTo>
                    <a:pt x="3176825" y="1006010"/>
                  </a:lnTo>
                  <a:lnTo>
                    <a:pt x="3247170" y="1009335"/>
                  </a:lnTo>
                  <a:lnTo>
                    <a:pt x="3317514" y="1012616"/>
                  </a:lnTo>
                  <a:lnTo>
                    <a:pt x="3387858" y="1015854"/>
                  </a:lnTo>
                  <a:lnTo>
                    <a:pt x="3458203" y="1019048"/>
                  </a:lnTo>
                  <a:lnTo>
                    <a:pt x="3528547" y="1022201"/>
                  </a:lnTo>
                  <a:lnTo>
                    <a:pt x="3598892" y="1025312"/>
                  </a:lnTo>
                  <a:lnTo>
                    <a:pt x="3669236" y="1028381"/>
                  </a:lnTo>
                  <a:lnTo>
                    <a:pt x="3739581" y="1031410"/>
                  </a:lnTo>
                  <a:lnTo>
                    <a:pt x="3809925" y="1034399"/>
                  </a:lnTo>
                  <a:lnTo>
                    <a:pt x="3880270" y="1037348"/>
                  </a:lnTo>
                  <a:lnTo>
                    <a:pt x="3950614" y="1040258"/>
                  </a:lnTo>
                  <a:lnTo>
                    <a:pt x="4020959" y="1043130"/>
                  </a:lnTo>
                  <a:lnTo>
                    <a:pt x="4091303" y="1045964"/>
                  </a:lnTo>
                  <a:lnTo>
                    <a:pt x="4161648" y="1048760"/>
                  </a:lnTo>
                  <a:lnTo>
                    <a:pt x="4231992" y="1051519"/>
                  </a:lnTo>
                  <a:lnTo>
                    <a:pt x="4302337" y="1054242"/>
                  </a:lnTo>
                  <a:lnTo>
                    <a:pt x="4372681" y="1056928"/>
                  </a:lnTo>
                  <a:lnTo>
                    <a:pt x="4443026" y="1059579"/>
                  </a:lnTo>
                  <a:lnTo>
                    <a:pt x="4513370" y="1062195"/>
                  </a:lnTo>
                  <a:lnTo>
                    <a:pt x="4583715" y="1064777"/>
                  </a:lnTo>
                  <a:lnTo>
                    <a:pt x="4654059" y="1067324"/>
                  </a:lnTo>
                  <a:lnTo>
                    <a:pt x="4724404" y="1069837"/>
                  </a:lnTo>
                  <a:lnTo>
                    <a:pt x="4794748" y="1072317"/>
                  </a:lnTo>
                  <a:lnTo>
                    <a:pt x="4865093" y="1074765"/>
                  </a:lnTo>
                  <a:lnTo>
                    <a:pt x="4935437" y="1077180"/>
                  </a:lnTo>
                  <a:lnTo>
                    <a:pt x="5005782" y="1079562"/>
                  </a:lnTo>
                  <a:lnTo>
                    <a:pt x="5076126" y="1081914"/>
                  </a:lnTo>
                  <a:lnTo>
                    <a:pt x="5146471" y="1084234"/>
                  </a:lnTo>
                  <a:lnTo>
                    <a:pt x="5216815" y="1086524"/>
                  </a:lnTo>
                  <a:lnTo>
                    <a:pt x="5287160" y="1088783"/>
                  </a:lnTo>
                  <a:lnTo>
                    <a:pt x="5357504" y="1091012"/>
                  </a:lnTo>
                  <a:lnTo>
                    <a:pt x="5427849" y="1093212"/>
                  </a:lnTo>
                  <a:lnTo>
                    <a:pt x="5498193" y="1095383"/>
                  </a:lnTo>
                  <a:lnTo>
                    <a:pt x="5568538" y="1097525"/>
                  </a:lnTo>
                  <a:lnTo>
                    <a:pt x="5638882" y="1099639"/>
                  </a:lnTo>
                  <a:lnTo>
                    <a:pt x="5709227" y="1101724"/>
                  </a:lnTo>
                  <a:lnTo>
                    <a:pt x="5779571" y="1103782"/>
                  </a:lnTo>
                  <a:lnTo>
                    <a:pt x="5849916" y="1105813"/>
                  </a:lnTo>
                  <a:lnTo>
                    <a:pt x="5920260" y="11078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41521"/>
              <a:ext cx="6964104" cy="529901"/>
            </a:xfrm>
            <a:custGeom>
              <a:avLst/>
              <a:pathLst>
                <a:path w="6964104" h="529901">
                  <a:moveTo>
                    <a:pt x="6964104" y="529901"/>
                  </a:moveTo>
                  <a:lnTo>
                    <a:pt x="6893760" y="528577"/>
                  </a:lnTo>
                  <a:lnTo>
                    <a:pt x="6823415" y="527193"/>
                  </a:lnTo>
                  <a:lnTo>
                    <a:pt x="6753071" y="525744"/>
                  </a:lnTo>
                  <a:lnTo>
                    <a:pt x="6682726" y="524230"/>
                  </a:lnTo>
                  <a:lnTo>
                    <a:pt x="6612382" y="522646"/>
                  </a:lnTo>
                  <a:lnTo>
                    <a:pt x="6542037" y="520989"/>
                  </a:lnTo>
                  <a:lnTo>
                    <a:pt x="6471693" y="519256"/>
                  </a:lnTo>
                  <a:lnTo>
                    <a:pt x="6401348" y="517444"/>
                  </a:lnTo>
                  <a:lnTo>
                    <a:pt x="6331004" y="515549"/>
                  </a:lnTo>
                  <a:lnTo>
                    <a:pt x="6260659" y="513567"/>
                  </a:lnTo>
                  <a:lnTo>
                    <a:pt x="6190315" y="511493"/>
                  </a:lnTo>
                  <a:lnTo>
                    <a:pt x="6119970" y="509325"/>
                  </a:lnTo>
                  <a:lnTo>
                    <a:pt x="6049626" y="507058"/>
                  </a:lnTo>
                  <a:lnTo>
                    <a:pt x="5979281" y="504686"/>
                  </a:lnTo>
                  <a:lnTo>
                    <a:pt x="5908937" y="502206"/>
                  </a:lnTo>
                  <a:lnTo>
                    <a:pt x="5838592" y="499612"/>
                  </a:lnTo>
                  <a:lnTo>
                    <a:pt x="5768248" y="496898"/>
                  </a:lnTo>
                  <a:lnTo>
                    <a:pt x="5697903" y="494061"/>
                  </a:lnTo>
                  <a:lnTo>
                    <a:pt x="5627559" y="491093"/>
                  </a:lnTo>
                  <a:lnTo>
                    <a:pt x="5557214" y="487990"/>
                  </a:lnTo>
                  <a:lnTo>
                    <a:pt x="5486870" y="484744"/>
                  </a:lnTo>
                  <a:lnTo>
                    <a:pt x="5416525" y="481349"/>
                  </a:lnTo>
                  <a:lnTo>
                    <a:pt x="5346181" y="477798"/>
                  </a:lnTo>
                  <a:lnTo>
                    <a:pt x="5275836" y="474085"/>
                  </a:lnTo>
                  <a:lnTo>
                    <a:pt x="5205492" y="470201"/>
                  </a:lnTo>
                  <a:lnTo>
                    <a:pt x="5135147" y="466139"/>
                  </a:lnTo>
                  <a:lnTo>
                    <a:pt x="5064803" y="461891"/>
                  </a:lnTo>
                  <a:lnTo>
                    <a:pt x="4994458" y="457448"/>
                  </a:lnTo>
                  <a:lnTo>
                    <a:pt x="4924114" y="452802"/>
                  </a:lnTo>
                  <a:lnTo>
                    <a:pt x="4853769" y="447942"/>
                  </a:lnTo>
                  <a:lnTo>
                    <a:pt x="4783425" y="442859"/>
                  </a:lnTo>
                  <a:lnTo>
                    <a:pt x="4713080" y="437544"/>
                  </a:lnTo>
                  <a:lnTo>
                    <a:pt x="4642736" y="431984"/>
                  </a:lnTo>
                  <a:lnTo>
                    <a:pt x="4572391" y="426170"/>
                  </a:lnTo>
                  <a:lnTo>
                    <a:pt x="4502047" y="420089"/>
                  </a:lnTo>
                  <a:lnTo>
                    <a:pt x="4431702" y="413729"/>
                  </a:lnTo>
                  <a:lnTo>
                    <a:pt x="4361358" y="407077"/>
                  </a:lnTo>
                  <a:lnTo>
                    <a:pt x="4291013" y="400121"/>
                  </a:lnTo>
                  <a:lnTo>
                    <a:pt x="4220669" y="392845"/>
                  </a:lnTo>
                  <a:lnTo>
                    <a:pt x="4150324" y="385236"/>
                  </a:lnTo>
                  <a:lnTo>
                    <a:pt x="4079980" y="377278"/>
                  </a:lnTo>
                  <a:lnTo>
                    <a:pt x="4009635" y="368954"/>
                  </a:lnTo>
                  <a:lnTo>
                    <a:pt x="3939291" y="360250"/>
                  </a:lnTo>
                  <a:lnTo>
                    <a:pt x="3868946" y="351145"/>
                  </a:lnTo>
                  <a:lnTo>
                    <a:pt x="3798602" y="341624"/>
                  </a:lnTo>
                  <a:lnTo>
                    <a:pt x="3728257" y="331666"/>
                  </a:lnTo>
                  <a:lnTo>
                    <a:pt x="3657913" y="321251"/>
                  </a:lnTo>
                  <a:lnTo>
                    <a:pt x="3587569" y="310358"/>
                  </a:lnTo>
                  <a:lnTo>
                    <a:pt x="3517224" y="298966"/>
                  </a:lnTo>
                  <a:lnTo>
                    <a:pt x="3446880" y="287052"/>
                  </a:lnTo>
                  <a:lnTo>
                    <a:pt x="3376535" y="274591"/>
                  </a:lnTo>
                  <a:lnTo>
                    <a:pt x="3306191" y="261558"/>
                  </a:lnTo>
                  <a:lnTo>
                    <a:pt x="3235846" y="256063"/>
                  </a:lnTo>
                  <a:lnTo>
                    <a:pt x="3165502" y="252002"/>
                  </a:lnTo>
                  <a:lnTo>
                    <a:pt x="3095157" y="247887"/>
                  </a:lnTo>
                  <a:lnTo>
                    <a:pt x="3024813" y="243717"/>
                  </a:lnTo>
                  <a:lnTo>
                    <a:pt x="2954468" y="239490"/>
                  </a:lnTo>
                  <a:lnTo>
                    <a:pt x="2884124" y="235207"/>
                  </a:lnTo>
                  <a:lnTo>
                    <a:pt x="2813779" y="230867"/>
                  </a:lnTo>
                  <a:lnTo>
                    <a:pt x="2743435" y="226468"/>
                  </a:lnTo>
                  <a:lnTo>
                    <a:pt x="2673090" y="222010"/>
                  </a:lnTo>
                  <a:lnTo>
                    <a:pt x="2602746" y="217493"/>
                  </a:lnTo>
                  <a:lnTo>
                    <a:pt x="2532401" y="212915"/>
                  </a:lnTo>
                  <a:lnTo>
                    <a:pt x="2462057" y="208275"/>
                  </a:lnTo>
                  <a:lnTo>
                    <a:pt x="2391712" y="203573"/>
                  </a:lnTo>
                  <a:lnTo>
                    <a:pt x="2321368" y="198809"/>
                  </a:lnTo>
                  <a:lnTo>
                    <a:pt x="2251023" y="193980"/>
                  </a:lnTo>
                  <a:lnTo>
                    <a:pt x="2180679" y="189086"/>
                  </a:lnTo>
                  <a:lnTo>
                    <a:pt x="2110334" y="184127"/>
                  </a:lnTo>
                  <a:lnTo>
                    <a:pt x="2039990" y="179101"/>
                  </a:lnTo>
                  <a:lnTo>
                    <a:pt x="1969645" y="174008"/>
                  </a:lnTo>
                  <a:lnTo>
                    <a:pt x="1899301" y="168847"/>
                  </a:lnTo>
                  <a:lnTo>
                    <a:pt x="1828956" y="163616"/>
                  </a:lnTo>
                  <a:lnTo>
                    <a:pt x="1758612" y="158315"/>
                  </a:lnTo>
                  <a:lnTo>
                    <a:pt x="1688267" y="152943"/>
                  </a:lnTo>
                  <a:lnTo>
                    <a:pt x="1617923" y="147499"/>
                  </a:lnTo>
                  <a:lnTo>
                    <a:pt x="1547578" y="141982"/>
                  </a:lnTo>
                  <a:lnTo>
                    <a:pt x="1477234" y="136391"/>
                  </a:lnTo>
                  <a:lnTo>
                    <a:pt x="1406889" y="130725"/>
                  </a:lnTo>
                  <a:lnTo>
                    <a:pt x="1336545" y="124983"/>
                  </a:lnTo>
                  <a:lnTo>
                    <a:pt x="1266200" y="119164"/>
                  </a:lnTo>
                  <a:lnTo>
                    <a:pt x="1195856" y="113266"/>
                  </a:lnTo>
                  <a:lnTo>
                    <a:pt x="1125511" y="107290"/>
                  </a:lnTo>
                  <a:lnTo>
                    <a:pt x="1055167" y="101234"/>
                  </a:lnTo>
                  <a:lnTo>
                    <a:pt x="984822" y="95096"/>
                  </a:lnTo>
                  <a:lnTo>
                    <a:pt x="914478" y="88876"/>
                  </a:lnTo>
                  <a:lnTo>
                    <a:pt x="844133" y="82572"/>
                  </a:lnTo>
                  <a:lnTo>
                    <a:pt x="773789" y="76184"/>
                  </a:lnTo>
                  <a:lnTo>
                    <a:pt x="703444" y="69711"/>
                  </a:lnTo>
                  <a:lnTo>
                    <a:pt x="633100" y="63150"/>
                  </a:lnTo>
                  <a:lnTo>
                    <a:pt x="562755" y="56502"/>
                  </a:lnTo>
                  <a:lnTo>
                    <a:pt x="492411" y="49764"/>
                  </a:lnTo>
                  <a:lnTo>
                    <a:pt x="422066" y="42936"/>
                  </a:lnTo>
                  <a:lnTo>
                    <a:pt x="351722" y="36016"/>
                  </a:lnTo>
                  <a:lnTo>
                    <a:pt x="281377" y="29003"/>
                  </a:lnTo>
                  <a:lnTo>
                    <a:pt x="211033" y="21897"/>
                  </a:lnTo>
                  <a:lnTo>
                    <a:pt x="140688" y="14695"/>
                  </a:lnTo>
                  <a:lnTo>
                    <a:pt x="70344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231408"/>
              <a:ext cx="6964104" cy="1103212"/>
            </a:xfrm>
            <a:custGeom>
              <a:avLst/>
              <a:pathLst>
                <a:path w="6964104" h="1103212">
                  <a:moveTo>
                    <a:pt x="0" y="0"/>
                  </a:moveTo>
                  <a:lnTo>
                    <a:pt x="70344" y="33504"/>
                  </a:lnTo>
                  <a:lnTo>
                    <a:pt x="140688" y="66047"/>
                  </a:lnTo>
                  <a:lnTo>
                    <a:pt x="211033" y="97658"/>
                  </a:lnTo>
                  <a:lnTo>
                    <a:pt x="281377" y="128363"/>
                  </a:lnTo>
                  <a:lnTo>
                    <a:pt x="351722" y="158188"/>
                  </a:lnTo>
                  <a:lnTo>
                    <a:pt x="422066" y="187158"/>
                  </a:lnTo>
                  <a:lnTo>
                    <a:pt x="492411" y="215297"/>
                  </a:lnTo>
                  <a:lnTo>
                    <a:pt x="562755" y="242630"/>
                  </a:lnTo>
                  <a:lnTo>
                    <a:pt x="633100" y="269179"/>
                  </a:lnTo>
                  <a:lnTo>
                    <a:pt x="703444" y="294968"/>
                  </a:lnTo>
                  <a:lnTo>
                    <a:pt x="773789" y="320017"/>
                  </a:lnTo>
                  <a:lnTo>
                    <a:pt x="844133" y="344349"/>
                  </a:lnTo>
                  <a:lnTo>
                    <a:pt x="914478" y="367982"/>
                  </a:lnTo>
                  <a:lnTo>
                    <a:pt x="984822" y="390939"/>
                  </a:lnTo>
                  <a:lnTo>
                    <a:pt x="1055167" y="413237"/>
                  </a:lnTo>
                  <a:lnTo>
                    <a:pt x="1125511" y="434897"/>
                  </a:lnTo>
                  <a:lnTo>
                    <a:pt x="1195856" y="455935"/>
                  </a:lnTo>
                  <a:lnTo>
                    <a:pt x="1266200" y="476371"/>
                  </a:lnTo>
                  <a:lnTo>
                    <a:pt x="1336545" y="496220"/>
                  </a:lnTo>
                  <a:lnTo>
                    <a:pt x="1406889" y="515501"/>
                  </a:lnTo>
                  <a:lnTo>
                    <a:pt x="1477234" y="534229"/>
                  </a:lnTo>
                  <a:lnTo>
                    <a:pt x="1547578" y="552420"/>
                  </a:lnTo>
                  <a:lnTo>
                    <a:pt x="1617923" y="570090"/>
                  </a:lnTo>
                  <a:lnTo>
                    <a:pt x="1688267" y="587254"/>
                  </a:lnTo>
                  <a:lnTo>
                    <a:pt x="1758612" y="603925"/>
                  </a:lnTo>
                  <a:lnTo>
                    <a:pt x="1828956" y="620119"/>
                  </a:lnTo>
                  <a:lnTo>
                    <a:pt x="1899301" y="635848"/>
                  </a:lnTo>
                  <a:lnTo>
                    <a:pt x="1969645" y="651127"/>
                  </a:lnTo>
                  <a:lnTo>
                    <a:pt x="2039990" y="665967"/>
                  </a:lnTo>
                  <a:lnTo>
                    <a:pt x="2110334" y="680383"/>
                  </a:lnTo>
                  <a:lnTo>
                    <a:pt x="2180679" y="694385"/>
                  </a:lnTo>
                  <a:lnTo>
                    <a:pt x="2251023" y="707985"/>
                  </a:lnTo>
                  <a:lnTo>
                    <a:pt x="2321368" y="721196"/>
                  </a:lnTo>
                  <a:lnTo>
                    <a:pt x="2391712" y="734028"/>
                  </a:lnTo>
                  <a:lnTo>
                    <a:pt x="2462057" y="746493"/>
                  </a:lnTo>
                  <a:lnTo>
                    <a:pt x="2532401" y="758600"/>
                  </a:lnTo>
                  <a:lnTo>
                    <a:pt x="2602746" y="770360"/>
                  </a:lnTo>
                  <a:lnTo>
                    <a:pt x="2673090" y="781783"/>
                  </a:lnTo>
                  <a:lnTo>
                    <a:pt x="2743435" y="792879"/>
                  </a:lnTo>
                  <a:lnTo>
                    <a:pt x="2813779" y="803656"/>
                  </a:lnTo>
                  <a:lnTo>
                    <a:pt x="2884124" y="814125"/>
                  </a:lnTo>
                  <a:lnTo>
                    <a:pt x="2954468" y="824293"/>
                  </a:lnTo>
                  <a:lnTo>
                    <a:pt x="3024813" y="834171"/>
                  </a:lnTo>
                  <a:lnTo>
                    <a:pt x="3095157" y="843765"/>
                  </a:lnTo>
                  <a:lnTo>
                    <a:pt x="3165502" y="853084"/>
                  </a:lnTo>
                  <a:lnTo>
                    <a:pt x="3235846" y="862135"/>
                  </a:lnTo>
                  <a:lnTo>
                    <a:pt x="3306191" y="870928"/>
                  </a:lnTo>
                  <a:lnTo>
                    <a:pt x="3376535" y="879468"/>
                  </a:lnTo>
                  <a:lnTo>
                    <a:pt x="3446880" y="887764"/>
                  </a:lnTo>
                  <a:lnTo>
                    <a:pt x="3517224" y="895822"/>
                  </a:lnTo>
                  <a:lnTo>
                    <a:pt x="3587569" y="903649"/>
                  </a:lnTo>
                  <a:lnTo>
                    <a:pt x="3657913" y="911251"/>
                  </a:lnTo>
                  <a:lnTo>
                    <a:pt x="3728257" y="918636"/>
                  </a:lnTo>
                  <a:lnTo>
                    <a:pt x="3798602" y="925809"/>
                  </a:lnTo>
                  <a:lnTo>
                    <a:pt x="3868946" y="932776"/>
                  </a:lnTo>
                  <a:lnTo>
                    <a:pt x="3939291" y="939544"/>
                  </a:lnTo>
                  <a:lnTo>
                    <a:pt x="4009635" y="946117"/>
                  </a:lnTo>
                  <a:lnTo>
                    <a:pt x="4079980" y="952503"/>
                  </a:lnTo>
                  <a:lnTo>
                    <a:pt x="4150324" y="958705"/>
                  </a:lnTo>
                  <a:lnTo>
                    <a:pt x="4220669" y="964729"/>
                  </a:lnTo>
                  <a:lnTo>
                    <a:pt x="4291013" y="970581"/>
                  </a:lnTo>
                  <a:lnTo>
                    <a:pt x="4361358" y="976265"/>
                  </a:lnTo>
                  <a:lnTo>
                    <a:pt x="4431702" y="981786"/>
                  </a:lnTo>
                  <a:lnTo>
                    <a:pt x="4502047" y="987149"/>
                  </a:lnTo>
                  <a:lnTo>
                    <a:pt x="4572391" y="992358"/>
                  </a:lnTo>
                  <a:lnTo>
                    <a:pt x="4642736" y="997418"/>
                  </a:lnTo>
                  <a:lnTo>
                    <a:pt x="4713080" y="1002333"/>
                  </a:lnTo>
                  <a:lnTo>
                    <a:pt x="4783425" y="1007107"/>
                  </a:lnTo>
                  <a:lnTo>
                    <a:pt x="4853769" y="1011744"/>
                  </a:lnTo>
                  <a:lnTo>
                    <a:pt x="4924114" y="1016248"/>
                  </a:lnTo>
                  <a:lnTo>
                    <a:pt x="4994458" y="1020623"/>
                  </a:lnTo>
                  <a:lnTo>
                    <a:pt x="5064803" y="1024873"/>
                  </a:lnTo>
                  <a:lnTo>
                    <a:pt x="5135147" y="1029001"/>
                  </a:lnTo>
                  <a:lnTo>
                    <a:pt x="5205492" y="1033010"/>
                  </a:lnTo>
                  <a:lnTo>
                    <a:pt x="5275836" y="1036905"/>
                  </a:lnTo>
                  <a:lnTo>
                    <a:pt x="5346181" y="1040688"/>
                  </a:lnTo>
                  <a:lnTo>
                    <a:pt x="5416525" y="1044362"/>
                  </a:lnTo>
                  <a:lnTo>
                    <a:pt x="5486870" y="1047932"/>
                  </a:lnTo>
                  <a:lnTo>
                    <a:pt x="5557214" y="1051399"/>
                  </a:lnTo>
                  <a:lnTo>
                    <a:pt x="5627559" y="1054766"/>
                  </a:lnTo>
                  <a:lnTo>
                    <a:pt x="5697903" y="1058037"/>
                  </a:lnTo>
                  <a:lnTo>
                    <a:pt x="5768248" y="1061214"/>
                  </a:lnTo>
                  <a:lnTo>
                    <a:pt x="5838592" y="1064301"/>
                  </a:lnTo>
                  <a:lnTo>
                    <a:pt x="5908937" y="1067298"/>
                  </a:lnTo>
                  <a:lnTo>
                    <a:pt x="5979281" y="1070210"/>
                  </a:lnTo>
                  <a:lnTo>
                    <a:pt x="6049626" y="1073038"/>
                  </a:lnTo>
                  <a:lnTo>
                    <a:pt x="6119970" y="1075786"/>
                  </a:lnTo>
                  <a:lnTo>
                    <a:pt x="6190315" y="1078454"/>
                  </a:lnTo>
                  <a:lnTo>
                    <a:pt x="6260659" y="1081046"/>
                  </a:lnTo>
                  <a:lnTo>
                    <a:pt x="6331004" y="1083564"/>
                  </a:lnTo>
                  <a:lnTo>
                    <a:pt x="6401348" y="1086010"/>
                  </a:lnTo>
                  <a:lnTo>
                    <a:pt x="6471693" y="1088385"/>
                  </a:lnTo>
                  <a:lnTo>
                    <a:pt x="6542037" y="1090692"/>
                  </a:lnTo>
                  <a:lnTo>
                    <a:pt x="6612382" y="1092934"/>
                  </a:lnTo>
                  <a:lnTo>
                    <a:pt x="6682726" y="1095111"/>
                  </a:lnTo>
                  <a:lnTo>
                    <a:pt x="6753071" y="1097225"/>
                  </a:lnTo>
                  <a:lnTo>
                    <a:pt x="6823415" y="1099279"/>
                  </a:lnTo>
                  <a:lnTo>
                    <a:pt x="6893760" y="1101274"/>
                  </a:lnTo>
                  <a:lnTo>
                    <a:pt x="6964104" y="1103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(1.17-1.68), p_Bonf = 0.002 (n = 6)  |  per IQR decline (Δ = 29.9 %): 2.74 (1.59-4.72)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28331"/>
            </a:xfrm>
            <a:custGeom>
              <a:avLst/>
              <a:pathLst>
                <a:path w="6964104" h="1228331">
                  <a:moveTo>
                    <a:pt x="1043843" y="0"/>
                  </a:moveTo>
                  <a:lnTo>
                    <a:pt x="1055167" y="9212"/>
                  </a:lnTo>
                  <a:lnTo>
                    <a:pt x="1125511" y="63934"/>
                  </a:lnTo>
                  <a:lnTo>
                    <a:pt x="1195856" y="116257"/>
                  </a:lnTo>
                  <a:lnTo>
                    <a:pt x="1266200" y="166285"/>
                  </a:lnTo>
                  <a:lnTo>
                    <a:pt x="1336545" y="214120"/>
                  </a:lnTo>
                  <a:lnTo>
                    <a:pt x="1406889" y="259858"/>
                  </a:lnTo>
                  <a:lnTo>
                    <a:pt x="1477234" y="303589"/>
                  </a:lnTo>
                  <a:lnTo>
                    <a:pt x="1547578" y="345404"/>
                  </a:lnTo>
                  <a:lnTo>
                    <a:pt x="1617923" y="385384"/>
                  </a:lnTo>
                  <a:lnTo>
                    <a:pt x="1688267" y="423612"/>
                  </a:lnTo>
                  <a:lnTo>
                    <a:pt x="1758612" y="460163"/>
                  </a:lnTo>
                  <a:lnTo>
                    <a:pt x="1828956" y="495112"/>
                  </a:lnTo>
                  <a:lnTo>
                    <a:pt x="1899301" y="528529"/>
                  </a:lnTo>
                  <a:lnTo>
                    <a:pt x="1969645" y="560480"/>
                  </a:lnTo>
                  <a:lnTo>
                    <a:pt x="2039990" y="591030"/>
                  </a:lnTo>
                  <a:lnTo>
                    <a:pt x="2110334" y="620240"/>
                  </a:lnTo>
                  <a:lnTo>
                    <a:pt x="2180679" y="648170"/>
                  </a:lnTo>
                  <a:lnTo>
                    <a:pt x="2251023" y="674875"/>
                  </a:lnTo>
                  <a:lnTo>
                    <a:pt x="2321368" y="700409"/>
                  </a:lnTo>
                  <a:lnTo>
                    <a:pt x="2391712" y="724823"/>
                  </a:lnTo>
                  <a:lnTo>
                    <a:pt x="2462057" y="748167"/>
                  </a:lnTo>
                  <a:lnTo>
                    <a:pt x="2532401" y="770487"/>
                  </a:lnTo>
                  <a:lnTo>
                    <a:pt x="2602746" y="791829"/>
                  </a:lnTo>
                  <a:lnTo>
                    <a:pt x="2673090" y="812235"/>
                  </a:lnTo>
                  <a:lnTo>
                    <a:pt x="2743435" y="831746"/>
                  </a:lnTo>
                  <a:lnTo>
                    <a:pt x="2813779" y="850401"/>
                  </a:lnTo>
                  <a:lnTo>
                    <a:pt x="2884124" y="868239"/>
                  </a:lnTo>
                  <a:lnTo>
                    <a:pt x="2954468" y="885294"/>
                  </a:lnTo>
                  <a:lnTo>
                    <a:pt x="3024813" y="901602"/>
                  </a:lnTo>
                  <a:lnTo>
                    <a:pt x="3095157" y="917194"/>
                  </a:lnTo>
                  <a:lnTo>
                    <a:pt x="3165502" y="932103"/>
                  </a:lnTo>
                  <a:lnTo>
                    <a:pt x="3235846" y="946358"/>
                  </a:lnTo>
                  <a:lnTo>
                    <a:pt x="3306191" y="958499"/>
                  </a:lnTo>
                  <a:lnTo>
                    <a:pt x="3376535" y="962453"/>
                  </a:lnTo>
                  <a:lnTo>
                    <a:pt x="3446880" y="966355"/>
                  </a:lnTo>
                  <a:lnTo>
                    <a:pt x="3517224" y="970205"/>
                  </a:lnTo>
                  <a:lnTo>
                    <a:pt x="3587569" y="974004"/>
                  </a:lnTo>
                  <a:lnTo>
                    <a:pt x="3657913" y="977753"/>
                  </a:lnTo>
                  <a:lnTo>
                    <a:pt x="3728257" y="981452"/>
                  </a:lnTo>
                  <a:lnTo>
                    <a:pt x="3798602" y="985102"/>
                  </a:lnTo>
                  <a:lnTo>
                    <a:pt x="3868946" y="988704"/>
                  </a:lnTo>
                  <a:lnTo>
                    <a:pt x="3939291" y="992258"/>
                  </a:lnTo>
                  <a:lnTo>
                    <a:pt x="4009635" y="995765"/>
                  </a:lnTo>
                  <a:lnTo>
                    <a:pt x="4079980" y="999226"/>
                  </a:lnTo>
                  <a:lnTo>
                    <a:pt x="4150324" y="1002640"/>
                  </a:lnTo>
                  <a:lnTo>
                    <a:pt x="4220669" y="1006010"/>
                  </a:lnTo>
                  <a:lnTo>
                    <a:pt x="4291013" y="1009335"/>
                  </a:lnTo>
                  <a:lnTo>
                    <a:pt x="4361358" y="1012616"/>
                  </a:lnTo>
                  <a:lnTo>
                    <a:pt x="4431702" y="1015854"/>
                  </a:lnTo>
                  <a:lnTo>
                    <a:pt x="4502047" y="1019048"/>
                  </a:lnTo>
                  <a:lnTo>
                    <a:pt x="4572391" y="1022201"/>
                  </a:lnTo>
                  <a:lnTo>
                    <a:pt x="4642736" y="1025312"/>
                  </a:lnTo>
                  <a:lnTo>
                    <a:pt x="4713080" y="1028381"/>
                  </a:lnTo>
                  <a:lnTo>
                    <a:pt x="4783425" y="1031410"/>
                  </a:lnTo>
                  <a:lnTo>
                    <a:pt x="4853769" y="1034399"/>
                  </a:lnTo>
                  <a:lnTo>
                    <a:pt x="4924114" y="1037348"/>
                  </a:lnTo>
                  <a:lnTo>
                    <a:pt x="4994458" y="1040258"/>
                  </a:lnTo>
                  <a:lnTo>
                    <a:pt x="5064803" y="1043130"/>
                  </a:lnTo>
                  <a:lnTo>
                    <a:pt x="5135147" y="1045964"/>
                  </a:lnTo>
                  <a:lnTo>
                    <a:pt x="5205492" y="1048760"/>
                  </a:lnTo>
                  <a:lnTo>
                    <a:pt x="5275836" y="1051519"/>
                  </a:lnTo>
                  <a:lnTo>
                    <a:pt x="5346181" y="1054242"/>
                  </a:lnTo>
                  <a:lnTo>
                    <a:pt x="5416525" y="1056928"/>
                  </a:lnTo>
                  <a:lnTo>
                    <a:pt x="5486870" y="1059579"/>
                  </a:lnTo>
                  <a:lnTo>
                    <a:pt x="5557214" y="1062195"/>
                  </a:lnTo>
                  <a:lnTo>
                    <a:pt x="5627559" y="1064777"/>
                  </a:lnTo>
                  <a:lnTo>
                    <a:pt x="5697903" y="1067324"/>
                  </a:lnTo>
                  <a:lnTo>
                    <a:pt x="5768248" y="1069837"/>
                  </a:lnTo>
                  <a:lnTo>
                    <a:pt x="5838592" y="1072317"/>
                  </a:lnTo>
                  <a:lnTo>
                    <a:pt x="5908937" y="1074765"/>
                  </a:lnTo>
                  <a:lnTo>
                    <a:pt x="5979281" y="1077180"/>
                  </a:lnTo>
                  <a:lnTo>
                    <a:pt x="6049626" y="1079562"/>
                  </a:lnTo>
                  <a:lnTo>
                    <a:pt x="6119970" y="1081914"/>
                  </a:lnTo>
                  <a:lnTo>
                    <a:pt x="6190315" y="1084234"/>
                  </a:lnTo>
                  <a:lnTo>
                    <a:pt x="6260659" y="1086524"/>
                  </a:lnTo>
                  <a:lnTo>
                    <a:pt x="6331004" y="1088783"/>
                  </a:lnTo>
                  <a:lnTo>
                    <a:pt x="6401348" y="1091012"/>
                  </a:lnTo>
                  <a:lnTo>
                    <a:pt x="6471693" y="1093212"/>
                  </a:lnTo>
                  <a:lnTo>
                    <a:pt x="6542037" y="1095383"/>
                  </a:lnTo>
                  <a:lnTo>
                    <a:pt x="6612382" y="1097525"/>
                  </a:lnTo>
                  <a:lnTo>
                    <a:pt x="6682726" y="1099639"/>
                  </a:lnTo>
                  <a:lnTo>
                    <a:pt x="6753071" y="1101724"/>
                  </a:lnTo>
                  <a:lnTo>
                    <a:pt x="6823415" y="1103782"/>
                  </a:lnTo>
                  <a:lnTo>
                    <a:pt x="6893760" y="1105813"/>
                  </a:lnTo>
                  <a:lnTo>
                    <a:pt x="6964104" y="1107817"/>
                  </a:lnTo>
                  <a:lnTo>
                    <a:pt x="6964104" y="1228331"/>
                  </a:lnTo>
                  <a:lnTo>
                    <a:pt x="6893760" y="1227007"/>
                  </a:lnTo>
                  <a:lnTo>
                    <a:pt x="6823415" y="1225622"/>
                  </a:lnTo>
                  <a:lnTo>
                    <a:pt x="6753071" y="1224174"/>
                  </a:lnTo>
                  <a:lnTo>
                    <a:pt x="6682726" y="1222659"/>
                  </a:lnTo>
                  <a:lnTo>
                    <a:pt x="6612382" y="1221075"/>
                  </a:lnTo>
                  <a:lnTo>
                    <a:pt x="6542037" y="1219418"/>
                  </a:lnTo>
                  <a:lnTo>
                    <a:pt x="6471693" y="1217686"/>
                  </a:lnTo>
                  <a:lnTo>
                    <a:pt x="6401348" y="1215873"/>
                  </a:lnTo>
                  <a:lnTo>
                    <a:pt x="6331004" y="1213978"/>
                  </a:lnTo>
                  <a:lnTo>
                    <a:pt x="6260659" y="1211996"/>
                  </a:lnTo>
                  <a:lnTo>
                    <a:pt x="6190315" y="1209923"/>
                  </a:lnTo>
                  <a:lnTo>
                    <a:pt x="6119970" y="1207755"/>
                  </a:lnTo>
                  <a:lnTo>
                    <a:pt x="6049626" y="1205487"/>
                  </a:lnTo>
                  <a:lnTo>
                    <a:pt x="5979281" y="1203115"/>
                  </a:lnTo>
                  <a:lnTo>
                    <a:pt x="5908937" y="1200635"/>
                  </a:lnTo>
                  <a:lnTo>
                    <a:pt x="5838592" y="1198041"/>
                  </a:lnTo>
                  <a:lnTo>
                    <a:pt x="5768248" y="1195328"/>
                  </a:lnTo>
                  <a:lnTo>
                    <a:pt x="5697903" y="1192490"/>
                  </a:lnTo>
                  <a:lnTo>
                    <a:pt x="5627559" y="1189523"/>
                  </a:lnTo>
                  <a:lnTo>
                    <a:pt x="5557214" y="1186419"/>
                  </a:lnTo>
                  <a:lnTo>
                    <a:pt x="5486870" y="1183173"/>
                  </a:lnTo>
                  <a:lnTo>
                    <a:pt x="5416525" y="1179778"/>
                  </a:lnTo>
                  <a:lnTo>
                    <a:pt x="5346181" y="1176228"/>
                  </a:lnTo>
                  <a:lnTo>
                    <a:pt x="5275836" y="1172514"/>
                  </a:lnTo>
                  <a:lnTo>
                    <a:pt x="5205492" y="1168630"/>
                  </a:lnTo>
                  <a:lnTo>
                    <a:pt x="5135147" y="1164569"/>
                  </a:lnTo>
                  <a:lnTo>
                    <a:pt x="5064803" y="1160321"/>
                  </a:lnTo>
                  <a:lnTo>
                    <a:pt x="4994458" y="1155878"/>
                  </a:lnTo>
                  <a:lnTo>
                    <a:pt x="4924114" y="1151231"/>
                  </a:lnTo>
                  <a:lnTo>
                    <a:pt x="4853769" y="1146371"/>
                  </a:lnTo>
                  <a:lnTo>
                    <a:pt x="4783425" y="1141289"/>
                  </a:lnTo>
                  <a:lnTo>
                    <a:pt x="4713080" y="1135973"/>
                  </a:lnTo>
                  <a:lnTo>
                    <a:pt x="4642736" y="1130414"/>
                  </a:lnTo>
                  <a:lnTo>
                    <a:pt x="4572391" y="1124599"/>
                  </a:lnTo>
                  <a:lnTo>
                    <a:pt x="4502047" y="1118518"/>
                  </a:lnTo>
                  <a:lnTo>
                    <a:pt x="4431702" y="1112158"/>
                  </a:lnTo>
                  <a:lnTo>
                    <a:pt x="4361358" y="1105507"/>
                  </a:lnTo>
                  <a:lnTo>
                    <a:pt x="4291013" y="1098550"/>
                  </a:lnTo>
                  <a:lnTo>
                    <a:pt x="4220669" y="1091274"/>
                  </a:lnTo>
                  <a:lnTo>
                    <a:pt x="4150324" y="1083665"/>
                  </a:lnTo>
                  <a:lnTo>
                    <a:pt x="4079980" y="1075707"/>
                  </a:lnTo>
                  <a:lnTo>
                    <a:pt x="4009635" y="1067384"/>
                  </a:lnTo>
                  <a:lnTo>
                    <a:pt x="3939291" y="1058679"/>
                  </a:lnTo>
                  <a:lnTo>
                    <a:pt x="3868946" y="1049575"/>
                  </a:lnTo>
                  <a:lnTo>
                    <a:pt x="3798602" y="1040053"/>
                  </a:lnTo>
                  <a:lnTo>
                    <a:pt x="3728257" y="1030095"/>
                  </a:lnTo>
                  <a:lnTo>
                    <a:pt x="3657913" y="1019680"/>
                  </a:lnTo>
                  <a:lnTo>
                    <a:pt x="3587569" y="1008788"/>
                  </a:lnTo>
                  <a:lnTo>
                    <a:pt x="3517224" y="997395"/>
                  </a:lnTo>
                  <a:lnTo>
                    <a:pt x="3446880" y="985481"/>
                  </a:lnTo>
                  <a:lnTo>
                    <a:pt x="3376535" y="973020"/>
                  </a:lnTo>
                  <a:lnTo>
                    <a:pt x="3306191" y="959988"/>
                  </a:lnTo>
                  <a:lnTo>
                    <a:pt x="3235846" y="954493"/>
                  </a:lnTo>
                  <a:lnTo>
                    <a:pt x="3165502" y="950432"/>
                  </a:lnTo>
                  <a:lnTo>
                    <a:pt x="3095157" y="946317"/>
                  </a:lnTo>
                  <a:lnTo>
                    <a:pt x="3024813" y="942146"/>
                  </a:lnTo>
                  <a:lnTo>
                    <a:pt x="2954468" y="937920"/>
                  </a:lnTo>
                  <a:lnTo>
                    <a:pt x="2884124" y="933637"/>
                  </a:lnTo>
                  <a:lnTo>
                    <a:pt x="2813779" y="929296"/>
                  </a:lnTo>
                  <a:lnTo>
                    <a:pt x="2743435" y="924898"/>
                  </a:lnTo>
                  <a:lnTo>
                    <a:pt x="2673090" y="920440"/>
                  </a:lnTo>
                  <a:lnTo>
                    <a:pt x="2602746" y="915922"/>
                  </a:lnTo>
                  <a:lnTo>
                    <a:pt x="2532401" y="911344"/>
                  </a:lnTo>
                  <a:lnTo>
                    <a:pt x="2462057" y="906705"/>
                  </a:lnTo>
                  <a:lnTo>
                    <a:pt x="2391712" y="902003"/>
                  </a:lnTo>
                  <a:lnTo>
                    <a:pt x="2321368" y="897238"/>
                  </a:lnTo>
                  <a:lnTo>
                    <a:pt x="2251023" y="892409"/>
                  </a:lnTo>
                  <a:lnTo>
                    <a:pt x="2180679" y="887516"/>
                  </a:lnTo>
                  <a:lnTo>
                    <a:pt x="2110334" y="882556"/>
                  </a:lnTo>
                  <a:lnTo>
                    <a:pt x="2039990" y="877531"/>
                  </a:lnTo>
                  <a:lnTo>
                    <a:pt x="1969645" y="872438"/>
                  </a:lnTo>
                  <a:lnTo>
                    <a:pt x="1899301" y="867276"/>
                  </a:lnTo>
                  <a:lnTo>
                    <a:pt x="1828956" y="862045"/>
                  </a:lnTo>
                  <a:lnTo>
                    <a:pt x="1758612" y="856744"/>
                  </a:lnTo>
                  <a:lnTo>
                    <a:pt x="1688267" y="851372"/>
                  </a:lnTo>
                  <a:lnTo>
                    <a:pt x="1617923" y="845928"/>
                  </a:lnTo>
                  <a:lnTo>
                    <a:pt x="1547578" y="840411"/>
                  </a:lnTo>
                  <a:lnTo>
                    <a:pt x="1477234" y="834820"/>
                  </a:lnTo>
                  <a:lnTo>
                    <a:pt x="1406889" y="829154"/>
                  </a:lnTo>
                  <a:lnTo>
                    <a:pt x="1336545" y="823412"/>
                  </a:lnTo>
                  <a:lnTo>
                    <a:pt x="1266200" y="817593"/>
                  </a:lnTo>
                  <a:lnTo>
                    <a:pt x="1195856" y="811696"/>
                  </a:lnTo>
                  <a:lnTo>
                    <a:pt x="1125511" y="805719"/>
                  </a:lnTo>
                  <a:lnTo>
                    <a:pt x="1055167" y="799663"/>
                  </a:lnTo>
                  <a:lnTo>
                    <a:pt x="984822" y="793525"/>
                  </a:lnTo>
                  <a:lnTo>
                    <a:pt x="914478" y="787305"/>
                  </a:lnTo>
                  <a:lnTo>
                    <a:pt x="844133" y="781002"/>
                  </a:lnTo>
                  <a:lnTo>
                    <a:pt x="773789" y="774614"/>
                  </a:lnTo>
                  <a:lnTo>
                    <a:pt x="703444" y="768140"/>
                  </a:lnTo>
                  <a:lnTo>
                    <a:pt x="633100" y="761579"/>
                  </a:lnTo>
                  <a:lnTo>
                    <a:pt x="562755" y="754931"/>
                  </a:lnTo>
                  <a:lnTo>
                    <a:pt x="492411" y="748193"/>
                  </a:lnTo>
                  <a:lnTo>
                    <a:pt x="422066" y="741365"/>
                  </a:lnTo>
                  <a:lnTo>
                    <a:pt x="351722" y="734445"/>
                  </a:lnTo>
                  <a:lnTo>
                    <a:pt x="281377" y="727433"/>
                  </a:lnTo>
                  <a:lnTo>
                    <a:pt x="211033" y="720326"/>
                  </a:lnTo>
                  <a:lnTo>
                    <a:pt x="140688" y="713124"/>
                  </a:lnTo>
                  <a:lnTo>
                    <a:pt x="70344" y="705825"/>
                  </a:lnTo>
                  <a:lnTo>
                    <a:pt x="0" y="6984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279156" y="4336484"/>
              <a:ext cx="5920260" cy="1107817"/>
            </a:xfrm>
            <a:custGeom>
              <a:avLst/>
              <a:pathLst>
                <a:path w="5920260" h="1107817">
                  <a:moveTo>
                    <a:pt x="0" y="0"/>
                  </a:moveTo>
                  <a:lnTo>
                    <a:pt x="11323" y="9212"/>
                  </a:lnTo>
                  <a:lnTo>
                    <a:pt x="81667" y="63934"/>
                  </a:lnTo>
                  <a:lnTo>
                    <a:pt x="152012" y="116257"/>
                  </a:lnTo>
                  <a:lnTo>
                    <a:pt x="222356" y="166285"/>
                  </a:lnTo>
                  <a:lnTo>
                    <a:pt x="292701" y="214120"/>
                  </a:lnTo>
                  <a:lnTo>
                    <a:pt x="363045" y="259858"/>
                  </a:lnTo>
                  <a:lnTo>
                    <a:pt x="433390" y="303589"/>
                  </a:lnTo>
                  <a:lnTo>
                    <a:pt x="503734" y="345404"/>
                  </a:lnTo>
                  <a:lnTo>
                    <a:pt x="574079" y="385384"/>
                  </a:lnTo>
                  <a:lnTo>
                    <a:pt x="644423" y="423612"/>
                  </a:lnTo>
                  <a:lnTo>
                    <a:pt x="714768" y="460163"/>
                  </a:lnTo>
                  <a:lnTo>
                    <a:pt x="785112" y="495112"/>
                  </a:lnTo>
                  <a:lnTo>
                    <a:pt x="855457" y="528529"/>
                  </a:lnTo>
                  <a:lnTo>
                    <a:pt x="925801" y="560480"/>
                  </a:lnTo>
                  <a:lnTo>
                    <a:pt x="996146" y="591030"/>
                  </a:lnTo>
                  <a:lnTo>
                    <a:pt x="1066490" y="620240"/>
                  </a:lnTo>
                  <a:lnTo>
                    <a:pt x="1136835" y="648170"/>
                  </a:lnTo>
                  <a:lnTo>
                    <a:pt x="1207179" y="674875"/>
                  </a:lnTo>
                  <a:lnTo>
                    <a:pt x="1277524" y="700409"/>
                  </a:lnTo>
                  <a:lnTo>
                    <a:pt x="1347868" y="724823"/>
                  </a:lnTo>
                  <a:lnTo>
                    <a:pt x="1418213" y="748167"/>
                  </a:lnTo>
                  <a:lnTo>
                    <a:pt x="1488557" y="770487"/>
                  </a:lnTo>
                  <a:lnTo>
                    <a:pt x="1558902" y="791829"/>
                  </a:lnTo>
                  <a:lnTo>
                    <a:pt x="1629246" y="812235"/>
                  </a:lnTo>
                  <a:lnTo>
                    <a:pt x="1699591" y="831746"/>
                  </a:lnTo>
                  <a:lnTo>
                    <a:pt x="1769935" y="850401"/>
                  </a:lnTo>
                  <a:lnTo>
                    <a:pt x="1840280" y="868239"/>
                  </a:lnTo>
                  <a:lnTo>
                    <a:pt x="1910624" y="885294"/>
                  </a:lnTo>
                  <a:lnTo>
                    <a:pt x="1980969" y="901602"/>
                  </a:lnTo>
                  <a:lnTo>
                    <a:pt x="2051313" y="917194"/>
                  </a:lnTo>
                  <a:lnTo>
                    <a:pt x="2121658" y="932103"/>
                  </a:lnTo>
                  <a:lnTo>
                    <a:pt x="2192002" y="946358"/>
                  </a:lnTo>
                  <a:lnTo>
                    <a:pt x="2262347" y="958499"/>
                  </a:lnTo>
                  <a:lnTo>
                    <a:pt x="2332691" y="962453"/>
                  </a:lnTo>
                  <a:lnTo>
                    <a:pt x="2403036" y="966355"/>
                  </a:lnTo>
                  <a:lnTo>
                    <a:pt x="2473380" y="970205"/>
                  </a:lnTo>
                  <a:lnTo>
                    <a:pt x="2543725" y="974004"/>
                  </a:lnTo>
                  <a:lnTo>
                    <a:pt x="2614069" y="977753"/>
                  </a:lnTo>
                  <a:lnTo>
                    <a:pt x="2684414" y="981452"/>
                  </a:lnTo>
                  <a:lnTo>
                    <a:pt x="2754758" y="985102"/>
                  </a:lnTo>
                  <a:lnTo>
                    <a:pt x="2825103" y="988704"/>
                  </a:lnTo>
                  <a:lnTo>
                    <a:pt x="2895447" y="992258"/>
                  </a:lnTo>
                  <a:lnTo>
                    <a:pt x="2965792" y="995765"/>
                  </a:lnTo>
                  <a:lnTo>
                    <a:pt x="3036136" y="999226"/>
                  </a:lnTo>
                  <a:lnTo>
                    <a:pt x="3106481" y="1002640"/>
                  </a:lnTo>
                  <a:lnTo>
                    <a:pt x="3176825" y="1006010"/>
                  </a:lnTo>
                  <a:lnTo>
                    <a:pt x="3247170" y="1009335"/>
                  </a:lnTo>
                  <a:lnTo>
                    <a:pt x="3317514" y="1012616"/>
                  </a:lnTo>
                  <a:lnTo>
                    <a:pt x="3387858" y="1015854"/>
                  </a:lnTo>
                  <a:lnTo>
                    <a:pt x="3458203" y="1019048"/>
                  </a:lnTo>
                  <a:lnTo>
                    <a:pt x="3528547" y="1022201"/>
                  </a:lnTo>
                  <a:lnTo>
                    <a:pt x="3598892" y="1025312"/>
                  </a:lnTo>
                  <a:lnTo>
                    <a:pt x="3669236" y="1028381"/>
                  </a:lnTo>
                  <a:lnTo>
                    <a:pt x="3739581" y="1031410"/>
                  </a:lnTo>
                  <a:lnTo>
                    <a:pt x="3809925" y="1034399"/>
                  </a:lnTo>
                  <a:lnTo>
                    <a:pt x="3880270" y="1037348"/>
                  </a:lnTo>
                  <a:lnTo>
                    <a:pt x="3950614" y="1040258"/>
                  </a:lnTo>
                  <a:lnTo>
                    <a:pt x="4020959" y="1043130"/>
                  </a:lnTo>
                  <a:lnTo>
                    <a:pt x="4091303" y="1045964"/>
                  </a:lnTo>
                  <a:lnTo>
                    <a:pt x="4161648" y="1048760"/>
                  </a:lnTo>
                  <a:lnTo>
                    <a:pt x="4231992" y="1051519"/>
                  </a:lnTo>
                  <a:lnTo>
                    <a:pt x="4302337" y="1054242"/>
                  </a:lnTo>
                  <a:lnTo>
                    <a:pt x="4372681" y="1056928"/>
                  </a:lnTo>
                  <a:lnTo>
                    <a:pt x="4443026" y="1059579"/>
                  </a:lnTo>
                  <a:lnTo>
                    <a:pt x="4513370" y="1062195"/>
                  </a:lnTo>
                  <a:lnTo>
                    <a:pt x="4583715" y="1064777"/>
                  </a:lnTo>
                  <a:lnTo>
                    <a:pt x="4654059" y="1067324"/>
                  </a:lnTo>
                  <a:lnTo>
                    <a:pt x="4724404" y="1069837"/>
                  </a:lnTo>
                  <a:lnTo>
                    <a:pt x="4794748" y="1072317"/>
                  </a:lnTo>
                  <a:lnTo>
                    <a:pt x="4865093" y="1074765"/>
                  </a:lnTo>
                  <a:lnTo>
                    <a:pt x="4935437" y="1077180"/>
                  </a:lnTo>
                  <a:lnTo>
                    <a:pt x="5005782" y="1079562"/>
                  </a:lnTo>
                  <a:lnTo>
                    <a:pt x="5076126" y="1081914"/>
                  </a:lnTo>
                  <a:lnTo>
                    <a:pt x="5146471" y="1084234"/>
                  </a:lnTo>
                  <a:lnTo>
                    <a:pt x="5216815" y="1086524"/>
                  </a:lnTo>
                  <a:lnTo>
                    <a:pt x="5287160" y="1088783"/>
                  </a:lnTo>
                  <a:lnTo>
                    <a:pt x="5357504" y="1091012"/>
                  </a:lnTo>
                  <a:lnTo>
                    <a:pt x="5427849" y="1093212"/>
                  </a:lnTo>
                  <a:lnTo>
                    <a:pt x="5498193" y="1095383"/>
                  </a:lnTo>
                  <a:lnTo>
                    <a:pt x="5568538" y="1097525"/>
                  </a:lnTo>
                  <a:lnTo>
                    <a:pt x="5638882" y="1099639"/>
                  </a:lnTo>
                  <a:lnTo>
                    <a:pt x="5709227" y="1101724"/>
                  </a:lnTo>
                  <a:lnTo>
                    <a:pt x="5779571" y="1103782"/>
                  </a:lnTo>
                  <a:lnTo>
                    <a:pt x="5849916" y="1105813"/>
                  </a:lnTo>
                  <a:lnTo>
                    <a:pt x="5920260" y="11078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034913"/>
              <a:ext cx="6964104" cy="529901"/>
            </a:xfrm>
            <a:custGeom>
              <a:avLst/>
              <a:pathLst>
                <a:path w="6964104" h="529901">
                  <a:moveTo>
                    <a:pt x="6964104" y="529901"/>
                  </a:moveTo>
                  <a:lnTo>
                    <a:pt x="6893760" y="528577"/>
                  </a:lnTo>
                  <a:lnTo>
                    <a:pt x="6823415" y="527193"/>
                  </a:lnTo>
                  <a:lnTo>
                    <a:pt x="6753071" y="525744"/>
                  </a:lnTo>
                  <a:lnTo>
                    <a:pt x="6682726" y="524230"/>
                  </a:lnTo>
                  <a:lnTo>
                    <a:pt x="6612382" y="522646"/>
                  </a:lnTo>
                  <a:lnTo>
                    <a:pt x="6542037" y="520989"/>
                  </a:lnTo>
                  <a:lnTo>
                    <a:pt x="6471693" y="519256"/>
                  </a:lnTo>
                  <a:lnTo>
                    <a:pt x="6401348" y="517444"/>
                  </a:lnTo>
                  <a:lnTo>
                    <a:pt x="6331004" y="515549"/>
                  </a:lnTo>
                  <a:lnTo>
                    <a:pt x="6260659" y="513567"/>
                  </a:lnTo>
                  <a:lnTo>
                    <a:pt x="6190315" y="511493"/>
                  </a:lnTo>
                  <a:lnTo>
                    <a:pt x="6119970" y="509325"/>
                  </a:lnTo>
                  <a:lnTo>
                    <a:pt x="6049626" y="507058"/>
                  </a:lnTo>
                  <a:lnTo>
                    <a:pt x="5979281" y="504686"/>
                  </a:lnTo>
                  <a:lnTo>
                    <a:pt x="5908937" y="502206"/>
                  </a:lnTo>
                  <a:lnTo>
                    <a:pt x="5838592" y="499612"/>
                  </a:lnTo>
                  <a:lnTo>
                    <a:pt x="5768248" y="496898"/>
                  </a:lnTo>
                  <a:lnTo>
                    <a:pt x="5697903" y="494061"/>
                  </a:lnTo>
                  <a:lnTo>
                    <a:pt x="5627559" y="491093"/>
                  </a:lnTo>
                  <a:lnTo>
                    <a:pt x="5557214" y="487990"/>
                  </a:lnTo>
                  <a:lnTo>
                    <a:pt x="5486870" y="484744"/>
                  </a:lnTo>
                  <a:lnTo>
                    <a:pt x="5416525" y="481349"/>
                  </a:lnTo>
                  <a:lnTo>
                    <a:pt x="5346181" y="477798"/>
                  </a:lnTo>
                  <a:lnTo>
                    <a:pt x="5275836" y="474085"/>
                  </a:lnTo>
                  <a:lnTo>
                    <a:pt x="5205492" y="470201"/>
                  </a:lnTo>
                  <a:lnTo>
                    <a:pt x="5135147" y="466139"/>
                  </a:lnTo>
                  <a:lnTo>
                    <a:pt x="5064803" y="461891"/>
                  </a:lnTo>
                  <a:lnTo>
                    <a:pt x="4994458" y="457448"/>
                  </a:lnTo>
                  <a:lnTo>
                    <a:pt x="4924114" y="452802"/>
                  </a:lnTo>
                  <a:lnTo>
                    <a:pt x="4853769" y="447942"/>
                  </a:lnTo>
                  <a:lnTo>
                    <a:pt x="4783425" y="442859"/>
                  </a:lnTo>
                  <a:lnTo>
                    <a:pt x="4713080" y="437544"/>
                  </a:lnTo>
                  <a:lnTo>
                    <a:pt x="4642736" y="431984"/>
                  </a:lnTo>
                  <a:lnTo>
                    <a:pt x="4572391" y="426170"/>
                  </a:lnTo>
                  <a:lnTo>
                    <a:pt x="4502047" y="420089"/>
                  </a:lnTo>
                  <a:lnTo>
                    <a:pt x="4431702" y="413729"/>
                  </a:lnTo>
                  <a:lnTo>
                    <a:pt x="4361358" y="407077"/>
                  </a:lnTo>
                  <a:lnTo>
                    <a:pt x="4291013" y="400121"/>
                  </a:lnTo>
                  <a:lnTo>
                    <a:pt x="4220669" y="392845"/>
                  </a:lnTo>
                  <a:lnTo>
                    <a:pt x="4150324" y="385236"/>
                  </a:lnTo>
                  <a:lnTo>
                    <a:pt x="4079980" y="377278"/>
                  </a:lnTo>
                  <a:lnTo>
                    <a:pt x="4009635" y="368954"/>
                  </a:lnTo>
                  <a:lnTo>
                    <a:pt x="3939291" y="360250"/>
                  </a:lnTo>
                  <a:lnTo>
                    <a:pt x="3868946" y="351145"/>
                  </a:lnTo>
                  <a:lnTo>
                    <a:pt x="3798602" y="341624"/>
                  </a:lnTo>
                  <a:lnTo>
                    <a:pt x="3728257" y="331666"/>
                  </a:lnTo>
                  <a:lnTo>
                    <a:pt x="3657913" y="321251"/>
                  </a:lnTo>
                  <a:lnTo>
                    <a:pt x="3587569" y="310358"/>
                  </a:lnTo>
                  <a:lnTo>
                    <a:pt x="3517224" y="298966"/>
                  </a:lnTo>
                  <a:lnTo>
                    <a:pt x="3446880" y="287052"/>
                  </a:lnTo>
                  <a:lnTo>
                    <a:pt x="3376535" y="274591"/>
                  </a:lnTo>
                  <a:lnTo>
                    <a:pt x="3306191" y="261558"/>
                  </a:lnTo>
                  <a:lnTo>
                    <a:pt x="3235846" y="256063"/>
                  </a:lnTo>
                  <a:lnTo>
                    <a:pt x="3165502" y="252002"/>
                  </a:lnTo>
                  <a:lnTo>
                    <a:pt x="3095157" y="247887"/>
                  </a:lnTo>
                  <a:lnTo>
                    <a:pt x="3024813" y="243717"/>
                  </a:lnTo>
                  <a:lnTo>
                    <a:pt x="2954468" y="239490"/>
                  </a:lnTo>
                  <a:lnTo>
                    <a:pt x="2884124" y="235207"/>
                  </a:lnTo>
                  <a:lnTo>
                    <a:pt x="2813779" y="230867"/>
                  </a:lnTo>
                  <a:lnTo>
                    <a:pt x="2743435" y="226468"/>
                  </a:lnTo>
                  <a:lnTo>
                    <a:pt x="2673090" y="222010"/>
                  </a:lnTo>
                  <a:lnTo>
                    <a:pt x="2602746" y="217493"/>
                  </a:lnTo>
                  <a:lnTo>
                    <a:pt x="2532401" y="212915"/>
                  </a:lnTo>
                  <a:lnTo>
                    <a:pt x="2462057" y="208275"/>
                  </a:lnTo>
                  <a:lnTo>
                    <a:pt x="2391712" y="203573"/>
                  </a:lnTo>
                  <a:lnTo>
                    <a:pt x="2321368" y="198809"/>
                  </a:lnTo>
                  <a:lnTo>
                    <a:pt x="2251023" y="193980"/>
                  </a:lnTo>
                  <a:lnTo>
                    <a:pt x="2180679" y="189086"/>
                  </a:lnTo>
                  <a:lnTo>
                    <a:pt x="2110334" y="184127"/>
                  </a:lnTo>
                  <a:lnTo>
                    <a:pt x="2039990" y="179101"/>
                  </a:lnTo>
                  <a:lnTo>
                    <a:pt x="1969645" y="174008"/>
                  </a:lnTo>
                  <a:lnTo>
                    <a:pt x="1899301" y="168847"/>
                  </a:lnTo>
                  <a:lnTo>
                    <a:pt x="1828956" y="163616"/>
                  </a:lnTo>
                  <a:lnTo>
                    <a:pt x="1758612" y="158315"/>
                  </a:lnTo>
                  <a:lnTo>
                    <a:pt x="1688267" y="152943"/>
                  </a:lnTo>
                  <a:lnTo>
                    <a:pt x="1617923" y="147499"/>
                  </a:lnTo>
                  <a:lnTo>
                    <a:pt x="1547578" y="141982"/>
                  </a:lnTo>
                  <a:lnTo>
                    <a:pt x="1477234" y="136391"/>
                  </a:lnTo>
                  <a:lnTo>
                    <a:pt x="1406889" y="130725"/>
                  </a:lnTo>
                  <a:lnTo>
                    <a:pt x="1336545" y="124983"/>
                  </a:lnTo>
                  <a:lnTo>
                    <a:pt x="1266200" y="119164"/>
                  </a:lnTo>
                  <a:lnTo>
                    <a:pt x="1195856" y="113266"/>
                  </a:lnTo>
                  <a:lnTo>
                    <a:pt x="1125511" y="107290"/>
                  </a:lnTo>
                  <a:lnTo>
                    <a:pt x="1055167" y="101234"/>
                  </a:lnTo>
                  <a:lnTo>
                    <a:pt x="984822" y="95096"/>
                  </a:lnTo>
                  <a:lnTo>
                    <a:pt x="914478" y="88876"/>
                  </a:lnTo>
                  <a:lnTo>
                    <a:pt x="844133" y="82572"/>
                  </a:lnTo>
                  <a:lnTo>
                    <a:pt x="773789" y="76184"/>
                  </a:lnTo>
                  <a:lnTo>
                    <a:pt x="703444" y="69711"/>
                  </a:lnTo>
                  <a:lnTo>
                    <a:pt x="633100" y="63150"/>
                  </a:lnTo>
                  <a:lnTo>
                    <a:pt x="562755" y="56502"/>
                  </a:lnTo>
                  <a:lnTo>
                    <a:pt x="492411" y="49764"/>
                  </a:lnTo>
                  <a:lnTo>
                    <a:pt x="422066" y="42936"/>
                  </a:lnTo>
                  <a:lnTo>
                    <a:pt x="351722" y="36016"/>
                  </a:lnTo>
                  <a:lnTo>
                    <a:pt x="281377" y="29003"/>
                  </a:lnTo>
                  <a:lnTo>
                    <a:pt x="211033" y="21897"/>
                  </a:lnTo>
                  <a:lnTo>
                    <a:pt x="140688" y="14695"/>
                  </a:lnTo>
                  <a:lnTo>
                    <a:pt x="70344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424801"/>
              <a:ext cx="6964104" cy="1103212"/>
            </a:xfrm>
            <a:custGeom>
              <a:avLst/>
              <a:pathLst>
                <a:path w="6964104" h="1103212">
                  <a:moveTo>
                    <a:pt x="0" y="0"/>
                  </a:moveTo>
                  <a:lnTo>
                    <a:pt x="70344" y="33504"/>
                  </a:lnTo>
                  <a:lnTo>
                    <a:pt x="140688" y="66047"/>
                  </a:lnTo>
                  <a:lnTo>
                    <a:pt x="211033" y="97658"/>
                  </a:lnTo>
                  <a:lnTo>
                    <a:pt x="281377" y="128363"/>
                  </a:lnTo>
                  <a:lnTo>
                    <a:pt x="351722" y="158188"/>
                  </a:lnTo>
                  <a:lnTo>
                    <a:pt x="422066" y="187158"/>
                  </a:lnTo>
                  <a:lnTo>
                    <a:pt x="492411" y="215297"/>
                  </a:lnTo>
                  <a:lnTo>
                    <a:pt x="562755" y="242630"/>
                  </a:lnTo>
                  <a:lnTo>
                    <a:pt x="633100" y="269179"/>
                  </a:lnTo>
                  <a:lnTo>
                    <a:pt x="703444" y="294968"/>
                  </a:lnTo>
                  <a:lnTo>
                    <a:pt x="773789" y="320017"/>
                  </a:lnTo>
                  <a:lnTo>
                    <a:pt x="844133" y="344349"/>
                  </a:lnTo>
                  <a:lnTo>
                    <a:pt x="914478" y="367982"/>
                  </a:lnTo>
                  <a:lnTo>
                    <a:pt x="984822" y="390939"/>
                  </a:lnTo>
                  <a:lnTo>
                    <a:pt x="1055167" y="413237"/>
                  </a:lnTo>
                  <a:lnTo>
                    <a:pt x="1125511" y="434897"/>
                  </a:lnTo>
                  <a:lnTo>
                    <a:pt x="1195856" y="455935"/>
                  </a:lnTo>
                  <a:lnTo>
                    <a:pt x="1266200" y="476371"/>
                  </a:lnTo>
                  <a:lnTo>
                    <a:pt x="1336545" y="496220"/>
                  </a:lnTo>
                  <a:lnTo>
                    <a:pt x="1406889" y="515501"/>
                  </a:lnTo>
                  <a:lnTo>
                    <a:pt x="1477234" y="534229"/>
                  </a:lnTo>
                  <a:lnTo>
                    <a:pt x="1547578" y="552420"/>
                  </a:lnTo>
                  <a:lnTo>
                    <a:pt x="1617923" y="570090"/>
                  </a:lnTo>
                  <a:lnTo>
                    <a:pt x="1688267" y="587254"/>
                  </a:lnTo>
                  <a:lnTo>
                    <a:pt x="1758612" y="603925"/>
                  </a:lnTo>
                  <a:lnTo>
                    <a:pt x="1828956" y="620119"/>
                  </a:lnTo>
                  <a:lnTo>
                    <a:pt x="1899301" y="635848"/>
                  </a:lnTo>
                  <a:lnTo>
                    <a:pt x="1969645" y="651127"/>
                  </a:lnTo>
                  <a:lnTo>
                    <a:pt x="2039990" y="665967"/>
                  </a:lnTo>
                  <a:lnTo>
                    <a:pt x="2110334" y="680383"/>
                  </a:lnTo>
                  <a:lnTo>
                    <a:pt x="2180679" y="694385"/>
                  </a:lnTo>
                  <a:lnTo>
                    <a:pt x="2251023" y="707985"/>
                  </a:lnTo>
                  <a:lnTo>
                    <a:pt x="2321368" y="721196"/>
                  </a:lnTo>
                  <a:lnTo>
                    <a:pt x="2391712" y="734028"/>
                  </a:lnTo>
                  <a:lnTo>
                    <a:pt x="2462057" y="746493"/>
                  </a:lnTo>
                  <a:lnTo>
                    <a:pt x="2532401" y="758600"/>
                  </a:lnTo>
                  <a:lnTo>
                    <a:pt x="2602746" y="770360"/>
                  </a:lnTo>
                  <a:lnTo>
                    <a:pt x="2673090" y="781783"/>
                  </a:lnTo>
                  <a:lnTo>
                    <a:pt x="2743435" y="792879"/>
                  </a:lnTo>
                  <a:lnTo>
                    <a:pt x="2813779" y="803656"/>
                  </a:lnTo>
                  <a:lnTo>
                    <a:pt x="2884124" y="814125"/>
                  </a:lnTo>
                  <a:lnTo>
                    <a:pt x="2954468" y="824293"/>
                  </a:lnTo>
                  <a:lnTo>
                    <a:pt x="3024813" y="834171"/>
                  </a:lnTo>
                  <a:lnTo>
                    <a:pt x="3095157" y="843765"/>
                  </a:lnTo>
                  <a:lnTo>
                    <a:pt x="3165502" y="853084"/>
                  </a:lnTo>
                  <a:lnTo>
                    <a:pt x="3235846" y="862135"/>
                  </a:lnTo>
                  <a:lnTo>
                    <a:pt x="3306191" y="870928"/>
                  </a:lnTo>
                  <a:lnTo>
                    <a:pt x="3376535" y="879468"/>
                  </a:lnTo>
                  <a:lnTo>
                    <a:pt x="3446880" y="887764"/>
                  </a:lnTo>
                  <a:lnTo>
                    <a:pt x="3517224" y="895822"/>
                  </a:lnTo>
                  <a:lnTo>
                    <a:pt x="3587569" y="903649"/>
                  </a:lnTo>
                  <a:lnTo>
                    <a:pt x="3657913" y="911251"/>
                  </a:lnTo>
                  <a:lnTo>
                    <a:pt x="3728257" y="918636"/>
                  </a:lnTo>
                  <a:lnTo>
                    <a:pt x="3798602" y="925809"/>
                  </a:lnTo>
                  <a:lnTo>
                    <a:pt x="3868946" y="932776"/>
                  </a:lnTo>
                  <a:lnTo>
                    <a:pt x="3939291" y="939544"/>
                  </a:lnTo>
                  <a:lnTo>
                    <a:pt x="4009635" y="946117"/>
                  </a:lnTo>
                  <a:lnTo>
                    <a:pt x="4079980" y="952503"/>
                  </a:lnTo>
                  <a:lnTo>
                    <a:pt x="4150324" y="958705"/>
                  </a:lnTo>
                  <a:lnTo>
                    <a:pt x="4220669" y="964729"/>
                  </a:lnTo>
                  <a:lnTo>
                    <a:pt x="4291013" y="970581"/>
                  </a:lnTo>
                  <a:lnTo>
                    <a:pt x="4361358" y="976265"/>
                  </a:lnTo>
                  <a:lnTo>
                    <a:pt x="4431702" y="981786"/>
                  </a:lnTo>
                  <a:lnTo>
                    <a:pt x="4502047" y="987149"/>
                  </a:lnTo>
                  <a:lnTo>
                    <a:pt x="4572391" y="992358"/>
                  </a:lnTo>
                  <a:lnTo>
                    <a:pt x="4642736" y="997418"/>
                  </a:lnTo>
                  <a:lnTo>
                    <a:pt x="4713080" y="1002333"/>
                  </a:lnTo>
                  <a:lnTo>
                    <a:pt x="4783425" y="1007107"/>
                  </a:lnTo>
                  <a:lnTo>
                    <a:pt x="4853769" y="1011744"/>
                  </a:lnTo>
                  <a:lnTo>
                    <a:pt x="4924114" y="1016248"/>
                  </a:lnTo>
                  <a:lnTo>
                    <a:pt x="4994458" y="1020623"/>
                  </a:lnTo>
                  <a:lnTo>
                    <a:pt x="5064803" y="1024873"/>
                  </a:lnTo>
                  <a:lnTo>
                    <a:pt x="5135147" y="1029001"/>
                  </a:lnTo>
                  <a:lnTo>
                    <a:pt x="5205492" y="1033010"/>
                  </a:lnTo>
                  <a:lnTo>
                    <a:pt x="5275836" y="1036905"/>
                  </a:lnTo>
                  <a:lnTo>
                    <a:pt x="5346181" y="1040688"/>
                  </a:lnTo>
                  <a:lnTo>
                    <a:pt x="5416525" y="1044362"/>
                  </a:lnTo>
                  <a:lnTo>
                    <a:pt x="5486870" y="1047932"/>
                  </a:lnTo>
                  <a:lnTo>
                    <a:pt x="5557214" y="1051399"/>
                  </a:lnTo>
                  <a:lnTo>
                    <a:pt x="5627559" y="1054766"/>
                  </a:lnTo>
                  <a:lnTo>
                    <a:pt x="5697903" y="1058037"/>
                  </a:lnTo>
                  <a:lnTo>
                    <a:pt x="5768248" y="1061214"/>
                  </a:lnTo>
                  <a:lnTo>
                    <a:pt x="5838592" y="1064301"/>
                  </a:lnTo>
                  <a:lnTo>
                    <a:pt x="5908937" y="1067298"/>
                  </a:lnTo>
                  <a:lnTo>
                    <a:pt x="5979281" y="1070210"/>
                  </a:lnTo>
                  <a:lnTo>
                    <a:pt x="6049626" y="1073038"/>
                  </a:lnTo>
                  <a:lnTo>
                    <a:pt x="6119970" y="1075786"/>
                  </a:lnTo>
                  <a:lnTo>
                    <a:pt x="6190315" y="1078454"/>
                  </a:lnTo>
                  <a:lnTo>
                    <a:pt x="6260659" y="1081046"/>
                  </a:lnTo>
                  <a:lnTo>
                    <a:pt x="6331004" y="1083564"/>
                  </a:lnTo>
                  <a:lnTo>
                    <a:pt x="6401348" y="1086010"/>
                  </a:lnTo>
                  <a:lnTo>
                    <a:pt x="6471693" y="1088385"/>
                  </a:lnTo>
                  <a:lnTo>
                    <a:pt x="6542037" y="1090692"/>
                  </a:lnTo>
                  <a:lnTo>
                    <a:pt x="6612382" y="1092934"/>
                  </a:lnTo>
                  <a:lnTo>
                    <a:pt x="6682726" y="1095111"/>
                  </a:lnTo>
                  <a:lnTo>
                    <a:pt x="6753071" y="1097225"/>
                  </a:lnTo>
                  <a:lnTo>
                    <a:pt x="6823415" y="1099279"/>
                  </a:lnTo>
                  <a:lnTo>
                    <a:pt x="6893760" y="1101274"/>
                  </a:lnTo>
                  <a:lnTo>
                    <a:pt x="6964104" y="1103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(1.17-1.68), p_Bonf = 0.002 (n = 6)  |  per IQR decline (Δ = 29.9 %): 2.74 (1.59-4.72)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2026-07-22T07:57:16Z</dcterms:modified>
  <cp:category/>
</cp:coreProperties>
</file>