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3744"/>
            </a:xfrm>
            <a:custGeom>
              <a:avLst/>
              <a:pathLst>
                <a:path w="7403783" h="3403744">
                  <a:moveTo>
                    <a:pt x="954313" y="0"/>
                  </a:moveTo>
                  <a:lnTo>
                    <a:pt x="966649" y="25528"/>
                  </a:lnTo>
                  <a:lnTo>
                    <a:pt x="1043281" y="177165"/>
                  </a:lnTo>
                  <a:lnTo>
                    <a:pt x="1119914" y="322153"/>
                  </a:lnTo>
                  <a:lnTo>
                    <a:pt x="1196546" y="460783"/>
                  </a:lnTo>
                  <a:lnTo>
                    <a:pt x="1273179" y="593335"/>
                  </a:lnTo>
                  <a:lnTo>
                    <a:pt x="1349811" y="720074"/>
                  </a:lnTo>
                  <a:lnTo>
                    <a:pt x="1426444" y="841257"/>
                  </a:lnTo>
                  <a:lnTo>
                    <a:pt x="1503076" y="957125"/>
                  </a:lnTo>
                  <a:lnTo>
                    <a:pt x="1579709" y="1067913"/>
                  </a:lnTo>
                  <a:lnTo>
                    <a:pt x="1656342" y="1173843"/>
                  </a:lnTo>
                  <a:lnTo>
                    <a:pt x="1732974" y="1275128"/>
                  </a:lnTo>
                  <a:lnTo>
                    <a:pt x="1809607" y="1371972"/>
                  </a:lnTo>
                  <a:lnTo>
                    <a:pt x="1886239" y="1464570"/>
                  </a:lnTo>
                  <a:lnTo>
                    <a:pt x="1962872" y="1553107"/>
                  </a:lnTo>
                  <a:lnTo>
                    <a:pt x="2039504" y="1637763"/>
                  </a:lnTo>
                  <a:lnTo>
                    <a:pt x="2116137" y="1718706"/>
                  </a:lnTo>
                  <a:lnTo>
                    <a:pt x="2192769" y="1796100"/>
                  </a:lnTo>
                  <a:lnTo>
                    <a:pt x="2269402" y="1870100"/>
                  </a:lnTo>
                  <a:lnTo>
                    <a:pt x="2346034" y="1940856"/>
                  </a:lnTo>
                  <a:lnTo>
                    <a:pt x="2422667" y="2008509"/>
                  </a:lnTo>
                  <a:lnTo>
                    <a:pt x="2499300" y="2073195"/>
                  </a:lnTo>
                  <a:lnTo>
                    <a:pt x="2575932" y="2135045"/>
                  </a:lnTo>
                  <a:lnTo>
                    <a:pt x="2652565" y="2194184"/>
                  </a:lnTo>
                  <a:lnTo>
                    <a:pt x="2729197" y="2250729"/>
                  </a:lnTo>
                  <a:lnTo>
                    <a:pt x="2805830" y="2304794"/>
                  </a:lnTo>
                  <a:lnTo>
                    <a:pt x="2882462" y="2356489"/>
                  </a:lnTo>
                  <a:lnTo>
                    <a:pt x="2959095" y="2405918"/>
                  </a:lnTo>
                  <a:lnTo>
                    <a:pt x="3035727" y="2453179"/>
                  </a:lnTo>
                  <a:lnTo>
                    <a:pt x="3112360" y="2498367"/>
                  </a:lnTo>
                  <a:lnTo>
                    <a:pt x="3188993" y="2541574"/>
                  </a:lnTo>
                  <a:lnTo>
                    <a:pt x="3265625" y="2582887"/>
                  </a:lnTo>
                  <a:lnTo>
                    <a:pt x="3342258" y="2622388"/>
                  </a:lnTo>
                  <a:lnTo>
                    <a:pt x="3418890" y="2656033"/>
                  </a:lnTo>
                  <a:lnTo>
                    <a:pt x="3495523" y="2666989"/>
                  </a:lnTo>
                  <a:lnTo>
                    <a:pt x="3572155" y="2677801"/>
                  </a:lnTo>
                  <a:lnTo>
                    <a:pt x="3648788" y="2688469"/>
                  </a:lnTo>
                  <a:lnTo>
                    <a:pt x="3725420" y="2698996"/>
                  </a:lnTo>
                  <a:lnTo>
                    <a:pt x="3802053" y="2709384"/>
                  </a:lnTo>
                  <a:lnTo>
                    <a:pt x="3878685" y="2719634"/>
                  </a:lnTo>
                  <a:lnTo>
                    <a:pt x="3955318" y="2729749"/>
                  </a:lnTo>
                  <a:lnTo>
                    <a:pt x="4031951" y="2739730"/>
                  </a:lnTo>
                  <a:lnTo>
                    <a:pt x="4108583" y="2749578"/>
                  </a:lnTo>
                  <a:lnTo>
                    <a:pt x="4185216" y="2759297"/>
                  </a:lnTo>
                  <a:lnTo>
                    <a:pt x="4261848" y="2768886"/>
                  </a:lnTo>
                  <a:lnTo>
                    <a:pt x="4338481" y="2778349"/>
                  </a:lnTo>
                  <a:lnTo>
                    <a:pt x="4415113" y="2787686"/>
                  </a:lnTo>
                  <a:lnTo>
                    <a:pt x="4491746" y="2796900"/>
                  </a:lnTo>
                  <a:lnTo>
                    <a:pt x="4568378" y="2805992"/>
                  </a:lnTo>
                  <a:lnTo>
                    <a:pt x="4645011" y="2814963"/>
                  </a:lnTo>
                  <a:lnTo>
                    <a:pt x="4721644" y="2823816"/>
                  </a:lnTo>
                  <a:lnTo>
                    <a:pt x="4798276" y="2832551"/>
                  </a:lnTo>
                  <a:lnTo>
                    <a:pt x="4874909" y="2841171"/>
                  </a:lnTo>
                  <a:lnTo>
                    <a:pt x="4951541" y="2849677"/>
                  </a:lnTo>
                  <a:lnTo>
                    <a:pt x="5028174" y="2858070"/>
                  </a:lnTo>
                  <a:lnTo>
                    <a:pt x="5104806" y="2866352"/>
                  </a:lnTo>
                  <a:lnTo>
                    <a:pt x="5181439" y="2874525"/>
                  </a:lnTo>
                  <a:lnTo>
                    <a:pt x="5258071" y="2882589"/>
                  </a:lnTo>
                  <a:lnTo>
                    <a:pt x="5334704" y="2890547"/>
                  </a:lnTo>
                  <a:lnTo>
                    <a:pt x="5411336" y="2898399"/>
                  </a:lnTo>
                  <a:lnTo>
                    <a:pt x="5487969" y="2906147"/>
                  </a:lnTo>
                  <a:lnTo>
                    <a:pt x="5564602" y="2913793"/>
                  </a:lnTo>
                  <a:lnTo>
                    <a:pt x="5641234" y="2921338"/>
                  </a:lnTo>
                  <a:lnTo>
                    <a:pt x="5717867" y="2928782"/>
                  </a:lnTo>
                  <a:lnTo>
                    <a:pt x="5794499" y="2936128"/>
                  </a:lnTo>
                  <a:lnTo>
                    <a:pt x="5871132" y="2943377"/>
                  </a:lnTo>
                  <a:lnTo>
                    <a:pt x="5947764" y="2950530"/>
                  </a:lnTo>
                  <a:lnTo>
                    <a:pt x="6024397" y="2957588"/>
                  </a:lnTo>
                  <a:lnTo>
                    <a:pt x="6101029" y="2964553"/>
                  </a:lnTo>
                  <a:lnTo>
                    <a:pt x="6177662" y="2971426"/>
                  </a:lnTo>
                  <a:lnTo>
                    <a:pt x="6254294" y="2978207"/>
                  </a:lnTo>
                  <a:lnTo>
                    <a:pt x="6330927" y="2984899"/>
                  </a:lnTo>
                  <a:lnTo>
                    <a:pt x="6407560" y="2991502"/>
                  </a:lnTo>
                  <a:lnTo>
                    <a:pt x="6484192" y="2998018"/>
                  </a:lnTo>
                  <a:lnTo>
                    <a:pt x="6560825" y="3004448"/>
                  </a:lnTo>
                  <a:lnTo>
                    <a:pt x="6637457" y="3010792"/>
                  </a:lnTo>
                  <a:lnTo>
                    <a:pt x="6714090" y="3017053"/>
                  </a:lnTo>
                  <a:lnTo>
                    <a:pt x="6790722" y="3023230"/>
                  </a:lnTo>
                  <a:lnTo>
                    <a:pt x="6867355" y="3029326"/>
                  </a:lnTo>
                  <a:lnTo>
                    <a:pt x="6943987" y="3035341"/>
                  </a:lnTo>
                  <a:lnTo>
                    <a:pt x="7020620" y="3041277"/>
                  </a:lnTo>
                  <a:lnTo>
                    <a:pt x="7097253" y="3047134"/>
                  </a:lnTo>
                  <a:lnTo>
                    <a:pt x="7173885" y="3052914"/>
                  </a:lnTo>
                  <a:lnTo>
                    <a:pt x="7250518" y="3058616"/>
                  </a:lnTo>
                  <a:lnTo>
                    <a:pt x="7327150" y="3064244"/>
                  </a:lnTo>
                  <a:lnTo>
                    <a:pt x="7403783" y="3069797"/>
                  </a:lnTo>
                  <a:lnTo>
                    <a:pt x="7403783" y="3403744"/>
                  </a:lnTo>
                  <a:lnTo>
                    <a:pt x="7327150" y="3400075"/>
                  </a:lnTo>
                  <a:lnTo>
                    <a:pt x="7250518" y="3396238"/>
                  </a:lnTo>
                  <a:lnTo>
                    <a:pt x="7173885" y="3392225"/>
                  </a:lnTo>
                  <a:lnTo>
                    <a:pt x="7097253" y="3388027"/>
                  </a:lnTo>
                  <a:lnTo>
                    <a:pt x="7020620" y="3383638"/>
                  </a:lnTo>
                  <a:lnTo>
                    <a:pt x="6943987" y="3379047"/>
                  </a:lnTo>
                  <a:lnTo>
                    <a:pt x="6867355" y="3374246"/>
                  </a:lnTo>
                  <a:lnTo>
                    <a:pt x="6790722" y="3369224"/>
                  </a:lnTo>
                  <a:lnTo>
                    <a:pt x="6714090" y="3363972"/>
                  </a:lnTo>
                  <a:lnTo>
                    <a:pt x="6637457" y="3358479"/>
                  </a:lnTo>
                  <a:lnTo>
                    <a:pt x="6560825" y="3352735"/>
                  </a:lnTo>
                  <a:lnTo>
                    <a:pt x="6484192" y="3346727"/>
                  </a:lnTo>
                  <a:lnTo>
                    <a:pt x="6407560" y="3340443"/>
                  </a:lnTo>
                  <a:lnTo>
                    <a:pt x="6330927" y="3333871"/>
                  </a:lnTo>
                  <a:lnTo>
                    <a:pt x="6254294" y="3326998"/>
                  </a:lnTo>
                  <a:lnTo>
                    <a:pt x="6177662" y="3319810"/>
                  </a:lnTo>
                  <a:lnTo>
                    <a:pt x="6101029" y="3312292"/>
                  </a:lnTo>
                  <a:lnTo>
                    <a:pt x="6024397" y="3304429"/>
                  </a:lnTo>
                  <a:lnTo>
                    <a:pt x="5947764" y="3296206"/>
                  </a:lnTo>
                  <a:lnTo>
                    <a:pt x="5871132" y="3287605"/>
                  </a:lnTo>
                  <a:lnTo>
                    <a:pt x="5794499" y="3278610"/>
                  </a:lnTo>
                  <a:lnTo>
                    <a:pt x="5717867" y="3269203"/>
                  </a:lnTo>
                  <a:lnTo>
                    <a:pt x="5641234" y="3259364"/>
                  </a:lnTo>
                  <a:lnTo>
                    <a:pt x="5564602" y="3249074"/>
                  </a:lnTo>
                  <a:lnTo>
                    <a:pt x="5487969" y="3238312"/>
                  </a:lnTo>
                  <a:lnTo>
                    <a:pt x="5411336" y="3227057"/>
                  </a:lnTo>
                  <a:lnTo>
                    <a:pt x="5334704" y="3215285"/>
                  </a:lnTo>
                  <a:lnTo>
                    <a:pt x="5258071" y="3202974"/>
                  </a:lnTo>
                  <a:lnTo>
                    <a:pt x="5181439" y="3190098"/>
                  </a:lnTo>
                  <a:lnTo>
                    <a:pt x="5104806" y="3176632"/>
                  </a:lnTo>
                  <a:lnTo>
                    <a:pt x="5028174" y="3162548"/>
                  </a:lnTo>
                  <a:lnTo>
                    <a:pt x="4951541" y="3147818"/>
                  </a:lnTo>
                  <a:lnTo>
                    <a:pt x="4874909" y="3132412"/>
                  </a:lnTo>
                  <a:lnTo>
                    <a:pt x="4798276" y="3116300"/>
                  </a:lnTo>
                  <a:lnTo>
                    <a:pt x="4721644" y="3099450"/>
                  </a:lnTo>
                  <a:lnTo>
                    <a:pt x="4645011" y="3081826"/>
                  </a:lnTo>
                  <a:lnTo>
                    <a:pt x="4568378" y="3063395"/>
                  </a:lnTo>
                  <a:lnTo>
                    <a:pt x="4491746" y="3044118"/>
                  </a:lnTo>
                  <a:lnTo>
                    <a:pt x="4415113" y="3023957"/>
                  </a:lnTo>
                  <a:lnTo>
                    <a:pt x="4338481" y="3002871"/>
                  </a:lnTo>
                  <a:lnTo>
                    <a:pt x="4261848" y="2980819"/>
                  </a:lnTo>
                  <a:lnTo>
                    <a:pt x="4185216" y="2957755"/>
                  </a:lnTo>
                  <a:lnTo>
                    <a:pt x="4108583" y="2933633"/>
                  </a:lnTo>
                  <a:lnTo>
                    <a:pt x="4031951" y="2908405"/>
                  </a:lnTo>
                  <a:lnTo>
                    <a:pt x="3955318" y="2882021"/>
                  </a:lnTo>
                  <a:lnTo>
                    <a:pt x="3878685" y="2854426"/>
                  </a:lnTo>
                  <a:lnTo>
                    <a:pt x="3802053" y="2825566"/>
                  </a:lnTo>
                  <a:lnTo>
                    <a:pt x="3725420" y="2795383"/>
                  </a:lnTo>
                  <a:lnTo>
                    <a:pt x="3648788" y="2763815"/>
                  </a:lnTo>
                  <a:lnTo>
                    <a:pt x="3572155" y="2730800"/>
                  </a:lnTo>
                  <a:lnTo>
                    <a:pt x="3495523" y="2696270"/>
                  </a:lnTo>
                  <a:lnTo>
                    <a:pt x="3418890" y="2660157"/>
                  </a:lnTo>
                  <a:lnTo>
                    <a:pt x="3342258" y="2644930"/>
                  </a:lnTo>
                  <a:lnTo>
                    <a:pt x="3265625" y="2633677"/>
                  </a:lnTo>
                  <a:lnTo>
                    <a:pt x="3188993" y="2622274"/>
                  </a:lnTo>
                  <a:lnTo>
                    <a:pt x="3112360" y="2610717"/>
                  </a:lnTo>
                  <a:lnTo>
                    <a:pt x="3035727" y="2599006"/>
                  </a:lnTo>
                  <a:lnTo>
                    <a:pt x="2959095" y="2587138"/>
                  </a:lnTo>
                  <a:lnTo>
                    <a:pt x="2882462" y="2575110"/>
                  </a:lnTo>
                  <a:lnTo>
                    <a:pt x="2805830" y="2562921"/>
                  </a:lnTo>
                  <a:lnTo>
                    <a:pt x="2729197" y="2550568"/>
                  </a:lnTo>
                  <a:lnTo>
                    <a:pt x="2652565" y="2538050"/>
                  </a:lnTo>
                  <a:lnTo>
                    <a:pt x="2575932" y="2525364"/>
                  </a:lnTo>
                  <a:lnTo>
                    <a:pt x="2499300" y="2512508"/>
                  </a:lnTo>
                  <a:lnTo>
                    <a:pt x="2422667" y="2499479"/>
                  </a:lnTo>
                  <a:lnTo>
                    <a:pt x="2346034" y="2486275"/>
                  </a:lnTo>
                  <a:lnTo>
                    <a:pt x="2269402" y="2472895"/>
                  </a:lnTo>
                  <a:lnTo>
                    <a:pt x="2192769" y="2459334"/>
                  </a:lnTo>
                  <a:lnTo>
                    <a:pt x="2116137" y="2445592"/>
                  </a:lnTo>
                  <a:lnTo>
                    <a:pt x="2039504" y="2431666"/>
                  </a:lnTo>
                  <a:lnTo>
                    <a:pt x="1962872" y="2417553"/>
                  </a:lnTo>
                  <a:lnTo>
                    <a:pt x="1886239" y="2403250"/>
                  </a:lnTo>
                  <a:lnTo>
                    <a:pt x="1809607" y="2388756"/>
                  </a:lnTo>
                  <a:lnTo>
                    <a:pt x="1732974" y="2374067"/>
                  </a:lnTo>
                  <a:lnTo>
                    <a:pt x="1656342" y="2359181"/>
                  </a:lnTo>
                  <a:lnTo>
                    <a:pt x="1579709" y="2344095"/>
                  </a:lnTo>
                  <a:lnTo>
                    <a:pt x="1503076" y="2328807"/>
                  </a:lnTo>
                  <a:lnTo>
                    <a:pt x="1426444" y="2313314"/>
                  </a:lnTo>
                  <a:lnTo>
                    <a:pt x="1349811" y="2297613"/>
                  </a:lnTo>
                  <a:lnTo>
                    <a:pt x="1273179" y="2281702"/>
                  </a:lnTo>
                  <a:lnTo>
                    <a:pt x="1196546" y="2265577"/>
                  </a:lnTo>
                  <a:lnTo>
                    <a:pt x="1119914" y="2249235"/>
                  </a:lnTo>
                  <a:lnTo>
                    <a:pt x="1043281" y="2232675"/>
                  </a:lnTo>
                  <a:lnTo>
                    <a:pt x="966649" y="2215892"/>
                  </a:lnTo>
                  <a:lnTo>
                    <a:pt x="890016" y="2198884"/>
                  </a:lnTo>
                  <a:lnTo>
                    <a:pt x="813384" y="2181648"/>
                  </a:lnTo>
                  <a:lnTo>
                    <a:pt x="736751" y="2164181"/>
                  </a:lnTo>
                  <a:lnTo>
                    <a:pt x="660118" y="2146480"/>
                  </a:lnTo>
                  <a:lnTo>
                    <a:pt x="583486" y="2128541"/>
                  </a:lnTo>
                  <a:lnTo>
                    <a:pt x="506853" y="2110361"/>
                  </a:lnTo>
                  <a:lnTo>
                    <a:pt x="430221" y="2091938"/>
                  </a:lnTo>
                  <a:lnTo>
                    <a:pt x="353588" y="2073267"/>
                  </a:lnTo>
                  <a:lnTo>
                    <a:pt x="276956" y="2054346"/>
                  </a:lnTo>
                  <a:lnTo>
                    <a:pt x="200323" y="2035171"/>
                  </a:lnTo>
                  <a:lnTo>
                    <a:pt x="123691" y="2015739"/>
                  </a:lnTo>
                  <a:lnTo>
                    <a:pt x="47058" y="1996047"/>
                  </a:lnTo>
                  <a:lnTo>
                    <a:pt x="0" y="1983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71831" y="2073503"/>
              <a:ext cx="6449469" cy="3069797"/>
            </a:xfrm>
            <a:custGeom>
              <a:avLst/>
              <a:pathLst>
                <a:path w="6449469" h="3069797">
                  <a:moveTo>
                    <a:pt x="0" y="0"/>
                  </a:moveTo>
                  <a:lnTo>
                    <a:pt x="12335" y="25528"/>
                  </a:lnTo>
                  <a:lnTo>
                    <a:pt x="88968" y="177165"/>
                  </a:lnTo>
                  <a:lnTo>
                    <a:pt x="165600" y="322153"/>
                  </a:lnTo>
                  <a:lnTo>
                    <a:pt x="242233" y="460783"/>
                  </a:lnTo>
                  <a:lnTo>
                    <a:pt x="318865" y="593335"/>
                  </a:lnTo>
                  <a:lnTo>
                    <a:pt x="395498" y="720074"/>
                  </a:lnTo>
                  <a:lnTo>
                    <a:pt x="472130" y="841257"/>
                  </a:lnTo>
                  <a:lnTo>
                    <a:pt x="548763" y="957125"/>
                  </a:lnTo>
                  <a:lnTo>
                    <a:pt x="625396" y="1067913"/>
                  </a:lnTo>
                  <a:lnTo>
                    <a:pt x="702028" y="1173843"/>
                  </a:lnTo>
                  <a:lnTo>
                    <a:pt x="778661" y="1275128"/>
                  </a:lnTo>
                  <a:lnTo>
                    <a:pt x="855293" y="1371972"/>
                  </a:lnTo>
                  <a:lnTo>
                    <a:pt x="931926" y="1464570"/>
                  </a:lnTo>
                  <a:lnTo>
                    <a:pt x="1008558" y="1553107"/>
                  </a:lnTo>
                  <a:lnTo>
                    <a:pt x="1085191" y="1637763"/>
                  </a:lnTo>
                  <a:lnTo>
                    <a:pt x="1161823" y="1718706"/>
                  </a:lnTo>
                  <a:lnTo>
                    <a:pt x="1238456" y="1796100"/>
                  </a:lnTo>
                  <a:lnTo>
                    <a:pt x="1315088" y="1870100"/>
                  </a:lnTo>
                  <a:lnTo>
                    <a:pt x="1391721" y="1940856"/>
                  </a:lnTo>
                  <a:lnTo>
                    <a:pt x="1468354" y="2008509"/>
                  </a:lnTo>
                  <a:lnTo>
                    <a:pt x="1544986" y="2073195"/>
                  </a:lnTo>
                  <a:lnTo>
                    <a:pt x="1621619" y="2135045"/>
                  </a:lnTo>
                  <a:lnTo>
                    <a:pt x="1698251" y="2194184"/>
                  </a:lnTo>
                  <a:lnTo>
                    <a:pt x="1774884" y="2250729"/>
                  </a:lnTo>
                  <a:lnTo>
                    <a:pt x="1851516" y="2304794"/>
                  </a:lnTo>
                  <a:lnTo>
                    <a:pt x="1928149" y="2356489"/>
                  </a:lnTo>
                  <a:lnTo>
                    <a:pt x="2004781" y="2405918"/>
                  </a:lnTo>
                  <a:lnTo>
                    <a:pt x="2081414" y="2453179"/>
                  </a:lnTo>
                  <a:lnTo>
                    <a:pt x="2158047" y="2498367"/>
                  </a:lnTo>
                  <a:lnTo>
                    <a:pt x="2234679" y="2541574"/>
                  </a:lnTo>
                  <a:lnTo>
                    <a:pt x="2311312" y="2582887"/>
                  </a:lnTo>
                  <a:lnTo>
                    <a:pt x="2387944" y="2622388"/>
                  </a:lnTo>
                  <a:lnTo>
                    <a:pt x="2464577" y="2656033"/>
                  </a:lnTo>
                  <a:lnTo>
                    <a:pt x="2541209" y="2666989"/>
                  </a:lnTo>
                  <a:lnTo>
                    <a:pt x="2617842" y="2677801"/>
                  </a:lnTo>
                  <a:lnTo>
                    <a:pt x="2694474" y="2688469"/>
                  </a:lnTo>
                  <a:lnTo>
                    <a:pt x="2771107" y="2698996"/>
                  </a:lnTo>
                  <a:lnTo>
                    <a:pt x="2847739" y="2709384"/>
                  </a:lnTo>
                  <a:lnTo>
                    <a:pt x="2924372" y="2719634"/>
                  </a:lnTo>
                  <a:lnTo>
                    <a:pt x="3001005" y="2729749"/>
                  </a:lnTo>
                  <a:lnTo>
                    <a:pt x="3077637" y="2739730"/>
                  </a:lnTo>
                  <a:lnTo>
                    <a:pt x="3154270" y="2749578"/>
                  </a:lnTo>
                  <a:lnTo>
                    <a:pt x="3230902" y="2759297"/>
                  </a:lnTo>
                  <a:lnTo>
                    <a:pt x="3307535" y="2768886"/>
                  </a:lnTo>
                  <a:lnTo>
                    <a:pt x="3384167" y="2778349"/>
                  </a:lnTo>
                  <a:lnTo>
                    <a:pt x="3460800" y="2787686"/>
                  </a:lnTo>
                  <a:lnTo>
                    <a:pt x="3537432" y="2796900"/>
                  </a:lnTo>
                  <a:lnTo>
                    <a:pt x="3614065" y="2805992"/>
                  </a:lnTo>
                  <a:lnTo>
                    <a:pt x="3690698" y="2814963"/>
                  </a:lnTo>
                  <a:lnTo>
                    <a:pt x="3767330" y="2823816"/>
                  </a:lnTo>
                  <a:lnTo>
                    <a:pt x="3843963" y="2832551"/>
                  </a:lnTo>
                  <a:lnTo>
                    <a:pt x="3920595" y="2841171"/>
                  </a:lnTo>
                  <a:lnTo>
                    <a:pt x="3997228" y="2849677"/>
                  </a:lnTo>
                  <a:lnTo>
                    <a:pt x="4073860" y="2858070"/>
                  </a:lnTo>
                  <a:lnTo>
                    <a:pt x="4150493" y="2866352"/>
                  </a:lnTo>
                  <a:lnTo>
                    <a:pt x="4227125" y="2874525"/>
                  </a:lnTo>
                  <a:lnTo>
                    <a:pt x="4303758" y="2882589"/>
                  </a:lnTo>
                  <a:lnTo>
                    <a:pt x="4380390" y="2890547"/>
                  </a:lnTo>
                  <a:lnTo>
                    <a:pt x="4457023" y="2898399"/>
                  </a:lnTo>
                  <a:lnTo>
                    <a:pt x="4533656" y="2906147"/>
                  </a:lnTo>
                  <a:lnTo>
                    <a:pt x="4610288" y="2913793"/>
                  </a:lnTo>
                  <a:lnTo>
                    <a:pt x="4686921" y="2921338"/>
                  </a:lnTo>
                  <a:lnTo>
                    <a:pt x="4763553" y="2928782"/>
                  </a:lnTo>
                  <a:lnTo>
                    <a:pt x="4840186" y="2936128"/>
                  </a:lnTo>
                  <a:lnTo>
                    <a:pt x="4916818" y="2943377"/>
                  </a:lnTo>
                  <a:lnTo>
                    <a:pt x="4993451" y="2950530"/>
                  </a:lnTo>
                  <a:lnTo>
                    <a:pt x="5070083" y="2957588"/>
                  </a:lnTo>
                  <a:lnTo>
                    <a:pt x="5146716" y="2964553"/>
                  </a:lnTo>
                  <a:lnTo>
                    <a:pt x="5223348" y="2971426"/>
                  </a:lnTo>
                  <a:lnTo>
                    <a:pt x="5299981" y="2978207"/>
                  </a:lnTo>
                  <a:lnTo>
                    <a:pt x="5376614" y="2984899"/>
                  </a:lnTo>
                  <a:lnTo>
                    <a:pt x="5453246" y="2991502"/>
                  </a:lnTo>
                  <a:lnTo>
                    <a:pt x="5529879" y="2998018"/>
                  </a:lnTo>
                  <a:lnTo>
                    <a:pt x="5606511" y="3004448"/>
                  </a:lnTo>
                  <a:lnTo>
                    <a:pt x="5683144" y="3010792"/>
                  </a:lnTo>
                  <a:lnTo>
                    <a:pt x="5759776" y="3017053"/>
                  </a:lnTo>
                  <a:lnTo>
                    <a:pt x="5836409" y="3023230"/>
                  </a:lnTo>
                  <a:lnTo>
                    <a:pt x="5913041" y="3029326"/>
                  </a:lnTo>
                  <a:lnTo>
                    <a:pt x="5989674" y="3035341"/>
                  </a:lnTo>
                  <a:lnTo>
                    <a:pt x="6066307" y="3041277"/>
                  </a:lnTo>
                  <a:lnTo>
                    <a:pt x="6142939" y="3047134"/>
                  </a:lnTo>
                  <a:lnTo>
                    <a:pt x="6219572" y="3052914"/>
                  </a:lnTo>
                  <a:lnTo>
                    <a:pt x="6296204" y="3058616"/>
                  </a:lnTo>
                  <a:lnTo>
                    <a:pt x="6372837" y="3064244"/>
                  </a:lnTo>
                  <a:lnTo>
                    <a:pt x="6449469" y="3069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57294"/>
              <a:ext cx="7403783" cy="1419952"/>
            </a:xfrm>
            <a:custGeom>
              <a:avLst/>
              <a:pathLst>
                <a:path w="7403783" h="1419952">
                  <a:moveTo>
                    <a:pt x="7403783" y="1419952"/>
                  </a:moveTo>
                  <a:lnTo>
                    <a:pt x="7327150" y="1416283"/>
                  </a:lnTo>
                  <a:lnTo>
                    <a:pt x="7250518" y="1412446"/>
                  </a:lnTo>
                  <a:lnTo>
                    <a:pt x="7173885" y="1408433"/>
                  </a:lnTo>
                  <a:lnTo>
                    <a:pt x="7097253" y="1404236"/>
                  </a:lnTo>
                  <a:lnTo>
                    <a:pt x="7020620" y="1399846"/>
                  </a:lnTo>
                  <a:lnTo>
                    <a:pt x="6943987" y="1395255"/>
                  </a:lnTo>
                  <a:lnTo>
                    <a:pt x="6867355" y="1390454"/>
                  </a:lnTo>
                  <a:lnTo>
                    <a:pt x="6790722" y="1385432"/>
                  </a:lnTo>
                  <a:lnTo>
                    <a:pt x="6714090" y="1380180"/>
                  </a:lnTo>
                  <a:lnTo>
                    <a:pt x="6637457" y="1374687"/>
                  </a:lnTo>
                  <a:lnTo>
                    <a:pt x="6560825" y="1368943"/>
                  </a:lnTo>
                  <a:lnTo>
                    <a:pt x="6484192" y="1362935"/>
                  </a:lnTo>
                  <a:lnTo>
                    <a:pt x="6407560" y="1356651"/>
                  </a:lnTo>
                  <a:lnTo>
                    <a:pt x="6330927" y="1350079"/>
                  </a:lnTo>
                  <a:lnTo>
                    <a:pt x="6254294" y="1343206"/>
                  </a:lnTo>
                  <a:lnTo>
                    <a:pt x="6177662" y="1336018"/>
                  </a:lnTo>
                  <a:lnTo>
                    <a:pt x="6101029" y="1328500"/>
                  </a:lnTo>
                  <a:lnTo>
                    <a:pt x="6024397" y="1320637"/>
                  </a:lnTo>
                  <a:lnTo>
                    <a:pt x="5947764" y="1312414"/>
                  </a:lnTo>
                  <a:lnTo>
                    <a:pt x="5871132" y="1303813"/>
                  </a:lnTo>
                  <a:lnTo>
                    <a:pt x="5794499" y="1294818"/>
                  </a:lnTo>
                  <a:lnTo>
                    <a:pt x="5717867" y="1285411"/>
                  </a:lnTo>
                  <a:lnTo>
                    <a:pt x="5641234" y="1275572"/>
                  </a:lnTo>
                  <a:lnTo>
                    <a:pt x="5564602" y="1265282"/>
                  </a:lnTo>
                  <a:lnTo>
                    <a:pt x="5487969" y="1254520"/>
                  </a:lnTo>
                  <a:lnTo>
                    <a:pt x="5411336" y="1243265"/>
                  </a:lnTo>
                  <a:lnTo>
                    <a:pt x="5334704" y="1231493"/>
                  </a:lnTo>
                  <a:lnTo>
                    <a:pt x="5258071" y="1219182"/>
                  </a:lnTo>
                  <a:lnTo>
                    <a:pt x="5181439" y="1206306"/>
                  </a:lnTo>
                  <a:lnTo>
                    <a:pt x="5104806" y="1192840"/>
                  </a:lnTo>
                  <a:lnTo>
                    <a:pt x="5028174" y="1178756"/>
                  </a:lnTo>
                  <a:lnTo>
                    <a:pt x="4951541" y="1164026"/>
                  </a:lnTo>
                  <a:lnTo>
                    <a:pt x="4874909" y="1148620"/>
                  </a:lnTo>
                  <a:lnTo>
                    <a:pt x="4798276" y="1132509"/>
                  </a:lnTo>
                  <a:lnTo>
                    <a:pt x="4721644" y="1115658"/>
                  </a:lnTo>
                  <a:lnTo>
                    <a:pt x="4645011" y="1098034"/>
                  </a:lnTo>
                  <a:lnTo>
                    <a:pt x="4568378" y="1079603"/>
                  </a:lnTo>
                  <a:lnTo>
                    <a:pt x="4491746" y="1060326"/>
                  </a:lnTo>
                  <a:lnTo>
                    <a:pt x="4415113" y="1040165"/>
                  </a:lnTo>
                  <a:lnTo>
                    <a:pt x="4338481" y="1019079"/>
                  </a:lnTo>
                  <a:lnTo>
                    <a:pt x="4261848" y="997027"/>
                  </a:lnTo>
                  <a:lnTo>
                    <a:pt x="4185216" y="973963"/>
                  </a:lnTo>
                  <a:lnTo>
                    <a:pt x="4108583" y="949841"/>
                  </a:lnTo>
                  <a:lnTo>
                    <a:pt x="4031951" y="924614"/>
                  </a:lnTo>
                  <a:lnTo>
                    <a:pt x="3955318" y="898229"/>
                  </a:lnTo>
                  <a:lnTo>
                    <a:pt x="3878685" y="870634"/>
                  </a:lnTo>
                  <a:lnTo>
                    <a:pt x="3802053" y="841774"/>
                  </a:lnTo>
                  <a:lnTo>
                    <a:pt x="3725420" y="811591"/>
                  </a:lnTo>
                  <a:lnTo>
                    <a:pt x="3648788" y="780023"/>
                  </a:lnTo>
                  <a:lnTo>
                    <a:pt x="3572155" y="747008"/>
                  </a:lnTo>
                  <a:lnTo>
                    <a:pt x="3495523" y="712478"/>
                  </a:lnTo>
                  <a:lnTo>
                    <a:pt x="3418890" y="676365"/>
                  </a:lnTo>
                  <a:lnTo>
                    <a:pt x="3342258" y="661138"/>
                  </a:lnTo>
                  <a:lnTo>
                    <a:pt x="3265625" y="649885"/>
                  </a:lnTo>
                  <a:lnTo>
                    <a:pt x="3188993" y="638482"/>
                  </a:lnTo>
                  <a:lnTo>
                    <a:pt x="3112360" y="626926"/>
                  </a:lnTo>
                  <a:lnTo>
                    <a:pt x="3035727" y="615214"/>
                  </a:lnTo>
                  <a:lnTo>
                    <a:pt x="2959095" y="603346"/>
                  </a:lnTo>
                  <a:lnTo>
                    <a:pt x="2882462" y="591318"/>
                  </a:lnTo>
                  <a:lnTo>
                    <a:pt x="2805830" y="579129"/>
                  </a:lnTo>
                  <a:lnTo>
                    <a:pt x="2729197" y="566776"/>
                  </a:lnTo>
                  <a:lnTo>
                    <a:pt x="2652565" y="554258"/>
                  </a:lnTo>
                  <a:lnTo>
                    <a:pt x="2575932" y="541572"/>
                  </a:lnTo>
                  <a:lnTo>
                    <a:pt x="2499300" y="528716"/>
                  </a:lnTo>
                  <a:lnTo>
                    <a:pt x="2422667" y="515687"/>
                  </a:lnTo>
                  <a:lnTo>
                    <a:pt x="2346034" y="502483"/>
                  </a:lnTo>
                  <a:lnTo>
                    <a:pt x="2269402" y="489103"/>
                  </a:lnTo>
                  <a:lnTo>
                    <a:pt x="2192769" y="475542"/>
                  </a:lnTo>
                  <a:lnTo>
                    <a:pt x="2116137" y="461800"/>
                  </a:lnTo>
                  <a:lnTo>
                    <a:pt x="2039504" y="447874"/>
                  </a:lnTo>
                  <a:lnTo>
                    <a:pt x="1962872" y="433761"/>
                  </a:lnTo>
                  <a:lnTo>
                    <a:pt x="1886239" y="419458"/>
                  </a:lnTo>
                  <a:lnTo>
                    <a:pt x="1809607" y="404964"/>
                  </a:lnTo>
                  <a:lnTo>
                    <a:pt x="1732974" y="390275"/>
                  </a:lnTo>
                  <a:lnTo>
                    <a:pt x="1656342" y="375389"/>
                  </a:lnTo>
                  <a:lnTo>
                    <a:pt x="1579709" y="360303"/>
                  </a:lnTo>
                  <a:lnTo>
                    <a:pt x="1503076" y="345015"/>
                  </a:lnTo>
                  <a:lnTo>
                    <a:pt x="1426444" y="329522"/>
                  </a:lnTo>
                  <a:lnTo>
                    <a:pt x="1349811" y="313821"/>
                  </a:lnTo>
                  <a:lnTo>
                    <a:pt x="1273179" y="297910"/>
                  </a:lnTo>
                  <a:lnTo>
                    <a:pt x="1196546" y="281785"/>
                  </a:lnTo>
                  <a:lnTo>
                    <a:pt x="1119914" y="265443"/>
                  </a:lnTo>
                  <a:lnTo>
                    <a:pt x="1043281" y="248883"/>
                  </a:lnTo>
                  <a:lnTo>
                    <a:pt x="966649" y="232100"/>
                  </a:lnTo>
                  <a:lnTo>
                    <a:pt x="890016" y="215092"/>
                  </a:lnTo>
                  <a:lnTo>
                    <a:pt x="813384" y="197857"/>
                  </a:lnTo>
                  <a:lnTo>
                    <a:pt x="736751" y="180389"/>
                  </a:lnTo>
                  <a:lnTo>
                    <a:pt x="660118" y="162688"/>
                  </a:lnTo>
                  <a:lnTo>
                    <a:pt x="583486" y="144749"/>
                  </a:lnTo>
                  <a:lnTo>
                    <a:pt x="506853" y="126569"/>
                  </a:lnTo>
                  <a:lnTo>
                    <a:pt x="430221" y="108146"/>
                  </a:lnTo>
                  <a:lnTo>
                    <a:pt x="353588" y="89475"/>
                  </a:lnTo>
                  <a:lnTo>
                    <a:pt x="276956" y="70554"/>
                  </a:lnTo>
                  <a:lnTo>
                    <a:pt x="200323" y="51379"/>
                  </a:lnTo>
                  <a:lnTo>
                    <a:pt x="123691" y="31947"/>
                  </a:lnTo>
                  <a:lnTo>
                    <a:pt x="47058" y="122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5056"/>
              <a:ext cx="7403783" cy="2840212"/>
            </a:xfrm>
            <a:custGeom>
              <a:avLst/>
              <a:pathLst>
                <a:path w="7403783" h="2840212">
                  <a:moveTo>
                    <a:pt x="0" y="0"/>
                  </a:moveTo>
                  <a:lnTo>
                    <a:pt x="47058" y="53790"/>
                  </a:lnTo>
                  <a:lnTo>
                    <a:pt x="123691" y="138874"/>
                  </a:lnTo>
                  <a:lnTo>
                    <a:pt x="200323" y="221519"/>
                  </a:lnTo>
                  <a:lnTo>
                    <a:pt x="276956" y="301795"/>
                  </a:lnTo>
                  <a:lnTo>
                    <a:pt x="353588" y="379771"/>
                  </a:lnTo>
                  <a:lnTo>
                    <a:pt x="430221" y="455511"/>
                  </a:lnTo>
                  <a:lnTo>
                    <a:pt x="506853" y="529081"/>
                  </a:lnTo>
                  <a:lnTo>
                    <a:pt x="583486" y="600541"/>
                  </a:lnTo>
                  <a:lnTo>
                    <a:pt x="660118" y="669954"/>
                  </a:lnTo>
                  <a:lnTo>
                    <a:pt x="736751" y="737376"/>
                  </a:lnTo>
                  <a:lnTo>
                    <a:pt x="813384" y="802867"/>
                  </a:lnTo>
                  <a:lnTo>
                    <a:pt x="890016" y="866480"/>
                  </a:lnTo>
                  <a:lnTo>
                    <a:pt x="966649" y="928269"/>
                  </a:lnTo>
                  <a:lnTo>
                    <a:pt x="1043281" y="988288"/>
                  </a:lnTo>
                  <a:lnTo>
                    <a:pt x="1119914" y="1046586"/>
                  </a:lnTo>
                  <a:lnTo>
                    <a:pt x="1196546" y="1103214"/>
                  </a:lnTo>
                  <a:lnTo>
                    <a:pt x="1273179" y="1158218"/>
                  </a:lnTo>
                  <a:lnTo>
                    <a:pt x="1349811" y="1211645"/>
                  </a:lnTo>
                  <a:lnTo>
                    <a:pt x="1426444" y="1263542"/>
                  </a:lnTo>
                  <a:lnTo>
                    <a:pt x="1503076" y="1313950"/>
                  </a:lnTo>
                  <a:lnTo>
                    <a:pt x="1579709" y="1362914"/>
                  </a:lnTo>
                  <a:lnTo>
                    <a:pt x="1656342" y="1410474"/>
                  </a:lnTo>
                  <a:lnTo>
                    <a:pt x="1732974" y="1456671"/>
                  </a:lnTo>
                  <a:lnTo>
                    <a:pt x="1809607" y="1501544"/>
                  </a:lnTo>
                  <a:lnTo>
                    <a:pt x="1886239" y="1545131"/>
                  </a:lnTo>
                  <a:lnTo>
                    <a:pt x="1962872" y="1587468"/>
                  </a:lnTo>
                  <a:lnTo>
                    <a:pt x="2039504" y="1628592"/>
                  </a:lnTo>
                  <a:lnTo>
                    <a:pt x="2116137" y="1668537"/>
                  </a:lnTo>
                  <a:lnTo>
                    <a:pt x="2192769" y="1707337"/>
                  </a:lnTo>
                  <a:lnTo>
                    <a:pt x="2269402" y="1745025"/>
                  </a:lnTo>
                  <a:lnTo>
                    <a:pt x="2346034" y="1781633"/>
                  </a:lnTo>
                  <a:lnTo>
                    <a:pt x="2422667" y="1817192"/>
                  </a:lnTo>
                  <a:lnTo>
                    <a:pt x="2499300" y="1851731"/>
                  </a:lnTo>
                  <a:lnTo>
                    <a:pt x="2575932" y="1885280"/>
                  </a:lnTo>
                  <a:lnTo>
                    <a:pt x="2652565" y="1917868"/>
                  </a:lnTo>
                  <a:lnTo>
                    <a:pt x="2729197" y="1949521"/>
                  </a:lnTo>
                  <a:lnTo>
                    <a:pt x="2805830" y="1980268"/>
                  </a:lnTo>
                  <a:lnTo>
                    <a:pt x="2882462" y="2010133"/>
                  </a:lnTo>
                  <a:lnTo>
                    <a:pt x="2959095" y="2039141"/>
                  </a:lnTo>
                  <a:lnTo>
                    <a:pt x="3035727" y="2067319"/>
                  </a:lnTo>
                  <a:lnTo>
                    <a:pt x="3112360" y="2094689"/>
                  </a:lnTo>
                  <a:lnTo>
                    <a:pt x="3188993" y="2121274"/>
                  </a:lnTo>
                  <a:lnTo>
                    <a:pt x="3265625" y="2147097"/>
                  </a:lnTo>
                  <a:lnTo>
                    <a:pt x="3342258" y="2172180"/>
                  </a:lnTo>
                  <a:lnTo>
                    <a:pt x="3418890" y="2196544"/>
                  </a:lnTo>
                  <a:lnTo>
                    <a:pt x="3495523" y="2220210"/>
                  </a:lnTo>
                  <a:lnTo>
                    <a:pt x="3572155" y="2243198"/>
                  </a:lnTo>
                  <a:lnTo>
                    <a:pt x="3648788" y="2265526"/>
                  </a:lnTo>
                  <a:lnTo>
                    <a:pt x="3725420" y="2287215"/>
                  </a:lnTo>
                  <a:lnTo>
                    <a:pt x="3802053" y="2308282"/>
                  </a:lnTo>
                  <a:lnTo>
                    <a:pt x="3878685" y="2328745"/>
                  </a:lnTo>
                  <a:lnTo>
                    <a:pt x="3955318" y="2348621"/>
                  </a:lnTo>
                  <a:lnTo>
                    <a:pt x="4031951" y="2367928"/>
                  </a:lnTo>
                  <a:lnTo>
                    <a:pt x="4108583" y="2386681"/>
                  </a:lnTo>
                  <a:lnTo>
                    <a:pt x="4185216" y="2404897"/>
                  </a:lnTo>
                  <a:lnTo>
                    <a:pt x="4261848" y="2422591"/>
                  </a:lnTo>
                  <a:lnTo>
                    <a:pt x="4338481" y="2439777"/>
                  </a:lnTo>
                  <a:lnTo>
                    <a:pt x="4415113" y="2456471"/>
                  </a:lnTo>
                  <a:lnTo>
                    <a:pt x="4491746" y="2472687"/>
                  </a:lnTo>
                  <a:lnTo>
                    <a:pt x="4568378" y="2488437"/>
                  </a:lnTo>
                  <a:lnTo>
                    <a:pt x="4645011" y="2503736"/>
                  </a:lnTo>
                  <a:lnTo>
                    <a:pt x="4721644" y="2518597"/>
                  </a:lnTo>
                  <a:lnTo>
                    <a:pt x="4798276" y="2533032"/>
                  </a:lnTo>
                  <a:lnTo>
                    <a:pt x="4874909" y="2547053"/>
                  </a:lnTo>
                  <a:lnTo>
                    <a:pt x="4951541" y="2560672"/>
                  </a:lnTo>
                  <a:lnTo>
                    <a:pt x="5028174" y="2573900"/>
                  </a:lnTo>
                  <a:lnTo>
                    <a:pt x="5104806" y="2586750"/>
                  </a:lnTo>
                  <a:lnTo>
                    <a:pt x="5181439" y="2599231"/>
                  </a:lnTo>
                  <a:lnTo>
                    <a:pt x="5258071" y="2611355"/>
                  </a:lnTo>
                  <a:lnTo>
                    <a:pt x="5334704" y="2623131"/>
                  </a:lnTo>
                  <a:lnTo>
                    <a:pt x="5411336" y="2634569"/>
                  </a:lnTo>
                  <a:lnTo>
                    <a:pt x="5487969" y="2645680"/>
                  </a:lnTo>
                  <a:lnTo>
                    <a:pt x="5564602" y="2656472"/>
                  </a:lnTo>
                  <a:lnTo>
                    <a:pt x="5641234" y="2666954"/>
                  </a:lnTo>
                  <a:lnTo>
                    <a:pt x="5717867" y="2677137"/>
                  </a:lnTo>
                  <a:lnTo>
                    <a:pt x="5794499" y="2687027"/>
                  </a:lnTo>
                  <a:lnTo>
                    <a:pt x="5871132" y="2696634"/>
                  </a:lnTo>
                  <a:lnTo>
                    <a:pt x="5947764" y="2705966"/>
                  </a:lnTo>
                  <a:lnTo>
                    <a:pt x="6024397" y="2715030"/>
                  </a:lnTo>
                  <a:lnTo>
                    <a:pt x="6101029" y="2723834"/>
                  </a:lnTo>
                  <a:lnTo>
                    <a:pt x="6177662" y="2732386"/>
                  </a:lnTo>
                  <a:lnTo>
                    <a:pt x="6254294" y="2740693"/>
                  </a:lnTo>
                  <a:lnTo>
                    <a:pt x="6330927" y="2748762"/>
                  </a:lnTo>
                  <a:lnTo>
                    <a:pt x="6407560" y="2756599"/>
                  </a:lnTo>
                  <a:lnTo>
                    <a:pt x="6484192" y="2764212"/>
                  </a:lnTo>
                  <a:lnTo>
                    <a:pt x="6560825" y="2771606"/>
                  </a:lnTo>
                  <a:lnTo>
                    <a:pt x="6637457" y="2778789"/>
                  </a:lnTo>
                  <a:lnTo>
                    <a:pt x="6714090" y="2785766"/>
                  </a:lnTo>
                  <a:lnTo>
                    <a:pt x="6790722" y="2792543"/>
                  </a:lnTo>
                  <a:lnTo>
                    <a:pt x="6867355" y="2799125"/>
                  </a:lnTo>
                  <a:lnTo>
                    <a:pt x="6943987" y="2805519"/>
                  </a:lnTo>
                  <a:lnTo>
                    <a:pt x="7020620" y="2811729"/>
                  </a:lnTo>
                  <a:lnTo>
                    <a:pt x="7097253" y="2817762"/>
                  </a:lnTo>
                  <a:lnTo>
                    <a:pt x="7173885" y="2823622"/>
                  </a:lnTo>
                  <a:lnTo>
                    <a:pt x="7250518" y="2829313"/>
                  </a:lnTo>
                  <a:lnTo>
                    <a:pt x="7327150" y="2834842"/>
                  </a:lnTo>
                  <a:lnTo>
                    <a:pt x="7403783" y="28402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1.40 (1.17-1.68), p_Bonf = 0.002 (n = 6)  |  per IQR decline (Δ = 0.30): 2.74 (1.59-4.72)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2026-07-03T17:27:41Z</dcterms:modified>
  <cp:category/>
</cp:coreProperties>
</file>