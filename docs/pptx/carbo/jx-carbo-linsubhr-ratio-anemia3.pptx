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03744"/>
            </a:xfrm>
            <a:custGeom>
              <a:avLst/>
              <a:pathLst>
                <a:path w="7090630" h="3403744">
                  <a:moveTo>
                    <a:pt x="1062808" y="0"/>
                  </a:moveTo>
                  <a:lnTo>
                    <a:pt x="1074337" y="25528"/>
                  </a:lnTo>
                  <a:lnTo>
                    <a:pt x="1145960" y="177165"/>
                  </a:lnTo>
                  <a:lnTo>
                    <a:pt x="1217582" y="322153"/>
                  </a:lnTo>
                  <a:lnTo>
                    <a:pt x="1289205" y="460783"/>
                  </a:lnTo>
                  <a:lnTo>
                    <a:pt x="1360827" y="593335"/>
                  </a:lnTo>
                  <a:lnTo>
                    <a:pt x="1432450" y="720074"/>
                  </a:lnTo>
                  <a:lnTo>
                    <a:pt x="1504073" y="841257"/>
                  </a:lnTo>
                  <a:lnTo>
                    <a:pt x="1575695" y="957125"/>
                  </a:lnTo>
                  <a:lnTo>
                    <a:pt x="1647318" y="1067913"/>
                  </a:lnTo>
                  <a:lnTo>
                    <a:pt x="1718940" y="1173843"/>
                  </a:lnTo>
                  <a:lnTo>
                    <a:pt x="1790563" y="1275128"/>
                  </a:lnTo>
                  <a:lnTo>
                    <a:pt x="1862185" y="1371972"/>
                  </a:lnTo>
                  <a:lnTo>
                    <a:pt x="1933808" y="1464570"/>
                  </a:lnTo>
                  <a:lnTo>
                    <a:pt x="2005430" y="1553107"/>
                  </a:lnTo>
                  <a:lnTo>
                    <a:pt x="2077053" y="1637763"/>
                  </a:lnTo>
                  <a:lnTo>
                    <a:pt x="2148675" y="1718706"/>
                  </a:lnTo>
                  <a:lnTo>
                    <a:pt x="2220298" y="1796100"/>
                  </a:lnTo>
                  <a:lnTo>
                    <a:pt x="2291920" y="1870100"/>
                  </a:lnTo>
                  <a:lnTo>
                    <a:pt x="2363543" y="1940856"/>
                  </a:lnTo>
                  <a:lnTo>
                    <a:pt x="2435165" y="2008509"/>
                  </a:lnTo>
                  <a:lnTo>
                    <a:pt x="2506788" y="2073195"/>
                  </a:lnTo>
                  <a:lnTo>
                    <a:pt x="2578410" y="2135045"/>
                  </a:lnTo>
                  <a:lnTo>
                    <a:pt x="2650033" y="2194184"/>
                  </a:lnTo>
                  <a:lnTo>
                    <a:pt x="2721655" y="2250729"/>
                  </a:lnTo>
                  <a:lnTo>
                    <a:pt x="2793278" y="2304794"/>
                  </a:lnTo>
                  <a:lnTo>
                    <a:pt x="2864901" y="2356489"/>
                  </a:lnTo>
                  <a:lnTo>
                    <a:pt x="2936523" y="2405918"/>
                  </a:lnTo>
                  <a:lnTo>
                    <a:pt x="3008146" y="2453179"/>
                  </a:lnTo>
                  <a:lnTo>
                    <a:pt x="3079768" y="2498367"/>
                  </a:lnTo>
                  <a:lnTo>
                    <a:pt x="3151391" y="2541574"/>
                  </a:lnTo>
                  <a:lnTo>
                    <a:pt x="3223013" y="2582887"/>
                  </a:lnTo>
                  <a:lnTo>
                    <a:pt x="3294636" y="2622388"/>
                  </a:lnTo>
                  <a:lnTo>
                    <a:pt x="3366258" y="2656033"/>
                  </a:lnTo>
                  <a:lnTo>
                    <a:pt x="3437881" y="2666989"/>
                  </a:lnTo>
                  <a:lnTo>
                    <a:pt x="3509503" y="2677801"/>
                  </a:lnTo>
                  <a:lnTo>
                    <a:pt x="3581126" y="2688469"/>
                  </a:lnTo>
                  <a:lnTo>
                    <a:pt x="3652748" y="2698996"/>
                  </a:lnTo>
                  <a:lnTo>
                    <a:pt x="3724371" y="2709384"/>
                  </a:lnTo>
                  <a:lnTo>
                    <a:pt x="3795993" y="2719634"/>
                  </a:lnTo>
                  <a:lnTo>
                    <a:pt x="3867616" y="2729749"/>
                  </a:lnTo>
                  <a:lnTo>
                    <a:pt x="3939238" y="2739730"/>
                  </a:lnTo>
                  <a:lnTo>
                    <a:pt x="4010861" y="2749578"/>
                  </a:lnTo>
                  <a:lnTo>
                    <a:pt x="4082483" y="2759297"/>
                  </a:lnTo>
                  <a:lnTo>
                    <a:pt x="4154106" y="2768886"/>
                  </a:lnTo>
                  <a:lnTo>
                    <a:pt x="4225729" y="2778349"/>
                  </a:lnTo>
                  <a:lnTo>
                    <a:pt x="4297351" y="2787686"/>
                  </a:lnTo>
                  <a:lnTo>
                    <a:pt x="4368974" y="2796900"/>
                  </a:lnTo>
                  <a:lnTo>
                    <a:pt x="4440596" y="2805992"/>
                  </a:lnTo>
                  <a:lnTo>
                    <a:pt x="4512219" y="2814963"/>
                  </a:lnTo>
                  <a:lnTo>
                    <a:pt x="4583841" y="2823816"/>
                  </a:lnTo>
                  <a:lnTo>
                    <a:pt x="4655464" y="2832551"/>
                  </a:lnTo>
                  <a:lnTo>
                    <a:pt x="4727086" y="2841171"/>
                  </a:lnTo>
                  <a:lnTo>
                    <a:pt x="4798709" y="2849677"/>
                  </a:lnTo>
                  <a:lnTo>
                    <a:pt x="4870331" y="2858070"/>
                  </a:lnTo>
                  <a:lnTo>
                    <a:pt x="4941954" y="2866352"/>
                  </a:lnTo>
                  <a:lnTo>
                    <a:pt x="5013576" y="2874525"/>
                  </a:lnTo>
                  <a:lnTo>
                    <a:pt x="5085199" y="2882589"/>
                  </a:lnTo>
                  <a:lnTo>
                    <a:pt x="5156821" y="2890547"/>
                  </a:lnTo>
                  <a:lnTo>
                    <a:pt x="5228444" y="2898399"/>
                  </a:lnTo>
                  <a:lnTo>
                    <a:pt x="5300066" y="2906147"/>
                  </a:lnTo>
                  <a:lnTo>
                    <a:pt x="5371689" y="2913793"/>
                  </a:lnTo>
                  <a:lnTo>
                    <a:pt x="5443311" y="2921338"/>
                  </a:lnTo>
                  <a:lnTo>
                    <a:pt x="5514934" y="2928782"/>
                  </a:lnTo>
                  <a:lnTo>
                    <a:pt x="5586557" y="2936128"/>
                  </a:lnTo>
                  <a:lnTo>
                    <a:pt x="5658179" y="2943377"/>
                  </a:lnTo>
                  <a:lnTo>
                    <a:pt x="5729802" y="2950530"/>
                  </a:lnTo>
                  <a:lnTo>
                    <a:pt x="5801424" y="2957588"/>
                  </a:lnTo>
                  <a:lnTo>
                    <a:pt x="5873047" y="2964553"/>
                  </a:lnTo>
                  <a:lnTo>
                    <a:pt x="5944669" y="2971426"/>
                  </a:lnTo>
                  <a:lnTo>
                    <a:pt x="6016292" y="2978207"/>
                  </a:lnTo>
                  <a:lnTo>
                    <a:pt x="6087914" y="2984899"/>
                  </a:lnTo>
                  <a:lnTo>
                    <a:pt x="6159537" y="2991502"/>
                  </a:lnTo>
                  <a:lnTo>
                    <a:pt x="6231159" y="2998018"/>
                  </a:lnTo>
                  <a:lnTo>
                    <a:pt x="6302782" y="3004448"/>
                  </a:lnTo>
                  <a:lnTo>
                    <a:pt x="6374404" y="3010792"/>
                  </a:lnTo>
                  <a:lnTo>
                    <a:pt x="6446027" y="3017053"/>
                  </a:lnTo>
                  <a:lnTo>
                    <a:pt x="6517649" y="3023230"/>
                  </a:lnTo>
                  <a:lnTo>
                    <a:pt x="6589272" y="3029326"/>
                  </a:lnTo>
                  <a:lnTo>
                    <a:pt x="6660894" y="3035341"/>
                  </a:lnTo>
                  <a:lnTo>
                    <a:pt x="6732517" y="3041277"/>
                  </a:lnTo>
                  <a:lnTo>
                    <a:pt x="6804139" y="3047134"/>
                  </a:lnTo>
                  <a:lnTo>
                    <a:pt x="6875762" y="3052914"/>
                  </a:lnTo>
                  <a:lnTo>
                    <a:pt x="6947385" y="3058616"/>
                  </a:lnTo>
                  <a:lnTo>
                    <a:pt x="7019007" y="3064244"/>
                  </a:lnTo>
                  <a:lnTo>
                    <a:pt x="7090630" y="3069797"/>
                  </a:lnTo>
                  <a:lnTo>
                    <a:pt x="7090630" y="3403744"/>
                  </a:lnTo>
                  <a:lnTo>
                    <a:pt x="7019007" y="3400075"/>
                  </a:lnTo>
                  <a:lnTo>
                    <a:pt x="6947385" y="3396238"/>
                  </a:lnTo>
                  <a:lnTo>
                    <a:pt x="6875762" y="3392225"/>
                  </a:lnTo>
                  <a:lnTo>
                    <a:pt x="6804139" y="3388027"/>
                  </a:lnTo>
                  <a:lnTo>
                    <a:pt x="6732517" y="3383638"/>
                  </a:lnTo>
                  <a:lnTo>
                    <a:pt x="6660894" y="3379047"/>
                  </a:lnTo>
                  <a:lnTo>
                    <a:pt x="6589272" y="3374246"/>
                  </a:lnTo>
                  <a:lnTo>
                    <a:pt x="6517649" y="3369224"/>
                  </a:lnTo>
                  <a:lnTo>
                    <a:pt x="6446027" y="3363972"/>
                  </a:lnTo>
                  <a:lnTo>
                    <a:pt x="6374404" y="3358479"/>
                  </a:lnTo>
                  <a:lnTo>
                    <a:pt x="6302782" y="3352735"/>
                  </a:lnTo>
                  <a:lnTo>
                    <a:pt x="6231159" y="3346727"/>
                  </a:lnTo>
                  <a:lnTo>
                    <a:pt x="6159537" y="3340443"/>
                  </a:lnTo>
                  <a:lnTo>
                    <a:pt x="6087914" y="3333871"/>
                  </a:lnTo>
                  <a:lnTo>
                    <a:pt x="6016292" y="3326998"/>
                  </a:lnTo>
                  <a:lnTo>
                    <a:pt x="5944669" y="3319810"/>
                  </a:lnTo>
                  <a:lnTo>
                    <a:pt x="5873047" y="3312292"/>
                  </a:lnTo>
                  <a:lnTo>
                    <a:pt x="5801424" y="3304429"/>
                  </a:lnTo>
                  <a:lnTo>
                    <a:pt x="5729802" y="3296206"/>
                  </a:lnTo>
                  <a:lnTo>
                    <a:pt x="5658179" y="3287605"/>
                  </a:lnTo>
                  <a:lnTo>
                    <a:pt x="5586557" y="3278610"/>
                  </a:lnTo>
                  <a:lnTo>
                    <a:pt x="5514934" y="3269203"/>
                  </a:lnTo>
                  <a:lnTo>
                    <a:pt x="5443311" y="3259364"/>
                  </a:lnTo>
                  <a:lnTo>
                    <a:pt x="5371689" y="3249074"/>
                  </a:lnTo>
                  <a:lnTo>
                    <a:pt x="5300066" y="3238312"/>
                  </a:lnTo>
                  <a:lnTo>
                    <a:pt x="5228444" y="3227057"/>
                  </a:lnTo>
                  <a:lnTo>
                    <a:pt x="5156821" y="3215285"/>
                  </a:lnTo>
                  <a:lnTo>
                    <a:pt x="5085199" y="3202974"/>
                  </a:lnTo>
                  <a:lnTo>
                    <a:pt x="5013576" y="3190098"/>
                  </a:lnTo>
                  <a:lnTo>
                    <a:pt x="4941954" y="3176632"/>
                  </a:lnTo>
                  <a:lnTo>
                    <a:pt x="4870331" y="3162548"/>
                  </a:lnTo>
                  <a:lnTo>
                    <a:pt x="4798709" y="3147818"/>
                  </a:lnTo>
                  <a:lnTo>
                    <a:pt x="4727086" y="3132412"/>
                  </a:lnTo>
                  <a:lnTo>
                    <a:pt x="4655464" y="3116300"/>
                  </a:lnTo>
                  <a:lnTo>
                    <a:pt x="4583841" y="3099450"/>
                  </a:lnTo>
                  <a:lnTo>
                    <a:pt x="4512219" y="3081826"/>
                  </a:lnTo>
                  <a:lnTo>
                    <a:pt x="4440596" y="3063395"/>
                  </a:lnTo>
                  <a:lnTo>
                    <a:pt x="4368974" y="3044118"/>
                  </a:lnTo>
                  <a:lnTo>
                    <a:pt x="4297351" y="3023957"/>
                  </a:lnTo>
                  <a:lnTo>
                    <a:pt x="4225729" y="3002871"/>
                  </a:lnTo>
                  <a:lnTo>
                    <a:pt x="4154106" y="2980819"/>
                  </a:lnTo>
                  <a:lnTo>
                    <a:pt x="4082483" y="2957755"/>
                  </a:lnTo>
                  <a:lnTo>
                    <a:pt x="4010861" y="2933633"/>
                  </a:lnTo>
                  <a:lnTo>
                    <a:pt x="3939238" y="2908405"/>
                  </a:lnTo>
                  <a:lnTo>
                    <a:pt x="3867616" y="2882021"/>
                  </a:lnTo>
                  <a:lnTo>
                    <a:pt x="3795993" y="2854426"/>
                  </a:lnTo>
                  <a:lnTo>
                    <a:pt x="3724371" y="2825566"/>
                  </a:lnTo>
                  <a:lnTo>
                    <a:pt x="3652748" y="2795383"/>
                  </a:lnTo>
                  <a:lnTo>
                    <a:pt x="3581126" y="2763815"/>
                  </a:lnTo>
                  <a:lnTo>
                    <a:pt x="3509503" y="2730800"/>
                  </a:lnTo>
                  <a:lnTo>
                    <a:pt x="3437881" y="2696270"/>
                  </a:lnTo>
                  <a:lnTo>
                    <a:pt x="3366258" y="2660157"/>
                  </a:lnTo>
                  <a:lnTo>
                    <a:pt x="3294636" y="2644930"/>
                  </a:lnTo>
                  <a:lnTo>
                    <a:pt x="3223013" y="2633677"/>
                  </a:lnTo>
                  <a:lnTo>
                    <a:pt x="3151391" y="2622274"/>
                  </a:lnTo>
                  <a:lnTo>
                    <a:pt x="3079768" y="2610717"/>
                  </a:lnTo>
                  <a:lnTo>
                    <a:pt x="3008146" y="2599006"/>
                  </a:lnTo>
                  <a:lnTo>
                    <a:pt x="2936523" y="2587138"/>
                  </a:lnTo>
                  <a:lnTo>
                    <a:pt x="2864901" y="2575110"/>
                  </a:lnTo>
                  <a:lnTo>
                    <a:pt x="2793278" y="2562921"/>
                  </a:lnTo>
                  <a:lnTo>
                    <a:pt x="2721655" y="2550568"/>
                  </a:lnTo>
                  <a:lnTo>
                    <a:pt x="2650033" y="2538050"/>
                  </a:lnTo>
                  <a:lnTo>
                    <a:pt x="2578410" y="2525364"/>
                  </a:lnTo>
                  <a:lnTo>
                    <a:pt x="2506788" y="2512508"/>
                  </a:lnTo>
                  <a:lnTo>
                    <a:pt x="2435165" y="2499479"/>
                  </a:lnTo>
                  <a:lnTo>
                    <a:pt x="2363543" y="2486275"/>
                  </a:lnTo>
                  <a:lnTo>
                    <a:pt x="2291920" y="2472895"/>
                  </a:lnTo>
                  <a:lnTo>
                    <a:pt x="2220298" y="2459334"/>
                  </a:lnTo>
                  <a:lnTo>
                    <a:pt x="2148675" y="2445592"/>
                  </a:lnTo>
                  <a:lnTo>
                    <a:pt x="2077053" y="2431666"/>
                  </a:lnTo>
                  <a:lnTo>
                    <a:pt x="2005430" y="2417553"/>
                  </a:lnTo>
                  <a:lnTo>
                    <a:pt x="1933808" y="2403250"/>
                  </a:lnTo>
                  <a:lnTo>
                    <a:pt x="1862185" y="2388756"/>
                  </a:lnTo>
                  <a:lnTo>
                    <a:pt x="1790563" y="2374067"/>
                  </a:lnTo>
                  <a:lnTo>
                    <a:pt x="1718940" y="2359181"/>
                  </a:lnTo>
                  <a:lnTo>
                    <a:pt x="1647318" y="2344095"/>
                  </a:lnTo>
                  <a:lnTo>
                    <a:pt x="1575695" y="2328807"/>
                  </a:lnTo>
                  <a:lnTo>
                    <a:pt x="1504073" y="2313314"/>
                  </a:lnTo>
                  <a:lnTo>
                    <a:pt x="1432450" y="2297613"/>
                  </a:lnTo>
                  <a:lnTo>
                    <a:pt x="1360827" y="2281702"/>
                  </a:lnTo>
                  <a:lnTo>
                    <a:pt x="1289205" y="2265577"/>
                  </a:lnTo>
                  <a:lnTo>
                    <a:pt x="1217582" y="2249235"/>
                  </a:lnTo>
                  <a:lnTo>
                    <a:pt x="1145960" y="2232675"/>
                  </a:lnTo>
                  <a:lnTo>
                    <a:pt x="1074337" y="2215892"/>
                  </a:lnTo>
                  <a:lnTo>
                    <a:pt x="1002715" y="2198884"/>
                  </a:lnTo>
                  <a:lnTo>
                    <a:pt x="931092" y="2181648"/>
                  </a:lnTo>
                  <a:lnTo>
                    <a:pt x="859470" y="2164181"/>
                  </a:lnTo>
                  <a:lnTo>
                    <a:pt x="787847" y="2146480"/>
                  </a:lnTo>
                  <a:lnTo>
                    <a:pt x="716225" y="2128541"/>
                  </a:lnTo>
                  <a:lnTo>
                    <a:pt x="644602" y="2110361"/>
                  </a:lnTo>
                  <a:lnTo>
                    <a:pt x="572980" y="2091938"/>
                  </a:lnTo>
                  <a:lnTo>
                    <a:pt x="501357" y="2073267"/>
                  </a:lnTo>
                  <a:lnTo>
                    <a:pt x="429735" y="2054346"/>
                  </a:lnTo>
                  <a:lnTo>
                    <a:pt x="358112" y="2035171"/>
                  </a:lnTo>
                  <a:lnTo>
                    <a:pt x="286490" y="2015739"/>
                  </a:lnTo>
                  <a:lnTo>
                    <a:pt x="214867" y="1996047"/>
                  </a:lnTo>
                  <a:lnTo>
                    <a:pt x="143245" y="1976090"/>
                  </a:lnTo>
                  <a:lnTo>
                    <a:pt x="71622" y="1955865"/>
                  </a:lnTo>
                  <a:lnTo>
                    <a:pt x="0" y="193536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34858" y="2073503"/>
              <a:ext cx="6027821" cy="3069797"/>
            </a:xfrm>
            <a:custGeom>
              <a:avLst/>
              <a:pathLst>
                <a:path w="6027821" h="3069797">
                  <a:moveTo>
                    <a:pt x="0" y="0"/>
                  </a:moveTo>
                  <a:lnTo>
                    <a:pt x="11529" y="25528"/>
                  </a:lnTo>
                  <a:lnTo>
                    <a:pt x="83151" y="177165"/>
                  </a:lnTo>
                  <a:lnTo>
                    <a:pt x="154774" y="322153"/>
                  </a:lnTo>
                  <a:lnTo>
                    <a:pt x="226396" y="460783"/>
                  </a:lnTo>
                  <a:lnTo>
                    <a:pt x="298019" y="593335"/>
                  </a:lnTo>
                  <a:lnTo>
                    <a:pt x="369641" y="720074"/>
                  </a:lnTo>
                  <a:lnTo>
                    <a:pt x="441264" y="841257"/>
                  </a:lnTo>
                  <a:lnTo>
                    <a:pt x="512886" y="957125"/>
                  </a:lnTo>
                  <a:lnTo>
                    <a:pt x="584509" y="1067913"/>
                  </a:lnTo>
                  <a:lnTo>
                    <a:pt x="656131" y="1173843"/>
                  </a:lnTo>
                  <a:lnTo>
                    <a:pt x="727754" y="1275128"/>
                  </a:lnTo>
                  <a:lnTo>
                    <a:pt x="799376" y="1371972"/>
                  </a:lnTo>
                  <a:lnTo>
                    <a:pt x="870999" y="1464570"/>
                  </a:lnTo>
                  <a:lnTo>
                    <a:pt x="942622" y="1553107"/>
                  </a:lnTo>
                  <a:lnTo>
                    <a:pt x="1014244" y="1637763"/>
                  </a:lnTo>
                  <a:lnTo>
                    <a:pt x="1085867" y="1718706"/>
                  </a:lnTo>
                  <a:lnTo>
                    <a:pt x="1157489" y="1796100"/>
                  </a:lnTo>
                  <a:lnTo>
                    <a:pt x="1229112" y="1870100"/>
                  </a:lnTo>
                  <a:lnTo>
                    <a:pt x="1300734" y="1940856"/>
                  </a:lnTo>
                  <a:lnTo>
                    <a:pt x="1372357" y="2008509"/>
                  </a:lnTo>
                  <a:lnTo>
                    <a:pt x="1443979" y="2073195"/>
                  </a:lnTo>
                  <a:lnTo>
                    <a:pt x="1515602" y="2135045"/>
                  </a:lnTo>
                  <a:lnTo>
                    <a:pt x="1587224" y="2194184"/>
                  </a:lnTo>
                  <a:lnTo>
                    <a:pt x="1658847" y="2250729"/>
                  </a:lnTo>
                  <a:lnTo>
                    <a:pt x="1730469" y="2304794"/>
                  </a:lnTo>
                  <a:lnTo>
                    <a:pt x="1802092" y="2356489"/>
                  </a:lnTo>
                  <a:lnTo>
                    <a:pt x="1873714" y="2405918"/>
                  </a:lnTo>
                  <a:lnTo>
                    <a:pt x="1945337" y="2453179"/>
                  </a:lnTo>
                  <a:lnTo>
                    <a:pt x="2016959" y="2498367"/>
                  </a:lnTo>
                  <a:lnTo>
                    <a:pt x="2088582" y="2541574"/>
                  </a:lnTo>
                  <a:lnTo>
                    <a:pt x="2160204" y="2582887"/>
                  </a:lnTo>
                  <a:lnTo>
                    <a:pt x="2231827" y="2622388"/>
                  </a:lnTo>
                  <a:lnTo>
                    <a:pt x="2303450" y="2656033"/>
                  </a:lnTo>
                  <a:lnTo>
                    <a:pt x="2375072" y="2666989"/>
                  </a:lnTo>
                  <a:lnTo>
                    <a:pt x="2446695" y="2677801"/>
                  </a:lnTo>
                  <a:lnTo>
                    <a:pt x="2518317" y="2688469"/>
                  </a:lnTo>
                  <a:lnTo>
                    <a:pt x="2589940" y="2698996"/>
                  </a:lnTo>
                  <a:lnTo>
                    <a:pt x="2661562" y="2709384"/>
                  </a:lnTo>
                  <a:lnTo>
                    <a:pt x="2733185" y="2719634"/>
                  </a:lnTo>
                  <a:lnTo>
                    <a:pt x="2804807" y="2729749"/>
                  </a:lnTo>
                  <a:lnTo>
                    <a:pt x="2876430" y="2739730"/>
                  </a:lnTo>
                  <a:lnTo>
                    <a:pt x="2948052" y="2749578"/>
                  </a:lnTo>
                  <a:lnTo>
                    <a:pt x="3019675" y="2759297"/>
                  </a:lnTo>
                  <a:lnTo>
                    <a:pt x="3091297" y="2768886"/>
                  </a:lnTo>
                  <a:lnTo>
                    <a:pt x="3162920" y="2778349"/>
                  </a:lnTo>
                  <a:lnTo>
                    <a:pt x="3234542" y="2787686"/>
                  </a:lnTo>
                  <a:lnTo>
                    <a:pt x="3306165" y="2796900"/>
                  </a:lnTo>
                  <a:lnTo>
                    <a:pt x="3377787" y="2805992"/>
                  </a:lnTo>
                  <a:lnTo>
                    <a:pt x="3449410" y="2814963"/>
                  </a:lnTo>
                  <a:lnTo>
                    <a:pt x="3521032" y="2823816"/>
                  </a:lnTo>
                  <a:lnTo>
                    <a:pt x="3592655" y="2832551"/>
                  </a:lnTo>
                  <a:lnTo>
                    <a:pt x="3664278" y="2841171"/>
                  </a:lnTo>
                  <a:lnTo>
                    <a:pt x="3735900" y="2849677"/>
                  </a:lnTo>
                  <a:lnTo>
                    <a:pt x="3807523" y="2858070"/>
                  </a:lnTo>
                  <a:lnTo>
                    <a:pt x="3879145" y="2866352"/>
                  </a:lnTo>
                  <a:lnTo>
                    <a:pt x="3950768" y="2874525"/>
                  </a:lnTo>
                  <a:lnTo>
                    <a:pt x="4022390" y="2882589"/>
                  </a:lnTo>
                  <a:lnTo>
                    <a:pt x="4094013" y="2890547"/>
                  </a:lnTo>
                  <a:lnTo>
                    <a:pt x="4165635" y="2898399"/>
                  </a:lnTo>
                  <a:lnTo>
                    <a:pt x="4237258" y="2906147"/>
                  </a:lnTo>
                  <a:lnTo>
                    <a:pt x="4308880" y="2913793"/>
                  </a:lnTo>
                  <a:lnTo>
                    <a:pt x="4380503" y="2921338"/>
                  </a:lnTo>
                  <a:lnTo>
                    <a:pt x="4452125" y="2928782"/>
                  </a:lnTo>
                  <a:lnTo>
                    <a:pt x="4523748" y="2936128"/>
                  </a:lnTo>
                  <a:lnTo>
                    <a:pt x="4595370" y="2943377"/>
                  </a:lnTo>
                  <a:lnTo>
                    <a:pt x="4666993" y="2950530"/>
                  </a:lnTo>
                  <a:lnTo>
                    <a:pt x="4738615" y="2957588"/>
                  </a:lnTo>
                  <a:lnTo>
                    <a:pt x="4810238" y="2964553"/>
                  </a:lnTo>
                  <a:lnTo>
                    <a:pt x="4881860" y="2971426"/>
                  </a:lnTo>
                  <a:lnTo>
                    <a:pt x="4953483" y="2978207"/>
                  </a:lnTo>
                  <a:lnTo>
                    <a:pt x="5025106" y="2984899"/>
                  </a:lnTo>
                  <a:lnTo>
                    <a:pt x="5096728" y="2991502"/>
                  </a:lnTo>
                  <a:lnTo>
                    <a:pt x="5168351" y="2998018"/>
                  </a:lnTo>
                  <a:lnTo>
                    <a:pt x="5239973" y="3004448"/>
                  </a:lnTo>
                  <a:lnTo>
                    <a:pt x="5311596" y="3010792"/>
                  </a:lnTo>
                  <a:lnTo>
                    <a:pt x="5383218" y="3017053"/>
                  </a:lnTo>
                  <a:lnTo>
                    <a:pt x="5454841" y="3023230"/>
                  </a:lnTo>
                  <a:lnTo>
                    <a:pt x="5526463" y="3029326"/>
                  </a:lnTo>
                  <a:lnTo>
                    <a:pt x="5598086" y="3035341"/>
                  </a:lnTo>
                  <a:lnTo>
                    <a:pt x="5669708" y="3041277"/>
                  </a:lnTo>
                  <a:lnTo>
                    <a:pt x="5741331" y="3047134"/>
                  </a:lnTo>
                  <a:lnTo>
                    <a:pt x="5812953" y="3052914"/>
                  </a:lnTo>
                  <a:lnTo>
                    <a:pt x="5884576" y="3058616"/>
                  </a:lnTo>
                  <a:lnTo>
                    <a:pt x="5956198" y="3064244"/>
                  </a:lnTo>
                  <a:lnTo>
                    <a:pt x="6027821" y="3069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08872"/>
              <a:ext cx="7090630" cy="1468374"/>
            </a:xfrm>
            <a:custGeom>
              <a:avLst/>
              <a:pathLst>
                <a:path w="7090630" h="1468374">
                  <a:moveTo>
                    <a:pt x="7090630" y="1468374"/>
                  </a:moveTo>
                  <a:lnTo>
                    <a:pt x="7019007" y="1464705"/>
                  </a:lnTo>
                  <a:lnTo>
                    <a:pt x="6947385" y="1460868"/>
                  </a:lnTo>
                  <a:lnTo>
                    <a:pt x="6875762" y="1456855"/>
                  </a:lnTo>
                  <a:lnTo>
                    <a:pt x="6804139" y="1452658"/>
                  </a:lnTo>
                  <a:lnTo>
                    <a:pt x="6732517" y="1448268"/>
                  </a:lnTo>
                  <a:lnTo>
                    <a:pt x="6660894" y="1443677"/>
                  </a:lnTo>
                  <a:lnTo>
                    <a:pt x="6589272" y="1438876"/>
                  </a:lnTo>
                  <a:lnTo>
                    <a:pt x="6517649" y="1433854"/>
                  </a:lnTo>
                  <a:lnTo>
                    <a:pt x="6446027" y="1428602"/>
                  </a:lnTo>
                  <a:lnTo>
                    <a:pt x="6374404" y="1423110"/>
                  </a:lnTo>
                  <a:lnTo>
                    <a:pt x="6302782" y="1417365"/>
                  </a:lnTo>
                  <a:lnTo>
                    <a:pt x="6231159" y="1411357"/>
                  </a:lnTo>
                  <a:lnTo>
                    <a:pt x="6159537" y="1405073"/>
                  </a:lnTo>
                  <a:lnTo>
                    <a:pt x="6087914" y="1398502"/>
                  </a:lnTo>
                  <a:lnTo>
                    <a:pt x="6016292" y="1391628"/>
                  </a:lnTo>
                  <a:lnTo>
                    <a:pt x="5944669" y="1384440"/>
                  </a:lnTo>
                  <a:lnTo>
                    <a:pt x="5873047" y="1376922"/>
                  </a:lnTo>
                  <a:lnTo>
                    <a:pt x="5801424" y="1369059"/>
                  </a:lnTo>
                  <a:lnTo>
                    <a:pt x="5729802" y="1360836"/>
                  </a:lnTo>
                  <a:lnTo>
                    <a:pt x="5658179" y="1352236"/>
                  </a:lnTo>
                  <a:lnTo>
                    <a:pt x="5586557" y="1343241"/>
                  </a:lnTo>
                  <a:lnTo>
                    <a:pt x="5514934" y="1333833"/>
                  </a:lnTo>
                  <a:lnTo>
                    <a:pt x="5443311" y="1323995"/>
                  </a:lnTo>
                  <a:lnTo>
                    <a:pt x="5371689" y="1313705"/>
                  </a:lnTo>
                  <a:lnTo>
                    <a:pt x="5300066" y="1302943"/>
                  </a:lnTo>
                  <a:lnTo>
                    <a:pt x="5228444" y="1291687"/>
                  </a:lnTo>
                  <a:lnTo>
                    <a:pt x="5156821" y="1279916"/>
                  </a:lnTo>
                  <a:lnTo>
                    <a:pt x="5085199" y="1267604"/>
                  </a:lnTo>
                  <a:lnTo>
                    <a:pt x="5013576" y="1254729"/>
                  </a:lnTo>
                  <a:lnTo>
                    <a:pt x="4941954" y="1241262"/>
                  </a:lnTo>
                  <a:lnTo>
                    <a:pt x="4870331" y="1227178"/>
                  </a:lnTo>
                  <a:lnTo>
                    <a:pt x="4798709" y="1212448"/>
                  </a:lnTo>
                  <a:lnTo>
                    <a:pt x="4727086" y="1197043"/>
                  </a:lnTo>
                  <a:lnTo>
                    <a:pt x="4655464" y="1180931"/>
                  </a:lnTo>
                  <a:lnTo>
                    <a:pt x="4583841" y="1164080"/>
                  </a:lnTo>
                  <a:lnTo>
                    <a:pt x="4512219" y="1146457"/>
                  </a:lnTo>
                  <a:lnTo>
                    <a:pt x="4440596" y="1128025"/>
                  </a:lnTo>
                  <a:lnTo>
                    <a:pt x="4368974" y="1108748"/>
                  </a:lnTo>
                  <a:lnTo>
                    <a:pt x="4297351" y="1088587"/>
                  </a:lnTo>
                  <a:lnTo>
                    <a:pt x="4225729" y="1067501"/>
                  </a:lnTo>
                  <a:lnTo>
                    <a:pt x="4154106" y="1045449"/>
                  </a:lnTo>
                  <a:lnTo>
                    <a:pt x="4082483" y="1022385"/>
                  </a:lnTo>
                  <a:lnTo>
                    <a:pt x="4010861" y="998264"/>
                  </a:lnTo>
                  <a:lnTo>
                    <a:pt x="3939238" y="973036"/>
                  </a:lnTo>
                  <a:lnTo>
                    <a:pt x="3867616" y="946651"/>
                  </a:lnTo>
                  <a:lnTo>
                    <a:pt x="3795993" y="919057"/>
                  </a:lnTo>
                  <a:lnTo>
                    <a:pt x="3724371" y="890197"/>
                  </a:lnTo>
                  <a:lnTo>
                    <a:pt x="3652748" y="860013"/>
                  </a:lnTo>
                  <a:lnTo>
                    <a:pt x="3581126" y="828445"/>
                  </a:lnTo>
                  <a:lnTo>
                    <a:pt x="3509503" y="795430"/>
                  </a:lnTo>
                  <a:lnTo>
                    <a:pt x="3437881" y="760901"/>
                  </a:lnTo>
                  <a:lnTo>
                    <a:pt x="3366258" y="724788"/>
                  </a:lnTo>
                  <a:lnTo>
                    <a:pt x="3294636" y="709560"/>
                  </a:lnTo>
                  <a:lnTo>
                    <a:pt x="3223013" y="698308"/>
                  </a:lnTo>
                  <a:lnTo>
                    <a:pt x="3151391" y="686904"/>
                  </a:lnTo>
                  <a:lnTo>
                    <a:pt x="3079768" y="675348"/>
                  </a:lnTo>
                  <a:lnTo>
                    <a:pt x="3008146" y="663637"/>
                  </a:lnTo>
                  <a:lnTo>
                    <a:pt x="2936523" y="651768"/>
                  </a:lnTo>
                  <a:lnTo>
                    <a:pt x="2864901" y="639740"/>
                  </a:lnTo>
                  <a:lnTo>
                    <a:pt x="2793278" y="627551"/>
                  </a:lnTo>
                  <a:lnTo>
                    <a:pt x="2721655" y="615199"/>
                  </a:lnTo>
                  <a:lnTo>
                    <a:pt x="2650033" y="602681"/>
                  </a:lnTo>
                  <a:lnTo>
                    <a:pt x="2578410" y="589994"/>
                  </a:lnTo>
                  <a:lnTo>
                    <a:pt x="2506788" y="577138"/>
                  </a:lnTo>
                  <a:lnTo>
                    <a:pt x="2435165" y="564109"/>
                  </a:lnTo>
                  <a:lnTo>
                    <a:pt x="2363543" y="550906"/>
                  </a:lnTo>
                  <a:lnTo>
                    <a:pt x="2291920" y="537525"/>
                  </a:lnTo>
                  <a:lnTo>
                    <a:pt x="2220298" y="523965"/>
                  </a:lnTo>
                  <a:lnTo>
                    <a:pt x="2148675" y="510223"/>
                  </a:lnTo>
                  <a:lnTo>
                    <a:pt x="2077053" y="496296"/>
                  </a:lnTo>
                  <a:lnTo>
                    <a:pt x="2005430" y="482183"/>
                  </a:lnTo>
                  <a:lnTo>
                    <a:pt x="1933808" y="467880"/>
                  </a:lnTo>
                  <a:lnTo>
                    <a:pt x="1862185" y="453386"/>
                  </a:lnTo>
                  <a:lnTo>
                    <a:pt x="1790563" y="438697"/>
                  </a:lnTo>
                  <a:lnTo>
                    <a:pt x="1718940" y="423811"/>
                  </a:lnTo>
                  <a:lnTo>
                    <a:pt x="1647318" y="408726"/>
                  </a:lnTo>
                  <a:lnTo>
                    <a:pt x="1575695" y="393438"/>
                  </a:lnTo>
                  <a:lnTo>
                    <a:pt x="1504073" y="377945"/>
                  </a:lnTo>
                  <a:lnTo>
                    <a:pt x="1432450" y="362244"/>
                  </a:lnTo>
                  <a:lnTo>
                    <a:pt x="1360827" y="346332"/>
                  </a:lnTo>
                  <a:lnTo>
                    <a:pt x="1289205" y="330207"/>
                  </a:lnTo>
                  <a:lnTo>
                    <a:pt x="1217582" y="313866"/>
                  </a:lnTo>
                  <a:lnTo>
                    <a:pt x="1145960" y="297305"/>
                  </a:lnTo>
                  <a:lnTo>
                    <a:pt x="1074337" y="280523"/>
                  </a:lnTo>
                  <a:lnTo>
                    <a:pt x="1002715" y="263515"/>
                  </a:lnTo>
                  <a:lnTo>
                    <a:pt x="931092" y="246279"/>
                  </a:lnTo>
                  <a:lnTo>
                    <a:pt x="859470" y="228812"/>
                  </a:lnTo>
                  <a:lnTo>
                    <a:pt x="787847" y="211110"/>
                  </a:lnTo>
                  <a:lnTo>
                    <a:pt x="716225" y="193171"/>
                  </a:lnTo>
                  <a:lnTo>
                    <a:pt x="644602" y="174992"/>
                  </a:lnTo>
                  <a:lnTo>
                    <a:pt x="572980" y="156568"/>
                  </a:lnTo>
                  <a:lnTo>
                    <a:pt x="501357" y="137898"/>
                  </a:lnTo>
                  <a:lnTo>
                    <a:pt x="429735" y="118977"/>
                  </a:lnTo>
                  <a:lnTo>
                    <a:pt x="358112" y="99802"/>
                  </a:lnTo>
                  <a:lnTo>
                    <a:pt x="286490" y="80370"/>
                  </a:lnTo>
                  <a:lnTo>
                    <a:pt x="214867" y="60677"/>
                  </a:lnTo>
                  <a:lnTo>
                    <a:pt x="143245" y="40720"/>
                  </a:lnTo>
                  <a:lnTo>
                    <a:pt x="71622" y="2049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318231"/>
              <a:ext cx="7090630" cy="3057037"/>
            </a:xfrm>
            <a:custGeom>
              <a:avLst/>
              <a:pathLst>
                <a:path w="7090630" h="3057037">
                  <a:moveTo>
                    <a:pt x="0" y="0"/>
                  </a:moveTo>
                  <a:lnTo>
                    <a:pt x="71622" y="92840"/>
                  </a:lnTo>
                  <a:lnTo>
                    <a:pt x="143245" y="183020"/>
                  </a:lnTo>
                  <a:lnTo>
                    <a:pt x="214867" y="270615"/>
                  </a:lnTo>
                  <a:lnTo>
                    <a:pt x="286490" y="355699"/>
                  </a:lnTo>
                  <a:lnTo>
                    <a:pt x="358112" y="438344"/>
                  </a:lnTo>
                  <a:lnTo>
                    <a:pt x="429735" y="518620"/>
                  </a:lnTo>
                  <a:lnTo>
                    <a:pt x="501357" y="596596"/>
                  </a:lnTo>
                  <a:lnTo>
                    <a:pt x="572980" y="672336"/>
                  </a:lnTo>
                  <a:lnTo>
                    <a:pt x="644602" y="745906"/>
                  </a:lnTo>
                  <a:lnTo>
                    <a:pt x="716225" y="817366"/>
                  </a:lnTo>
                  <a:lnTo>
                    <a:pt x="787847" y="886779"/>
                  </a:lnTo>
                  <a:lnTo>
                    <a:pt x="859470" y="954201"/>
                  </a:lnTo>
                  <a:lnTo>
                    <a:pt x="931092" y="1019692"/>
                  </a:lnTo>
                  <a:lnTo>
                    <a:pt x="1002715" y="1083305"/>
                  </a:lnTo>
                  <a:lnTo>
                    <a:pt x="1074337" y="1145094"/>
                  </a:lnTo>
                  <a:lnTo>
                    <a:pt x="1145960" y="1205113"/>
                  </a:lnTo>
                  <a:lnTo>
                    <a:pt x="1217582" y="1263411"/>
                  </a:lnTo>
                  <a:lnTo>
                    <a:pt x="1289205" y="1320039"/>
                  </a:lnTo>
                  <a:lnTo>
                    <a:pt x="1360827" y="1375043"/>
                  </a:lnTo>
                  <a:lnTo>
                    <a:pt x="1432450" y="1428470"/>
                  </a:lnTo>
                  <a:lnTo>
                    <a:pt x="1504073" y="1480366"/>
                  </a:lnTo>
                  <a:lnTo>
                    <a:pt x="1575695" y="1530775"/>
                  </a:lnTo>
                  <a:lnTo>
                    <a:pt x="1647318" y="1579739"/>
                  </a:lnTo>
                  <a:lnTo>
                    <a:pt x="1718940" y="1627299"/>
                  </a:lnTo>
                  <a:lnTo>
                    <a:pt x="1790563" y="1673496"/>
                  </a:lnTo>
                  <a:lnTo>
                    <a:pt x="1862185" y="1718369"/>
                  </a:lnTo>
                  <a:lnTo>
                    <a:pt x="1933808" y="1761956"/>
                  </a:lnTo>
                  <a:lnTo>
                    <a:pt x="2005430" y="1804293"/>
                  </a:lnTo>
                  <a:lnTo>
                    <a:pt x="2077053" y="1845417"/>
                  </a:lnTo>
                  <a:lnTo>
                    <a:pt x="2148675" y="1885362"/>
                  </a:lnTo>
                  <a:lnTo>
                    <a:pt x="2220298" y="1924162"/>
                  </a:lnTo>
                  <a:lnTo>
                    <a:pt x="2291920" y="1961850"/>
                  </a:lnTo>
                  <a:lnTo>
                    <a:pt x="2363543" y="1998458"/>
                  </a:lnTo>
                  <a:lnTo>
                    <a:pt x="2435165" y="2034017"/>
                  </a:lnTo>
                  <a:lnTo>
                    <a:pt x="2506788" y="2068556"/>
                  </a:lnTo>
                  <a:lnTo>
                    <a:pt x="2578410" y="2102105"/>
                  </a:lnTo>
                  <a:lnTo>
                    <a:pt x="2650033" y="2134693"/>
                  </a:lnTo>
                  <a:lnTo>
                    <a:pt x="2721655" y="2166346"/>
                  </a:lnTo>
                  <a:lnTo>
                    <a:pt x="2793278" y="2197093"/>
                  </a:lnTo>
                  <a:lnTo>
                    <a:pt x="2864901" y="2226957"/>
                  </a:lnTo>
                  <a:lnTo>
                    <a:pt x="2936523" y="2255966"/>
                  </a:lnTo>
                  <a:lnTo>
                    <a:pt x="3008146" y="2284144"/>
                  </a:lnTo>
                  <a:lnTo>
                    <a:pt x="3079768" y="2311514"/>
                  </a:lnTo>
                  <a:lnTo>
                    <a:pt x="3151391" y="2338099"/>
                  </a:lnTo>
                  <a:lnTo>
                    <a:pt x="3223013" y="2363922"/>
                  </a:lnTo>
                  <a:lnTo>
                    <a:pt x="3294636" y="2389005"/>
                  </a:lnTo>
                  <a:lnTo>
                    <a:pt x="3366258" y="2413369"/>
                  </a:lnTo>
                  <a:lnTo>
                    <a:pt x="3437881" y="2437035"/>
                  </a:lnTo>
                  <a:lnTo>
                    <a:pt x="3509503" y="2460023"/>
                  </a:lnTo>
                  <a:lnTo>
                    <a:pt x="3581126" y="2482351"/>
                  </a:lnTo>
                  <a:lnTo>
                    <a:pt x="3652748" y="2504040"/>
                  </a:lnTo>
                  <a:lnTo>
                    <a:pt x="3724371" y="2525106"/>
                  </a:lnTo>
                  <a:lnTo>
                    <a:pt x="3795993" y="2545570"/>
                  </a:lnTo>
                  <a:lnTo>
                    <a:pt x="3867616" y="2565446"/>
                  </a:lnTo>
                  <a:lnTo>
                    <a:pt x="3939238" y="2584753"/>
                  </a:lnTo>
                  <a:lnTo>
                    <a:pt x="4010861" y="2603506"/>
                  </a:lnTo>
                  <a:lnTo>
                    <a:pt x="4082483" y="2621722"/>
                  </a:lnTo>
                  <a:lnTo>
                    <a:pt x="4154106" y="2639416"/>
                  </a:lnTo>
                  <a:lnTo>
                    <a:pt x="4225729" y="2656602"/>
                  </a:lnTo>
                  <a:lnTo>
                    <a:pt x="4297351" y="2673296"/>
                  </a:lnTo>
                  <a:lnTo>
                    <a:pt x="4368974" y="2689512"/>
                  </a:lnTo>
                  <a:lnTo>
                    <a:pt x="4440596" y="2705262"/>
                  </a:lnTo>
                  <a:lnTo>
                    <a:pt x="4512219" y="2720561"/>
                  </a:lnTo>
                  <a:lnTo>
                    <a:pt x="4583841" y="2735422"/>
                  </a:lnTo>
                  <a:lnTo>
                    <a:pt x="4655464" y="2749857"/>
                  </a:lnTo>
                  <a:lnTo>
                    <a:pt x="4727086" y="2763878"/>
                  </a:lnTo>
                  <a:lnTo>
                    <a:pt x="4798709" y="2777497"/>
                  </a:lnTo>
                  <a:lnTo>
                    <a:pt x="4870331" y="2790725"/>
                  </a:lnTo>
                  <a:lnTo>
                    <a:pt x="4941954" y="2803575"/>
                  </a:lnTo>
                  <a:lnTo>
                    <a:pt x="5013576" y="2816056"/>
                  </a:lnTo>
                  <a:lnTo>
                    <a:pt x="5085199" y="2828180"/>
                  </a:lnTo>
                  <a:lnTo>
                    <a:pt x="5156821" y="2839956"/>
                  </a:lnTo>
                  <a:lnTo>
                    <a:pt x="5228444" y="2851394"/>
                  </a:lnTo>
                  <a:lnTo>
                    <a:pt x="5300066" y="2862505"/>
                  </a:lnTo>
                  <a:lnTo>
                    <a:pt x="5371689" y="2873297"/>
                  </a:lnTo>
                  <a:lnTo>
                    <a:pt x="5443311" y="2883779"/>
                  </a:lnTo>
                  <a:lnTo>
                    <a:pt x="5514934" y="2893962"/>
                  </a:lnTo>
                  <a:lnTo>
                    <a:pt x="5586557" y="2903852"/>
                  </a:lnTo>
                  <a:lnTo>
                    <a:pt x="5658179" y="2913459"/>
                  </a:lnTo>
                  <a:lnTo>
                    <a:pt x="5729802" y="2922791"/>
                  </a:lnTo>
                  <a:lnTo>
                    <a:pt x="5801424" y="2931855"/>
                  </a:lnTo>
                  <a:lnTo>
                    <a:pt x="5873047" y="2940659"/>
                  </a:lnTo>
                  <a:lnTo>
                    <a:pt x="5944669" y="2949211"/>
                  </a:lnTo>
                  <a:lnTo>
                    <a:pt x="6016292" y="2957518"/>
                  </a:lnTo>
                  <a:lnTo>
                    <a:pt x="6087914" y="2965587"/>
                  </a:lnTo>
                  <a:lnTo>
                    <a:pt x="6159537" y="2973424"/>
                  </a:lnTo>
                  <a:lnTo>
                    <a:pt x="6231159" y="2981037"/>
                  </a:lnTo>
                  <a:lnTo>
                    <a:pt x="6302782" y="2988431"/>
                  </a:lnTo>
                  <a:lnTo>
                    <a:pt x="6374404" y="2995614"/>
                  </a:lnTo>
                  <a:lnTo>
                    <a:pt x="6446027" y="3002591"/>
                  </a:lnTo>
                  <a:lnTo>
                    <a:pt x="6517649" y="3009367"/>
                  </a:lnTo>
                  <a:lnTo>
                    <a:pt x="6589272" y="3015950"/>
                  </a:lnTo>
                  <a:lnTo>
                    <a:pt x="6660894" y="3022344"/>
                  </a:lnTo>
                  <a:lnTo>
                    <a:pt x="6732517" y="3028554"/>
                  </a:lnTo>
                  <a:lnTo>
                    <a:pt x="6804139" y="3034587"/>
                  </a:lnTo>
                  <a:lnTo>
                    <a:pt x="6875762" y="3040447"/>
                  </a:lnTo>
                  <a:lnTo>
                    <a:pt x="6947385" y="3046138"/>
                  </a:lnTo>
                  <a:lnTo>
                    <a:pt x="7019007" y="3051667"/>
                  </a:lnTo>
                  <a:lnTo>
                    <a:pt x="7090630" y="305703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(1.17-1.68), p_Bonf = 0.002 (n = 6)  |  per IQR decline (Δ = 29.9 %): 2.74 (1.59-4.72)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2026-09-28T17:00:25Z</dcterms:modified>
  <cp:category/>
</cp:coreProperties>
</file>