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68762"/>
            </a:xfrm>
            <a:custGeom>
              <a:avLst/>
              <a:pathLst>
                <a:path w="7403783" h="3568762">
                  <a:moveTo>
                    <a:pt x="954313" y="0"/>
                  </a:moveTo>
                  <a:lnTo>
                    <a:pt x="966649" y="26766"/>
                  </a:lnTo>
                  <a:lnTo>
                    <a:pt x="1043281" y="185754"/>
                  </a:lnTo>
                  <a:lnTo>
                    <a:pt x="1119914" y="337771"/>
                  </a:lnTo>
                  <a:lnTo>
                    <a:pt x="1196546" y="483123"/>
                  </a:lnTo>
                  <a:lnTo>
                    <a:pt x="1273179" y="622101"/>
                  </a:lnTo>
                  <a:lnTo>
                    <a:pt x="1349811" y="754985"/>
                  </a:lnTo>
                  <a:lnTo>
                    <a:pt x="1426444" y="882042"/>
                  </a:lnTo>
                  <a:lnTo>
                    <a:pt x="1503076" y="1003528"/>
                  </a:lnTo>
                  <a:lnTo>
                    <a:pt x="1579709" y="1119687"/>
                  </a:lnTo>
                  <a:lnTo>
                    <a:pt x="1656342" y="1230753"/>
                  </a:lnTo>
                  <a:lnTo>
                    <a:pt x="1732974" y="1336948"/>
                  </a:lnTo>
                  <a:lnTo>
                    <a:pt x="1809607" y="1438488"/>
                  </a:lnTo>
                  <a:lnTo>
                    <a:pt x="1886239" y="1535574"/>
                  </a:lnTo>
                  <a:lnTo>
                    <a:pt x="1962872" y="1628404"/>
                  </a:lnTo>
                  <a:lnTo>
                    <a:pt x="2039504" y="1717164"/>
                  </a:lnTo>
                  <a:lnTo>
                    <a:pt x="2116137" y="1802031"/>
                  </a:lnTo>
                  <a:lnTo>
                    <a:pt x="2192769" y="1883177"/>
                  </a:lnTo>
                  <a:lnTo>
                    <a:pt x="2269402" y="1960765"/>
                  </a:lnTo>
                  <a:lnTo>
                    <a:pt x="2346034" y="2034951"/>
                  </a:lnTo>
                  <a:lnTo>
                    <a:pt x="2422667" y="2105884"/>
                  </a:lnTo>
                  <a:lnTo>
                    <a:pt x="2499300" y="2173707"/>
                  </a:lnTo>
                  <a:lnTo>
                    <a:pt x="2575932" y="2238555"/>
                  </a:lnTo>
                  <a:lnTo>
                    <a:pt x="2652565" y="2300561"/>
                  </a:lnTo>
                  <a:lnTo>
                    <a:pt x="2729197" y="2359847"/>
                  </a:lnTo>
                  <a:lnTo>
                    <a:pt x="2805830" y="2416534"/>
                  </a:lnTo>
                  <a:lnTo>
                    <a:pt x="2882462" y="2470735"/>
                  </a:lnTo>
                  <a:lnTo>
                    <a:pt x="2959095" y="2522560"/>
                  </a:lnTo>
                  <a:lnTo>
                    <a:pt x="3035727" y="2572112"/>
                  </a:lnTo>
                  <a:lnTo>
                    <a:pt x="3112360" y="2619492"/>
                  </a:lnTo>
                  <a:lnTo>
                    <a:pt x="3188993" y="2664793"/>
                  </a:lnTo>
                  <a:lnTo>
                    <a:pt x="3265625" y="2708109"/>
                  </a:lnTo>
                  <a:lnTo>
                    <a:pt x="3342258" y="2749525"/>
                  </a:lnTo>
                  <a:lnTo>
                    <a:pt x="3418890" y="2784801"/>
                  </a:lnTo>
                  <a:lnTo>
                    <a:pt x="3495523" y="2796289"/>
                  </a:lnTo>
                  <a:lnTo>
                    <a:pt x="3572155" y="2807624"/>
                  </a:lnTo>
                  <a:lnTo>
                    <a:pt x="3648788" y="2818810"/>
                  </a:lnTo>
                  <a:lnTo>
                    <a:pt x="3725420" y="2829847"/>
                  </a:lnTo>
                  <a:lnTo>
                    <a:pt x="3802053" y="2840739"/>
                  </a:lnTo>
                  <a:lnTo>
                    <a:pt x="3878685" y="2851486"/>
                  </a:lnTo>
                  <a:lnTo>
                    <a:pt x="3955318" y="2862091"/>
                  </a:lnTo>
                  <a:lnTo>
                    <a:pt x="4031951" y="2872556"/>
                  </a:lnTo>
                  <a:lnTo>
                    <a:pt x="4108583" y="2882882"/>
                  </a:lnTo>
                  <a:lnTo>
                    <a:pt x="4185216" y="2893071"/>
                  </a:lnTo>
                  <a:lnTo>
                    <a:pt x="4261848" y="2903126"/>
                  </a:lnTo>
                  <a:lnTo>
                    <a:pt x="4338481" y="2913047"/>
                  </a:lnTo>
                  <a:lnTo>
                    <a:pt x="4415113" y="2922837"/>
                  </a:lnTo>
                  <a:lnTo>
                    <a:pt x="4491746" y="2932498"/>
                  </a:lnTo>
                  <a:lnTo>
                    <a:pt x="4568378" y="2942030"/>
                  </a:lnTo>
                  <a:lnTo>
                    <a:pt x="4645011" y="2951437"/>
                  </a:lnTo>
                  <a:lnTo>
                    <a:pt x="4721644" y="2960718"/>
                  </a:lnTo>
                  <a:lnTo>
                    <a:pt x="4798276" y="2969878"/>
                  </a:lnTo>
                  <a:lnTo>
                    <a:pt x="4874909" y="2978915"/>
                  </a:lnTo>
                  <a:lnTo>
                    <a:pt x="4951541" y="2987834"/>
                  </a:lnTo>
                  <a:lnTo>
                    <a:pt x="5028174" y="2996634"/>
                  </a:lnTo>
                  <a:lnTo>
                    <a:pt x="5104806" y="3005317"/>
                  </a:lnTo>
                  <a:lnTo>
                    <a:pt x="5181439" y="3013886"/>
                  </a:lnTo>
                  <a:lnTo>
                    <a:pt x="5258071" y="3022341"/>
                  </a:lnTo>
                  <a:lnTo>
                    <a:pt x="5334704" y="3030685"/>
                  </a:lnTo>
                  <a:lnTo>
                    <a:pt x="5411336" y="3038917"/>
                  </a:lnTo>
                  <a:lnTo>
                    <a:pt x="5487969" y="3047041"/>
                  </a:lnTo>
                  <a:lnTo>
                    <a:pt x="5564602" y="3055058"/>
                  </a:lnTo>
                  <a:lnTo>
                    <a:pt x="5641234" y="3062968"/>
                  </a:lnTo>
                  <a:lnTo>
                    <a:pt x="5717867" y="3070774"/>
                  </a:lnTo>
                  <a:lnTo>
                    <a:pt x="5794499" y="3078476"/>
                  </a:lnTo>
                  <a:lnTo>
                    <a:pt x="5871132" y="3086076"/>
                  </a:lnTo>
                  <a:lnTo>
                    <a:pt x="5947764" y="3093576"/>
                  </a:lnTo>
                  <a:lnTo>
                    <a:pt x="6024397" y="3100976"/>
                  </a:lnTo>
                  <a:lnTo>
                    <a:pt x="6101029" y="3108279"/>
                  </a:lnTo>
                  <a:lnTo>
                    <a:pt x="6177662" y="3115484"/>
                  </a:lnTo>
                  <a:lnTo>
                    <a:pt x="6254294" y="3122595"/>
                  </a:lnTo>
                  <a:lnTo>
                    <a:pt x="6330927" y="3129611"/>
                  </a:lnTo>
                  <a:lnTo>
                    <a:pt x="6407560" y="3136535"/>
                  </a:lnTo>
                  <a:lnTo>
                    <a:pt x="6484192" y="3143366"/>
                  </a:lnTo>
                  <a:lnTo>
                    <a:pt x="6560825" y="3150108"/>
                  </a:lnTo>
                  <a:lnTo>
                    <a:pt x="6637457" y="3156760"/>
                  </a:lnTo>
                  <a:lnTo>
                    <a:pt x="6714090" y="3163324"/>
                  </a:lnTo>
                  <a:lnTo>
                    <a:pt x="6790722" y="3169801"/>
                  </a:lnTo>
                  <a:lnTo>
                    <a:pt x="6867355" y="3176192"/>
                  </a:lnTo>
                  <a:lnTo>
                    <a:pt x="6943987" y="3182499"/>
                  </a:lnTo>
                  <a:lnTo>
                    <a:pt x="7020620" y="3188722"/>
                  </a:lnTo>
                  <a:lnTo>
                    <a:pt x="7097253" y="3194863"/>
                  </a:lnTo>
                  <a:lnTo>
                    <a:pt x="7173885" y="3200923"/>
                  </a:lnTo>
                  <a:lnTo>
                    <a:pt x="7250518" y="3206902"/>
                  </a:lnTo>
                  <a:lnTo>
                    <a:pt x="7327150" y="3212803"/>
                  </a:lnTo>
                  <a:lnTo>
                    <a:pt x="7403783" y="3218625"/>
                  </a:lnTo>
                  <a:lnTo>
                    <a:pt x="7403783" y="3568762"/>
                  </a:lnTo>
                  <a:lnTo>
                    <a:pt x="7327150" y="3564915"/>
                  </a:lnTo>
                  <a:lnTo>
                    <a:pt x="7250518" y="3560892"/>
                  </a:lnTo>
                  <a:lnTo>
                    <a:pt x="7173885" y="3556684"/>
                  </a:lnTo>
                  <a:lnTo>
                    <a:pt x="7097253" y="3552284"/>
                  </a:lnTo>
                  <a:lnTo>
                    <a:pt x="7020620" y="3547681"/>
                  </a:lnTo>
                  <a:lnTo>
                    <a:pt x="6943987" y="3542868"/>
                  </a:lnTo>
                  <a:lnTo>
                    <a:pt x="6867355" y="3537834"/>
                  </a:lnTo>
                  <a:lnTo>
                    <a:pt x="6790722" y="3532569"/>
                  </a:lnTo>
                  <a:lnTo>
                    <a:pt x="6714090" y="3527062"/>
                  </a:lnTo>
                  <a:lnTo>
                    <a:pt x="6637457" y="3521303"/>
                  </a:lnTo>
                  <a:lnTo>
                    <a:pt x="6560825" y="3515280"/>
                  </a:lnTo>
                  <a:lnTo>
                    <a:pt x="6484192" y="3508981"/>
                  </a:lnTo>
                  <a:lnTo>
                    <a:pt x="6407560" y="3502392"/>
                  </a:lnTo>
                  <a:lnTo>
                    <a:pt x="6330927" y="3495502"/>
                  </a:lnTo>
                  <a:lnTo>
                    <a:pt x="6254294" y="3488296"/>
                  </a:lnTo>
                  <a:lnTo>
                    <a:pt x="6177662" y="3480759"/>
                  </a:lnTo>
                  <a:lnTo>
                    <a:pt x="6101029" y="3472876"/>
                  </a:lnTo>
                  <a:lnTo>
                    <a:pt x="6024397" y="3464632"/>
                  </a:lnTo>
                  <a:lnTo>
                    <a:pt x="5947764" y="3456010"/>
                  </a:lnTo>
                  <a:lnTo>
                    <a:pt x="5871132" y="3446993"/>
                  </a:lnTo>
                  <a:lnTo>
                    <a:pt x="5794499" y="3437562"/>
                  </a:lnTo>
                  <a:lnTo>
                    <a:pt x="5717867" y="3427698"/>
                  </a:lnTo>
                  <a:lnTo>
                    <a:pt x="5641234" y="3417383"/>
                  </a:lnTo>
                  <a:lnTo>
                    <a:pt x="5564602" y="3406594"/>
                  </a:lnTo>
                  <a:lnTo>
                    <a:pt x="5487969" y="3395310"/>
                  </a:lnTo>
                  <a:lnTo>
                    <a:pt x="5411336" y="3383509"/>
                  </a:lnTo>
                  <a:lnTo>
                    <a:pt x="5334704" y="3371167"/>
                  </a:lnTo>
                  <a:lnTo>
                    <a:pt x="5258071" y="3358259"/>
                  </a:lnTo>
                  <a:lnTo>
                    <a:pt x="5181439" y="3344758"/>
                  </a:lnTo>
                  <a:lnTo>
                    <a:pt x="5104806" y="3330639"/>
                  </a:lnTo>
                  <a:lnTo>
                    <a:pt x="5028174" y="3315872"/>
                  </a:lnTo>
                  <a:lnTo>
                    <a:pt x="4951541" y="3300428"/>
                  </a:lnTo>
                  <a:lnTo>
                    <a:pt x="4874909" y="3284276"/>
                  </a:lnTo>
                  <a:lnTo>
                    <a:pt x="4798276" y="3267383"/>
                  </a:lnTo>
                  <a:lnTo>
                    <a:pt x="4721644" y="3249715"/>
                  </a:lnTo>
                  <a:lnTo>
                    <a:pt x="4645011" y="3231237"/>
                  </a:lnTo>
                  <a:lnTo>
                    <a:pt x="4568378" y="3211912"/>
                  </a:lnTo>
                  <a:lnTo>
                    <a:pt x="4491746" y="3191701"/>
                  </a:lnTo>
                  <a:lnTo>
                    <a:pt x="4415113" y="3170562"/>
                  </a:lnTo>
                  <a:lnTo>
                    <a:pt x="4338481" y="3148454"/>
                  </a:lnTo>
                  <a:lnTo>
                    <a:pt x="4261848" y="3125333"/>
                  </a:lnTo>
                  <a:lnTo>
                    <a:pt x="4185216" y="3101151"/>
                  </a:lnTo>
                  <a:lnTo>
                    <a:pt x="4108583" y="3075860"/>
                  </a:lnTo>
                  <a:lnTo>
                    <a:pt x="4031951" y="3049409"/>
                  </a:lnTo>
                  <a:lnTo>
                    <a:pt x="3955318" y="3021745"/>
                  </a:lnTo>
                  <a:lnTo>
                    <a:pt x="3878685" y="2992813"/>
                  </a:lnTo>
                  <a:lnTo>
                    <a:pt x="3802053" y="2962554"/>
                  </a:lnTo>
                  <a:lnTo>
                    <a:pt x="3725420" y="2930907"/>
                  </a:lnTo>
                  <a:lnTo>
                    <a:pt x="3648788" y="2897809"/>
                  </a:lnTo>
                  <a:lnTo>
                    <a:pt x="3572155" y="2863193"/>
                  </a:lnTo>
                  <a:lnTo>
                    <a:pt x="3495523" y="2826989"/>
                  </a:lnTo>
                  <a:lnTo>
                    <a:pt x="3418890" y="2789125"/>
                  </a:lnTo>
                  <a:lnTo>
                    <a:pt x="3342258" y="2773159"/>
                  </a:lnTo>
                  <a:lnTo>
                    <a:pt x="3265625" y="2761361"/>
                  </a:lnTo>
                  <a:lnTo>
                    <a:pt x="3188993" y="2749405"/>
                  </a:lnTo>
                  <a:lnTo>
                    <a:pt x="3112360" y="2737289"/>
                  </a:lnTo>
                  <a:lnTo>
                    <a:pt x="3035727" y="2725010"/>
                  </a:lnTo>
                  <a:lnTo>
                    <a:pt x="2959095" y="2712566"/>
                  </a:lnTo>
                  <a:lnTo>
                    <a:pt x="2882462" y="2699955"/>
                  </a:lnTo>
                  <a:lnTo>
                    <a:pt x="2805830" y="2687175"/>
                  </a:lnTo>
                  <a:lnTo>
                    <a:pt x="2729197" y="2674224"/>
                  </a:lnTo>
                  <a:lnTo>
                    <a:pt x="2652565" y="2661098"/>
                  </a:lnTo>
                  <a:lnTo>
                    <a:pt x="2575932" y="2647797"/>
                  </a:lnTo>
                  <a:lnTo>
                    <a:pt x="2499300" y="2634318"/>
                  </a:lnTo>
                  <a:lnTo>
                    <a:pt x="2422667" y="2620657"/>
                  </a:lnTo>
                  <a:lnTo>
                    <a:pt x="2346034" y="2606813"/>
                  </a:lnTo>
                  <a:lnTo>
                    <a:pt x="2269402" y="2592784"/>
                  </a:lnTo>
                  <a:lnTo>
                    <a:pt x="2192769" y="2578566"/>
                  </a:lnTo>
                  <a:lnTo>
                    <a:pt x="2116137" y="2564158"/>
                  </a:lnTo>
                  <a:lnTo>
                    <a:pt x="2039504" y="2549556"/>
                  </a:lnTo>
                  <a:lnTo>
                    <a:pt x="1962872" y="2534759"/>
                  </a:lnTo>
                  <a:lnTo>
                    <a:pt x="1886239" y="2519763"/>
                  </a:lnTo>
                  <a:lnTo>
                    <a:pt x="1809607" y="2504566"/>
                  </a:lnTo>
                  <a:lnTo>
                    <a:pt x="1732974" y="2489165"/>
                  </a:lnTo>
                  <a:lnTo>
                    <a:pt x="1656342" y="2473557"/>
                  </a:lnTo>
                  <a:lnTo>
                    <a:pt x="1579709" y="2457740"/>
                  </a:lnTo>
                  <a:lnTo>
                    <a:pt x="1503076" y="2441711"/>
                  </a:lnTo>
                  <a:lnTo>
                    <a:pt x="1426444" y="2425467"/>
                  </a:lnTo>
                  <a:lnTo>
                    <a:pt x="1349811" y="2409005"/>
                  </a:lnTo>
                  <a:lnTo>
                    <a:pt x="1273179" y="2392322"/>
                  </a:lnTo>
                  <a:lnTo>
                    <a:pt x="1196546" y="2375415"/>
                  </a:lnTo>
                  <a:lnTo>
                    <a:pt x="1119914" y="2358281"/>
                  </a:lnTo>
                  <a:lnTo>
                    <a:pt x="1043281" y="2340918"/>
                  </a:lnTo>
                  <a:lnTo>
                    <a:pt x="966649" y="2323322"/>
                  </a:lnTo>
                  <a:lnTo>
                    <a:pt x="890016" y="2305489"/>
                  </a:lnTo>
                  <a:lnTo>
                    <a:pt x="813384" y="2287418"/>
                  </a:lnTo>
                  <a:lnTo>
                    <a:pt x="736751" y="2269104"/>
                  </a:lnTo>
                  <a:lnTo>
                    <a:pt x="660118" y="2250544"/>
                  </a:lnTo>
                  <a:lnTo>
                    <a:pt x="583486" y="2231736"/>
                  </a:lnTo>
                  <a:lnTo>
                    <a:pt x="506853" y="2212675"/>
                  </a:lnTo>
                  <a:lnTo>
                    <a:pt x="430221" y="2193358"/>
                  </a:lnTo>
                  <a:lnTo>
                    <a:pt x="353588" y="2173782"/>
                  </a:lnTo>
                  <a:lnTo>
                    <a:pt x="276956" y="2153944"/>
                  </a:lnTo>
                  <a:lnTo>
                    <a:pt x="200323" y="2133839"/>
                  </a:lnTo>
                  <a:lnTo>
                    <a:pt x="123691" y="2113465"/>
                  </a:lnTo>
                  <a:lnTo>
                    <a:pt x="47058" y="2092818"/>
                  </a:lnTo>
                  <a:lnTo>
                    <a:pt x="0" y="2079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1896563"/>
              <a:ext cx="6449469" cy="3218625"/>
            </a:xfrm>
            <a:custGeom>
              <a:avLst/>
              <a:pathLst>
                <a:path w="6449469" h="3218625">
                  <a:moveTo>
                    <a:pt x="0" y="0"/>
                  </a:moveTo>
                  <a:lnTo>
                    <a:pt x="12335" y="26766"/>
                  </a:lnTo>
                  <a:lnTo>
                    <a:pt x="88968" y="185754"/>
                  </a:lnTo>
                  <a:lnTo>
                    <a:pt x="165600" y="337771"/>
                  </a:lnTo>
                  <a:lnTo>
                    <a:pt x="242233" y="483123"/>
                  </a:lnTo>
                  <a:lnTo>
                    <a:pt x="318865" y="622101"/>
                  </a:lnTo>
                  <a:lnTo>
                    <a:pt x="395498" y="754985"/>
                  </a:lnTo>
                  <a:lnTo>
                    <a:pt x="472130" y="882042"/>
                  </a:lnTo>
                  <a:lnTo>
                    <a:pt x="548763" y="1003528"/>
                  </a:lnTo>
                  <a:lnTo>
                    <a:pt x="625396" y="1119687"/>
                  </a:lnTo>
                  <a:lnTo>
                    <a:pt x="702028" y="1230753"/>
                  </a:lnTo>
                  <a:lnTo>
                    <a:pt x="778661" y="1336948"/>
                  </a:lnTo>
                  <a:lnTo>
                    <a:pt x="855293" y="1438488"/>
                  </a:lnTo>
                  <a:lnTo>
                    <a:pt x="931926" y="1535574"/>
                  </a:lnTo>
                  <a:lnTo>
                    <a:pt x="1008558" y="1628404"/>
                  </a:lnTo>
                  <a:lnTo>
                    <a:pt x="1085191" y="1717164"/>
                  </a:lnTo>
                  <a:lnTo>
                    <a:pt x="1161823" y="1802031"/>
                  </a:lnTo>
                  <a:lnTo>
                    <a:pt x="1238456" y="1883177"/>
                  </a:lnTo>
                  <a:lnTo>
                    <a:pt x="1315088" y="1960765"/>
                  </a:lnTo>
                  <a:lnTo>
                    <a:pt x="1391721" y="2034951"/>
                  </a:lnTo>
                  <a:lnTo>
                    <a:pt x="1468354" y="2105884"/>
                  </a:lnTo>
                  <a:lnTo>
                    <a:pt x="1544986" y="2173707"/>
                  </a:lnTo>
                  <a:lnTo>
                    <a:pt x="1621619" y="2238555"/>
                  </a:lnTo>
                  <a:lnTo>
                    <a:pt x="1698251" y="2300561"/>
                  </a:lnTo>
                  <a:lnTo>
                    <a:pt x="1774884" y="2359847"/>
                  </a:lnTo>
                  <a:lnTo>
                    <a:pt x="1851516" y="2416534"/>
                  </a:lnTo>
                  <a:lnTo>
                    <a:pt x="1928149" y="2470735"/>
                  </a:lnTo>
                  <a:lnTo>
                    <a:pt x="2004781" y="2522560"/>
                  </a:lnTo>
                  <a:lnTo>
                    <a:pt x="2081414" y="2572112"/>
                  </a:lnTo>
                  <a:lnTo>
                    <a:pt x="2158047" y="2619492"/>
                  </a:lnTo>
                  <a:lnTo>
                    <a:pt x="2234679" y="2664793"/>
                  </a:lnTo>
                  <a:lnTo>
                    <a:pt x="2311312" y="2708109"/>
                  </a:lnTo>
                  <a:lnTo>
                    <a:pt x="2387944" y="2749525"/>
                  </a:lnTo>
                  <a:lnTo>
                    <a:pt x="2464577" y="2784801"/>
                  </a:lnTo>
                  <a:lnTo>
                    <a:pt x="2541209" y="2796289"/>
                  </a:lnTo>
                  <a:lnTo>
                    <a:pt x="2617842" y="2807624"/>
                  </a:lnTo>
                  <a:lnTo>
                    <a:pt x="2694474" y="2818810"/>
                  </a:lnTo>
                  <a:lnTo>
                    <a:pt x="2771107" y="2829847"/>
                  </a:lnTo>
                  <a:lnTo>
                    <a:pt x="2847739" y="2840739"/>
                  </a:lnTo>
                  <a:lnTo>
                    <a:pt x="2924372" y="2851486"/>
                  </a:lnTo>
                  <a:lnTo>
                    <a:pt x="3001005" y="2862091"/>
                  </a:lnTo>
                  <a:lnTo>
                    <a:pt x="3077637" y="2872556"/>
                  </a:lnTo>
                  <a:lnTo>
                    <a:pt x="3154270" y="2882882"/>
                  </a:lnTo>
                  <a:lnTo>
                    <a:pt x="3230902" y="2893071"/>
                  </a:lnTo>
                  <a:lnTo>
                    <a:pt x="3307535" y="2903126"/>
                  </a:lnTo>
                  <a:lnTo>
                    <a:pt x="3384167" y="2913047"/>
                  </a:lnTo>
                  <a:lnTo>
                    <a:pt x="3460800" y="2922837"/>
                  </a:lnTo>
                  <a:lnTo>
                    <a:pt x="3537432" y="2932498"/>
                  </a:lnTo>
                  <a:lnTo>
                    <a:pt x="3614065" y="2942030"/>
                  </a:lnTo>
                  <a:lnTo>
                    <a:pt x="3690698" y="2951437"/>
                  </a:lnTo>
                  <a:lnTo>
                    <a:pt x="3767330" y="2960718"/>
                  </a:lnTo>
                  <a:lnTo>
                    <a:pt x="3843963" y="2969878"/>
                  </a:lnTo>
                  <a:lnTo>
                    <a:pt x="3920595" y="2978915"/>
                  </a:lnTo>
                  <a:lnTo>
                    <a:pt x="3997228" y="2987834"/>
                  </a:lnTo>
                  <a:lnTo>
                    <a:pt x="4073860" y="2996634"/>
                  </a:lnTo>
                  <a:lnTo>
                    <a:pt x="4150493" y="3005317"/>
                  </a:lnTo>
                  <a:lnTo>
                    <a:pt x="4227125" y="3013886"/>
                  </a:lnTo>
                  <a:lnTo>
                    <a:pt x="4303758" y="3022341"/>
                  </a:lnTo>
                  <a:lnTo>
                    <a:pt x="4380390" y="3030685"/>
                  </a:lnTo>
                  <a:lnTo>
                    <a:pt x="4457023" y="3038917"/>
                  </a:lnTo>
                  <a:lnTo>
                    <a:pt x="4533656" y="3047041"/>
                  </a:lnTo>
                  <a:lnTo>
                    <a:pt x="4610288" y="3055058"/>
                  </a:lnTo>
                  <a:lnTo>
                    <a:pt x="4686921" y="3062968"/>
                  </a:lnTo>
                  <a:lnTo>
                    <a:pt x="4763553" y="3070774"/>
                  </a:lnTo>
                  <a:lnTo>
                    <a:pt x="4840186" y="3078476"/>
                  </a:lnTo>
                  <a:lnTo>
                    <a:pt x="4916818" y="3086076"/>
                  </a:lnTo>
                  <a:lnTo>
                    <a:pt x="4993451" y="3093576"/>
                  </a:lnTo>
                  <a:lnTo>
                    <a:pt x="5070083" y="3100976"/>
                  </a:lnTo>
                  <a:lnTo>
                    <a:pt x="5146716" y="3108279"/>
                  </a:lnTo>
                  <a:lnTo>
                    <a:pt x="5223348" y="3115484"/>
                  </a:lnTo>
                  <a:lnTo>
                    <a:pt x="5299981" y="3122595"/>
                  </a:lnTo>
                  <a:lnTo>
                    <a:pt x="5376614" y="3129611"/>
                  </a:lnTo>
                  <a:lnTo>
                    <a:pt x="5453246" y="3136535"/>
                  </a:lnTo>
                  <a:lnTo>
                    <a:pt x="5529879" y="3143366"/>
                  </a:lnTo>
                  <a:lnTo>
                    <a:pt x="5606511" y="3150108"/>
                  </a:lnTo>
                  <a:lnTo>
                    <a:pt x="5683144" y="3156760"/>
                  </a:lnTo>
                  <a:lnTo>
                    <a:pt x="5759776" y="3163324"/>
                  </a:lnTo>
                  <a:lnTo>
                    <a:pt x="5836409" y="3169801"/>
                  </a:lnTo>
                  <a:lnTo>
                    <a:pt x="5913041" y="3176192"/>
                  </a:lnTo>
                  <a:lnTo>
                    <a:pt x="5989674" y="3182499"/>
                  </a:lnTo>
                  <a:lnTo>
                    <a:pt x="6066307" y="3188722"/>
                  </a:lnTo>
                  <a:lnTo>
                    <a:pt x="6142939" y="3194863"/>
                  </a:lnTo>
                  <a:lnTo>
                    <a:pt x="6219572" y="3200923"/>
                  </a:lnTo>
                  <a:lnTo>
                    <a:pt x="6296204" y="3206902"/>
                  </a:lnTo>
                  <a:lnTo>
                    <a:pt x="6372837" y="3212803"/>
                  </a:lnTo>
                  <a:lnTo>
                    <a:pt x="6449469" y="3218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6532"/>
              <a:ext cx="7403783" cy="1488793"/>
            </a:xfrm>
            <a:custGeom>
              <a:avLst/>
              <a:pathLst>
                <a:path w="7403783" h="1488793">
                  <a:moveTo>
                    <a:pt x="7403783" y="1488793"/>
                  </a:moveTo>
                  <a:lnTo>
                    <a:pt x="7327150" y="1484946"/>
                  </a:lnTo>
                  <a:lnTo>
                    <a:pt x="7250518" y="1480923"/>
                  </a:lnTo>
                  <a:lnTo>
                    <a:pt x="7173885" y="1476715"/>
                  </a:lnTo>
                  <a:lnTo>
                    <a:pt x="7097253" y="1472315"/>
                  </a:lnTo>
                  <a:lnTo>
                    <a:pt x="7020620" y="1467712"/>
                  </a:lnTo>
                  <a:lnTo>
                    <a:pt x="6943987" y="1462899"/>
                  </a:lnTo>
                  <a:lnTo>
                    <a:pt x="6867355" y="1457865"/>
                  </a:lnTo>
                  <a:lnTo>
                    <a:pt x="6790722" y="1452600"/>
                  </a:lnTo>
                  <a:lnTo>
                    <a:pt x="6714090" y="1447093"/>
                  </a:lnTo>
                  <a:lnTo>
                    <a:pt x="6637457" y="1441334"/>
                  </a:lnTo>
                  <a:lnTo>
                    <a:pt x="6560825" y="1435311"/>
                  </a:lnTo>
                  <a:lnTo>
                    <a:pt x="6484192" y="1429012"/>
                  </a:lnTo>
                  <a:lnTo>
                    <a:pt x="6407560" y="1422423"/>
                  </a:lnTo>
                  <a:lnTo>
                    <a:pt x="6330927" y="1415533"/>
                  </a:lnTo>
                  <a:lnTo>
                    <a:pt x="6254294" y="1408327"/>
                  </a:lnTo>
                  <a:lnTo>
                    <a:pt x="6177662" y="1400790"/>
                  </a:lnTo>
                  <a:lnTo>
                    <a:pt x="6101029" y="1392907"/>
                  </a:lnTo>
                  <a:lnTo>
                    <a:pt x="6024397" y="1384663"/>
                  </a:lnTo>
                  <a:lnTo>
                    <a:pt x="5947764" y="1376041"/>
                  </a:lnTo>
                  <a:lnTo>
                    <a:pt x="5871132" y="1367024"/>
                  </a:lnTo>
                  <a:lnTo>
                    <a:pt x="5794499" y="1357593"/>
                  </a:lnTo>
                  <a:lnTo>
                    <a:pt x="5717867" y="1347730"/>
                  </a:lnTo>
                  <a:lnTo>
                    <a:pt x="5641234" y="1337414"/>
                  </a:lnTo>
                  <a:lnTo>
                    <a:pt x="5564602" y="1326625"/>
                  </a:lnTo>
                  <a:lnTo>
                    <a:pt x="5487969" y="1315341"/>
                  </a:lnTo>
                  <a:lnTo>
                    <a:pt x="5411336" y="1303540"/>
                  </a:lnTo>
                  <a:lnTo>
                    <a:pt x="5334704" y="1291198"/>
                  </a:lnTo>
                  <a:lnTo>
                    <a:pt x="5258071" y="1278290"/>
                  </a:lnTo>
                  <a:lnTo>
                    <a:pt x="5181439" y="1264790"/>
                  </a:lnTo>
                  <a:lnTo>
                    <a:pt x="5104806" y="1250670"/>
                  </a:lnTo>
                  <a:lnTo>
                    <a:pt x="5028174" y="1235903"/>
                  </a:lnTo>
                  <a:lnTo>
                    <a:pt x="4951541" y="1220459"/>
                  </a:lnTo>
                  <a:lnTo>
                    <a:pt x="4874909" y="1204307"/>
                  </a:lnTo>
                  <a:lnTo>
                    <a:pt x="4798276" y="1187414"/>
                  </a:lnTo>
                  <a:lnTo>
                    <a:pt x="4721644" y="1169746"/>
                  </a:lnTo>
                  <a:lnTo>
                    <a:pt x="4645011" y="1151269"/>
                  </a:lnTo>
                  <a:lnTo>
                    <a:pt x="4568378" y="1131943"/>
                  </a:lnTo>
                  <a:lnTo>
                    <a:pt x="4491746" y="1111732"/>
                  </a:lnTo>
                  <a:lnTo>
                    <a:pt x="4415113" y="1090593"/>
                  </a:lnTo>
                  <a:lnTo>
                    <a:pt x="4338481" y="1068486"/>
                  </a:lnTo>
                  <a:lnTo>
                    <a:pt x="4261848" y="1045364"/>
                  </a:lnTo>
                  <a:lnTo>
                    <a:pt x="4185216" y="1021182"/>
                  </a:lnTo>
                  <a:lnTo>
                    <a:pt x="4108583" y="995891"/>
                  </a:lnTo>
                  <a:lnTo>
                    <a:pt x="4031951" y="969440"/>
                  </a:lnTo>
                  <a:lnTo>
                    <a:pt x="3955318" y="941776"/>
                  </a:lnTo>
                  <a:lnTo>
                    <a:pt x="3878685" y="912844"/>
                  </a:lnTo>
                  <a:lnTo>
                    <a:pt x="3802053" y="882585"/>
                  </a:lnTo>
                  <a:lnTo>
                    <a:pt x="3725420" y="850938"/>
                  </a:lnTo>
                  <a:lnTo>
                    <a:pt x="3648788" y="817840"/>
                  </a:lnTo>
                  <a:lnTo>
                    <a:pt x="3572155" y="783224"/>
                  </a:lnTo>
                  <a:lnTo>
                    <a:pt x="3495523" y="747020"/>
                  </a:lnTo>
                  <a:lnTo>
                    <a:pt x="3418890" y="709156"/>
                  </a:lnTo>
                  <a:lnTo>
                    <a:pt x="3342258" y="693190"/>
                  </a:lnTo>
                  <a:lnTo>
                    <a:pt x="3265625" y="681393"/>
                  </a:lnTo>
                  <a:lnTo>
                    <a:pt x="3188993" y="669436"/>
                  </a:lnTo>
                  <a:lnTo>
                    <a:pt x="3112360" y="657320"/>
                  </a:lnTo>
                  <a:lnTo>
                    <a:pt x="3035727" y="645041"/>
                  </a:lnTo>
                  <a:lnTo>
                    <a:pt x="2959095" y="632597"/>
                  </a:lnTo>
                  <a:lnTo>
                    <a:pt x="2882462" y="619986"/>
                  </a:lnTo>
                  <a:lnTo>
                    <a:pt x="2805830" y="607206"/>
                  </a:lnTo>
                  <a:lnTo>
                    <a:pt x="2729197" y="594255"/>
                  </a:lnTo>
                  <a:lnTo>
                    <a:pt x="2652565" y="581129"/>
                  </a:lnTo>
                  <a:lnTo>
                    <a:pt x="2575932" y="567828"/>
                  </a:lnTo>
                  <a:lnTo>
                    <a:pt x="2499300" y="554349"/>
                  </a:lnTo>
                  <a:lnTo>
                    <a:pt x="2422667" y="540688"/>
                  </a:lnTo>
                  <a:lnTo>
                    <a:pt x="2346034" y="526844"/>
                  </a:lnTo>
                  <a:lnTo>
                    <a:pt x="2269402" y="512815"/>
                  </a:lnTo>
                  <a:lnTo>
                    <a:pt x="2192769" y="498597"/>
                  </a:lnTo>
                  <a:lnTo>
                    <a:pt x="2116137" y="484189"/>
                  </a:lnTo>
                  <a:lnTo>
                    <a:pt x="2039504" y="469588"/>
                  </a:lnTo>
                  <a:lnTo>
                    <a:pt x="1962872" y="454790"/>
                  </a:lnTo>
                  <a:lnTo>
                    <a:pt x="1886239" y="439794"/>
                  </a:lnTo>
                  <a:lnTo>
                    <a:pt x="1809607" y="424597"/>
                  </a:lnTo>
                  <a:lnTo>
                    <a:pt x="1732974" y="409196"/>
                  </a:lnTo>
                  <a:lnTo>
                    <a:pt x="1656342" y="393588"/>
                  </a:lnTo>
                  <a:lnTo>
                    <a:pt x="1579709" y="377771"/>
                  </a:lnTo>
                  <a:lnTo>
                    <a:pt x="1503076" y="361742"/>
                  </a:lnTo>
                  <a:lnTo>
                    <a:pt x="1426444" y="345498"/>
                  </a:lnTo>
                  <a:lnTo>
                    <a:pt x="1349811" y="329036"/>
                  </a:lnTo>
                  <a:lnTo>
                    <a:pt x="1273179" y="312353"/>
                  </a:lnTo>
                  <a:lnTo>
                    <a:pt x="1196546" y="295446"/>
                  </a:lnTo>
                  <a:lnTo>
                    <a:pt x="1119914" y="278313"/>
                  </a:lnTo>
                  <a:lnTo>
                    <a:pt x="1043281" y="260949"/>
                  </a:lnTo>
                  <a:lnTo>
                    <a:pt x="966649" y="243353"/>
                  </a:lnTo>
                  <a:lnTo>
                    <a:pt x="890016" y="225520"/>
                  </a:lnTo>
                  <a:lnTo>
                    <a:pt x="813384" y="207449"/>
                  </a:lnTo>
                  <a:lnTo>
                    <a:pt x="736751" y="189135"/>
                  </a:lnTo>
                  <a:lnTo>
                    <a:pt x="660118" y="170575"/>
                  </a:lnTo>
                  <a:lnTo>
                    <a:pt x="583486" y="151767"/>
                  </a:lnTo>
                  <a:lnTo>
                    <a:pt x="506853" y="132706"/>
                  </a:lnTo>
                  <a:lnTo>
                    <a:pt x="430221" y="113389"/>
                  </a:lnTo>
                  <a:lnTo>
                    <a:pt x="353588" y="93813"/>
                  </a:lnTo>
                  <a:lnTo>
                    <a:pt x="276956" y="73975"/>
                  </a:lnTo>
                  <a:lnTo>
                    <a:pt x="200323" y="53870"/>
                  </a:lnTo>
                  <a:lnTo>
                    <a:pt x="123691" y="33496"/>
                  </a:lnTo>
                  <a:lnTo>
                    <a:pt x="47058" y="12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380493"/>
              <a:ext cx="7403783" cy="2977910"/>
            </a:xfrm>
            <a:custGeom>
              <a:avLst/>
              <a:pathLst>
                <a:path w="7403783" h="2977910">
                  <a:moveTo>
                    <a:pt x="0" y="0"/>
                  </a:moveTo>
                  <a:lnTo>
                    <a:pt x="47058" y="56398"/>
                  </a:lnTo>
                  <a:lnTo>
                    <a:pt x="123691" y="145607"/>
                  </a:lnTo>
                  <a:lnTo>
                    <a:pt x="200323" y="232259"/>
                  </a:lnTo>
                  <a:lnTo>
                    <a:pt x="276956" y="316427"/>
                  </a:lnTo>
                  <a:lnTo>
                    <a:pt x="353588" y="398183"/>
                  </a:lnTo>
                  <a:lnTo>
                    <a:pt x="430221" y="477595"/>
                  </a:lnTo>
                  <a:lnTo>
                    <a:pt x="506853" y="554731"/>
                  </a:lnTo>
                  <a:lnTo>
                    <a:pt x="583486" y="629656"/>
                  </a:lnTo>
                  <a:lnTo>
                    <a:pt x="660118" y="702434"/>
                  </a:lnTo>
                  <a:lnTo>
                    <a:pt x="736751" y="773125"/>
                  </a:lnTo>
                  <a:lnTo>
                    <a:pt x="813384" y="841791"/>
                  </a:lnTo>
                  <a:lnTo>
                    <a:pt x="890016" y="908488"/>
                  </a:lnTo>
                  <a:lnTo>
                    <a:pt x="966649" y="973273"/>
                  </a:lnTo>
                  <a:lnTo>
                    <a:pt x="1043281" y="1036202"/>
                  </a:lnTo>
                  <a:lnTo>
                    <a:pt x="1119914" y="1097326"/>
                  </a:lnTo>
                  <a:lnTo>
                    <a:pt x="1196546" y="1156699"/>
                  </a:lnTo>
                  <a:lnTo>
                    <a:pt x="1273179" y="1214370"/>
                  </a:lnTo>
                  <a:lnTo>
                    <a:pt x="1349811" y="1270388"/>
                  </a:lnTo>
                  <a:lnTo>
                    <a:pt x="1426444" y="1324800"/>
                  </a:lnTo>
                  <a:lnTo>
                    <a:pt x="1503076" y="1377652"/>
                  </a:lnTo>
                  <a:lnTo>
                    <a:pt x="1579709" y="1428990"/>
                  </a:lnTo>
                  <a:lnTo>
                    <a:pt x="1656342" y="1478856"/>
                  </a:lnTo>
                  <a:lnTo>
                    <a:pt x="1732974" y="1527293"/>
                  </a:lnTo>
                  <a:lnTo>
                    <a:pt x="1809607" y="1574341"/>
                  </a:lnTo>
                  <a:lnTo>
                    <a:pt x="1886239" y="1620041"/>
                  </a:lnTo>
                  <a:lnTo>
                    <a:pt x="1962872" y="1664431"/>
                  </a:lnTo>
                  <a:lnTo>
                    <a:pt x="2039504" y="1707549"/>
                  </a:lnTo>
                  <a:lnTo>
                    <a:pt x="2116137" y="1749430"/>
                  </a:lnTo>
                  <a:lnTo>
                    <a:pt x="2192769" y="1790112"/>
                  </a:lnTo>
                  <a:lnTo>
                    <a:pt x="2269402" y="1829627"/>
                  </a:lnTo>
                  <a:lnTo>
                    <a:pt x="2346034" y="1868009"/>
                  </a:lnTo>
                  <a:lnTo>
                    <a:pt x="2422667" y="1905292"/>
                  </a:lnTo>
                  <a:lnTo>
                    <a:pt x="2499300" y="1941505"/>
                  </a:lnTo>
                  <a:lnTo>
                    <a:pt x="2575932" y="1976681"/>
                  </a:lnTo>
                  <a:lnTo>
                    <a:pt x="2652565" y="2010849"/>
                  </a:lnTo>
                  <a:lnTo>
                    <a:pt x="2729197" y="2044037"/>
                  </a:lnTo>
                  <a:lnTo>
                    <a:pt x="2805830" y="2076274"/>
                  </a:lnTo>
                  <a:lnTo>
                    <a:pt x="2882462" y="2107587"/>
                  </a:lnTo>
                  <a:lnTo>
                    <a:pt x="2959095" y="2138002"/>
                  </a:lnTo>
                  <a:lnTo>
                    <a:pt x="3035727" y="2167545"/>
                  </a:lnTo>
                  <a:lnTo>
                    <a:pt x="3112360" y="2196242"/>
                  </a:lnTo>
                  <a:lnTo>
                    <a:pt x="3188993" y="2224116"/>
                  </a:lnTo>
                  <a:lnTo>
                    <a:pt x="3265625" y="2251192"/>
                  </a:lnTo>
                  <a:lnTo>
                    <a:pt x="3342258" y="2277491"/>
                  </a:lnTo>
                  <a:lnTo>
                    <a:pt x="3418890" y="2303036"/>
                  </a:lnTo>
                  <a:lnTo>
                    <a:pt x="3495523" y="2327849"/>
                  </a:lnTo>
                  <a:lnTo>
                    <a:pt x="3572155" y="2351951"/>
                  </a:lnTo>
                  <a:lnTo>
                    <a:pt x="3648788" y="2375362"/>
                  </a:lnTo>
                  <a:lnTo>
                    <a:pt x="3725420" y="2398102"/>
                  </a:lnTo>
                  <a:lnTo>
                    <a:pt x="3802053" y="2420190"/>
                  </a:lnTo>
                  <a:lnTo>
                    <a:pt x="3878685" y="2441645"/>
                  </a:lnTo>
                  <a:lnTo>
                    <a:pt x="3955318" y="2462485"/>
                  </a:lnTo>
                  <a:lnTo>
                    <a:pt x="4031951" y="2482728"/>
                  </a:lnTo>
                  <a:lnTo>
                    <a:pt x="4108583" y="2502391"/>
                  </a:lnTo>
                  <a:lnTo>
                    <a:pt x="4185216" y="2521490"/>
                  </a:lnTo>
                  <a:lnTo>
                    <a:pt x="4261848" y="2540041"/>
                  </a:lnTo>
                  <a:lnTo>
                    <a:pt x="4338481" y="2558061"/>
                  </a:lnTo>
                  <a:lnTo>
                    <a:pt x="4415113" y="2575564"/>
                  </a:lnTo>
                  <a:lnTo>
                    <a:pt x="4491746" y="2592566"/>
                  </a:lnTo>
                  <a:lnTo>
                    <a:pt x="4568378" y="2609080"/>
                  </a:lnTo>
                  <a:lnTo>
                    <a:pt x="4645011" y="2625121"/>
                  </a:lnTo>
                  <a:lnTo>
                    <a:pt x="4721644" y="2640702"/>
                  </a:lnTo>
                  <a:lnTo>
                    <a:pt x="4798276" y="2655837"/>
                  </a:lnTo>
                  <a:lnTo>
                    <a:pt x="4874909" y="2670537"/>
                  </a:lnTo>
                  <a:lnTo>
                    <a:pt x="4951541" y="2684817"/>
                  </a:lnTo>
                  <a:lnTo>
                    <a:pt x="5028174" y="2698687"/>
                  </a:lnTo>
                  <a:lnTo>
                    <a:pt x="5104806" y="2712159"/>
                  </a:lnTo>
                  <a:lnTo>
                    <a:pt x="5181439" y="2725246"/>
                  </a:lnTo>
                  <a:lnTo>
                    <a:pt x="5258071" y="2737957"/>
                  </a:lnTo>
                  <a:lnTo>
                    <a:pt x="5334704" y="2750304"/>
                  </a:lnTo>
                  <a:lnTo>
                    <a:pt x="5411336" y="2762297"/>
                  </a:lnTo>
                  <a:lnTo>
                    <a:pt x="5487969" y="2773946"/>
                  </a:lnTo>
                  <a:lnTo>
                    <a:pt x="5564602" y="2785261"/>
                  </a:lnTo>
                  <a:lnTo>
                    <a:pt x="5641234" y="2796252"/>
                  </a:lnTo>
                  <a:lnTo>
                    <a:pt x="5717867" y="2806928"/>
                  </a:lnTo>
                  <a:lnTo>
                    <a:pt x="5794499" y="2817298"/>
                  </a:lnTo>
                  <a:lnTo>
                    <a:pt x="5871132" y="2827371"/>
                  </a:lnTo>
                  <a:lnTo>
                    <a:pt x="5947764" y="2837155"/>
                  </a:lnTo>
                  <a:lnTo>
                    <a:pt x="6024397" y="2846658"/>
                  </a:lnTo>
                  <a:lnTo>
                    <a:pt x="6101029" y="2855889"/>
                  </a:lnTo>
                  <a:lnTo>
                    <a:pt x="6177662" y="2864856"/>
                  </a:lnTo>
                  <a:lnTo>
                    <a:pt x="6254294" y="2873565"/>
                  </a:lnTo>
                  <a:lnTo>
                    <a:pt x="6330927" y="2882025"/>
                  </a:lnTo>
                  <a:lnTo>
                    <a:pt x="6407560" y="2890243"/>
                  </a:lnTo>
                  <a:lnTo>
                    <a:pt x="6484192" y="2898225"/>
                  </a:lnTo>
                  <a:lnTo>
                    <a:pt x="6560825" y="2905978"/>
                  </a:lnTo>
                  <a:lnTo>
                    <a:pt x="6637457" y="2913509"/>
                  </a:lnTo>
                  <a:lnTo>
                    <a:pt x="6714090" y="2920824"/>
                  </a:lnTo>
                  <a:lnTo>
                    <a:pt x="6790722" y="2927929"/>
                  </a:lnTo>
                  <a:lnTo>
                    <a:pt x="6867355" y="2934831"/>
                  </a:lnTo>
                  <a:lnTo>
                    <a:pt x="6943987" y="2941534"/>
                  </a:lnTo>
                  <a:lnTo>
                    <a:pt x="7020620" y="2948046"/>
                  </a:lnTo>
                  <a:lnTo>
                    <a:pt x="7097253" y="2954371"/>
                  </a:lnTo>
                  <a:lnTo>
                    <a:pt x="7173885" y="2960515"/>
                  </a:lnTo>
                  <a:lnTo>
                    <a:pt x="7250518" y="2966482"/>
                  </a:lnTo>
                  <a:lnTo>
                    <a:pt x="7327150" y="2972279"/>
                  </a:lnTo>
                  <a:lnTo>
                    <a:pt x="7403783" y="29779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2026-05-26T09:05:47Z</dcterms:modified>
  <cp:category/>
</cp:coreProperties>
</file>