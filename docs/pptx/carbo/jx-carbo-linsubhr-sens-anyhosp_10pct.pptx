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340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999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659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319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78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3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29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9957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617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3900887"/>
              <a:ext cx="7090630" cy="1313628"/>
            </a:xfrm>
            <a:custGeom>
              <a:avLst/>
              <a:pathLst>
                <a:path w="7090630" h="1313628">
                  <a:moveTo>
                    <a:pt x="0" y="0"/>
                  </a:moveTo>
                  <a:lnTo>
                    <a:pt x="71622" y="26149"/>
                  </a:lnTo>
                  <a:lnTo>
                    <a:pt x="143245" y="51886"/>
                  </a:lnTo>
                  <a:lnTo>
                    <a:pt x="214867" y="77217"/>
                  </a:lnTo>
                  <a:lnTo>
                    <a:pt x="286490" y="102147"/>
                  </a:lnTo>
                  <a:lnTo>
                    <a:pt x="358112" y="126684"/>
                  </a:lnTo>
                  <a:lnTo>
                    <a:pt x="429735" y="150834"/>
                  </a:lnTo>
                  <a:lnTo>
                    <a:pt x="501357" y="174602"/>
                  </a:lnTo>
                  <a:lnTo>
                    <a:pt x="572980" y="197996"/>
                  </a:lnTo>
                  <a:lnTo>
                    <a:pt x="644602" y="221020"/>
                  </a:lnTo>
                  <a:lnTo>
                    <a:pt x="716225" y="243680"/>
                  </a:lnTo>
                  <a:lnTo>
                    <a:pt x="787847" y="265983"/>
                  </a:lnTo>
                  <a:lnTo>
                    <a:pt x="859470" y="287933"/>
                  </a:lnTo>
                  <a:lnTo>
                    <a:pt x="931092" y="309537"/>
                  </a:lnTo>
                  <a:lnTo>
                    <a:pt x="1002715" y="330800"/>
                  </a:lnTo>
                  <a:lnTo>
                    <a:pt x="1074337" y="351727"/>
                  </a:lnTo>
                  <a:lnTo>
                    <a:pt x="1145960" y="372324"/>
                  </a:lnTo>
                  <a:lnTo>
                    <a:pt x="1217582" y="392596"/>
                  </a:lnTo>
                  <a:lnTo>
                    <a:pt x="1289205" y="412547"/>
                  </a:lnTo>
                  <a:lnTo>
                    <a:pt x="1360827" y="432184"/>
                  </a:lnTo>
                  <a:lnTo>
                    <a:pt x="1432450" y="451511"/>
                  </a:lnTo>
                  <a:lnTo>
                    <a:pt x="1504073" y="470532"/>
                  </a:lnTo>
                  <a:lnTo>
                    <a:pt x="1575695" y="489253"/>
                  </a:lnTo>
                  <a:lnTo>
                    <a:pt x="1647318" y="507679"/>
                  </a:lnTo>
                  <a:lnTo>
                    <a:pt x="1718940" y="525814"/>
                  </a:lnTo>
                  <a:lnTo>
                    <a:pt x="1790563" y="543662"/>
                  </a:lnTo>
                  <a:lnTo>
                    <a:pt x="1862185" y="561229"/>
                  </a:lnTo>
                  <a:lnTo>
                    <a:pt x="1933808" y="578518"/>
                  </a:lnTo>
                  <a:lnTo>
                    <a:pt x="2005430" y="595535"/>
                  </a:lnTo>
                  <a:lnTo>
                    <a:pt x="2077053" y="612282"/>
                  </a:lnTo>
                  <a:lnTo>
                    <a:pt x="2148675" y="628766"/>
                  </a:lnTo>
                  <a:lnTo>
                    <a:pt x="2220298" y="644989"/>
                  </a:lnTo>
                  <a:lnTo>
                    <a:pt x="2291920" y="660956"/>
                  </a:lnTo>
                  <a:lnTo>
                    <a:pt x="2363543" y="676671"/>
                  </a:lnTo>
                  <a:lnTo>
                    <a:pt x="2435165" y="692138"/>
                  </a:lnTo>
                  <a:lnTo>
                    <a:pt x="2506788" y="707360"/>
                  </a:lnTo>
                  <a:lnTo>
                    <a:pt x="2578410" y="722342"/>
                  </a:lnTo>
                  <a:lnTo>
                    <a:pt x="2650033" y="737088"/>
                  </a:lnTo>
                  <a:lnTo>
                    <a:pt x="2721655" y="751601"/>
                  </a:lnTo>
                  <a:lnTo>
                    <a:pt x="2793278" y="765885"/>
                  </a:lnTo>
                  <a:lnTo>
                    <a:pt x="2864901" y="779943"/>
                  </a:lnTo>
                  <a:lnTo>
                    <a:pt x="2936523" y="793780"/>
                  </a:lnTo>
                  <a:lnTo>
                    <a:pt x="3008146" y="807398"/>
                  </a:lnTo>
                  <a:lnTo>
                    <a:pt x="3079768" y="820801"/>
                  </a:lnTo>
                  <a:lnTo>
                    <a:pt x="3151391" y="827134"/>
                  </a:lnTo>
                  <a:lnTo>
                    <a:pt x="3223013" y="827572"/>
                  </a:lnTo>
                  <a:lnTo>
                    <a:pt x="3294636" y="828009"/>
                  </a:lnTo>
                  <a:lnTo>
                    <a:pt x="3366258" y="828447"/>
                  </a:lnTo>
                  <a:lnTo>
                    <a:pt x="3437881" y="828884"/>
                  </a:lnTo>
                  <a:lnTo>
                    <a:pt x="3509503" y="829320"/>
                  </a:lnTo>
                  <a:lnTo>
                    <a:pt x="3581126" y="829757"/>
                  </a:lnTo>
                  <a:lnTo>
                    <a:pt x="3652748" y="830193"/>
                  </a:lnTo>
                  <a:lnTo>
                    <a:pt x="3724371" y="830629"/>
                  </a:lnTo>
                  <a:lnTo>
                    <a:pt x="3795993" y="831065"/>
                  </a:lnTo>
                  <a:lnTo>
                    <a:pt x="3867616" y="831501"/>
                  </a:lnTo>
                  <a:lnTo>
                    <a:pt x="3939238" y="831936"/>
                  </a:lnTo>
                  <a:lnTo>
                    <a:pt x="4010861" y="832371"/>
                  </a:lnTo>
                  <a:lnTo>
                    <a:pt x="4082483" y="832806"/>
                  </a:lnTo>
                  <a:lnTo>
                    <a:pt x="4154106" y="833241"/>
                  </a:lnTo>
                  <a:lnTo>
                    <a:pt x="4225729" y="833675"/>
                  </a:lnTo>
                  <a:lnTo>
                    <a:pt x="4297351" y="834109"/>
                  </a:lnTo>
                  <a:lnTo>
                    <a:pt x="4368974" y="834543"/>
                  </a:lnTo>
                  <a:lnTo>
                    <a:pt x="4440596" y="834977"/>
                  </a:lnTo>
                  <a:lnTo>
                    <a:pt x="4512219" y="835411"/>
                  </a:lnTo>
                  <a:lnTo>
                    <a:pt x="4583841" y="835844"/>
                  </a:lnTo>
                  <a:lnTo>
                    <a:pt x="4655464" y="836277"/>
                  </a:lnTo>
                  <a:lnTo>
                    <a:pt x="4727086" y="836710"/>
                  </a:lnTo>
                  <a:lnTo>
                    <a:pt x="4798709" y="837143"/>
                  </a:lnTo>
                  <a:lnTo>
                    <a:pt x="4870331" y="837575"/>
                  </a:lnTo>
                  <a:lnTo>
                    <a:pt x="4941954" y="838007"/>
                  </a:lnTo>
                  <a:lnTo>
                    <a:pt x="5013576" y="838439"/>
                  </a:lnTo>
                  <a:lnTo>
                    <a:pt x="5085199" y="838871"/>
                  </a:lnTo>
                  <a:lnTo>
                    <a:pt x="5156821" y="839302"/>
                  </a:lnTo>
                  <a:lnTo>
                    <a:pt x="5228444" y="839734"/>
                  </a:lnTo>
                  <a:lnTo>
                    <a:pt x="5300066" y="840165"/>
                  </a:lnTo>
                  <a:lnTo>
                    <a:pt x="5371689" y="840595"/>
                  </a:lnTo>
                  <a:lnTo>
                    <a:pt x="5443311" y="841026"/>
                  </a:lnTo>
                  <a:lnTo>
                    <a:pt x="5514934" y="841456"/>
                  </a:lnTo>
                  <a:lnTo>
                    <a:pt x="5586557" y="841886"/>
                  </a:lnTo>
                  <a:lnTo>
                    <a:pt x="5658179" y="842316"/>
                  </a:lnTo>
                  <a:lnTo>
                    <a:pt x="5729802" y="842746"/>
                  </a:lnTo>
                  <a:lnTo>
                    <a:pt x="5801424" y="843175"/>
                  </a:lnTo>
                  <a:lnTo>
                    <a:pt x="5873047" y="843605"/>
                  </a:lnTo>
                  <a:lnTo>
                    <a:pt x="5944669" y="844034"/>
                  </a:lnTo>
                  <a:lnTo>
                    <a:pt x="6016292" y="844462"/>
                  </a:lnTo>
                  <a:lnTo>
                    <a:pt x="6087914" y="844891"/>
                  </a:lnTo>
                  <a:lnTo>
                    <a:pt x="6159537" y="845319"/>
                  </a:lnTo>
                  <a:lnTo>
                    <a:pt x="6231159" y="845747"/>
                  </a:lnTo>
                  <a:lnTo>
                    <a:pt x="6302782" y="846175"/>
                  </a:lnTo>
                  <a:lnTo>
                    <a:pt x="6374404" y="846603"/>
                  </a:lnTo>
                  <a:lnTo>
                    <a:pt x="6446027" y="847030"/>
                  </a:lnTo>
                  <a:lnTo>
                    <a:pt x="6517649" y="847457"/>
                  </a:lnTo>
                  <a:lnTo>
                    <a:pt x="6589272" y="847884"/>
                  </a:lnTo>
                  <a:lnTo>
                    <a:pt x="6660894" y="848311"/>
                  </a:lnTo>
                  <a:lnTo>
                    <a:pt x="6732517" y="848737"/>
                  </a:lnTo>
                  <a:lnTo>
                    <a:pt x="6804139" y="849164"/>
                  </a:lnTo>
                  <a:lnTo>
                    <a:pt x="6875762" y="849590"/>
                  </a:lnTo>
                  <a:lnTo>
                    <a:pt x="6947385" y="850016"/>
                  </a:lnTo>
                  <a:lnTo>
                    <a:pt x="7019007" y="850441"/>
                  </a:lnTo>
                  <a:lnTo>
                    <a:pt x="7090630" y="850866"/>
                  </a:lnTo>
                  <a:lnTo>
                    <a:pt x="7090630" y="1313628"/>
                  </a:lnTo>
                  <a:lnTo>
                    <a:pt x="7019007" y="1308130"/>
                  </a:lnTo>
                  <a:lnTo>
                    <a:pt x="6947385" y="1302544"/>
                  </a:lnTo>
                  <a:lnTo>
                    <a:pt x="6875762" y="1296869"/>
                  </a:lnTo>
                  <a:lnTo>
                    <a:pt x="6804139" y="1291102"/>
                  </a:lnTo>
                  <a:lnTo>
                    <a:pt x="6732517" y="1285243"/>
                  </a:lnTo>
                  <a:lnTo>
                    <a:pt x="6660894" y="1279291"/>
                  </a:lnTo>
                  <a:lnTo>
                    <a:pt x="6589272" y="1273242"/>
                  </a:lnTo>
                  <a:lnTo>
                    <a:pt x="6517649" y="1267097"/>
                  </a:lnTo>
                  <a:lnTo>
                    <a:pt x="6446027" y="1260852"/>
                  </a:lnTo>
                  <a:lnTo>
                    <a:pt x="6374404" y="1254508"/>
                  </a:lnTo>
                  <a:lnTo>
                    <a:pt x="6302782" y="1248062"/>
                  </a:lnTo>
                  <a:lnTo>
                    <a:pt x="6231159" y="1241513"/>
                  </a:lnTo>
                  <a:lnTo>
                    <a:pt x="6159537" y="1234858"/>
                  </a:lnTo>
                  <a:lnTo>
                    <a:pt x="6087914" y="1228097"/>
                  </a:lnTo>
                  <a:lnTo>
                    <a:pt x="6016292" y="1221228"/>
                  </a:lnTo>
                  <a:lnTo>
                    <a:pt x="5944669" y="1214248"/>
                  </a:lnTo>
                  <a:lnTo>
                    <a:pt x="5873047" y="1207156"/>
                  </a:lnTo>
                  <a:lnTo>
                    <a:pt x="5801424" y="1199950"/>
                  </a:lnTo>
                  <a:lnTo>
                    <a:pt x="5729802" y="1192629"/>
                  </a:lnTo>
                  <a:lnTo>
                    <a:pt x="5658179" y="1185191"/>
                  </a:lnTo>
                  <a:lnTo>
                    <a:pt x="5586557" y="1177633"/>
                  </a:lnTo>
                  <a:lnTo>
                    <a:pt x="5514934" y="1169954"/>
                  </a:lnTo>
                  <a:lnTo>
                    <a:pt x="5443311" y="1162151"/>
                  </a:lnTo>
                  <a:lnTo>
                    <a:pt x="5371689" y="1154224"/>
                  </a:lnTo>
                  <a:lnTo>
                    <a:pt x="5300066" y="1146169"/>
                  </a:lnTo>
                  <a:lnTo>
                    <a:pt x="5228444" y="1137985"/>
                  </a:lnTo>
                  <a:lnTo>
                    <a:pt x="5156821" y="1129670"/>
                  </a:lnTo>
                  <a:lnTo>
                    <a:pt x="5085199" y="1121222"/>
                  </a:lnTo>
                  <a:lnTo>
                    <a:pt x="5013576" y="1112638"/>
                  </a:lnTo>
                  <a:lnTo>
                    <a:pt x="4941954" y="1103916"/>
                  </a:lnTo>
                  <a:lnTo>
                    <a:pt x="4870331" y="1095054"/>
                  </a:lnTo>
                  <a:lnTo>
                    <a:pt x="4798709" y="1086051"/>
                  </a:lnTo>
                  <a:lnTo>
                    <a:pt x="4727086" y="1076902"/>
                  </a:lnTo>
                  <a:lnTo>
                    <a:pt x="4655464" y="1067607"/>
                  </a:lnTo>
                  <a:lnTo>
                    <a:pt x="4583841" y="1058163"/>
                  </a:lnTo>
                  <a:lnTo>
                    <a:pt x="4512219" y="1048568"/>
                  </a:lnTo>
                  <a:lnTo>
                    <a:pt x="4440596" y="1038819"/>
                  </a:lnTo>
                  <a:lnTo>
                    <a:pt x="4368974" y="1028913"/>
                  </a:lnTo>
                  <a:lnTo>
                    <a:pt x="4297351" y="1018848"/>
                  </a:lnTo>
                  <a:lnTo>
                    <a:pt x="4225729" y="1008622"/>
                  </a:lnTo>
                  <a:lnTo>
                    <a:pt x="4154106" y="998232"/>
                  </a:lnTo>
                  <a:lnTo>
                    <a:pt x="4082483" y="987675"/>
                  </a:lnTo>
                  <a:lnTo>
                    <a:pt x="4010861" y="976949"/>
                  </a:lnTo>
                  <a:lnTo>
                    <a:pt x="3939238" y="966050"/>
                  </a:lnTo>
                  <a:lnTo>
                    <a:pt x="3867616" y="954977"/>
                  </a:lnTo>
                  <a:lnTo>
                    <a:pt x="3795993" y="943727"/>
                  </a:lnTo>
                  <a:lnTo>
                    <a:pt x="3724371" y="932295"/>
                  </a:lnTo>
                  <a:lnTo>
                    <a:pt x="3652748" y="920681"/>
                  </a:lnTo>
                  <a:lnTo>
                    <a:pt x="3581126" y="908880"/>
                  </a:lnTo>
                  <a:lnTo>
                    <a:pt x="3509503" y="896890"/>
                  </a:lnTo>
                  <a:lnTo>
                    <a:pt x="3437881" y="884708"/>
                  </a:lnTo>
                  <a:lnTo>
                    <a:pt x="3366258" y="872330"/>
                  </a:lnTo>
                  <a:lnTo>
                    <a:pt x="3294636" y="859753"/>
                  </a:lnTo>
                  <a:lnTo>
                    <a:pt x="3223013" y="846975"/>
                  </a:lnTo>
                  <a:lnTo>
                    <a:pt x="3151391" y="833992"/>
                  </a:lnTo>
                  <a:lnTo>
                    <a:pt x="3079768" y="826696"/>
                  </a:lnTo>
                  <a:lnTo>
                    <a:pt x="3008146" y="826258"/>
                  </a:lnTo>
                  <a:lnTo>
                    <a:pt x="2936523" y="825820"/>
                  </a:lnTo>
                  <a:lnTo>
                    <a:pt x="2864901" y="825381"/>
                  </a:lnTo>
                  <a:lnTo>
                    <a:pt x="2793278" y="824943"/>
                  </a:lnTo>
                  <a:lnTo>
                    <a:pt x="2721655" y="824503"/>
                  </a:lnTo>
                  <a:lnTo>
                    <a:pt x="2650033" y="824064"/>
                  </a:lnTo>
                  <a:lnTo>
                    <a:pt x="2578410" y="823625"/>
                  </a:lnTo>
                  <a:lnTo>
                    <a:pt x="2506788" y="823185"/>
                  </a:lnTo>
                  <a:lnTo>
                    <a:pt x="2435165" y="822745"/>
                  </a:lnTo>
                  <a:lnTo>
                    <a:pt x="2363543" y="822305"/>
                  </a:lnTo>
                  <a:lnTo>
                    <a:pt x="2291920" y="821864"/>
                  </a:lnTo>
                  <a:lnTo>
                    <a:pt x="2220298" y="821424"/>
                  </a:lnTo>
                  <a:lnTo>
                    <a:pt x="2148675" y="820983"/>
                  </a:lnTo>
                  <a:lnTo>
                    <a:pt x="2077053" y="820541"/>
                  </a:lnTo>
                  <a:lnTo>
                    <a:pt x="2005430" y="820100"/>
                  </a:lnTo>
                  <a:lnTo>
                    <a:pt x="1933808" y="819658"/>
                  </a:lnTo>
                  <a:lnTo>
                    <a:pt x="1862185" y="819217"/>
                  </a:lnTo>
                  <a:lnTo>
                    <a:pt x="1790563" y="818775"/>
                  </a:lnTo>
                  <a:lnTo>
                    <a:pt x="1718940" y="818332"/>
                  </a:lnTo>
                  <a:lnTo>
                    <a:pt x="1647318" y="817890"/>
                  </a:lnTo>
                  <a:lnTo>
                    <a:pt x="1575695" y="817447"/>
                  </a:lnTo>
                  <a:lnTo>
                    <a:pt x="1504073" y="817004"/>
                  </a:lnTo>
                  <a:lnTo>
                    <a:pt x="1432450" y="816561"/>
                  </a:lnTo>
                  <a:lnTo>
                    <a:pt x="1360827" y="816117"/>
                  </a:lnTo>
                  <a:lnTo>
                    <a:pt x="1289205" y="815673"/>
                  </a:lnTo>
                  <a:lnTo>
                    <a:pt x="1217582" y="815229"/>
                  </a:lnTo>
                  <a:lnTo>
                    <a:pt x="1145960" y="814785"/>
                  </a:lnTo>
                  <a:lnTo>
                    <a:pt x="1074337" y="814341"/>
                  </a:lnTo>
                  <a:lnTo>
                    <a:pt x="1002715" y="813896"/>
                  </a:lnTo>
                  <a:lnTo>
                    <a:pt x="931092" y="813451"/>
                  </a:lnTo>
                  <a:lnTo>
                    <a:pt x="859470" y="813006"/>
                  </a:lnTo>
                  <a:lnTo>
                    <a:pt x="787847" y="812561"/>
                  </a:lnTo>
                  <a:lnTo>
                    <a:pt x="716225" y="812115"/>
                  </a:lnTo>
                  <a:lnTo>
                    <a:pt x="644602" y="811669"/>
                  </a:lnTo>
                  <a:lnTo>
                    <a:pt x="572980" y="811223"/>
                  </a:lnTo>
                  <a:lnTo>
                    <a:pt x="501357" y="810777"/>
                  </a:lnTo>
                  <a:lnTo>
                    <a:pt x="429735" y="810330"/>
                  </a:lnTo>
                  <a:lnTo>
                    <a:pt x="358112" y="809884"/>
                  </a:lnTo>
                  <a:lnTo>
                    <a:pt x="286490" y="809437"/>
                  </a:lnTo>
                  <a:lnTo>
                    <a:pt x="214867" y="808989"/>
                  </a:lnTo>
                  <a:lnTo>
                    <a:pt x="143245" y="808542"/>
                  </a:lnTo>
                  <a:lnTo>
                    <a:pt x="71622" y="808094"/>
                  </a:lnTo>
                  <a:lnTo>
                    <a:pt x="0" y="8076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900887"/>
              <a:ext cx="7090630" cy="850866"/>
            </a:xfrm>
            <a:custGeom>
              <a:avLst/>
              <a:pathLst>
                <a:path w="7090630" h="850866">
                  <a:moveTo>
                    <a:pt x="0" y="0"/>
                  </a:moveTo>
                  <a:lnTo>
                    <a:pt x="71622" y="26149"/>
                  </a:lnTo>
                  <a:lnTo>
                    <a:pt x="143245" y="51886"/>
                  </a:lnTo>
                  <a:lnTo>
                    <a:pt x="214867" y="77217"/>
                  </a:lnTo>
                  <a:lnTo>
                    <a:pt x="286490" y="102147"/>
                  </a:lnTo>
                  <a:lnTo>
                    <a:pt x="358112" y="126684"/>
                  </a:lnTo>
                  <a:lnTo>
                    <a:pt x="429735" y="150834"/>
                  </a:lnTo>
                  <a:lnTo>
                    <a:pt x="501357" y="174602"/>
                  </a:lnTo>
                  <a:lnTo>
                    <a:pt x="572980" y="197996"/>
                  </a:lnTo>
                  <a:lnTo>
                    <a:pt x="644602" y="221020"/>
                  </a:lnTo>
                  <a:lnTo>
                    <a:pt x="716225" y="243680"/>
                  </a:lnTo>
                  <a:lnTo>
                    <a:pt x="787847" y="265983"/>
                  </a:lnTo>
                  <a:lnTo>
                    <a:pt x="859470" y="287933"/>
                  </a:lnTo>
                  <a:lnTo>
                    <a:pt x="931092" y="309537"/>
                  </a:lnTo>
                  <a:lnTo>
                    <a:pt x="1002715" y="330800"/>
                  </a:lnTo>
                  <a:lnTo>
                    <a:pt x="1074337" y="351727"/>
                  </a:lnTo>
                  <a:lnTo>
                    <a:pt x="1145960" y="372324"/>
                  </a:lnTo>
                  <a:lnTo>
                    <a:pt x="1217582" y="392596"/>
                  </a:lnTo>
                  <a:lnTo>
                    <a:pt x="1289205" y="412547"/>
                  </a:lnTo>
                  <a:lnTo>
                    <a:pt x="1360827" y="432184"/>
                  </a:lnTo>
                  <a:lnTo>
                    <a:pt x="1432450" y="451511"/>
                  </a:lnTo>
                  <a:lnTo>
                    <a:pt x="1504073" y="470532"/>
                  </a:lnTo>
                  <a:lnTo>
                    <a:pt x="1575695" y="489253"/>
                  </a:lnTo>
                  <a:lnTo>
                    <a:pt x="1647318" y="507679"/>
                  </a:lnTo>
                  <a:lnTo>
                    <a:pt x="1718940" y="525814"/>
                  </a:lnTo>
                  <a:lnTo>
                    <a:pt x="1790563" y="543662"/>
                  </a:lnTo>
                  <a:lnTo>
                    <a:pt x="1862185" y="561229"/>
                  </a:lnTo>
                  <a:lnTo>
                    <a:pt x="1933808" y="578518"/>
                  </a:lnTo>
                  <a:lnTo>
                    <a:pt x="2005430" y="595535"/>
                  </a:lnTo>
                  <a:lnTo>
                    <a:pt x="2077053" y="612282"/>
                  </a:lnTo>
                  <a:lnTo>
                    <a:pt x="2148675" y="628766"/>
                  </a:lnTo>
                  <a:lnTo>
                    <a:pt x="2220298" y="644989"/>
                  </a:lnTo>
                  <a:lnTo>
                    <a:pt x="2291920" y="660956"/>
                  </a:lnTo>
                  <a:lnTo>
                    <a:pt x="2363543" y="676671"/>
                  </a:lnTo>
                  <a:lnTo>
                    <a:pt x="2435165" y="692138"/>
                  </a:lnTo>
                  <a:lnTo>
                    <a:pt x="2506788" y="707360"/>
                  </a:lnTo>
                  <a:lnTo>
                    <a:pt x="2578410" y="722342"/>
                  </a:lnTo>
                  <a:lnTo>
                    <a:pt x="2650033" y="737088"/>
                  </a:lnTo>
                  <a:lnTo>
                    <a:pt x="2721655" y="751601"/>
                  </a:lnTo>
                  <a:lnTo>
                    <a:pt x="2793278" y="765885"/>
                  </a:lnTo>
                  <a:lnTo>
                    <a:pt x="2864901" y="779943"/>
                  </a:lnTo>
                  <a:lnTo>
                    <a:pt x="2936523" y="793780"/>
                  </a:lnTo>
                  <a:lnTo>
                    <a:pt x="3008146" y="807398"/>
                  </a:lnTo>
                  <a:lnTo>
                    <a:pt x="3079768" y="820801"/>
                  </a:lnTo>
                  <a:lnTo>
                    <a:pt x="3151391" y="827134"/>
                  </a:lnTo>
                  <a:lnTo>
                    <a:pt x="3223013" y="827572"/>
                  </a:lnTo>
                  <a:lnTo>
                    <a:pt x="3294636" y="828009"/>
                  </a:lnTo>
                  <a:lnTo>
                    <a:pt x="3366258" y="828447"/>
                  </a:lnTo>
                  <a:lnTo>
                    <a:pt x="3437881" y="828884"/>
                  </a:lnTo>
                  <a:lnTo>
                    <a:pt x="3509503" y="829320"/>
                  </a:lnTo>
                  <a:lnTo>
                    <a:pt x="3581126" y="829757"/>
                  </a:lnTo>
                  <a:lnTo>
                    <a:pt x="3652748" y="830193"/>
                  </a:lnTo>
                  <a:lnTo>
                    <a:pt x="3724371" y="830629"/>
                  </a:lnTo>
                  <a:lnTo>
                    <a:pt x="3795993" y="831065"/>
                  </a:lnTo>
                  <a:lnTo>
                    <a:pt x="3867616" y="831501"/>
                  </a:lnTo>
                  <a:lnTo>
                    <a:pt x="3939238" y="831936"/>
                  </a:lnTo>
                  <a:lnTo>
                    <a:pt x="4010861" y="832371"/>
                  </a:lnTo>
                  <a:lnTo>
                    <a:pt x="4082483" y="832806"/>
                  </a:lnTo>
                  <a:lnTo>
                    <a:pt x="4154106" y="833241"/>
                  </a:lnTo>
                  <a:lnTo>
                    <a:pt x="4225729" y="833675"/>
                  </a:lnTo>
                  <a:lnTo>
                    <a:pt x="4297351" y="834109"/>
                  </a:lnTo>
                  <a:lnTo>
                    <a:pt x="4368974" y="834543"/>
                  </a:lnTo>
                  <a:lnTo>
                    <a:pt x="4440596" y="834977"/>
                  </a:lnTo>
                  <a:lnTo>
                    <a:pt x="4512219" y="835411"/>
                  </a:lnTo>
                  <a:lnTo>
                    <a:pt x="4583841" y="835844"/>
                  </a:lnTo>
                  <a:lnTo>
                    <a:pt x="4655464" y="836277"/>
                  </a:lnTo>
                  <a:lnTo>
                    <a:pt x="4727086" y="836710"/>
                  </a:lnTo>
                  <a:lnTo>
                    <a:pt x="4798709" y="837143"/>
                  </a:lnTo>
                  <a:lnTo>
                    <a:pt x="4870331" y="837575"/>
                  </a:lnTo>
                  <a:lnTo>
                    <a:pt x="4941954" y="838007"/>
                  </a:lnTo>
                  <a:lnTo>
                    <a:pt x="5013576" y="838439"/>
                  </a:lnTo>
                  <a:lnTo>
                    <a:pt x="5085199" y="838871"/>
                  </a:lnTo>
                  <a:lnTo>
                    <a:pt x="5156821" y="839302"/>
                  </a:lnTo>
                  <a:lnTo>
                    <a:pt x="5228444" y="839734"/>
                  </a:lnTo>
                  <a:lnTo>
                    <a:pt x="5300066" y="840165"/>
                  </a:lnTo>
                  <a:lnTo>
                    <a:pt x="5371689" y="840595"/>
                  </a:lnTo>
                  <a:lnTo>
                    <a:pt x="5443311" y="841026"/>
                  </a:lnTo>
                  <a:lnTo>
                    <a:pt x="5514934" y="841456"/>
                  </a:lnTo>
                  <a:lnTo>
                    <a:pt x="5586557" y="841886"/>
                  </a:lnTo>
                  <a:lnTo>
                    <a:pt x="5658179" y="842316"/>
                  </a:lnTo>
                  <a:lnTo>
                    <a:pt x="5729802" y="842746"/>
                  </a:lnTo>
                  <a:lnTo>
                    <a:pt x="5801424" y="843175"/>
                  </a:lnTo>
                  <a:lnTo>
                    <a:pt x="5873047" y="843605"/>
                  </a:lnTo>
                  <a:lnTo>
                    <a:pt x="5944669" y="844034"/>
                  </a:lnTo>
                  <a:lnTo>
                    <a:pt x="6016292" y="844462"/>
                  </a:lnTo>
                  <a:lnTo>
                    <a:pt x="6087914" y="844891"/>
                  </a:lnTo>
                  <a:lnTo>
                    <a:pt x="6159537" y="845319"/>
                  </a:lnTo>
                  <a:lnTo>
                    <a:pt x="6231159" y="845747"/>
                  </a:lnTo>
                  <a:lnTo>
                    <a:pt x="6302782" y="846175"/>
                  </a:lnTo>
                  <a:lnTo>
                    <a:pt x="6374404" y="846603"/>
                  </a:lnTo>
                  <a:lnTo>
                    <a:pt x="6446027" y="847030"/>
                  </a:lnTo>
                  <a:lnTo>
                    <a:pt x="6517649" y="847457"/>
                  </a:lnTo>
                  <a:lnTo>
                    <a:pt x="6589272" y="847884"/>
                  </a:lnTo>
                  <a:lnTo>
                    <a:pt x="6660894" y="848311"/>
                  </a:lnTo>
                  <a:lnTo>
                    <a:pt x="6732517" y="848737"/>
                  </a:lnTo>
                  <a:lnTo>
                    <a:pt x="6804139" y="849164"/>
                  </a:lnTo>
                  <a:lnTo>
                    <a:pt x="6875762" y="849590"/>
                  </a:lnTo>
                  <a:lnTo>
                    <a:pt x="6947385" y="850016"/>
                  </a:lnTo>
                  <a:lnTo>
                    <a:pt x="7019007" y="850441"/>
                  </a:lnTo>
                  <a:lnTo>
                    <a:pt x="7090630" y="8508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08534"/>
              <a:ext cx="7090630" cy="505981"/>
            </a:xfrm>
            <a:custGeom>
              <a:avLst/>
              <a:pathLst>
                <a:path w="7090630" h="505981">
                  <a:moveTo>
                    <a:pt x="7090630" y="505981"/>
                  </a:moveTo>
                  <a:lnTo>
                    <a:pt x="7019007" y="500484"/>
                  </a:lnTo>
                  <a:lnTo>
                    <a:pt x="6947385" y="494898"/>
                  </a:lnTo>
                  <a:lnTo>
                    <a:pt x="6875762" y="489222"/>
                  </a:lnTo>
                  <a:lnTo>
                    <a:pt x="6804139" y="483456"/>
                  </a:lnTo>
                  <a:lnTo>
                    <a:pt x="6732517" y="477597"/>
                  </a:lnTo>
                  <a:lnTo>
                    <a:pt x="6660894" y="471644"/>
                  </a:lnTo>
                  <a:lnTo>
                    <a:pt x="6589272" y="465595"/>
                  </a:lnTo>
                  <a:lnTo>
                    <a:pt x="6517649" y="459450"/>
                  </a:lnTo>
                  <a:lnTo>
                    <a:pt x="6446027" y="453206"/>
                  </a:lnTo>
                  <a:lnTo>
                    <a:pt x="6374404" y="446861"/>
                  </a:lnTo>
                  <a:lnTo>
                    <a:pt x="6302782" y="440415"/>
                  </a:lnTo>
                  <a:lnTo>
                    <a:pt x="6231159" y="433866"/>
                  </a:lnTo>
                  <a:lnTo>
                    <a:pt x="6159537" y="427212"/>
                  </a:lnTo>
                  <a:lnTo>
                    <a:pt x="6087914" y="420450"/>
                  </a:lnTo>
                  <a:lnTo>
                    <a:pt x="6016292" y="413581"/>
                  </a:lnTo>
                  <a:lnTo>
                    <a:pt x="5944669" y="406601"/>
                  </a:lnTo>
                  <a:lnTo>
                    <a:pt x="5873047" y="399509"/>
                  </a:lnTo>
                  <a:lnTo>
                    <a:pt x="5801424" y="392304"/>
                  </a:lnTo>
                  <a:lnTo>
                    <a:pt x="5729802" y="384982"/>
                  </a:lnTo>
                  <a:lnTo>
                    <a:pt x="5658179" y="377544"/>
                  </a:lnTo>
                  <a:lnTo>
                    <a:pt x="5586557" y="369986"/>
                  </a:lnTo>
                  <a:lnTo>
                    <a:pt x="5514934" y="362307"/>
                  </a:lnTo>
                  <a:lnTo>
                    <a:pt x="5443311" y="354504"/>
                  </a:lnTo>
                  <a:lnTo>
                    <a:pt x="5371689" y="346577"/>
                  </a:lnTo>
                  <a:lnTo>
                    <a:pt x="5300066" y="338522"/>
                  </a:lnTo>
                  <a:lnTo>
                    <a:pt x="5228444" y="330339"/>
                  </a:lnTo>
                  <a:lnTo>
                    <a:pt x="5156821" y="322023"/>
                  </a:lnTo>
                  <a:lnTo>
                    <a:pt x="5085199" y="313575"/>
                  </a:lnTo>
                  <a:lnTo>
                    <a:pt x="5013576" y="304991"/>
                  </a:lnTo>
                  <a:lnTo>
                    <a:pt x="4941954" y="296269"/>
                  </a:lnTo>
                  <a:lnTo>
                    <a:pt x="4870331" y="287408"/>
                  </a:lnTo>
                  <a:lnTo>
                    <a:pt x="4798709" y="278404"/>
                  </a:lnTo>
                  <a:lnTo>
                    <a:pt x="4727086" y="269256"/>
                  </a:lnTo>
                  <a:lnTo>
                    <a:pt x="4655464" y="259961"/>
                  </a:lnTo>
                  <a:lnTo>
                    <a:pt x="4583841" y="250517"/>
                  </a:lnTo>
                  <a:lnTo>
                    <a:pt x="4512219" y="240921"/>
                  </a:lnTo>
                  <a:lnTo>
                    <a:pt x="4440596" y="231172"/>
                  </a:lnTo>
                  <a:lnTo>
                    <a:pt x="4368974" y="221266"/>
                  </a:lnTo>
                  <a:lnTo>
                    <a:pt x="4297351" y="211201"/>
                  </a:lnTo>
                  <a:lnTo>
                    <a:pt x="4225729" y="200975"/>
                  </a:lnTo>
                  <a:lnTo>
                    <a:pt x="4154106" y="190585"/>
                  </a:lnTo>
                  <a:lnTo>
                    <a:pt x="4082483" y="180028"/>
                  </a:lnTo>
                  <a:lnTo>
                    <a:pt x="4010861" y="169302"/>
                  </a:lnTo>
                  <a:lnTo>
                    <a:pt x="3939238" y="158404"/>
                  </a:lnTo>
                  <a:lnTo>
                    <a:pt x="3867616" y="147331"/>
                  </a:lnTo>
                  <a:lnTo>
                    <a:pt x="3795993" y="136080"/>
                  </a:lnTo>
                  <a:lnTo>
                    <a:pt x="3724371" y="124649"/>
                  </a:lnTo>
                  <a:lnTo>
                    <a:pt x="3652748" y="113034"/>
                  </a:lnTo>
                  <a:lnTo>
                    <a:pt x="3581126" y="101233"/>
                  </a:lnTo>
                  <a:lnTo>
                    <a:pt x="3509503" y="89243"/>
                  </a:lnTo>
                  <a:lnTo>
                    <a:pt x="3437881" y="77061"/>
                  </a:lnTo>
                  <a:lnTo>
                    <a:pt x="3366258" y="64683"/>
                  </a:lnTo>
                  <a:lnTo>
                    <a:pt x="3294636" y="52107"/>
                  </a:lnTo>
                  <a:lnTo>
                    <a:pt x="3223013" y="39328"/>
                  </a:lnTo>
                  <a:lnTo>
                    <a:pt x="3151391" y="26345"/>
                  </a:lnTo>
                  <a:lnTo>
                    <a:pt x="3079768" y="19050"/>
                  </a:lnTo>
                  <a:lnTo>
                    <a:pt x="3008146" y="18612"/>
                  </a:lnTo>
                  <a:lnTo>
                    <a:pt x="2936523" y="18173"/>
                  </a:lnTo>
                  <a:lnTo>
                    <a:pt x="2864901" y="17735"/>
                  </a:lnTo>
                  <a:lnTo>
                    <a:pt x="2793278" y="17296"/>
                  </a:lnTo>
                  <a:lnTo>
                    <a:pt x="2721655" y="16857"/>
                  </a:lnTo>
                  <a:lnTo>
                    <a:pt x="2650033" y="16417"/>
                  </a:lnTo>
                  <a:lnTo>
                    <a:pt x="2578410" y="15978"/>
                  </a:lnTo>
                  <a:lnTo>
                    <a:pt x="2506788" y="15538"/>
                  </a:lnTo>
                  <a:lnTo>
                    <a:pt x="2435165" y="15098"/>
                  </a:lnTo>
                  <a:lnTo>
                    <a:pt x="2363543" y="14658"/>
                  </a:lnTo>
                  <a:lnTo>
                    <a:pt x="2291920" y="14218"/>
                  </a:lnTo>
                  <a:lnTo>
                    <a:pt x="2220298" y="13777"/>
                  </a:lnTo>
                  <a:lnTo>
                    <a:pt x="2148675" y="13336"/>
                  </a:lnTo>
                  <a:lnTo>
                    <a:pt x="2077053" y="12895"/>
                  </a:lnTo>
                  <a:lnTo>
                    <a:pt x="2005430" y="12453"/>
                  </a:lnTo>
                  <a:lnTo>
                    <a:pt x="1933808" y="12012"/>
                  </a:lnTo>
                  <a:lnTo>
                    <a:pt x="1862185" y="11570"/>
                  </a:lnTo>
                  <a:lnTo>
                    <a:pt x="1790563" y="11128"/>
                  </a:lnTo>
                  <a:lnTo>
                    <a:pt x="1718940" y="10685"/>
                  </a:lnTo>
                  <a:lnTo>
                    <a:pt x="1647318" y="10243"/>
                  </a:lnTo>
                  <a:lnTo>
                    <a:pt x="1575695" y="9800"/>
                  </a:lnTo>
                  <a:lnTo>
                    <a:pt x="1504073" y="9357"/>
                  </a:lnTo>
                  <a:lnTo>
                    <a:pt x="1432450" y="8914"/>
                  </a:lnTo>
                  <a:lnTo>
                    <a:pt x="1360827" y="8470"/>
                  </a:lnTo>
                  <a:lnTo>
                    <a:pt x="1289205" y="8027"/>
                  </a:lnTo>
                  <a:lnTo>
                    <a:pt x="1217582" y="7583"/>
                  </a:lnTo>
                  <a:lnTo>
                    <a:pt x="1145960" y="7139"/>
                  </a:lnTo>
                  <a:lnTo>
                    <a:pt x="1074337" y="6694"/>
                  </a:lnTo>
                  <a:lnTo>
                    <a:pt x="1002715" y="6249"/>
                  </a:lnTo>
                  <a:lnTo>
                    <a:pt x="931092" y="5805"/>
                  </a:lnTo>
                  <a:lnTo>
                    <a:pt x="859470" y="5359"/>
                  </a:lnTo>
                  <a:lnTo>
                    <a:pt x="787847" y="4914"/>
                  </a:lnTo>
                  <a:lnTo>
                    <a:pt x="716225" y="4468"/>
                  </a:lnTo>
                  <a:lnTo>
                    <a:pt x="644602" y="4023"/>
                  </a:lnTo>
                  <a:lnTo>
                    <a:pt x="572980" y="3577"/>
                  </a:lnTo>
                  <a:lnTo>
                    <a:pt x="501357" y="3130"/>
                  </a:lnTo>
                  <a:lnTo>
                    <a:pt x="429735" y="2684"/>
                  </a:lnTo>
                  <a:lnTo>
                    <a:pt x="358112" y="2237"/>
                  </a:lnTo>
                  <a:lnTo>
                    <a:pt x="286490" y="1790"/>
                  </a:lnTo>
                  <a:lnTo>
                    <a:pt x="214867" y="1343"/>
                  </a:lnTo>
                  <a:lnTo>
                    <a:pt x="143245" y="895"/>
                  </a:lnTo>
                  <a:lnTo>
                    <a:pt x="71622" y="4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371594"/>
              <a:ext cx="7090630" cy="660232"/>
            </a:xfrm>
            <a:custGeom>
              <a:avLst/>
              <a:pathLst>
                <a:path w="7090630" h="660232">
                  <a:moveTo>
                    <a:pt x="0" y="0"/>
                  </a:moveTo>
                  <a:lnTo>
                    <a:pt x="71622" y="9706"/>
                  </a:lnTo>
                  <a:lnTo>
                    <a:pt x="143245" y="19334"/>
                  </a:lnTo>
                  <a:lnTo>
                    <a:pt x="214867" y="28883"/>
                  </a:lnTo>
                  <a:lnTo>
                    <a:pt x="286490" y="38353"/>
                  </a:lnTo>
                  <a:lnTo>
                    <a:pt x="358112" y="47746"/>
                  </a:lnTo>
                  <a:lnTo>
                    <a:pt x="429735" y="57062"/>
                  </a:lnTo>
                  <a:lnTo>
                    <a:pt x="501357" y="66302"/>
                  </a:lnTo>
                  <a:lnTo>
                    <a:pt x="572980" y="75466"/>
                  </a:lnTo>
                  <a:lnTo>
                    <a:pt x="644602" y="84555"/>
                  </a:lnTo>
                  <a:lnTo>
                    <a:pt x="716225" y="93570"/>
                  </a:lnTo>
                  <a:lnTo>
                    <a:pt x="787847" y="102510"/>
                  </a:lnTo>
                  <a:lnTo>
                    <a:pt x="859470" y="111378"/>
                  </a:lnTo>
                  <a:lnTo>
                    <a:pt x="931092" y="120173"/>
                  </a:lnTo>
                  <a:lnTo>
                    <a:pt x="1002715" y="128896"/>
                  </a:lnTo>
                  <a:lnTo>
                    <a:pt x="1074337" y="137548"/>
                  </a:lnTo>
                  <a:lnTo>
                    <a:pt x="1145960" y="146129"/>
                  </a:lnTo>
                  <a:lnTo>
                    <a:pt x="1217582" y="154639"/>
                  </a:lnTo>
                  <a:lnTo>
                    <a:pt x="1289205" y="163080"/>
                  </a:lnTo>
                  <a:lnTo>
                    <a:pt x="1360827" y="171452"/>
                  </a:lnTo>
                  <a:lnTo>
                    <a:pt x="1432450" y="179755"/>
                  </a:lnTo>
                  <a:lnTo>
                    <a:pt x="1504073" y="187991"/>
                  </a:lnTo>
                  <a:lnTo>
                    <a:pt x="1575695" y="196158"/>
                  </a:lnTo>
                  <a:lnTo>
                    <a:pt x="1647318" y="204259"/>
                  </a:lnTo>
                  <a:lnTo>
                    <a:pt x="1718940" y="212294"/>
                  </a:lnTo>
                  <a:lnTo>
                    <a:pt x="1790563" y="220263"/>
                  </a:lnTo>
                  <a:lnTo>
                    <a:pt x="1862185" y="228167"/>
                  </a:lnTo>
                  <a:lnTo>
                    <a:pt x="1933808" y="236006"/>
                  </a:lnTo>
                  <a:lnTo>
                    <a:pt x="2005430" y="243780"/>
                  </a:lnTo>
                  <a:lnTo>
                    <a:pt x="2077053" y="251491"/>
                  </a:lnTo>
                  <a:lnTo>
                    <a:pt x="2148675" y="259139"/>
                  </a:lnTo>
                  <a:lnTo>
                    <a:pt x="2220298" y="266725"/>
                  </a:lnTo>
                  <a:lnTo>
                    <a:pt x="2291920" y="274248"/>
                  </a:lnTo>
                  <a:lnTo>
                    <a:pt x="2363543" y="281710"/>
                  </a:lnTo>
                  <a:lnTo>
                    <a:pt x="2435165" y="289110"/>
                  </a:lnTo>
                  <a:lnTo>
                    <a:pt x="2506788" y="296450"/>
                  </a:lnTo>
                  <a:lnTo>
                    <a:pt x="2578410" y="303730"/>
                  </a:lnTo>
                  <a:lnTo>
                    <a:pt x="2650033" y="310950"/>
                  </a:lnTo>
                  <a:lnTo>
                    <a:pt x="2721655" y="318112"/>
                  </a:lnTo>
                  <a:lnTo>
                    <a:pt x="2793278" y="325214"/>
                  </a:lnTo>
                  <a:lnTo>
                    <a:pt x="2864901" y="332259"/>
                  </a:lnTo>
                  <a:lnTo>
                    <a:pt x="2936523" y="339245"/>
                  </a:lnTo>
                  <a:lnTo>
                    <a:pt x="3008146" y="346175"/>
                  </a:lnTo>
                  <a:lnTo>
                    <a:pt x="3079768" y="353048"/>
                  </a:lnTo>
                  <a:lnTo>
                    <a:pt x="3151391" y="359864"/>
                  </a:lnTo>
                  <a:lnTo>
                    <a:pt x="3223013" y="366625"/>
                  </a:lnTo>
                  <a:lnTo>
                    <a:pt x="3294636" y="373330"/>
                  </a:lnTo>
                  <a:lnTo>
                    <a:pt x="3366258" y="379981"/>
                  </a:lnTo>
                  <a:lnTo>
                    <a:pt x="3437881" y="386577"/>
                  </a:lnTo>
                  <a:lnTo>
                    <a:pt x="3509503" y="393119"/>
                  </a:lnTo>
                  <a:lnTo>
                    <a:pt x="3581126" y="399607"/>
                  </a:lnTo>
                  <a:lnTo>
                    <a:pt x="3652748" y="406043"/>
                  </a:lnTo>
                  <a:lnTo>
                    <a:pt x="3724371" y="412425"/>
                  </a:lnTo>
                  <a:lnTo>
                    <a:pt x="3795993" y="418756"/>
                  </a:lnTo>
                  <a:lnTo>
                    <a:pt x="3867616" y="425034"/>
                  </a:lnTo>
                  <a:lnTo>
                    <a:pt x="3939238" y="431262"/>
                  </a:lnTo>
                  <a:lnTo>
                    <a:pt x="4010861" y="437438"/>
                  </a:lnTo>
                  <a:lnTo>
                    <a:pt x="4082483" y="443563"/>
                  </a:lnTo>
                  <a:lnTo>
                    <a:pt x="4154106" y="449639"/>
                  </a:lnTo>
                  <a:lnTo>
                    <a:pt x="4225729" y="455665"/>
                  </a:lnTo>
                  <a:lnTo>
                    <a:pt x="4297351" y="461641"/>
                  </a:lnTo>
                  <a:lnTo>
                    <a:pt x="4368974" y="467568"/>
                  </a:lnTo>
                  <a:lnTo>
                    <a:pt x="4440596" y="473447"/>
                  </a:lnTo>
                  <a:lnTo>
                    <a:pt x="4512219" y="479278"/>
                  </a:lnTo>
                  <a:lnTo>
                    <a:pt x="4583841" y="485061"/>
                  </a:lnTo>
                  <a:lnTo>
                    <a:pt x="4655464" y="490797"/>
                  </a:lnTo>
                  <a:lnTo>
                    <a:pt x="4727086" y="496486"/>
                  </a:lnTo>
                  <a:lnTo>
                    <a:pt x="4798709" y="502128"/>
                  </a:lnTo>
                  <a:lnTo>
                    <a:pt x="4870331" y="507724"/>
                  </a:lnTo>
                  <a:lnTo>
                    <a:pt x="4941954" y="513274"/>
                  </a:lnTo>
                  <a:lnTo>
                    <a:pt x="5013576" y="518779"/>
                  </a:lnTo>
                  <a:lnTo>
                    <a:pt x="5085199" y="524239"/>
                  </a:lnTo>
                  <a:lnTo>
                    <a:pt x="5156821" y="529654"/>
                  </a:lnTo>
                  <a:lnTo>
                    <a:pt x="5228444" y="535024"/>
                  </a:lnTo>
                  <a:lnTo>
                    <a:pt x="5300066" y="540351"/>
                  </a:lnTo>
                  <a:lnTo>
                    <a:pt x="5371689" y="545634"/>
                  </a:lnTo>
                  <a:lnTo>
                    <a:pt x="5443311" y="550874"/>
                  </a:lnTo>
                  <a:lnTo>
                    <a:pt x="5514934" y="556071"/>
                  </a:lnTo>
                  <a:lnTo>
                    <a:pt x="5586557" y="561225"/>
                  </a:lnTo>
                  <a:lnTo>
                    <a:pt x="5658179" y="566338"/>
                  </a:lnTo>
                  <a:lnTo>
                    <a:pt x="5729802" y="571408"/>
                  </a:lnTo>
                  <a:lnTo>
                    <a:pt x="5801424" y="576437"/>
                  </a:lnTo>
                  <a:lnTo>
                    <a:pt x="5873047" y="581424"/>
                  </a:lnTo>
                  <a:lnTo>
                    <a:pt x="5944669" y="586371"/>
                  </a:lnTo>
                  <a:lnTo>
                    <a:pt x="6016292" y="591278"/>
                  </a:lnTo>
                  <a:lnTo>
                    <a:pt x="6087914" y="596144"/>
                  </a:lnTo>
                  <a:lnTo>
                    <a:pt x="6159537" y="600970"/>
                  </a:lnTo>
                  <a:lnTo>
                    <a:pt x="6231159" y="605757"/>
                  </a:lnTo>
                  <a:lnTo>
                    <a:pt x="6302782" y="610504"/>
                  </a:lnTo>
                  <a:lnTo>
                    <a:pt x="6374404" y="615213"/>
                  </a:lnTo>
                  <a:lnTo>
                    <a:pt x="6446027" y="619883"/>
                  </a:lnTo>
                  <a:lnTo>
                    <a:pt x="6517649" y="624515"/>
                  </a:lnTo>
                  <a:lnTo>
                    <a:pt x="6589272" y="629109"/>
                  </a:lnTo>
                  <a:lnTo>
                    <a:pt x="6660894" y="633666"/>
                  </a:lnTo>
                  <a:lnTo>
                    <a:pt x="6732517" y="638185"/>
                  </a:lnTo>
                  <a:lnTo>
                    <a:pt x="6804139" y="642667"/>
                  </a:lnTo>
                  <a:lnTo>
                    <a:pt x="6875762" y="647112"/>
                  </a:lnTo>
                  <a:lnTo>
                    <a:pt x="6947385" y="651522"/>
                  </a:lnTo>
                  <a:lnTo>
                    <a:pt x="7019007" y="655894"/>
                  </a:lnTo>
                  <a:lnTo>
                    <a:pt x="7090630" y="66023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62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1814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5006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059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325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1.10 (1.01-1.21), p_Bonf = 0.217 (n = 6)  |  per IQR decline (Δ = 28.0 %): 1.32 (1.02-1.71)  |  IQR: [-30.0, -2.0]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35287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2026-09-28T17:00:43Z</dcterms:modified>
  <cp:category/>
</cp:coreProperties>
</file>