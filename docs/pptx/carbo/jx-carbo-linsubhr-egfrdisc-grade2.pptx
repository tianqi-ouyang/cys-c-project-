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703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165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96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7088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454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3434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0896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83574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581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3232940"/>
              <a:ext cx="7090630" cy="1843960"/>
            </a:xfrm>
            <a:custGeom>
              <a:avLst/>
              <a:pathLst>
                <a:path w="7090630" h="1843960">
                  <a:moveTo>
                    <a:pt x="0" y="0"/>
                  </a:moveTo>
                  <a:lnTo>
                    <a:pt x="71622" y="36723"/>
                  </a:lnTo>
                  <a:lnTo>
                    <a:pt x="143245" y="72866"/>
                  </a:lnTo>
                  <a:lnTo>
                    <a:pt x="214867" y="108439"/>
                  </a:lnTo>
                  <a:lnTo>
                    <a:pt x="286490" y="143449"/>
                  </a:lnTo>
                  <a:lnTo>
                    <a:pt x="358112" y="177906"/>
                  </a:lnTo>
                  <a:lnTo>
                    <a:pt x="429735" y="211819"/>
                  </a:lnTo>
                  <a:lnTo>
                    <a:pt x="501357" y="245195"/>
                  </a:lnTo>
                  <a:lnTo>
                    <a:pt x="572980" y="278045"/>
                  </a:lnTo>
                  <a:lnTo>
                    <a:pt x="644602" y="310375"/>
                  </a:lnTo>
                  <a:lnTo>
                    <a:pt x="716225" y="342195"/>
                  </a:lnTo>
                  <a:lnTo>
                    <a:pt x="787847" y="373512"/>
                  </a:lnTo>
                  <a:lnTo>
                    <a:pt x="859470" y="404334"/>
                  </a:lnTo>
                  <a:lnTo>
                    <a:pt x="931092" y="434669"/>
                  </a:lnTo>
                  <a:lnTo>
                    <a:pt x="1002715" y="464525"/>
                  </a:lnTo>
                  <a:lnTo>
                    <a:pt x="1074337" y="493909"/>
                  </a:lnTo>
                  <a:lnTo>
                    <a:pt x="1145960" y="522829"/>
                  </a:lnTo>
                  <a:lnTo>
                    <a:pt x="1217582" y="551292"/>
                  </a:lnTo>
                  <a:lnTo>
                    <a:pt x="1289205" y="579305"/>
                  </a:lnTo>
                  <a:lnTo>
                    <a:pt x="1360827" y="606876"/>
                  </a:lnTo>
                  <a:lnTo>
                    <a:pt x="1432450" y="634011"/>
                  </a:lnTo>
                  <a:lnTo>
                    <a:pt x="1504073" y="660717"/>
                  </a:lnTo>
                  <a:lnTo>
                    <a:pt x="1575695" y="687002"/>
                  </a:lnTo>
                  <a:lnTo>
                    <a:pt x="1647318" y="712871"/>
                  </a:lnTo>
                  <a:lnTo>
                    <a:pt x="1718940" y="738331"/>
                  </a:lnTo>
                  <a:lnTo>
                    <a:pt x="1790563" y="763389"/>
                  </a:lnTo>
                  <a:lnTo>
                    <a:pt x="1862185" y="788051"/>
                  </a:lnTo>
                  <a:lnTo>
                    <a:pt x="1933808" y="812324"/>
                  </a:lnTo>
                  <a:lnTo>
                    <a:pt x="2005430" y="836213"/>
                  </a:lnTo>
                  <a:lnTo>
                    <a:pt x="2077053" y="859724"/>
                  </a:lnTo>
                  <a:lnTo>
                    <a:pt x="2148675" y="882865"/>
                  </a:lnTo>
                  <a:lnTo>
                    <a:pt x="2220298" y="905639"/>
                  </a:lnTo>
                  <a:lnTo>
                    <a:pt x="2291920" y="928054"/>
                  </a:lnTo>
                  <a:lnTo>
                    <a:pt x="2363543" y="950114"/>
                  </a:lnTo>
                  <a:lnTo>
                    <a:pt x="2435165" y="971826"/>
                  </a:lnTo>
                  <a:lnTo>
                    <a:pt x="2506788" y="993195"/>
                  </a:lnTo>
                  <a:lnTo>
                    <a:pt x="2578410" y="1014226"/>
                  </a:lnTo>
                  <a:lnTo>
                    <a:pt x="2650033" y="1034925"/>
                  </a:lnTo>
                  <a:lnTo>
                    <a:pt x="2721655" y="1055297"/>
                  </a:lnTo>
                  <a:lnTo>
                    <a:pt x="2793278" y="1075347"/>
                  </a:lnTo>
                  <a:lnTo>
                    <a:pt x="2864901" y="1095081"/>
                  </a:lnTo>
                  <a:lnTo>
                    <a:pt x="2936523" y="1114502"/>
                  </a:lnTo>
                  <a:lnTo>
                    <a:pt x="3008146" y="1133617"/>
                  </a:lnTo>
                  <a:lnTo>
                    <a:pt x="3079768" y="1152429"/>
                  </a:lnTo>
                  <a:lnTo>
                    <a:pt x="3151391" y="1170945"/>
                  </a:lnTo>
                  <a:lnTo>
                    <a:pt x="3223013" y="1189168"/>
                  </a:lnTo>
                  <a:lnTo>
                    <a:pt x="3294636" y="1207103"/>
                  </a:lnTo>
                  <a:lnTo>
                    <a:pt x="3366258" y="1224754"/>
                  </a:lnTo>
                  <a:lnTo>
                    <a:pt x="3437881" y="1242127"/>
                  </a:lnTo>
                  <a:lnTo>
                    <a:pt x="3509503" y="1259225"/>
                  </a:lnTo>
                  <a:lnTo>
                    <a:pt x="3581126" y="1276053"/>
                  </a:lnTo>
                  <a:lnTo>
                    <a:pt x="3652748" y="1292616"/>
                  </a:lnTo>
                  <a:lnTo>
                    <a:pt x="3724371" y="1308916"/>
                  </a:lnTo>
                  <a:lnTo>
                    <a:pt x="3795993" y="1324959"/>
                  </a:lnTo>
                  <a:lnTo>
                    <a:pt x="3867616" y="1340748"/>
                  </a:lnTo>
                  <a:lnTo>
                    <a:pt x="3939238" y="1356289"/>
                  </a:lnTo>
                  <a:lnTo>
                    <a:pt x="4010861" y="1371583"/>
                  </a:lnTo>
                  <a:lnTo>
                    <a:pt x="4082483" y="1386636"/>
                  </a:lnTo>
                  <a:lnTo>
                    <a:pt x="4154106" y="1401451"/>
                  </a:lnTo>
                  <a:lnTo>
                    <a:pt x="4225729" y="1416032"/>
                  </a:lnTo>
                  <a:lnTo>
                    <a:pt x="4297351" y="1430382"/>
                  </a:lnTo>
                  <a:lnTo>
                    <a:pt x="4368974" y="1444506"/>
                  </a:lnTo>
                  <a:lnTo>
                    <a:pt x="4440596" y="1458407"/>
                  </a:lnTo>
                  <a:lnTo>
                    <a:pt x="4512219" y="1472088"/>
                  </a:lnTo>
                  <a:lnTo>
                    <a:pt x="4583841" y="1485553"/>
                  </a:lnTo>
                  <a:lnTo>
                    <a:pt x="4655464" y="1495639"/>
                  </a:lnTo>
                  <a:lnTo>
                    <a:pt x="4727086" y="1498276"/>
                  </a:lnTo>
                  <a:lnTo>
                    <a:pt x="4798709" y="1500904"/>
                  </a:lnTo>
                  <a:lnTo>
                    <a:pt x="4870331" y="1503524"/>
                  </a:lnTo>
                  <a:lnTo>
                    <a:pt x="4941954" y="1506136"/>
                  </a:lnTo>
                  <a:lnTo>
                    <a:pt x="5013576" y="1508740"/>
                  </a:lnTo>
                  <a:lnTo>
                    <a:pt x="5085199" y="1511335"/>
                  </a:lnTo>
                  <a:lnTo>
                    <a:pt x="5156821" y="1513922"/>
                  </a:lnTo>
                  <a:lnTo>
                    <a:pt x="5228444" y="1516500"/>
                  </a:lnTo>
                  <a:lnTo>
                    <a:pt x="5300066" y="1519071"/>
                  </a:lnTo>
                  <a:lnTo>
                    <a:pt x="5371689" y="1521633"/>
                  </a:lnTo>
                  <a:lnTo>
                    <a:pt x="5443311" y="1524187"/>
                  </a:lnTo>
                  <a:lnTo>
                    <a:pt x="5514934" y="1526733"/>
                  </a:lnTo>
                  <a:lnTo>
                    <a:pt x="5586557" y="1529271"/>
                  </a:lnTo>
                  <a:lnTo>
                    <a:pt x="5658179" y="1531801"/>
                  </a:lnTo>
                  <a:lnTo>
                    <a:pt x="5729802" y="1534323"/>
                  </a:lnTo>
                  <a:lnTo>
                    <a:pt x="5801424" y="1536837"/>
                  </a:lnTo>
                  <a:lnTo>
                    <a:pt x="5873047" y="1539342"/>
                  </a:lnTo>
                  <a:lnTo>
                    <a:pt x="5944669" y="1541840"/>
                  </a:lnTo>
                  <a:lnTo>
                    <a:pt x="6016292" y="1544330"/>
                  </a:lnTo>
                  <a:lnTo>
                    <a:pt x="6087914" y="1546812"/>
                  </a:lnTo>
                  <a:lnTo>
                    <a:pt x="6159537" y="1549286"/>
                  </a:lnTo>
                  <a:lnTo>
                    <a:pt x="6231159" y="1551752"/>
                  </a:lnTo>
                  <a:lnTo>
                    <a:pt x="6302782" y="1554211"/>
                  </a:lnTo>
                  <a:lnTo>
                    <a:pt x="6374404" y="1556661"/>
                  </a:lnTo>
                  <a:lnTo>
                    <a:pt x="6446027" y="1559104"/>
                  </a:lnTo>
                  <a:lnTo>
                    <a:pt x="6517649" y="1561539"/>
                  </a:lnTo>
                  <a:lnTo>
                    <a:pt x="6589272" y="1563966"/>
                  </a:lnTo>
                  <a:lnTo>
                    <a:pt x="6660894" y="1566385"/>
                  </a:lnTo>
                  <a:lnTo>
                    <a:pt x="6732517" y="1568797"/>
                  </a:lnTo>
                  <a:lnTo>
                    <a:pt x="6804139" y="1571201"/>
                  </a:lnTo>
                  <a:lnTo>
                    <a:pt x="6875762" y="1573597"/>
                  </a:lnTo>
                  <a:lnTo>
                    <a:pt x="6947385" y="1575986"/>
                  </a:lnTo>
                  <a:lnTo>
                    <a:pt x="7019007" y="1578367"/>
                  </a:lnTo>
                  <a:lnTo>
                    <a:pt x="7090630" y="1580741"/>
                  </a:lnTo>
                  <a:lnTo>
                    <a:pt x="7090630" y="1843960"/>
                  </a:lnTo>
                  <a:lnTo>
                    <a:pt x="7019007" y="1836249"/>
                  </a:lnTo>
                  <a:lnTo>
                    <a:pt x="6947385" y="1828413"/>
                  </a:lnTo>
                  <a:lnTo>
                    <a:pt x="6875762" y="1820453"/>
                  </a:lnTo>
                  <a:lnTo>
                    <a:pt x="6804139" y="1812364"/>
                  </a:lnTo>
                  <a:lnTo>
                    <a:pt x="6732517" y="1804146"/>
                  </a:lnTo>
                  <a:lnTo>
                    <a:pt x="6660894" y="1795795"/>
                  </a:lnTo>
                  <a:lnTo>
                    <a:pt x="6589272" y="1787311"/>
                  </a:lnTo>
                  <a:lnTo>
                    <a:pt x="6517649" y="1778690"/>
                  </a:lnTo>
                  <a:lnTo>
                    <a:pt x="6446027" y="1769931"/>
                  </a:lnTo>
                  <a:lnTo>
                    <a:pt x="6374404" y="1761031"/>
                  </a:lnTo>
                  <a:lnTo>
                    <a:pt x="6302782" y="1751989"/>
                  </a:lnTo>
                  <a:lnTo>
                    <a:pt x="6231159" y="1742801"/>
                  </a:lnTo>
                  <a:lnTo>
                    <a:pt x="6159537" y="1733466"/>
                  </a:lnTo>
                  <a:lnTo>
                    <a:pt x="6087914" y="1723981"/>
                  </a:lnTo>
                  <a:lnTo>
                    <a:pt x="6016292" y="1714344"/>
                  </a:lnTo>
                  <a:lnTo>
                    <a:pt x="5944669" y="1704552"/>
                  </a:lnTo>
                  <a:lnTo>
                    <a:pt x="5873047" y="1694603"/>
                  </a:lnTo>
                  <a:lnTo>
                    <a:pt x="5801424" y="1684494"/>
                  </a:lnTo>
                  <a:lnTo>
                    <a:pt x="5729802" y="1674222"/>
                  </a:lnTo>
                  <a:lnTo>
                    <a:pt x="5658179" y="1663786"/>
                  </a:lnTo>
                  <a:lnTo>
                    <a:pt x="5586557" y="1653183"/>
                  </a:lnTo>
                  <a:lnTo>
                    <a:pt x="5514934" y="1642409"/>
                  </a:lnTo>
                  <a:lnTo>
                    <a:pt x="5443311" y="1631462"/>
                  </a:lnTo>
                  <a:lnTo>
                    <a:pt x="5371689" y="1620339"/>
                  </a:lnTo>
                  <a:lnTo>
                    <a:pt x="5300066" y="1609038"/>
                  </a:lnTo>
                  <a:lnTo>
                    <a:pt x="5228444" y="1597556"/>
                  </a:lnTo>
                  <a:lnTo>
                    <a:pt x="5156821" y="1585889"/>
                  </a:lnTo>
                  <a:lnTo>
                    <a:pt x="5085199" y="1574035"/>
                  </a:lnTo>
                  <a:lnTo>
                    <a:pt x="5013576" y="1561990"/>
                  </a:lnTo>
                  <a:lnTo>
                    <a:pt x="4941954" y="1549753"/>
                  </a:lnTo>
                  <a:lnTo>
                    <a:pt x="4870331" y="1537318"/>
                  </a:lnTo>
                  <a:lnTo>
                    <a:pt x="4798709" y="1524684"/>
                  </a:lnTo>
                  <a:lnTo>
                    <a:pt x="4727086" y="1511848"/>
                  </a:lnTo>
                  <a:lnTo>
                    <a:pt x="4655464" y="1498805"/>
                  </a:lnTo>
                  <a:lnTo>
                    <a:pt x="4583841" y="1492994"/>
                  </a:lnTo>
                  <a:lnTo>
                    <a:pt x="4512219" y="1490340"/>
                  </a:lnTo>
                  <a:lnTo>
                    <a:pt x="4440596" y="1487678"/>
                  </a:lnTo>
                  <a:lnTo>
                    <a:pt x="4368974" y="1485007"/>
                  </a:lnTo>
                  <a:lnTo>
                    <a:pt x="4297351" y="1482328"/>
                  </a:lnTo>
                  <a:lnTo>
                    <a:pt x="4225729" y="1479640"/>
                  </a:lnTo>
                  <a:lnTo>
                    <a:pt x="4154106" y="1476944"/>
                  </a:lnTo>
                  <a:lnTo>
                    <a:pt x="4082483" y="1474239"/>
                  </a:lnTo>
                  <a:lnTo>
                    <a:pt x="4010861" y="1471525"/>
                  </a:lnTo>
                  <a:lnTo>
                    <a:pt x="3939238" y="1468803"/>
                  </a:lnTo>
                  <a:lnTo>
                    <a:pt x="3867616" y="1466072"/>
                  </a:lnTo>
                  <a:lnTo>
                    <a:pt x="3795993" y="1463332"/>
                  </a:lnTo>
                  <a:lnTo>
                    <a:pt x="3724371" y="1460584"/>
                  </a:lnTo>
                  <a:lnTo>
                    <a:pt x="3652748" y="1457827"/>
                  </a:lnTo>
                  <a:lnTo>
                    <a:pt x="3581126" y="1455061"/>
                  </a:lnTo>
                  <a:lnTo>
                    <a:pt x="3509503" y="1452286"/>
                  </a:lnTo>
                  <a:lnTo>
                    <a:pt x="3437881" y="1449502"/>
                  </a:lnTo>
                  <a:lnTo>
                    <a:pt x="3366258" y="1446710"/>
                  </a:lnTo>
                  <a:lnTo>
                    <a:pt x="3294636" y="1443908"/>
                  </a:lnTo>
                  <a:lnTo>
                    <a:pt x="3223013" y="1441098"/>
                  </a:lnTo>
                  <a:lnTo>
                    <a:pt x="3151391" y="1438279"/>
                  </a:lnTo>
                  <a:lnTo>
                    <a:pt x="3079768" y="1435450"/>
                  </a:lnTo>
                  <a:lnTo>
                    <a:pt x="3008146" y="1432613"/>
                  </a:lnTo>
                  <a:lnTo>
                    <a:pt x="2936523" y="1429766"/>
                  </a:lnTo>
                  <a:lnTo>
                    <a:pt x="2864901" y="1426911"/>
                  </a:lnTo>
                  <a:lnTo>
                    <a:pt x="2793278" y="1424046"/>
                  </a:lnTo>
                  <a:lnTo>
                    <a:pt x="2721655" y="1421172"/>
                  </a:lnTo>
                  <a:lnTo>
                    <a:pt x="2650033" y="1418289"/>
                  </a:lnTo>
                  <a:lnTo>
                    <a:pt x="2578410" y="1415397"/>
                  </a:lnTo>
                  <a:lnTo>
                    <a:pt x="2506788" y="1412496"/>
                  </a:lnTo>
                  <a:lnTo>
                    <a:pt x="2435165" y="1409585"/>
                  </a:lnTo>
                  <a:lnTo>
                    <a:pt x="2363543" y="1406665"/>
                  </a:lnTo>
                  <a:lnTo>
                    <a:pt x="2291920" y="1403736"/>
                  </a:lnTo>
                  <a:lnTo>
                    <a:pt x="2220298" y="1400797"/>
                  </a:lnTo>
                  <a:lnTo>
                    <a:pt x="2148675" y="1397849"/>
                  </a:lnTo>
                  <a:lnTo>
                    <a:pt x="2077053" y="1394892"/>
                  </a:lnTo>
                  <a:lnTo>
                    <a:pt x="2005430" y="1391925"/>
                  </a:lnTo>
                  <a:lnTo>
                    <a:pt x="1933808" y="1388948"/>
                  </a:lnTo>
                  <a:lnTo>
                    <a:pt x="1862185" y="1385963"/>
                  </a:lnTo>
                  <a:lnTo>
                    <a:pt x="1790563" y="1382967"/>
                  </a:lnTo>
                  <a:lnTo>
                    <a:pt x="1718940" y="1379962"/>
                  </a:lnTo>
                  <a:lnTo>
                    <a:pt x="1647318" y="1376948"/>
                  </a:lnTo>
                  <a:lnTo>
                    <a:pt x="1575695" y="1373923"/>
                  </a:lnTo>
                  <a:lnTo>
                    <a:pt x="1504073" y="1370890"/>
                  </a:lnTo>
                  <a:lnTo>
                    <a:pt x="1432450" y="1367846"/>
                  </a:lnTo>
                  <a:lnTo>
                    <a:pt x="1360827" y="1364793"/>
                  </a:lnTo>
                  <a:lnTo>
                    <a:pt x="1289205" y="1361730"/>
                  </a:lnTo>
                  <a:lnTo>
                    <a:pt x="1217582" y="1358657"/>
                  </a:lnTo>
                  <a:lnTo>
                    <a:pt x="1145960" y="1355575"/>
                  </a:lnTo>
                  <a:lnTo>
                    <a:pt x="1074337" y="1352482"/>
                  </a:lnTo>
                  <a:lnTo>
                    <a:pt x="1002715" y="1349380"/>
                  </a:lnTo>
                  <a:lnTo>
                    <a:pt x="931092" y="1346268"/>
                  </a:lnTo>
                  <a:lnTo>
                    <a:pt x="859470" y="1343146"/>
                  </a:lnTo>
                  <a:lnTo>
                    <a:pt x="787847" y="1340014"/>
                  </a:lnTo>
                  <a:lnTo>
                    <a:pt x="716225" y="1336872"/>
                  </a:lnTo>
                  <a:lnTo>
                    <a:pt x="644602" y="1333720"/>
                  </a:lnTo>
                  <a:lnTo>
                    <a:pt x="572980" y="1330557"/>
                  </a:lnTo>
                  <a:lnTo>
                    <a:pt x="501357" y="1327385"/>
                  </a:lnTo>
                  <a:lnTo>
                    <a:pt x="429735" y="1324203"/>
                  </a:lnTo>
                  <a:lnTo>
                    <a:pt x="358112" y="1321010"/>
                  </a:lnTo>
                  <a:lnTo>
                    <a:pt x="286490" y="1317808"/>
                  </a:lnTo>
                  <a:lnTo>
                    <a:pt x="214867" y="1314595"/>
                  </a:lnTo>
                  <a:lnTo>
                    <a:pt x="143245" y="1311371"/>
                  </a:lnTo>
                  <a:lnTo>
                    <a:pt x="71622" y="1308138"/>
                  </a:lnTo>
                  <a:lnTo>
                    <a:pt x="0" y="130489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232940"/>
              <a:ext cx="7090630" cy="1580741"/>
            </a:xfrm>
            <a:custGeom>
              <a:avLst/>
              <a:pathLst>
                <a:path w="7090630" h="1580741">
                  <a:moveTo>
                    <a:pt x="0" y="0"/>
                  </a:moveTo>
                  <a:lnTo>
                    <a:pt x="71622" y="36723"/>
                  </a:lnTo>
                  <a:lnTo>
                    <a:pt x="143245" y="72866"/>
                  </a:lnTo>
                  <a:lnTo>
                    <a:pt x="214867" y="108439"/>
                  </a:lnTo>
                  <a:lnTo>
                    <a:pt x="286490" y="143449"/>
                  </a:lnTo>
                  <a:lnTo>
                    <a:pt x="358112" y="177906"/>
                  </a:lnTo>
                  <a:lnTo>
                    <a:pt x="429735" y="211819"/>
                  </a:lnTo>
                  <a:lnTo>
                    <a:pt x="501357" y="245195"/>
                  </a:lnTo>
                  <a:lnTo>
                    <a:pt x="572980" y="278045"/>
                  </a:lnTo>
                  <a:lnTo>
                    <a:pt x="644602" y="310375"/>
                  </a:lnTo>
                  <a:lnTo>
                    <a:pt x="716225" y="342195"/>
                  </a:lnTo>
                  <a:lnTo>
                    <a:pt x="787847" y="373512"/>
                  </a:lnTo>
                  <a:lnTo>
                    <a:pt x="859470" y="404334"/>
                  </a:lnTo>
                  <a:lnTo>
                    <a:pt x="931092" y="434669"/>
                  </a:lnTo>
                  <a:lnTo>
                    <a:pt x="1002715" y="464525"/>
                  </a:lnTo>
                  <a:lnTo>
                    <a:pt x="1074337" y="493909"/>
                  </a:lnTo>
                  <a:lnTo>
                    <a:pt x="1145960" y="522829"/>
                  </a:lnTo>
                  <a:lnTo>
                    <a:pt x="1217582" y="551292"/>
                  </a:lnTo>
                  <a:lnTo>
                    <a:pt x="1289205" y="579305"/>
                  </a:lnTo>
                  <a:lnTo>
                    <a:pt x="1360827" y="606876"/>
                  </a:lnTo>
                  <a:lnTo>
                    <a:pt x="1432450" y="634011"/>
                  </a:lnTo>
                  <a:lnTo>
                    <a:pt x="1504073" y="660717"/>
                  </a:lnTo>
                  <a:lnTo>
                    <a:pt x="1575695" y="687002"/>
                  </a:lnTo>
                  <a:lnTo>
                    <a:pt x="1647318" y="712871"/>
                  </a:lnTo>
                  <a:lnTo>
                    <a:pt x="1718940" y="738331"/>
                  </a:lnTo>
                  <a:lnTo>
                    <a:pt x="1790563" y="763389"/>
                  </a:lnTo>
                  <a:lnTo>
                    <a:pt x="1862185" y="788051"/>
                  </a:lnTo>
                  <a:lnTo>
                    <a:pt x="1933808" y="812324"/>
                  </a:lnTo>
                  <a:lnTo>
                    <a:pt x="2005430" y="836213"/>
                  </a:lnTo>
                  <a:lnTo>
                    <a:pt x="2077053" y="859724"/>
                  </a:lnTo>
                  <a:lnTo>
                    <a:pt x="2148675" y="882865"/>
                  </a:lnTo>
                  <a:lnTo>
                    <a:pt x="2220298" y="905639"/>
                  </a:lnTo>
                  <a:lnTo>
                    <a:pt x="2291920" y="928054"/>
                  </a:lnTo>
                  <a:lnTo>
                    <a:pt x="2363543" y="950114"/>
                  </a:lnTo>
                  <a:lnTo>
                    <a:pt x="2435165" y="971826"/>
                  </a:lnTo>
                  <a:lnTo>
                    <a:pt x="2506788" y="993195"/>
                  </a:lnTo>
                  <a:lnTo>
                    <a:pt x="2578410" y="1014226"/>
                  </a:lnTo>
                  <a:lnTo>
                    <a:pt x="2650033" y="1034925"/>
                  </a:lnTo>
                  <a:lnTo>
                    <a:pt x="2721655" y="1055297"/>
                  </a:lnTo>
                  <a:lnTo>
                    <a:pt x="2793278" y="1075347"/>
                  </a:lnTo>
                  <a:lnTo>
                    <a:pt x="2864901" y="1095081"/>
                  </a:lnTo>
                  <a:lnTo>
                    <a:pt x="2936523" y="1114502"/>
                  </a:lnTo>
                  <a:lnTo>
                    <a:pt x="3008146" y="1133617"/>
                  </a:lnTo>
                  <a:lnTo>
                    <a:pt x="3079768" y="1152429"/>
                  </a:lnTo>
                  <a:lnTo>
                    <a:pt x="3151391" y="1170945"/>
                  </a:lnTo>
                  <a:lnTo>
                    <a:pt x="3223013" y="1189168"/>
                  </a:lnTo>
                  <a:lnTo>
                    <a:pt x="3294636" y="1207103"/>
                  </a:lnTo>
                  <a:lnTo>
                    <a:pt x="3366258" y="1224754"/>
                  </a:lnTo>
                  <a:lnTo>
                    <a:pt x="3437881" y="1242127"/>
                  </a:lnTo>
                  <a:lnTo>
                    <a:pt x="3509503" y="1259225"/>
                  </a:lnTo>
                  <a:lnTo>
                    <a:pt x="3581126" y="1276053"/>
                  </a:lnTo>
                  <a:lnTo>
                    <a:pt x="3652748" y="1292616"/>
                  </a:lnTo>
                  <a:lnTo>
                    <a:pt x="3724371" y="1308916"/>
                  </a:lnTo>
                  <a:lnTo>
                    <a:pt x="3795993" y="1324959"/>
                  </a:lnTo>
                  <a:lnTo>
                    <a:pt x="3867616" y="1340748"/>
                  </a:lnTo>
                  <a:lnTo>
                    <a:pt x="3939238" y="1356289"/>
                  </a:lnTo>
                  <a:lnTo>
                    <a:pt x="4010861" y="1371583"/>
                  </a:lnTo>
                  <a:lnTo>
                    <a:pt x="4082483" y="1386636"/>
                  </a:lnTo>
                  <a:lnTo>
                    <a:pt x="4154106" y="1401451"/>
                  </a:lnTo>
                  <a:lnTo>
                    <a:pt x="4225729" y="1416032"/>
                  </a:lnTo>
                  <a:lnTo>
                    <a:pt x="4297351" y="1430382"/>
                  </a:lnTo>
                  <a:lnTo>
                    <a:pt x="4368974" y="1444506"/>
                  </a:lnTo>
                  <a:lnTo>
                    <a:pt x="4440596" y="1458407"/>
                  </a:lnTo>
                  <a:lnTo>
                    <a:pt x="4512219" y="1472088"/>
                  </a:lnTo>
                  <a:lnTo>
                    <a:pt x="4583841" y="1485553"/>
                  </a:lnTo>
                  <a:lnTo>
                    <a:pt x="4655464" y="1495639"/>
                  </a:lnTo>
                  <a:lnTo>
                    <a:pt x="4727086" y="1498276"/>
                  </a:lnTo>
                  <a:lnTo>
                    <a:pt x="4798709" y="1500904"/>
                  </a:lnTo>
                  <a:lnTo>
                    <a:pt x="4870331" y="1503524"/>
                  </a:lnTo>
                  <a:lnTo>
                    <a:pt x="4941954" y="1506136"/>
                  </a:lnTo>
                  <a:lnTo>
                    <a:pt x="5013576" y="1508740"/>
                  </a:lnTo>
                  <a:lnTo>
                    <a:pt x="5085199" y="1511335"/>
                  </a:lnTo>
                  <a:lnTo>
                    <a:pt x="5156821" y="1513922"/>
                  </a:lnTo>
                  <a:lnTo>
                    <a:pt x="5228444" y="1516500"/>
                  </a:lnTo>
                  <a:lnTo>
                    <a:pt x="5300066" y="1519071"/>
                  </a:lnTo>
                  <a:lnTo>
                    <a:pt x="5371689" y="1521633"/>
                  </a:lnTo>
                  <a:lnTo>
                    <a:pt x="5443311" y="1524187"/>
                  </a:lnTo>
                  <a:lnTo>
                    <a:pt x="5514934" y="1526733"/>
                  </a:lnTo>
                  <a:lnTo>
                    <a:pt x="5586557" y="1529271"/>
                  </a:lnTo>
                  <a:lnTo>
                    <a:pt x="5658179" y="1531801"/>
                  </a:lnTo>
                  <a:lnTo>
                    <a:pt x="5729802" y="1534323"/>
                  </a:lnTo>
                  <a:lnTo>
                    <a:pt x="5801424" y="1536837"/>
                  </a:lnTo>
                  <a:lnTo>
                    <a:pt x="5873047" y="1539342"/>
                  </a:lnTo>
                  <a:lnTo>
                    <a:pt x="5944669" y="1541840"/>
                  </a:lnTo>
                  <a:lnTo>
                    <a:pt x="6016292" y="1544330"/>
                  </a:lnTo>
                  <a:lnTo>
                    <a:pt x="6087914" y="1546812"/>
                  </a:lnTo>
                  <a:lnTo>
                    <a:pt x="6159537" y="1549286"/>
                  </a:lnTo>
                  <a:lnTo>
                    <a:pt x="6231159" y="1551752"/>
                  </a:lnTo>
                  <a:lnTo>
                    <a:pt x="6302782" y="1554211"/>
                  </a:lnTo>
                  <a:lnTo>
                    <a:pt x="6374404" y="1556661"/>
                  </a:lnTo>
                  <a:lnTo>
                    <a:pt x="6446027" y="1559104"/>
                  </a:lnTo>
                  <a:lnTo>
                    <a:pt x="6517649" y="1561539"/>
                  </a:lnTo>
                  <a:lnTo>
                    <a:pt x="6589272" y="1563966"/>
                  </a:lnTo>
                  <a:lnTo>
                    <a:pt x="6660894" y="1566385"/>
                  </a:lnTo>
                  <a:lnTo>
                    <a:pt x="6732517" y="1568797"/>
                  </a:lnTo>
                  <a:lnTo>
                    <a:pt x="6804139" y="1571201"/>
                  </a:lnTo>
                  <a:lnTo>
                    <a:pt x="6875762" y="1573597"/>
                  </a:lnTo>
                  <a:lnTo>
                    <a:pt x="6947385" y="1575986"/>
                  </a:lnTo>
                  <a:lnTo>
                    <a:pt x="7019007" y="1578367"/>
                  </a:lnTo>
                  <a:lnTo>
                    <a:pt x="7090630" y="158074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537835"/>
              <a:ext cx="7090630" cy="539065"/>
            </a:xfrm>
            <a:custGeom>
              <a:avLst/>
              <a:pathLst>
                <a:path w="7090630" h="539065">
                  <a:moveTo>
                    <a:pt x="7090630" y="539065"/>
                  </a:moveTo>
                  <a:lnTo>
                    <a:pt x="7019007" y="531354"/>
                  </a:lnTo>
                  <a:lnTo>
                    <a:pt x="6947385" y="523519"/>
                  </a:lnTo>
                  <a:lnTo>
                    <a:pt x="6875762" y="515558"/>
                  </a:lnTo>
                  <a:lnTo>
                    <a:pt x="6804139" y="507469"/>
                  </a:lnTo>
                  <a:lnTo>
                    <a:pt x="6732517" y="499251"/>
                  </a:lnTo>
                  <a:lnTo>
                    <a:pt x="6660894" y="490901"/>
                  </a:lnTo>
                  <a:lnTo>
                    <a:pt x="6589272" y="482416"/>
                  </a:lnTo>
                  <a:lnTo>
                    <a:pt x="6517649" y="473796"/>
                  </a:lnTo>
                  <a:lnTo>
                    <a:pt x="6446027" y="465037"/>
                  </a:lnTo>
                  <a:lnTo>
                    <a:pt x="6374404" y="456137"/>
                  </a:lnTo>
                  <a:lnTo>
                    <a:pt x="6302782" y="447094"/>
                  </a:lnTo>
                  <a:lnTo>
                    <a:pt x="6231159" y="437907"/>
                  </a:lnTo>
                  <a:lnTo>
                    <a:pt x="6159537" y="428572"/>
                  </a:lnTo>
                  <a:lnTo>
                    <a:pt x="6087914" y="419086"/>
                  </a:lnTo>
                  <a:lnTo>
                    <a:pt x="6016292" y="409449"/>
                  </a:lnTo>
                  <a:lnTo>
                    <a:pt x="5944669" y="399657"/>
                  </a:lnTo>
                  <a:lnTo>
                    <a:pt x="5873047" y="389708"/>
                  </a:lnTo>
                  <a:lnTo>
                    <a:pt x="5801424" y="379599"/>
                  </a:lnTo>
                  <a:lnTo>
                    <a:pt x="5729802" y="369328"/>
                  </a:lnTo>
                  <a:lnTo>
                    <a:pt x="5658179" y="358892"/>
                  </a:lnTo>
                  <a:lnTo>
                    <a:pt x="5586557" y="348288"/>
                  </a:lnTo>
                  <a:lnTo>
                    <a:pt x="5514934" y="337514"/>
                  </a:lnTo>
                  <a:lnTo>
                    <a:pt x="5443311" y="326567"/>
                  </a:lnTo>
                  <a:lnTo>
                    <a:pt x="5371689" y="315445"/>
                  </a:lnTo>
                  <a:lnTo>
                    <a:pt x="5300066" y="304144"/>
                  </a:lnTo>
                  <a:lnTo>
                    <a:pt x="5228444" y="292661"/>
                  </a:lnTo>
                  <a:lnTo>
                    <a:pt x="5156821" y="280994"/>
                  </a:lnTo>
                  <a:lnTo>
                    <a:pt x="5085199" y="269140"/>
                  </a:lnTo>
                  <a:lnTo>
                    <a:pt x="5013576" y="257096"/>
                  </a:lnTo>
                  <a:lnTo>
                    <a:pt x="4941954" y="244858"/>
                  </a:lnTo>
                  <a:lnTo>
                    <a:pt x="4870331" y="232424"/>
                  </a:lnTo>
                  <a:lnTo>
                    <a:pt x="4798709" y="219790"/>
                  </a:lnTo>
                  <a:lnTo>
                    <a:pt x="4727086" y="206953"/>
                  </a:lnTo>
                  <a:lnTo>
                    <a:pt x="4655464" y="193910"/>
                  </a:lnTo>
                  <a:lnTo>
                    <a:pt x="4583841" y="188099"/>
                  </a:lnTo>
                  <a:lnTo>
                    <a:pt x="4512219" y="185445"/>
                  </a:lnTo>
                  <a:lnTo>
                    <a:pt x="4440596" y="182783"/>
                  </a:lnTo>
                  <a:lnTo>
                    <a:pt x="4368974" y="180113"/>
                  </a:lnTo>
                  <a:lnTo>
                    <a:pt x="4297351" y="177433"/>
                  </a:lnTo>
                  <a:lnTo>
                    <a:pt x="4225729" y="174746"/>
                  </a:lnTo>
                  <a:lnTo>
                    <a:pt x="4154106" y="172049"/>
                  </a:lnTo>
                  <a:lnTo>
                    <a:pt x="4082483" y="169344"/>
                  </a:lnTo>
                  <a:lnTo>
                    <a:pt x="4010861" y="166631"/>
                  </a:lnTo>
                  <a:lnTo>
                    <a:pt x="3939238" y="163908"/>
                  </a:lnTo>
                  <a:lnTo>
                    <a:pt x="3867616" y="161178"/>
                  </a:lnTo>
                  <a:lnTo>
                    <a:pt x="3795993" y="158438"/>
                  </a:lnTo>
                  <a:lnTo>
                    <a:pt x="3724371" y="155689"/>
                  </a:lnTo>
                  <a:lnTo>
                    <a:pt x="3652748" y="152932"/>
                  </a:lnTo>
                  <a:lnTo>
                    <a:pt x="3581126" y="150166"/>
                  </a:lnTo>
                  <a:lnTo>
                    <a:pt x="3509503" y="147391"/>
                  </a:lnTo>
                  <a:lnTo>
                    <a:pt x="3437881" y="144608"/>
                  </a:lnTo>
                  <a:lnTo>
                    <a:pt x="3366258" y="141815"/>
                  </a:lnTo>
                  <a:lnTo>
                    <a:pt x="3294636" y="139014"/>
                  </a:lnTo>
                  <a:lnTo>
                    <a:pt x="3223013" y="136203"/>
                  </a:lnTo>
                  <a:lnTo>
                    <a:pt x="3151391" y="133384"/>
                  </a:lnTo>
                  <a:lnTo>
                    <a:pt x="3079768" y="130556"/>
                  </a:lnTo>
                  <a:lnTo>
                    <a:pt x="3008146" y="127718"/>
                  </a:lnTo>
                  <a:lnTo>
                    <a:pt x="2936523" y="124872"/>
                  </a:lnTo>
                  <a:lnTo>
                    <a:pt x="2864901" y="122016"/>
                  </a:lnTo>
                  <a:lnTo>
                    <a:pt x="2793278" y="119152"/>
                  </a:lnTo>
                  <a:lnTo>
                    <a:pt x="2721655" y="116278"/>
                  </a:lnTo>
                  <a:lnTo>
                    <a:pt x="2650033" y="113395"/>
                  </a:lnTo>
                  <a:lnTo>
                    <a:pt x="2578410" y="110503"/>
                  </a:lnTo>
                  <a:lnTo>
                    <a:pt x="2506788" y="107601"/>
                  </a:lnTo>
                  <a:lnTo>
                    <a:pt x="2435165" y="104690"/>
                  </a:lnTo>
                  <a:lnTo>
                    <a:pt x="2363543" y="101770"/>
                  </a:lnTo>
                  <a:lnTo>
                    <a:pt x="2291920" y="98841"/>
                  </a:lnTo>
                  <a:lnTo>
                    <a:pt x="2220298" y="95902"/>
                  </a:lnTo>
                  <a:lnTo>
                    <a:pt x="2148675" y="92954"/>
                  </a:lnTo>
                  <a:lnTo>
                    <a:pt x="2077053" y="89997"/>
                  </a:lnTo>
                  <a:lnTo>
                    <a:pt x="2005430" y="87030"/>
                  </a:lnTo>
                  <a:lnTo>
                    <a:pt x="1933808" y="84054"/>
                  </a:lnTo>
                  <a:lnTo>
                    <a:pt x="1862185" y="81068"/>
                  </a:lnTo>
                  <a:lnTo>
                    <a:pt x="1790563" y="78073"/>
                  </a:lnTo>
                  <a:lnTo>
                    <a:pt x="1718940" y="75068"/>
                  </a:lnTo>
                  <a:lnTo>
                    <a:pt x="1647318" y="72053"/>
                  </a:lnTo>
                  <a:lnTo>
                    <a:pt x="1575695" y="69029"/>
                  </a:lnTo>
                  <a:lnTo>
                    <a:pt x="1504073" y="65995"/>
                  </a:lnTo>
                  <a:lnTo>
                    <a:pt x="1432450" y="62952"/>
                  </a:lnTo>
                  <a:lnTo>
                    <a:pt x="1360827" y="59898"/>
                  </a:lnTo>
                  <a:lnTo>
                    <a:pt x="1289205" y="56835"/>
                  </a:lnTo>
                  <a:lnTo>
                    <a:pt x="1217582" y="53763"/>
                  </a:lnTo>
                  <a:lnTo>
                    <a:pt x="1145960" y="50680"/>
                  </a:lnTo>
                  <a:lnTo>
                    <a:pt x="1074337" y="47588"/>
                  </a:lnTo>
                  <a:lnTo>
                    <a:pt x="1002715" y="44485"/>
                  </a:lnTo>
                  <a:lnTo>
                    <a:pt x="931092" y="41373"/>
                  </a:lnTo>
                  <a:lnTo>
                    <a:pt x="859470" y="38251"/>
                  </a:lnTo>
                  <a:lnTo>
                    <a:pt x="787847" y="35119"/>
                  </a:lnTo>
                  <a:lnTo>
                    <a:pt x="716225" y="31977"/>
                  </a:lnTo>
                  <a:lnTo>
                    <a:pt x="644602" y="28825"/>
                  </a:lnTo>
                  <a:lnTo>
                    <a:pt x="572980" y="25663"/>
                  </a:lnTo>
                  <a:lnTo>
                    <a:pt x="501357" y="22491"/>
                  </a:lnTo>
                  <a:lnTo>
                    <a:pt x="429735" y="19308"/>
                  </a:lnTo>
                  <a:lnTo>
                    <a:pt x="358112" y="16116"/>
                  </a:lnTo>
                  <a:lnTo>
                    <a:pt x="286490" y="12913"/>
                  </a:lnTo>
                  <a:lnTo>
                    <a:pt x="214867" y="9700"/>
                  </a:lnTo>
                  <a:lnTo>
                    <a:pt x="143245" y="6477"/>
                  </a:lnTo>
                  <a:lnTo>
                    <a:pt x="71622" y="324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017953"/>
              <a:ext cx="7090630" cy="941658"/>
            </a:xfrm>
            <a:custGeom>
              <a:avLst/>
              <a:pathLst>
                <a:path w="7090630" h="941658">
                  <a:moveTo>
                    <a:pt x="0" y="0"/>
                  </a:moveTo>
                  <a:lnTo>
                    <a:pt x="71622" y="14640"/>
                  </a:lnTo>
                  <a:lnTo>
                    <a:pt x="143245" y="29141"/>
                  </a:lnTo>
                  <a:lnTo>
                    <a:pt x="214867" y="43504"/>
                  </a:lnTo>
                  <a:lnTo>
                    <a:pt x="286490" y="57730"/>
                  </a:lnTo>
                  <a:lnTo>
                    <a:pt x="358112" y="71821"/>
                  </a:lnTo>
                  <a:lnTo>
                    <a:pt x="429735" y="85779"/>
                  </a:lnTo>
                  <a:lnTo>
                    <a:pt x="501357" y="99603"/>
                  </a:lnTo>
                  <a:lnTo>
                    <a:pt x="572980" y="113296"/>
                  </a:lnTo>
                  <a:lnTo>
                    <a:pt x="644602" y="126859"/>
                  </a:lnTo>
                  <a:lnTo>
                    <a:pt x="716225" y="140292"/>
                  </a:lnTo>
                  <a:lnTo>
                    <a:pt x="787847" y="153598"/>
                  </a:lnTo>
                  <a:lnTo>
                    <a:pt x="859470" y="166778"/>
                  </a:lnTo>
                  <a:lnTo>
                    <a:pt x="931092" y="179832"/>
                  </a:lnTo>
                  <a:lnTo>
                    <a:pt x="1002715" y="192761"/>
                  </a:lnTo>
                  <a:lnTo>
                    <a:pt x="1074337" y="205568"/>
                  </a:lnTo>
                  <a:lnTo>
                    <a:pt x="1145960" y="218253"/>
                  </a:lnTo>
                  <a:lnTo>
                    <a:pt x="1217582" y="230818"/>
                  </a:lnTo>
                  <a:lnTo>
                    <a:pt x="1289205" y="243263"/>
                  </a:lnTo>
                  <a:lnTo>
                    <a:pt x="1360827" y="255589"/>
                  </a:lnTo>
                  <a:lnTo>
                    <a:pt x="1432450" y="267799"/>
                  </a:lnTo>
                  <a:lnTo>
                    <a:pt x="1504073" y="279892"/>
                  </a:lnTo>
                  <a:lnTo>
                    <a:pt x="1575695" y="291870"/>
                  </a:lnTo>
                  <a:lnTo>
                    <a:pt x="1647318" y="303734"/>
                  </a:lnTo>
                  <a:lnTo>
                    <a:pt x="1718940" y="315486"/>
                  </a:lnTo>
                  <a:lnTo>
                    <a:pt x="1790563" y="327125"/>
                  </a:lnTo>
                  <a:lnTo>
                    <a:pt x="1862185" y="338654"/>
                  </a:lnTo>
                  <a:lnTo>
                    <a:pt x="1933808" y="350074"/>
                  </a:lnTo>
                  <a:lnTo>
                    <a:pt x="2005430" y="361384"/>
                  </a:lnTo>
                  <a:lnTo>
                    <a:pt x="2077053" y="372587"/>
                  </a:lnTo>
                  <a:lnTo>
                    <a:pt x="2148675" y="383684"/>
                  </a:lnTo>
                  <a:lnTo>
                    <a:pt x="2220298" y="394675"/>
                  </a:lnTo>
                  <a:lnTo>
                    <a:pt x="2291920" y="405562"/>
                  </a:lnTo>
                  <a:lnTo>
                    <a:pt x="2363543" y="416344"/>
                  </a:lnTo>
                  <a:lnTo>
                    <a:pt x="2435165" y="427025"/>
                  </a:lnTo>
                  <a:lnTo>
                    <a:pt x="2506788" y="437604"/>
                  </a:lnTo>
                  <a:lnTo>
                    <a:pt x="2578410" y="448082"/>
                  </a:lnTo>
                  <a:lnTo>
                    <a:pt x="2650033" y="458460"/>
                  </a:lnTo>
                  <a:lnTo>
                    <a:pt x="2721655" y="468740"/>
                  </a:lnTo>
                  <a:lnTo>
                    <a:pt x="2793278" y="478922"/>
                  </a:lnTo>
                  <a:lnTo>
                    <a:pt x="2864901" y="489007"/>
                  </a:lnTo>
                  <a:lnTo>
                    <a:pt x="2936523" y="498997"/>
                  </a:lnTo>
                  <a:lnTo>
                    <a:pt x="3008146" y="508891"/>
                  </a:lnTo>
                  <a:lnTo>
                    <a:pt x="3079768" y="518691"/>
                  </a:lnTo>
                  <a:lnTo>
                    <a:pt x="3151391" y="528398"/>
                  </a:lnTo>
                  <a:lnTo>
                    <a:pt x="3223013" y="538013"/>
                  </a:lnTo>
                  <a:lnTo>
                    <a:pt x="3294636" y="547536"/>
                  </a:lnTo>
                  <a:lnTo>
                    <a:pt x="3366258" y="556969"/>
                  </a:lnTo>
                  <a:lnTo>
                    <a:pt x="3437881" y="566312"/>
                  </a:lnTo>
                  <a:lnTo>
                    <a:pt x="3509503" y="575566"/>
                  </a:lnTo>
                  <a:lnTo>
                    <a:pt x="3581126" y="584732"/>
                  </a:lnTo>
                  <a:lnTo>
                    <a:pt x="3652748" y="593811"/>
                  </a:lnTo>
                  <a:lnTo>
                    <a:pt x="3724371" y="602803"/>
                  </a:lnTo>
                  <a:lnTo>
                    <a:pt x="3795993" y="611710"/>
                  </a:lnTo>
                  <a:lnTo>
                    <a:pt x="3867616" y="620532"/>
                  </a:lnTo>
                  <a:lnTo>
                    <a:pt x="3939238" y="629271"/>
                  </a:lnTo>
                  <a:lnTo>
                    <a:pt x="4010861" y="637926"/>
                  </a:lnTo>
                  <a:lnTo>
                    <a:pt x="4082483" y="646499"/>
                  </a:lnTo>
                  <a:lnTo>
                    <a:pt x="4154106" y="654990"/>
                  </a:lnTo>
                  <a:lnTo>
                    <a:pt x="4225729" y="663401"/>
                  </a:lnTo>
                  <a:lnTo>
                    <a:pt x="4297351" y="671731"/>
                  </a:lnTo>
                  <a:lnTo>
                    <a:pt x="4368974" y="679983"/>
                  </a:lnTo>
                  <a:lnTo>
                    <a:pt x="4440596" y="688156"/>
                  </a:lnTo>
                  <a:lnTo>
                    <a:pt x="4512219" y="696251"/>
                  </a:lnTo>
                  <a:lnTo>
                    <a:pt x="4583841" y="704269"/>
                  </a:lnTo>
                  <a:lnTo>
                    <a:pt x="4655464" y="712211"/>
                  </a:lnTo>
                  <a:lnTo>
                    <a:pt x="4727086" y="720078"/>
                  </a:lnTo>
                  <a:lnTo>
                    <a:pt x="4798709" y="727869"/>
                  </a:lnTo>
                  <a:lnTo>
                    <a:pt x="4870331" y="735587"/>
                  </a:lnTo>
                  <a:lnTo>
                    <a:pt x="4941954" y="743231"/>
                  </a:lnTo>
                  <a:lnTo>
                    <a:pt x="5013576" y="750802"/>
                  </a:lnTo>
                  <a:lnTo>
                    <a:pt x="5085199" y="758301"/>
                  </a:lnTo>
                  <a:lnTo>
                    <a:pt x="5156821" y="765729"/>
                  </a:lnTo>
                  <a:lnTo>
                    <a:pt x="5228444" y="773087"/>
                  </a:lnTo>
                  <a:lnTo>
                    <a:pt x="5300066" y="780374"/>
                  </a:lnTo>
                  <a:lnTo>
                    <a:pt x="5371689" y="787592"/>
                  </a:lnTo>
                  <a:lnTo>
                    <a:pt x="5443311" y="794742"/>
                  </a:lnTo>
                  <a:lnTo>
                    <a:pt x="5514934" y="801823"/>
                  </a:lnTo>
                  <a:lnTo>
                    <a:pt x="5586557" y="808837"/>
                  </a:lnTo>
                  <a:lnTo>
                    <a:pt x="5658179" y="815785"/>
                  </a:lnTo>
                  <a:lnTo>
                    <a:pt x="5729802" y="822666"/>
                  </a:lnTo>
                  <a:lnTo>
                    <a:pt x="5801424" y="829482"/>
                  </a:lnTo>
                  <a:lnTo>
                    <a:pt x="5873047" y="836233"/>
                  </a:lnTo>
                  <a:lnTo>
                    <a:pt x="5944669" y="842920"/>
                  </a:lnTo>
                  <a:lnTo>
                    <a:pt x="6016292" y="849543"/>
                  </a:lnTo>
                  <a:lnTo>
                    <a:pt x="6087914" y="856103"/>
                  </a:lnTo>
                  <a:lnTo>
                    <a:pt x="6159537" y="862601"/>
                  </a:lnTo>
                  <a:lnTo>
                    <a:pt x="6231159" y="869037"/>
                  </a:lnTo>
                  <a:lnTo>
                    <a:pt x="6302782" y="875412"/>
                  </a:lnTo>
                  <a:lnTo>
                    <a:pt x="6374404" y="881726"/>
                  </a:lnTo>
                  <a:lnTo>
                    <a:pt x="6446027" y="887980"/>
                  </a:lnTo>
                  <a:lnTo>
                    <a:pt x="6517649" y="894175"/>
                  </a:lnTo>
                  <a:lnTo>
                    <a:pt x="6589272" y="900311"/>
                  </a:lnTo>
                  <a:lnTo>
                    <a:pt x="6660894" y="906388"/>
                  </a:lnTo>
                  <a:lnTo>
                    <a:pt x="6732517" y="912408"/>
                  </a:lnTo>
                  <a:lnTo>
                    <a:pt x="6804139" y="918370"/>
                  </a:lnTo>
                  <a:lnTo>
                    <a:pt x="6875762" y="924276"/>
                  </a:lnTo>
                  <a:lnTo>
                    <a:pt x="6947385" y="930125"/>
                  </a:lnTo>
                  <a:lnTo>
                    <a:pt x="7019007" y="935919"/>
                  </a:lnTo>
                  <a:lnTo>
                    <a:pt x="7090630" y="94165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8059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7321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522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2626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00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80465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51970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1.12 (1.04-1.21), p_Bonf = 0.020 (n = 6)  |  per IQR decline (Δ = 23.1): 1.31 (1.09-1.57)  |  IQR: [-12.6,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82128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2026-09-28T17:00:30Z</dcterms:modified>
  <cp:category/>
</cp:coreProperties>
</file>