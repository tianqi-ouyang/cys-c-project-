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44135"/>
            </a:xfrm>
            <a:custGeom>
              <a:avLst/>
              <a:pathLst>
                <a:path w="7403783" h="3444135">
                  <a:moveTo>
                    <a:pt x="1521298" y="0"/>
                  </a:moveTo>
                  <a:lnTo>
                    <a:pt x="1579709" y="152475"/>
                  </a:lnTo>
                  <a:lnTo>
                    <a:pt x="1656342" y="341185"/>
                  </a:lnTo>
                  <a:lnTo>
                    <a:pt x="1732974" y="519204"/>
                  </a:lnTo>
                  <a:lnTo>
                    <a:pt x="1809607" y="687138"/>
                  </a:lnTo>
                  <a:lnTo>
                    <a:pt x="1886239" y="845560"/>
                  </a:lnTo>
                  <a:lnTo>
                    <a:pt x="1962872" y="995008"/>
                  </a:lnTo>
                  <a:lnTo>
                    <a:pt x="2039504" y="1135989"/>
                  </a:lnTo>
                  <a:lnTo>
                    <a:pt x="2116137" y="1268984"/>
                  </a:lnTo>
                  <a:lnTo>
                    <a:pt x="2192769" y="1394446"/>
                  </a:lnTo>
                  <a:lnTo>
                    <a:pt x="2269402" y="1512800"/>
                  </a:lnTo>
                  <a:lnTo>
                    <a:pt x="2346034" y="1624450"/>
                  </a:lnTo>
                  <a:lnTo>
                    <a:pt x="2422667" y="1729775"/>
                  </a:lnTo>
                  <a:lnTo>
                    <a:pt x="2499300" y="1829133"/>
                  </a:lnTo>
                  <a:lnTo>
                    <a:pt x="2575932" y="1922863"/>
                  </a:lnTo>
                  <a:lnTo>
                    <a:pt x="2652565" y="2011284"/>
                  </a:lnTo>
                  <a:lnTo>
                    <a:pt x="2729197" y="2094696"/>
                  </a:lnTo>
                  <a:lnTo>
                    <a:pt x="2805830" y="2173382"/>
                  </a:lnTo>
                  <a:lnTo>
                    <a:pt x="2882462" y="2247612"/>
                  </a:lnTo>
                  <a:lnTo>
                    <a:pt x="2959095" y="2317636"/>
                  </a:lnTo>
                  <a:lnTo>
                    <a:pt x="3035727" y="2383693"/>
                  </a:lnTo>
                  <a:lnTo>
                    <a:pt x="3112360" y="2446009"/>
                  </a:lnTo>
                  <a:lnTo>
                    <a:pt x="3188993" y="2504795"/>
                  </a:lnTo>
                  <a:lnTo>
                    <a:pt x="3265625" y="2560250"/>
                  </a:lnTo>
                  <a:lnTo>
                    <a:pt x="3342258" y="2612564"/>
                  </a:lnTo>
                  <a:lnTo>
                    <a:pt x="3418890" y="2658449"/>
                  </a:lnTo>
                  <a:lnTo>
                    <a:pt x="3495523" y="2684254"/>
                  </a:lnTo>
                  <a:lnTo>
                    <a:pt x="3572155" y="2709252"/>
                  </a:lnTo>
                  <a:lnTo>
                    <a:pt x="3648788" y="2733469"/>
                  </a:lnTo>
                  <a:lnTo>
                    <a:pt x="3725420" y="2756928"/>
                  </a:lnTo>
                  <a:lnTo>
                    <a:pt x="3802053" y="2779654"/>
                  </a:lnTo>
                  <a:lnTo>
                    <a:pt x="3878685" y="2801669"/>
                  </a:lnTo>
                  <a:lnTo>
                    <a:pt x="3955318" y="2822996"/>
                  </a:lnTo>
                  <a:lnTo>
                    <a:pt x="4031951" y="2843656"/>
                  </a:lnTo>
                  <a:lnTo>
                    <a:pt x="4108583" y="2863670"/>
                  </a:lnTo>
                  <a:lnTo>
                    <a:pt x="4185216" y="2883058"/>
                  </a:lnTo>
                  <a:lnTo>
                    <a:pt x="4261848" y="2901841"/>
                  </a:lnTo>
                  <a:lnTo>
                    <a:pt x="4338481" y="2920035"/>
                  </a:lnTo>
                  <a:lnTo>
                    <a:pt x="4415113" y="2937661"/>
                  </a:lnTo>
                  <a:lnTo>
                    <a:pt x="4491746" y="2954736"/>
                  </a:lnTo>
                  <a:lnTo>
                    <a:pt x="4568378" y="2971277"/>
                  </a:lnTo>
                  <a:lnTo>
                    <a:pt x="4645011" y="2987301"/>
                  </a:lnTo>
                  <a:lnTo>
                    <a:pt x="4721644" y="3002823"/>
                  </a:lnTo>
                  <a:lnTo>
                    <a:pt x="4798276" y="3017860"/>
                  </a:lnTo>
                  <a:lnTo>
                    <a:pt x="4874909" y="3032428"/>
                  </a:lnTo>
                  <a:lnTo>
                    <a:pt x="4951541" y="3046539"/>
                  </a:lnTo>
                  <a:lnTo>
                    <a:pt x="5028174" y="3060210"/>
                  </a:lnTo>
                  <a:lnTo>
                    <a:pt x="5104806" y="3073453"/>
                  </a:lnTo>
                  <a:lnTo>
                    <a:pt x="5181439" y="3086282"/>
                  </a:lnTo>
                  <a:lnTo>
                    <a:pt x="5258071" y="3098709"/>
                  </a:lnTo>
                  <a:lnTo>
                    <a:pt x="5334704" y="3110748"/>
                  </a:lnTo>
                  <a:lnTo>
                    <a:pt x="5411336" y="3122411"/>
                  </a:lnTo>
                  <a:lnTo>
                    <a:pt x="5487969" y="3133709"/>
                  </a:lnTo>
                  <a:lnTo>
                    <a:pt x="5564602" y="3144654"/>
                  </a:lnTo>
                  <a:lnTo>
                    <a:pt x="5641234" y="3155257"/>
                  </a:lnTo>
                  <a:lnTo>
                    <a:pt x="5717867" y="3165528"/>
                  </a:lnTo>
                  <a:lnTo>
                    <a:pt x="5794499" y="3175478"/>
                  </a:lnTo>
                  <a:lnTo>
                    <a:pt x="5871132" y="3185116"/>
                  </a:lnTo>
                  <a:lnTo>
                    <a:pt x="5947764" y="3194454"/>
                  </a:lnTo>
                  <a:lnTo>
                    <a:pt x="6024397" y="3203499"/>
                  </a:lnTo>
                  <a:lnTo>
                    <a:pt x="6101029" y="3212262"/>
                  </a:lnTo>
                  <a:lnTo>
                    <a:pt x="6177662" y="3220751"/>
                  </a:lnTo>
                  <a:lnTo>
                    <a:pt x="6254294" y="3228974"/>
                  </a:lnTo>
                  <a:lnTo>
                    <a:pt x="6330927" y="3236940"/>
                  </a:lnTo>
                  <a:lnTo>
                    <a:pt x="6407560" y="3244657"/>
                  </a:lnTo>
                  <a:lnTo>
                    <a:pt x="6484192" y="3252133"/>
                  </a:lnTo>
                  <a:lnTo>
                    <a:pt x="6560825" y="3259375"/>
                  </a:lnTo>
                  <a:lnTo>
                    <a:pt x="6637457" y="3266390"/>
                  </a:lnTo>
                  <a:lnTo>
                    <a:pt x="6714090" y="3273187"/>
                  </a:lnTo>
                  <a:lnTo>
                    <a:pt x="6790722" y="3279770"/>
                  </a:lnTo>
                  <a:lnTo>
                    <a:pt x="6867355" y="3286148"/>
                  </a:lnTo>
                  <a:lnTo>
                    <a:pt x="6943987" y="3292327"/>
                  </a:lnTo>
                  <a:lnTo>
                    <a:pt x="7020620" y="3298312"/>
                  </a:lnTo>
                  <a:lnTo>
                    <a:pt x="7097253" y="3304110"/>
                  </a:lnTo>
                  <a:lnTo>
                    <a:pt x="7173885" y="3309727"/>
                  </a:lnTo>
                  <a:lnTo>
                    <a:pt x="7250518" y="3315168"/>
                  </a:lnTo>
                  <a:lnTo>
                    <a:pt x="7327150" y="3320439"/>
                  </a:lnTo>
                  <a:lnTo>
                    <a:pt x="7403783" y="3325545"/>
                  </a:lnTo>
                  <a:lnTo>
                    <a:pt x="7403783" y="3444135"/>
                  </a:lnTo>
                  <a:lnTo>
                    <a:pt x="7327150" y="3441756"/>
                  </a:lnTo>
                  <a:lnTo>
                    <a:pt x="7250518" y="3439234"/>
                  </a:lnTo>
                  <a:lnTo>
                    <a:pt x="7173885" y="3436562"/>
                  </a:lnTo>
                  <a:lnTo>
                    <a:pt x="7097253" y="3433728"/>
                  </a:lnTo>
                  <a:lnTo>
                    <a:pt x="7020620" y="3430725"/>
                  </a:lnTo>
                  <a:lnTo>
                    <a:pt x="6943987" y="3427541"/>
                  </a:lnTo>
                  <a:lnTo>
                    <a:pt x="6867355" y="3424165"/>
                  </a:lnTo>
                  <a:lnTo>
                    <a:pt x="6790722" y="3420588"/>
                  </a:lnTo>
                  <a:lnTo>
                    <a:pt x="6714090" y="3416795"/>
                  </a:lnTo>
                  <a:lnTo>
                    <a:pt x="6637457" y="3412775"/>
                  </a:lnTo>
                  <a:lnTo>
                    <a:pt x="6560825" y="3408513"/>
                  </a:lnTo>
                  <a:lnTo>
                    <a:pt x="6484192" y="3403995"/>
                  </a:lnTo>
                  <a:lnTo>
                    <a:pt x="6407560" y="3399206"/>
                  </a:lnTo>
                  <a:lnTo>
                    <a:pt x="6330927" y="3394129"/>
                  </a:lnTo>
                  <a:lnTo>
                    <a:pt x="6254294" y="3388748"/>
                  </a:lnTo>
                  <a:lnTo>
                    <a:pt x="6177662" y="3383043"/>
                  </a:lnTo>
                  <a:lnTo>
                    <a:pt x="6101029" y="3376996"/>
                  </a:lnTo>
                  <a:lnTo>
                    <a:pt x="6024397" y="3370586"/>
                  </a:lnTo>
                  <a:lnTo>
                    <a:pt x="5947764" y="3363791"/>
                  </a:lnTo>
                  <a:lnTo>
                    <a:pt x="5871132" y="3356587"/>
                  </a:lnTo>
                  <a:lnTo>
                    <a:pt x="5794499" y="3348952"/>
                  </a:lnTo>
                  <a:lnTo>
                    <a:pt x="5717867" y="3340857"/>
                  </a:lnTo>
                  <a:lnTo>
                    <a:pt x="5641234" y="3332277"/>
                  </a:lnTo>
                  <a:lnTo>
                    <a:pt x="5564602" y="3323181"/>
                  </a:lnTo>
                  <a:lnTo>
                    <a:pt x="5487969" y="3313539"/>
                  </a:lnTo>
                  <a:lnTo>
                    <a:pt x="5411336" y="3303318"/>
                  </a:lnTo>
                  <a:lnTo>
                    <a:pt x="5334704" y="3292484"/>
                  </a:lnTo>
                  <a:lnTo>
                    <a:pt x="5258071" y="3280999"/>
                  </a:lnTo>
                  <a:lnTo>
                    <a:pt x="5181439" y="3268824"/>
                  </a:lnTo>
                  <a:lnTo>
                    <a:pt x="5104806" y="3255918"/>
                  </a:lnTo>
                  <a:lnTo>
                    <a:pt x="5028174" y="3242237"/>
                  </a:lnTo>
                  <a:lnTo>
                    <a:pt x="4951541" y="3227734"/>
                  </a:lnTo>
                  <a:lnTo>
                    <a:pt x="4874909" y="3212361"/>
                  </a:lnTo>
                  <a:lnTo>
                    <a:pt x="4798276" y="3196064"/>
                  </a:lnTo>
                  <a:lnTo>
                    <a:pt x="4721644" y="3178789"/>
                  </a:lnTo>
                  <a:lnTo>
                    <a:pt x="4645011" y="3160477"/>
                  </a:lnTo>
                  <a:lnTo>
                    <a:pt x="4568378" y="3141065"/>
                  </a:lnTo>
                  <a:lnTo>
                    <a:pt x="4491746" y="3120487"/>
                  </a:lnTo>
                  <a:lnTo>
                    <a:pt x="4415113" y="3098673"/>
                  </a:lnTo>
                  <a:lnTo>
                    <a:pt x="4338481" y="3075550"/>
                  </a:lnTo>
                  <a:lnTo>
                    <a:pt x="4261848" y="3051038"/>
                  </a:lnTo>
                  <a:lnTo>
                    <a:pt x="4185216" y="3025054"/>
                  </a:lnTo>
                  <a:lnTo>
                    <a:pt x="4108583" y="2997510"/>
                  </a:lnTo>
                  <a:lnTo>
                    <a:pt x="4031951" y="2968311"/>
                  </a:lnTo>
                  <a:lnTo>
                    <a:pt x="3955318" y="2937360"/>
                  </a:lnTo>
                  <a:lnTo>
                    <a:pt x="3878685" y="2904550"/>
                  </a:lnTo>
                  <a:lnTo>
                    <a:pt x="3802053" y="2869769"/>
                  </a:lnTo>
                  <a:lnTo>
                    <a:pt x="3725420" y="2832900"/>
                  </a:lnTo>
                  <a:lnTo>
                    <a:pt x="3648788" y="2793817"/>
                  </a:lnTo>
                  <a:lnTo>
                    <a:pt x="3572155" y="2752387"/>
                  </a:lnTo>
                  <a:lnTo>
                    <a:pt x="3495523" y="2708470"/>
                  </a:lnTo>
                  <a:lnTo>
                    <a:pt x="3418890" y="2661915"/>
                  </a:lnTo>
                  <a:lnTo>
                    <a:pt x="3342258" y="2631811"/>
                  </a:lnTo>
                  <a:lnTo>
                    <a:pt x="3265625" y="2604313"/>
                  </a:lnTo>
                  <a:lnTo>
                    <a:pt x="3188993" y="2575928"/>
                  </a:lnTo>
                  <a:lnTo>
                    <a:pt x="3112360" y="2546626"/>
                  </a:lnTo>
                  <a:lnTo>
                    <a:pt x="3035727" y="2516379"/>
                  </a:lnTo>
                  <a:lnTo>
                    <a:pt x="2959095" y="2485156"/>
                  </a:lnTo>
                  <a:lnTo>
                    <a:pt x="2882462" y="2452924"/>
                  </a:lnTo>
                  <a:lnTo>
                    <a:pt x="2805830" y="2419653"/>
                  </a:lnTo>
                  <a:lnTo>
                    <a:pt x="2729197" y="2385307"/>
                  </a:lnTo>
                  <a:lnTo>
                    <a:pt x="2652565" y="2349853"/>
                  </a:lnTo>
                  <a:lnTo>
                    <a:pt x="2575932" y="2313255"/>
                  </a:lnTo>
                  <a:lnTo>
                    <a:pt x="2499300" y="2275475"/>
                  </a:lnTo>
                  <a:lnTo>
                    <a:pt x="2422667" y="2236476"/>
                  </a:lnTo>
                  <a:lnTo>
                    <a:pt x="2346034" y="2196218"/>
                  </a:lnTo>
                  <a:lnTo>
                    <a:pt x="2269402" y="2154661"/>
                  </a:lnTo>
                  <a:lnTo>
                    <a:pt x="2192769" y="2111762"/>
                  </a:lnTo>
                  <a:lnTo>
                    <a:pt x="2116137" y="2067479"/>
                  </a:lnTo>
                  <a:lnTo>
                    <a:pt x="2039504" y="2021766"/>
                  </a:lnTo>
                  <a:lnTo>
                    <a:pt x="1962872" y="1974578"/>
                  </a:lnTo>
                  <a:lnTo>
                    <a:pt x="1886239" y="1925867"/>
                  </a:lnTo>
                  <a:lnTo>
                    <a:pt x="1809607" y="1875584"/>
                  </a:lnTo>
                  <a:lnTo>
                    <a:pt x="1732974" y="1823677"/>
                  </a:lnTo>
                  <a:lnTo>
                    <a:pt x="1656342" y="1770096"/>
                  </a:lnTo>
                  <a:lnTo>
                    <a:pt x="1579709" y="1714785"/>
                  </a:lnTo>
                  <a:lnTo>
                    <a:pt x="1503076" y="1657688"/>
                  </a:lnTo>
                  <a:lnTo>
                    <a:pt x="1426444" y="1598749"/>
                  </a:lnTo>
                  <a:lnTo>
                    <a:pt x="1349811" y="1537907"/>
                  </a:lnTo>
                  <a:lnTo>
                    <a:pt x="1273179" y="1475102"/>
                  </a:lnTo>
                  <a:lnTo>
                    <a:pt x="1196546" y="1410269"/>
                  </a:lnTo>
                  <a:lnTo>
                    <a:pt x="1119914" y="1343344"/>
                  </a:lnTo>
                  <a:lnTo>
                    <a:pt x="1043281" y="1274259"/>
                  </a:lnTo>
                  <a:lnTo>
                    <a:pt x="966649" y="1202944"/>
                  </a:lnTo>
                  <a:lnTo>
                    <a:pt x="890016" y="1129327"/>
                  </a:lnTo>
                  <a:lnTo>
                    <a:pt x="813384" y="1053333"/>
                  </a:lnTo>
                  <a:lnTo>
                    <a:pt x="736751" y="974888"/>
                  </a:lnTo>
                  <a:lnTo>
                    <a:pt x="660118" y="893910"/>
                  </a:lnTo>
                  <a:lnTo>
                    <a:pt x="583486" y="810318"/>
                  </a:lnTo>
                  <a:lnTo>
                    <a:pt x="506853" y="724028"/>
                  </a:lnTo>
                  <a:lnTo>
                    <a:pt x="430221" y="634953"/>
                  </a:lnTo>
                  <a:lnTo>
                    <a:pt x="353588" y="543004"/>
                  </a:lnTo>
                  <a:lnTo>
                    <a:pt x="276956" y="448086"/>
                  </a:lnTo>
                  <a:lnTo>
                    <a:pt x="200323" y="350104"/>
                  </a:lnTo>
                  <a:lnTo>
                    <a:pt x="123691" y="248961"/>
                  </a:lnTo>
                  <a:lnTo>
                    <a:pt x="47058" y="144552"/>
                  </a:lnTo>
                  <a:lnTo>
                    <a:pt x="0" y="783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8816" y="2073503"/>
              <a:ext cx="5882484" cy="3325545"/>
            </a:xfrm>
            <a:custGeom>
              <a:avLst/>
              <a:pathLst>
                <a:path w="5882484" h="3325545">
                  <a:moveTo>
                    <a:pt x="0" y="0"/>
                  </a:moveTo>
                  <a:lnTo>
                    <a:pt x="58411" y="152475"/>
                  </a:lnTo>
                  <a:lnTo>
                    <a:pt x="135043" y="341185"/>
                  </a:lnTo>
                  <a:lnTo>
                    <a:pt x="211676" y="519204"/>
                  </a:lnTo>
                  <a:lnTo>
                    <a:pt x="288308" y="687138"/>
                  </a:lnTo>
                  <a:lnTo>
                    <a:pt x="364941" y="845560"/>
                  </a:lnTo>
                  <a:lnTo>
                    <a:pt x="441573" y="995008"/>
                  </a:lnTo>
                  <a:lnTo>
                    <a:pt x="518206" y="1135989"/>
                  </a:lnTo>
                  <a:lnTo>
                    <a:pt x="594838" y="1268984"/>
                  </a:lnTo>
                  <a:lnTo>
                    <a:pt x="671471" y="1394446"/>
                  </a:lnTo>
                  <a:lnTo>
                    <a:pt x="748104" y="1512800"/>
                  </a:lnTo>
                  <a:lnTo>
                    <a:pt x="824736" y="1624450"/>
                  </a:lnTo>
                  <a:lnTo>
                    <a:pt x="901369" y="1729775"/>
                  </a:lnTo>
                  <a:lnTo>
                    <a:pt x="978001" y="1829133"/>
                  </a:lnTo>
                  <a:lnTo>
                    <a:pt x="1054634" y="1922863"/>
                  </a:lnTo>
                  <a:lnTo>
                    <a:pt x="1131266" y="2011284"/>
                  </a:lnTo>
                  <a:lnTo>
                    <a:pt x="1207899" y="2094696"/>
                  </a:lnTo>
                  <a:lnTo>
                    <a:pt x="1284531" y="2173382"/>
                  </a:lnTo>
                  <a:lnTo>
                    <a:pt x="1361164" y="2247612"/>
                  </a:lnTo>
                  <a:lnTo>
                    <a:pt x="1437797" y="2317636"/>
                  </a:lnTo>
                  <a:lnTo>
                    <a:pt x="1514429" y="2383693"/>
                  </a:lnTo>
                  <a:lnTo>
                    <a:pt x="1591062" y="2446009"/>
                  </a:lnTo>
                  <a:lnTo>
                    <a:pt x="1667694" y="2504795"/>
                  </a:lnTo>
                  <a:lnTo>
                    <a:pt x="1744327" y="2560250"/>
                  </a:lnTo>
                  <a:lnTo>
                    <a:pt x="1820959" y="2612564"/>
                  </a:lnTo>
                  <a:lnTo>
                    <a:pt x="1897592" y="2658449"/>
                  </a:lnTo>
                  <a:lnTo>
                    <a:pt x="1974224" y="2684254"/>
                  </a:lnTo>
                  <a:lnTo>
                    <a:pt x="2050857" y="2709252"/>
                  </a:lnTo>
                  <a:lnTo>
                    <a:pt x="2127489" y="2733469"/>
                  </a:lnTo>
                  <a:lnTo>
                    <a:pt x="2204122" y="2756928"/>
                  </a:lnTo>
                  <a:lnTo>
                    <a:pt x="2280755" y="2779654"/>
                  </a:lnTo>
                  <a:lnTo>
                    <a:pt x="2357387" y="2801669"/>
                  </a:lnTo>
                  <a:lnTo>
                    <a:pt x="2434020" y="2822996"/>
                  </a:lnTo>
                  <a:lnTo>
                    <a:pt x="2510652" y="2843656"/>
                  </a:lnTo>
                  <a:lnTo>
                    <a:pt x="2587285" y="2863670"/>
                  </a:lnTo>
                  <a:lnTo>
                    <a:pt x="2663917" y="2883058"/>
                  </a:lnTo>
                  <a:lnTo>
                    <a:pt x="2740550" y="2901841"/>
                  </a:lnTo>
                  <a:lnTo>
                    <a:pt x="2817182" y="2920035"/>
                  </a:lnTo>
                  <a:lnTo>
                    <a:pt x="2893815" y="2937661"/>
                  </a:lnTo>
                  <a:lnTo>
                    <a:pt x="2970447" y="2954736"/>
                  </a:lnTo>
                  <a:lnTo>
                    <a:pt x="3047080" y="2971277"/>
                  </a:lnTo>
                  <a:lnTo>
                    <a:pt x="3123713" y="2987301"/>
                  </a:lnTo>
                  <a:lnTo>
                    <a:pt x="3200345" y="3002823"/>
                  </a:lnTo>
                  <a:lnTo>
                    <a:pt x="3276978" y="3017860"/>
                  </a:lnTo>
                  <a:lnTo>
                    <a:pt x="3353610" y="3032428"/>
                  </a:lnTo>
                  <a:lnTo>
                    <a:pt x="3430243" y="3046539"/>
                  </a:lnTo>
                  <a:lnTo>
                    <a:pt x="3506875" y="3060210"/>
                  </a:lnTo>
                  <a:lnTo>
                    <a:pt x="3583508" y="3073453"/>
                  </a:lnTo>
                  <a:lnTo>
                    <a:pt x="3660140" y="3086282"/>
                  </a:lnTo>
                  <a:lnTo>
                    <a:pt x="3736773" y="3098709"/>
                  </a:lnTo>
                  <a:lnTo>
                    <a:pt x="3813406" y="3110748"/>
                  </a:lnTo>
                  <a:lnTo>
                    <a:pt x="3890038" y="3122411"/>
                  </a:lnTo>
                  <a:lnTo>
                    <a:pt x="3966671" y="3133709"/>
                  </a:lnTo>
                  <a:lnTo>
                    <a:pt x="4043303" y="3144654"/>
                  </a:lnTo>
                  <a:lnTo>
                    <a:pt x="4119936" y="3155257"/>
                  </a:lnTo>
                  <a:lnTo>
                    <a:pt x="4196568" y="3165528"/>
                  </a:lnTo>
                  <a:lnTo>
                    <a:pt x="4273201" y="3175478"/>
                  </a:lnTo>
                  <a:lnTo>
                    <a:pt x="4349833" y="3185116"/>
                  </a:lnTo>
                  <a:lnTo>
                    <a:pt x="4426466" y="3194454"/>
                  </a:lnTo>
                  <a:lnTo>
                    <a:pt x="4503098" y="3203499"/>
                  </a:lnTo>
                  <a:lnTo>
                    <a:pt x="4579731" y="3212262"/>
                  </a:lnTo>
                  <a:lnTo>
                    <a:pt x="4656364" y="3220751"/>
                  </a:lnTo>
                  <a:lnTo>
                    <a:pt x="4732996" y="3228974"/>
                  </a:lnTo>
                  <a:lnTo>
                    <a:pt x="4809629" y="3236940"/>
                  </a:lnTo>
                  <a:lnTo>
                    <a:pt x="4886261" y="3244657"/>
                  </a:lnTo>
                  <a:lnTo>
                    <a:pt x="4962894" y="3252133"/>
                  </a:lnTo>
                  <a:lnTo>
                    <a:pt x="5039526" y="3259375"/>
                  </a:lnTo>
                  <a:lnTo>
                    <a:pt x="5116159" y="3266390"/>
                  </a:lnTo>
                  <a:lnTo>
                    <a:pt x="5192791" y="3273187"/>
                  </a:lnTo>
                  <a:lnTo>
                    <a:pt x="5269424" y="3279770"/>
                  </a:lnTo>
                  <a:lnTo>
                    <a:pt x="5346057" y="3286148"/>
                  </a:lnTo>
                  <a:lnTo>
                    <a:pt x="5422689" y="3292327"/>
                  </a:lnTo>
                  <a:lnTo>
                    <a:pt x="5499322" y="3298312"/>
                  </a:lnTo>
                  <a:lnTo>
                    <a:pt x="5575954" y="3304110"/>
                  </a:lnTo>
                  <a:lnTo>
                    <a:pt x="5652587" y="3309727"/>
                  </a:lnTo>
                  <a:lnTo>
                    <a:pt x="5729219" y="3315168"/>
                  </a:lnTo>
                  <a:lnTo>
                    <a:pt x="5805852" y="3320439"/>
                  </a:lnTo>
                  <a:lnTo>
                    <a:pt x="5882484" y="33255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151870"/>
              <a:ext cx="7403783" cy="3365767"/>
            </a:xfrm>
            <a:custGeom>
              <a:avLst/>
              <a:pathLst>
                <a:path w="7403783" h="3365767">
                  <a:moveTo>
                    <a:pt x="7403783" y="3365767"/>
                  </a:moveTo>
                  <a:lnTo>
                    <a:pt x="7327150" y="3363388"/>
                  </a:lnTo>
                  <a:lnTo>
                    <a:pt x="7250518" y="3360867"/>
                  </a:lnTo>
                  <a:lnTo>
                    <a:pt x="7173885" y="3358194"/>
                  </a:lnTo>
                  <a:lnTo>
                    <a:pt x="7097253" y="3355360"/>
                  </a:lnTo>
                  <a:lnTo>
                    <a:pt x="7020620" y="3352357"/>
                  </a:lnTo>
                  <a:lnTo>
                    <a:pt x="6943987" y="3349173"/>
                  </a:lnTo>
                  <a:lnTo>
                    <a:pt x="6867355" y="3345798"/>
                  </a:lnTo>
                  <a:lnTo>
                    <a:pt x="6790722" y="3342220"/>
                  </a:lnTo>
                  <a:lnTo>
                    <a:pt x="6714090" y="3338427"/>
                  </a:lnTo>
                  <a:lnTo>
                    <a:pt x="6637457" y="3334407"/>
                  </a:lnTo>
                  <a:lnTo>
                    <a:pt x="6560825" y="3330145"/>
                  </a:lnTo>
                  <a:lnTo>
                    <a:pt x="6484192" y="3325627"/>
                  </a:lnTo>
                  <a:lnTo>
                    <a:pt x="6407560" y="3320838"/>
                  </a:lnTo>
                  <a:lnTo>
                    <a:pt x="6330927" y="3315761"/>
                  </a:lnTo>
                  <a:lnTo>
                    <a:pt x="6254294" y="3310380"/>
                  </a:lnTo>
                  <a:lnTo>
                    <a:pt x="6177662" y="3304675"/>
                  </a:lnTo>
                  <a:lnTo>
                    <a:pt x="6101029" y="3298628"/>
                  </a:lnTo>
                  <a:lnTo>
                    <a:pt x="6024397" y="3292218"/>
                  </a:lnTo>
                  <a:lnTo>
                    <a:pt x="5947764" y="3285423"/>
                  </a:lnTo>
                  <a:lnTo>
                    <a:pt x="5871132" y="3278219"/>
                  </a:lnTo>
                  <a:lnTo>
                    <a:pt x="5794499" y="3270584"/>
                  </a:lnTo>
                  <a:lnTo>
                    <a:pt x="5717867" y="3262489"/>
                  </a:lnTo>
                  <a:lnTo>
                    <a:pt x="5641234" y="3253909"/>
                  </a:lnTo>
                  <a:lnTo>
                    <a:pt x="5564602" y="3244813"/>
                  </a:lnTo>
                  <a:lnTo>
                    <a:pt x="5487969" y="3235171"/>
                  </a:lnTo>
                  <a:lnTo>
                    <a:pt x="5411336" y="3224951"/>
                  </a:lnTo>
                  <a:lnTo>
                    <a:pt x="5334704" y="3214116"/>
                  </a:lnTo>
                  <a:lnTo>
                    <a:pt x="5258071" y="3202631"/>
                  </a:lnTo>
                  <a:lnTo>
                    <a:pt x="5181439" y="3190456"/>
                  </a:lnTo>
                  <a:lnTo>
                    <a:pt x="5104806" y="3177550"/>
                  </a:lnTo>
                  <a:lnTo>
                    <a:pt x="5028174" y="3163869"/>
                  </a:lnTo>
                  <a:lnTo>
                    <a:pt x="4951541" y="3149366"/>
                  </a:lnTo>
                  <a:lnTo>
                    <a:pt x="4874909" y="3133993"/>
                  </a:lnTo>
                  <a:lnTo>
                    <a:pt x="4798276" y="3117696"/>
                  </a:lnTo>
                  <a:lnTo>
                    <a:pt x="4721644" y="3100421"/>
                  </a:lnTo>
                  <a:lnTo>
                    <a:pt x="4645011" y="3082109"/>
                  </a:lnTo>
                  <a:lnTo>
                    <a:pt x="4568378" y="3062697"/>
                  </a:lnTo>
                  <a:lnTo>
                    <a:pt x="4491746" y="3042119"/>
                  </a:lnTo>
                  <a:lnTo>
                    <a:pt x="4415113" y="3020305"/>
                  </a:lnTo>
                  <a:lnTo>
                    <a:pt x="4338481" y="2997182"/>
                  </a:lnTo>
                  <a:lnTo>
                    <a:pt x="4261848" y="2972670"/>
                  </a:lnTo>
                  <a:lnTo>
                    <a:pt x="4185216" y="2946686"/>
                  </a:lnTo>
                  <a:lnTo>
                    <a:pt x="4108583" y="2919142"/>
                  </a:lnTo>
                  <a:lnTo>
                    <a:pt x="4031951" y="2889943"/>
                  </a:lnTo>
                  <a:lnTo>
                    <a:pt x="3955318" y="2858992"/>
                  </a:lnTo>
                  <a:lnTo>
                    <a:pt x="3878685" y="2826182"/>
                  </a:lnTo>
                  <a:lnTo>
                    <a:pt x="3802053" y="2791401"/>
                  </a:lnTo>
                  <a:lnTo>
                    <a:pt x="3725420" y="2754532"/>
                  </a:lnTo>
                  <a:lnTo>
                    <a:pt x="3648788" y="2715449"/>
                  </a:lnTo>
                  <a:lnTo>
                    <a:pt x="3572155" y="2674019"/>
                  </a:lnTo>
                  <a:lnTo>
                    <a:pt x="3495523" y="2630102"/>
                  </a:lnTo>
                  <a:lnTo>
                    <a:pt x="3418890" y="2583547"/>
                  </a:lnTo>
                  <a:lnTo>
                    <a:pt x="3342258" y="2553443"/>
                  </a:lnTo>
                  <a:lnTo>
                    <a:pt x="3265625" y="2525945"/>
                  </a:lnTo>
                  <a:lnTo>
                    <a:pt x="3188993" y="2497560"/>
                  </a:lnTo>
                  <a:lnTo>
                    <a:pt x="3112360" y="2468259"/>
                  </a:lnTo>
                  <a:lnTo>
                    <a:pt x="3035727" y="2438011"/>
                  </a:lnTo>
                  <a:lnTo>
                    <a:pt x="2959095" y="2406788"/>
                  </a:lnTo>
                  <a:lnTo>
                    <a:pt x="2882462" y="2374556"/>
                  </a:lnTo>
                  <a:lnTo>
                    <a:pt x="2805830" y="2341285"/>
                  </a:lnTo>
                  <a:lnTo>
                    <a:pt x="2729197" y="2306939"/>
                  </a:lnTo>
                  <a:lnTo>
                    <a:pt x="2652565" y="2271485"/>
                  </a:lnTo>
                  <a:lnTo>
                    <a:pt x="2575932" y="2234887"/>
                  </a:lnTo>
                  <a:lnTo>
                    <a:pt x="2499300" y="2197107"/>
                  </a:lnTo>
                  <a:lnTo>
                    <a:pt x="2422667" y="2158108"/>
                  </a:lnTo>
                  <a:lnTo>
                    <a:pt x="2346034" y="2117850"/>
                  </a:lnTo>
                  <a:lnTo>
                    <a:pt x="2269402" y="2076293"/>
                  </a:lnTo>
                  <a:lnTo>
                    <a:pt x="2192769" y="2033394"/>
                  </a:lnTo>
                  <a:lnTo>
                    <a:pt x="2116137" y="1989111"/>
                  </a:lnTo>
                  <a:lnTo>
                    <a:pt x="2039504" y="1943398"/>
                  </a:lnTo>
                  <a:lnTo>
                    <a:pt x="1962872" y="1896210"/>
                  </a:lnTo>
                  <a:lnTo>
                    <a:pt x="1886239" y="1847499"/>
                  </a:lnTo>
                  <a:lnTo>
                    <a:pt x="1809607" y="1797216"/>
                  </a:lnTo>
                  <a:lnTo>
                    <a:pt x="1732974" y="1745310"/>
                  </a:lnTo>
                  <a:lnTo>
                    <a:pt x="1656342" y="1691728"/>
                  </a:lnTo>
                  <a:lnTo>
                    <a:pt x="1579709" y="1636417"/>
                  </a:lnTo>
                  <a:lnTo>
                    <a:pt x="1503076" y="1579320"/>
                  </a:lnTo>
                  <a:lnTo>
                    <a:pt x="1426444" y="1520381"/>
                  </a:lnTo>
                  <a:lnTo>
                    <a:pt x="1349811" y="1459539"/>
                  </a:lnTo>
                  <a:lnTo>
                    <a:pt x="1273179" y="1396734"/>
                  </a:lnTo>
                  <a:lnTo>
                    <a:pt x="1196546" y="1331901"/>
                  </a:lnTo>
                  <a:lnTo>
                    <a:pt x="1119914" y="1264976"/>
                  </a:lnTo>
                  <a:lnTo>
                    <a:pt x="1043281" y="1195891"/>
                  </a:lnTo>
                  <a:lnTo>
                    <a:pt x="966649" y="1124576"/>
                  </a:lnTo>
                  <a:lnTo>
                    <a:pt x="890016" y="1050959"/>
                  </a:lnTo>
                  <a:lnTo>
                    <a:pt x="813384" y="974966"/>
                  </a:lnTo>
                  <a:lnTo>
                    <a:pt x="736751" y="896520"/>
                  </a:lnTo>
                  <a:lnTo>
                    <a:pt x="660118" y="815542"/>
                  </a:lnTo>
                  <a:lnTo>
                    <a:pt x="583486" y="731950"/>
                  </a:lnTo>
                  <a:lnTo>
                    <a:pt x="506853" y="645660"/>
                  </a:lnTo>
                  <a:lnTo>
                    <a:pt x="430221" y="556586"/>
                  </a:lnTo>
                  <a:lnTo>
                    <a:pt x="353588" y="464636"/>
                  </a:lnTo>
                  <a:lnTo>
                    <a:pt x="276956" y="369718"/>
                  </a:lnTo>
                  <a:lnTo>
                    <a:pt x="200323" y="271737"/>
                  </a:lnTo>
                  <a:lnTo>
                    <a:pt x="123691" y="170593"/>
                  </a:lnTo>
                  <a:lnTo>
                    <a:pt x="47058" y="661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82660" y="2073503"/>
              <a:ext cx="6438640" cy="3404584"/>
            </a:xfrm>
            <a:custGeom>
              <a:avLst/>
              <a:pathLst>
                <a:path w="6438640" h="3404584">
                  <a:moveTo>
                    <a:pt x="0" y="0"/>
                  </a:moveTo>
                  <a:lnTo>
                    <a:pt x="1506" y="3153"/>
                  </a:lnTo>
                  <a:lnTo>
                    <a:pt x="78139" y="156445"/>
                  </a:lnTo>
                  <a:lnTo>
                    <a:pt x="154771" y="302985"/>
                  </a:lnTo>
                  <a:lnTo>
                    <a:pt x="231404" y="443072"/>
                  </a:lnTo>
                  <a:lnTo>
                    <a:pt x="308037" y="576989"/>
                  </a:lnTo>
                  <a:lnTo>
                    <a:pt x="384669" y="705008"/>
                  </a:lnTo>
                  <a:lnTo>
                    <a:pt x="461302" y="827389"/>
                  </a:lnTo>
                  <a:lnTo>
                    <a:pt x="537934" y="944380"/>
                  </a:lnTo>
                  <a:lnTo>
                    <a:pt x="614567" y="1056219"/>
                  </a:lnTo>
                  <a:lnTo>
                    <a:pt x="691199" y="1163132"/>
                  </a:lnTo>
                  <a:lnTo>
                    <a:pt x="767832" y="1265336"/>
                  </a:lnTo>
                  <a:lnTo>
                    <a:pt x="844464" y="1363039"/>
                  </a:lnTo>
                  <a:lnTo>
                    <a:pt x="921097" y="1456439"/>
                  </a:lnTo>
                  <a:lnTo>
                    <a:pt x="997729" y="1545725"/>
                  </a:lnTo>
                  <a:lnTo>
                    <a:pt x="1074362" y="1631080"/>
                  </a:lnTo>
                  <a:lnTo>
                    <a:pt x="1150995" y="1712675"/>
                  </a:lnTo>
                  <a:lnTo>
                    <a:pt x="1227627" y="1790676"/>
                  </a:lnTo>
                  <a:lnTo>
                    <a:pt x="1304260" y="1865242"/>
                  </a:lnTo>
                  <a:lnTo>
                    <a:pt x="1380892" y="1936524"/>
                  </a:lnTo>
                  <a:lnTo>
                    <a:pt x="1457525" y="2004667"/>
                  </a:lnTo>
                  <a:lnTo>
                    <a:pt x="1534157" y="2069808"/>
                  </a:lnTo>
                  <a:lnTo>
                    <a:pt x="1610790" y="2132081"/>
                  </a:lnTo>
                  <a:lnTo>
                    <a:pt x="1687422" y="2191611"/>
                  </a:lnTo>
                  <a:lnTo>
                    <a:pt x="1764055" y="2248519"/>
                  </a:lnTo>
                  <a:lnTo>
                    <a:pt x="1840688" y="2302920"/>
                  </a:lnTo>
                  <a:lnTo>
                    <a:pt x="1917320" y="2354926"/>
                  </a:lnTo>
                  <a:lnTo>
                    <a:pt x="1993953" y="2404642"/>
                  </a:lnTo>
                  <a:lnTo>
                    <a:pt x="2070585" y="2452167"/>
                  </a:lnTo>
                  <a:lnTo>
                    <a:pt x="2147218" y="2497600"/>
                  </a:lnTo>
                  <a:lnTo>
                    <a:pt x="2223850" y="2541032"/>
                  </a:lnTo>
                  <a:lnTo>
                    <a:pt x="2300483" y="2582551"/>
                  </a:lnTo>
                  <a:lnTo>
                    <a:pt x="2377115" y="2622241"/>
                  </a:lnTo>
                  <a:lnTo>
                    <a:pt x="2453748" y="2660184"/>
                  </a:lnTo>
                  <a:lnTo>
                    <a:pt x="2530380" y="2696455"/>
                  </a:lnTo>
                  <a:lnTo>
                    <a:pt x="2607013" y="2731129"/>
                  </a:lnTo>
                  <a:lnTo>
                    <a:pt x="2683646" y="2764275"/>
                  </a:lnTo>
                  <a:lnTo>
                    <a:pt x="2760278" y="2795962"/>
                  </a:lnTo>
                  <a:lnTo>
                    <a:pt x="2836911" y="2826254"/>
                  </a:lnTo>
                  <a:lnTo>
                    <a:pt x="2913543" y="2855211"/>
                  </a:lnTo>
                  <a:lnTo>
                    <a:pt x="2990176" y="2882893"/>
                  </a:lnTo>
                  <a:lnTo>
                    <a:pt x="3066808" y="2909355"/>
                  </a:lnTo>
                  <a:lnTo>
                    <a:pt x="3143441" y="2934653"/>
                  </a:lnTo>
                  <a:lnTo>
                    <a:pt x="3220073" y="2958836"/>
                  </a:lnTo>
                  <a:lnTo>
                    <a:pt x="3296706" y="2981954"/>
                  </a:lnTo>
                  <a:lnTo>
                    <a:pt x="3373338" y="3004054"/>
                  </a:lnTo>
                  <a:lnTo>
                    <a:pt x="3449971" y="3025180"/>
                  </a:lnTo>
                  <a:lnTo>
                    <a:pt x="3526604" y="3045376"/>
                  </a:lnTo>
                  <a:lnTo>
                    <a:pt x="3603236" y="3064683"/>
                  </a:lnTo>
                  <a:lnTo>
                    <a:pt x="3679869" y="3083139"/>
                  </a:lnTo>
                  <a:lnTo>
                    <a:pt x="3756501" y="3100783"/>
                  </a:lnTo>
                  <a:lnTo>
                    <a:pt x="3833134" y="3117649"/>
                  </a:lnTo>
                  <a:lnTo>
                    <a:pt x="3909766" y="3133773"/>
                  </a:lnTo>
                  <a:lnTo>
                    <a:pt x="3986399" y="3149187"/>
                  </a:lnTo>
                  <a:lnTo>
                    <a:pt x="4063031" y="3163921"/>
                  </a:lnTo>
                  <a:lnTo>
                    <a:pt x="4139664" y="3178007"/>
                  </a:lnTo>
                  <a:lnTo>
                    <a:pt x="4216297" y="3191472"/>
                  </a:lnTo>
                  <a:lnTo>
                    <a:pt x="4292929" y="3204345"/>
                  </a:lnTo>
                  <a:lnTo>
                    <a:pt x="4369562" y="3216650"/>
                  </a:lnTo>
                  <a:lnTo>
                    <a:pt x="4446194" y="3228413"/>
                  </a:lnTo>
                  <a:lnTo>
                    <a:pt x="4522827" y="3239659"/>
                  </a:lnTo>
                  <a:lnTo>
                    <a:pt x="4599459" y="3250409"/>
                  </a:lnTo>
                  <a:lnTo>
                    <a:pt x="4676092" y="3260685"/>
                  </a:lnTo>
                  <a:lnTo>
                    <a:pt x="4752724" y="3270509"/>
                  </a:lnTo>
                  <a:lnTo>
                    <a:pt x="4829357" y="3279901"/>
                  </a:lnTo>
                  <a:lnTo>
                    <a:pt x="4905989" y="3288879"/>
                  </a:lnTo>
                  <a:lnTo>
                    <a:pt x="4982622" y="3297461"/>
                  </a:lnTo>
                  <a:lnTo>
                    <a:pt x="5059255" y="3305665"/>
                  </a:lnTo>
                  <a:lnTo>
                    <a:pt x="5135887" y="3313508"/>
                  </a:lnTo>
                  <a:lnTo>
                    <a:pt x="5212520" y="3321006"/>
                  </a:lnTo>
                  <a:lnTo>
                    <a:pt x="5289152" y="3328173"/>
                  </a:lnTo>
                  <a:lnTo>
                    <a:pt x="5365785" y="3335025"/>
                  </a:lnTo>
                  <a:lnTo>
                    <a:pt x="5442417" y="3341575"/>
                  </a:lnTo>
                  <a:lnTo>
                    <a:pt x="5519050" y="3347837"/>
                  </a:lnTo>
                  <a:lnTo>
                    <a:pt x="5595682" y="3353822"/>
                  </a:lnTo>
                  <a:lnTo>
                    <a:pt x="5672315" y="3359544"/>
                  </a:lnTo>
                  <a:lnTo>
                    <a:pt x="5748948" y="3365014"/>
                  </a:lnTo>
                  <a:lnTo>
                    <a:pt x="5825580" y="3370244"/>
                  </a:lnTo>
                  <a:lnTo>
                    <a:pt x="5902213" y="3375243"/>
                  </a:lnTo>
                  <a:lnTo>
                    <a:pt x="5978845" y="3380021"/>
                  </a:lnTo>
                  <a:lnTo>
                    <a:pt x="6055478" y="3384589"/>
                  </a:lnTo>
                  <a:lnTo>
                    <a:pt x="6132110" y="3388957"/>
                  </a:lnTo>
                  <a:lnTo>
                    <a:pt x="6208743" y="3393131"/>
                  </a:lnTo>
                  <a:lnTo>
                    <a:pt x="6285375" y="3397122"/>
                  </a:lnTo>
                  <a:lnTo>
                    <a:pt x="6362008" y="3400937"/>
                  </a:lnTo>
                  <a:lnTo>
                    <a:pt x="6438640" y="34045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1.68 (1.44-1.96), p_Bonf = &lt;0.001 (n = 6)  |  per IQR decline (Δ = 0.30): 4.75 (3.00-7.52)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2026-07-04T10:33:43Z</dcterms:modified>
  <cp:category/>
</cp:coreProperties>
</file>