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11111"/>
            </a:xfrm>
            <a:custGeom>
              <a:avLst/>
              <a:pathLst>
                <a:path w="7403783" h="3611111">
                  <a:moveTo>
                    <a:pt x="1521298" y="0"/>
                  </a:moveTo>
                  <a:lnTo>
                    <a:pt x="1579709" y="159868"/>
                  </a:lnTo>
                  <a:lnTo>
                    <a:pt x="1656342" y="357726"/>
                  </a:lnTo>
                  <a:lnTo>
                    <a:pt x="1732974" y="544375"/>
                  </a:lnTo>
                  <a:lnTo>
                    <a:pt x="1809607" y="720452"/>
                  </a:lnTo>
                  <a:lnTo>
                    <a:pt x="1886239" y="886554"/>
                  </a:lnTo>
                  <a:lnTo>
                    <a:pt x="1962872" y="1043247"/>
                  </a:lnTo>
                  <a:lnTo>
                    <a:pt x="2039504" y="1191063"/>
                  </a:lnTo>
                  <a:lnTo>
                    <a:pt x="2116137" y="1330506"/>
                  </a:lnTo>
                  <a:lnTo>
                    <a:pt x="2192769" y="1462050"/>
                  </a:lnTo>
                  <a:lnTo>
                    <a:pt x="2269402" y="1586143"/>
                  </a:lnTo>
                  <a:lnTo>
                    <a:pt x="2346034" y="1703205"/>
                  </a:lnTo>
                  <a:lnTo>
                    <a:pt x="2422667" y="1813637"/>
                  </a:lnTo>
                  <a:lnTo>
                    <a:pt x="2499300" y="1917812"/>
                  </a:lnTo>
                  <a:lnTo>
                    <a:pt x="2575932" y="2016087"/>
                  </a:lnTo>
                  <a:lnTo>
                    <a:pt x="2652565" y="2108794"/>
                  </a:lnTo>
                  <a:lnTo>
                    <a:pt x="2729197" y="2196250"/>
                  </a:lnTo>
                  <a:lnTo>
                    <a:pt x="2805830" y="2278751"/>
                  </a:lnTo>
                  <a:lnTo>
                    <a:pt x="2882462" y="2356579"/>
                  </a:lnTo>
                  <a:lnTo>
                    <a:pt x="2959095" y="2429998"/>
                  </a:lnTo>
                  <a:lnTo>
                    <a:pt x="3035727" y="2499258"/>
                  </a:lnTo>
                  <a:lnTo>
                    <a:pt x="3112360" y="2564595"/>
                  </a:lnTo>
                  <a:lnTo>
                    <a:pt x="3188993" y="2626230"/>
                  </a:lnTo>
                  <a:lnTo>
                    <a:pt x="3265625" y="2684374"/>
                  </a:lnTo>
                  <a:lnTo>
                    <a:pt x="3342258" y="2739225"/>
                  </a:lnTo>
                  <a:lnTo>
                    <a:pt x="3418890" y="2787334"/>
                  </a:lnTo>
                  <a:lnTo>
                    <a:pt x="3495523" y="2814390"/>
                  </a:lnTo>
                  <a:lnTo>
                    <a:pt x="3572155" y="2840600"/>
                  </a:lnTo>
                  <a:lnTo>
                    <a:pt x="3648788" y="2865991"/>
                  </a:lnTo>
                  <a:lnTo>
                    <a:pt x="3725420" y="2890588"/>
                  </a:lnTo>
                  <a:lnTo>
                    <a:pt x="3802053" y="2914415"/>
                  </a:lnTo>
                  <a:lnTo>
                    <a:pt x="3878685" y="2937498"/>
                  </a:lnTo>
                  <a:lnTo>
                    <a:pt x="3955318" y="2959859"/>
                  </a:lnTo>
                  <a:lnTo>
                    <a:pt x="4031951" y="2981521"/>
                  </a:lnTo>
                  <a:lnTo>
                    <a:pt x="4108583" y="3002505"/>
                  </a:lnTo>
                  <a:lnTo>
                    <a:pt x="4185216" y="3022833"/>
                  </a:lnTo>
                  <a:lnTo>
                    <a:pt x="4261848" y="3042526"/>
                  </a:lnTo>
                  <a:lnTo>
                    <a:pt x="4338481" y="3061603"/>
                  </a:lnTo>
                  <a:lnTo>
                    <a:pt x="4415113" y="3080083"/>
                  </a:lnTo>
                  <a:lnTo>
                    <a:pt x="4491746" y="3097986"/>
                  </a:lnTo>
                  <a:lnTo>
                    <a:pt x="4568378" y="3115328"/>
                  </a:lnTo>
                  <a:lnTo>
                    <a:pt x="4645011" y="3132129"/>
                  </a:lnTo>
                  <a:lnTo>
                    <a:pt x="4721644" y="3148404"/>
                  </a:lnTo>
                  <a:lnTo>
                    <a:pt x="4798276" y="3164171"/>
                  </a:lnTo>
                  <a:lnTo>
                    <a:pt x="4874909" y="3179444"/>
                  </a:lnTo>
                  <a:lnTo>
                    <a:pt x="4951541" y="3194240"/>
                  </a:lnTo>
                  <a:lnTo>
                    <a:pt x="5028174" y="3208573"/>
                  </a:lnTo>
                  <a:lnTo>
                    <a:pt x="5104806" y="3222458"/>
                  </a:lnTo>
                  <a:lnTo>
                    <a:pt x="5181439" y="3235909"/>
                  </a:lnTo>
                  <a:lnTo>
                    <a:pt x="5258071" y="3248939"/>
                  </a:lnTo>
                  <a:lnTo>
                    <a:pt x="5334704" y="3261562"/>
                  </a:lnTo>
                  <a:lnTo>
                    <a:pt x="5411336" y="3273790"/>
                  </a:lnTo>
                  <a:lnTo>
                    <a:pt x="5487969" y="3285636"/>
                  </a:lnTo>
                  <a:lnTo>
                    <a:pt x="5564602" y="3297111"/>
                  </a:lnTo>
                  <a:lnTo>
                    <a:pt x="5641234" y="3308228"/>
                  </a:lnTo>
                  <a:lnTo>
                    <a:pt x="5717867" y="3318997"/>
                  </a:lnTo>
                  <a:lnTo>
                    <a:pt x="5794499" y="3329429"/>
                  </a:lnTo>
                  <a:lnTo>
                    <a:pt x="5871132" y="3339535"/>
                  </a:lnTo>
                  <a:lnTo>
                    <a:pt x="5947764" y="3349326"/>
                  </a:lnTo>
                  <a:lnTo>
                    <a:pt x="6024397" y="3358810"/>
                  </a:lnTo>
                  <a:lnTo>
                    <a:pt x="6101029" y="3367997"/>
                  </a:lnTo>
                  <a:lnTo>
                    <a:pt x="6177662" y="3376897"/>
                  </a:lnTo>
                  <a:lnTo>
                    <a:pt x="6254294" y="3385519"/>
                  </a:lnTo>
                  <a:lnTo>
                    <a:pt x="6330927" y="3393871"/>
                  </a:lnTo>
                  <a:lnTo>
                    <a:pt x="6407560" y="3401963"/>
                  </a:lnTo>
                  <a:lnTo>
                    <a:pt x="6484192" y="3409801"/>
                  </a:lnTo>
                  <a:lnTo>
                    <a:pt x="6560825" y="3417394"/>
                  </a:lnTo>
                  <a:lnTo>
                    <a:pt x="6637457" y="3424750"/>
                  </a:lnTo>
                  <a:lnTo>
                    <a:pt x="6714090" y="3431875"/>
                  </a:lnTo>
                  <a:lnTo>
                    <a:pt x="6790722" y="3438778"/>
                  </a:lnTo>
                  <a:lnTo>
                    <a:pt x="6867355" y="3445465"/>
                  </a:lnTo>
                  <a:lnTo>
                    <a:pt x="6943987" y="3451943"/>
                  </a:lnTo>
                  <a:lnTo>
                    <a:pt x="7020620" y="3458219"/>
                  </a:lnTo>
                  <a:lnTo>
                    <a:pt x="7097253" y="3464298"/>
                  </a:lnTo>
                  <a:lnTo>
                    <a:pt x="7173885" y="3470187"/>
                  </a:lnTo>
                  <a:lnTo>
                    <a:pt x="7250518" y="3475892"/>
                  </a:lnTo>
                  <a:lnTo>
                    <a:pt x="7327150" y="3481418"/>
                  </a:lnTo>
                  <a:lnTo>
                    <a:pt x="7403783" y="3486772"/>
                  </a:lnTo>
                  <a:lnTo>
                    <a:pt x="7403783" y="3611111"/>
                  </a:lnTo>
                  <a:lnTo>
                    <a:pt x="7327150" y="3608617"/>
                  </a:lnTo>
                  <a:lnTo>
                    <a:pt x="7250518" y="3605973"/>
                  </a:lnTo>
                  <a:lnTo>
                    <a:pt x="7173885" y="3603171"/>
                  </a:lnTo>
                  <a:lnTo>
                    <a:pt x="7097253" y="3600200"/>
                  </a:lnTo>
                  <a:lnTo>
                    <a:pt x="7020620" y="3597051"/>
                  </a:lnTo>
                  <a:lnTo>
                    <a:pt x="6943987" y="3593713"/>
                  </a:lnTo>
                  <a:lnTo>
                    <a:pt x="6867355" y="3590174"/>
                  </a:lnTo>
                  <a:lnTo>
                    <a:pt x="6790722" y="3586423"/>
                  </a:lnTo>
                  <a:lnTo>
                    <a:pt x="6714090" y="3582446"/>
                  </a:lnTo>
                  <a:lnTo>
                    <a:pt x="6637457" y="3578231"/>
                  </a:lnTo>
                  <a:lnTo>
                    <a:pt x="6560825" y="3573762"/>
                  </a:lnTo>
                  <a:lnTo>
                    <a:pt x="6484192" y="3569026"/>
                  </a:lnTo>
                  <a:lnTo>
                    <a:pt x="6407560" y="3564004"/>
                  </a:lnTo>
                  <a:lnTo>
                    <a:pt x="6330927" y="3558682"/>
                  </a:lnTo>
                  <a:lnTo>
                    <a:pt x="6254294" y="3553039"/>
                  </a:lnTo>
                  <a:lnTo>
                    <a:pt x="6177662" y="3547058"/>
                  </a:lnTo>
                  <a:lnTo>
                    <a:pt x="6101029" y="3540718"/>
                  </a:lnTo>
                  <a:lnTo>
                    <a:pt x="6024397" y="3533997"/>
                  </a:lnTo>
                  <a:lnTo>
                    <a:pt x="5947764" y="3526872"/>
                  </a:lnTo>
                  <a:lnTo>
                    <a:pt x="5871132" y="3519319"/>
                  </a:lnTo>
                  <a:lnTo>
                    <a:pt x="5794499" y="3511313"/>
                  </a:lnTo>
                  <a:lnTo>
                    <a:pt x="5717867" y="3502827"/>
                  </a:lnTo>
                  <a:lnTo>
                    <a:pt x="5641234" y="3493830"/>
                  </a:lnTo>
                  <a:lnTo>
                    <a:pt x="5564602" y="3484294"/>
                  </a:lnTo>
                  <a:lnTo>
                    <a:pt x="5487969" y="3474184"/>
                  </a:lnTo>
                  <a:lnTo>
                    <a:pt x="5411336" y="3463468"/>
                  </a:lnTo>
                  <a:lnTo>
                    <a:pt x="5334704" y="3452108"/>
                  </a:lnTo>
                  <a:lnTo>
                    <a:pt x="5258071" y="3440066"/>
                  </a:lnTo>
                  <a:lnTo>
                    <a:pt x="5181439" y="3427301"/>
                  </a:lnTo>
                  <a:lnTo>
                    <a:pt x="5104806" y="3413769"/>
                  </a:lnTo>
                  <a:lnTo>
                    <a:pt x="5028174" y="3399425"/>
                  </a:lnTo>
                  <a:lnTo>
                    <a:pt x="4951541" y="3384219"/>
                  </a:lnTo>
                  <a:lnTo>
                    <a:pt x="4874909" y="3368101"/>
                  </a:lnTo>
                  <a:lnTo>
                    <a:pt x="4798276" y="3351014"/>
                  </a:lnTo>
                  <a:lnTo>
                    <a:pt x="4721644" y="3332901"/>
                  </a:lnTo>
                  <a:lnTo>
                    <a:pt x="4645011" y="3313701"/>
                  </a:lnTo>
                  <a:lnTo>
                    <a:pt x="4568378" y="3293348"/>
                  </a:lnTo>
                  <a:lnTo>
                    <a:pt x="4491746" y="3271772"/>
                  </a:lnTo>
                  <a:lnTo>
                    <a:pt x="4415113" y="3248901"/>
                  </a:lnTo>
                  <a:lnTo>
                    <a:pt x="4338481" y="3224657"/>
                  </a:lnTo>
                  <a:lnTo>
                    <a:pt x="4261848" y="3198956"/>
                  </a:lnTo>
                  <a:lnTo>
                    <a:pt x="4185216" y="3171713"/>
                  </a:lnTo>
                  <a:lnTo>
                    <a:pt x="4108583" y="3142833"/>
                  </a:lnTo>
                  <a:lnTo>
                    <a:pt x="4031951" y="3112219"/>
                  </a:lnTo>
                  <a:lnTo>
                    <a:pt x="3955318" y="3079767"/>
                  </a:lnTo>
                  <a:lnTo>
                    <a:pt x="3878685" y="3045366"/>
                  </a:lnTo>
                  <a:lnTo>
                    <a:pt x="3802053" y="3008899"/>
                  </a:lnTo>
                  <a:lnTo>
                    <a:pt x="3725420" y="2970243"/>
                  </a:lnTo>
                  <a:lnTo>
                    <a:pt x="3648788" y="2929265"/>
                  </a:lnTo>
                  <a:lnTo>
                    <a:pt x="3572155" y="2885827"/>
                  </a:lnTo>
                  <a:lnTo>
                    <a:pt x="3495523" y="2839780"/>
                  </a:lnTo>
                  <a:lnTo>
                    <a:pt x="3418890" y="2790968"/>
                  </a:lnTo>
                  <a:lnTo>
                    <a:pt x="3342258" y="2759405"/>
                  </a:lnTo>
                  <a:lnTo>
                    <a:pt x="3265625" y="2730574"/>
                  </a:lnTo>
                  <a:lnTo>
                    <a:pt x="3188993" y="2700813"/>
                  </a:lnTo>
                  <a:lnTo>
                    <a:pt x="3112360" y="2670090"/>
                  </a:lnTo>
                  <a:lnTo>
                    <a:pt x="3035727" y="2638377"/>
                  </a:lnTo>
                  <a:lnTo>
                    <a:pt x="2959095" y="2605640"/>
                  </a:lnTo>
                  <a:lnTo>
                    <a:pt x="2882462" y="2571846"/>
                  </a:lnTo>
                  <a:lnTo>
                    <a:pt x="2805830" y="2536961"/>
                  </a:lnTo>
                  <a:lnTo>
                    <a:pt x="2729197" y="2500950"/>
                  </a:lnTo>
                  <a:lnTo>
                    <a:pt x="2652565" y="2463777"/>
                  </a:lnTo>
                  <a:lnTo>
                    <a:pt x="2575932" y="2425405"/>
                  </a:lnTo>
                  <a:lnTo>
                    <a:pt x="2499300" y="2385793"/>
                  </a:lnTo>
                  <a:lnTo>
                    <a:pt x="2422667" y="2344903"/>
                  </a:lnTo>
                  <a:lnTo>
                    <a:pt x="2346034" y="2302694"/>
                  </a:lnTo>
                  <a:lnTo>
                    <a:pt x="2269402" y="2259122"/>
                  </a:lnTo>
                  <a:lnTo>
                    <a:pt x="2192769" y="2214143"/>
                  </a:lnTo>
                  <a:lnTo>
                    <a:pt x="2116137" y="2167713"/>
                  </a:lnTo>
                  <a:lnTo>
                    <a:pt x="2039504" y="2119784"/>
                  </a:lnTo>
                  <a:lnTo>
                    <a:pt x="1962872" y="2070309"/>
                  </a:lnTo>
                  <a:lnTo>
                    <a:pt x="1886239" y="2019236"/>
                  </a:lnTo>
                  <a:lnTo>
                    <a:pt x="1809607" y="1966515"/>
                  </a:lnTo>
                  <a:lnTo>
                    <a:pt x="1732974" y="1912092"/>
                  </a:lnTo>
                  <a:lnTo>
                    <a:pt x="1656342" y="1855913"/>
                  </a:lnTo>
                  <a:lnTo>
                    <a:pt x="1579709" y="1797920"/>
                  </a:lnTo>
                  <a:lnTo>
                    <a:pt x="1503076" y="1738055"/>
                  </a:lnTo>
                  <a:lnTo>
                    <a:pt x="1426444" y="1676259"/>
                  </a:lnTo>
                  <a:lnTo>
                    <a:pt x="1349811" y="1612467"/>
                  </a:lnTo>
                  <a:lnTo>
                    <a:pt x="1273179" y="1546617"/>
                  </a:lnTo>
                  <a:lnTo>
                    <a:pt x="1196546" y="1478641"/>
                  </a:lnTo>
                  <a:lnTo>
                    <a:pt x="1119914" y="1408471"/>
                  </a:lnTo>
                  <a:lnTo>
                    <a:pt x="1043281" y="1336037"/>
                  </a:lnTo>
                  <a:lnTo>
                    <a:pt x="966649" y="1261264"/>
                  </a:lnTo>
                  <a:lnTo>
                    <a:pt x="890016" y="1184078"/>
                  </a:lnTo>
                  <a:lnTo>
                    <a:pt x="813384" y="1104401"/>
                  </a:lnTo>
                  <a:lnTo>
                    <a:pt x="736751" y="1022151"/>
                  </a:lnTo>
                  <a:lnTo>
                    <a:pt x="660118" y="937248"/>
                  </a:lnTo>
                  <a:lnTo>
                    <a:pt x="583486" y="849603"/>
                  </a:lnTo>
                  <a:lnTo>
                    <a:pt x="506853" y="759130"/>
                  </a:lnTo>
                  <a:lnTo>
                    <a:pt x="430221" y="665737"/>
                  </a:lnTo>
                  <a:lnTo>
                    <a:pt x="353588" y="569329"/>
                  </a:lnTo>
                  <a:lnTo>
                    <a:pt x="276956" y="469810"/>
                  </a:lnTo>
                  <a:lnTo>
                    <a:pt x="200323" y="367078"/>
                  </a:lnTo>
                  <a:lnTo>
                    <a:pt x="123691" y="261031"/>
                  </a:lnTo>
                  <a:lnTo>
                    <a:pt x="47058" y="151560"/>
                  </a:lnTo>
                  <a:lnTo>
                    <a:pt x="0" y="821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1896563"/>
              <a:ext cx="5882484" cy="3486772"/>
            </a:xfrm>
            <a:custGeom>
              <a:avLst/>
              <a:pathLst>
                <a:path w="5882484" h="3486772">
                  <a:moveTo>
                    <a:pt x="0" y="0"/>
                  </a:moveTo>
                  <a:lnTo>
                    <a:pt x="58411" y="159868"/>
                  </a:lnTo>
                  <a:lnTo>
                    <a:pt x="135043" y="357726"/>
                  </a:lnTo>
                  <a:lnTo>
                    <a:pt x="211676" y="544375"/>
                  </a:lnTo>
                  <a:lnTo>
                    <a:pt x="288308" y="720452"/>
                  </a:lnTo>
                  <a:lnTo>
                    <a:pt x="364941" y="886554"/>
                  </a:lnTo>
                  <a:lnTo>
                    <a:pt x="441573" y="1043247"/>
                  </a:lnTo>
                  <a:lnTo>
                    <a:pt x="518206" y="1191063"/>
                  </a:lnTo>
                  <a:lnTo>
                    <a:pt x="594838" y="1330506"/>
                  </a:lnTo>
                  <a:lnTo>
                    <a:pt x="671471" y="1462050"/>
                  </a:lnTo>
                  <a:lnTo>
                    <a:pt x="748104" y="1586143"/>
                  </a:lnTo>
                  <a:lnTo>
                    <a:pt x="824736" y="1703205"/>
                  </a:lnTo>
                  <a:lnTo>
                    <a:pt x="901369" y="1813637"/>
                  </a:lnTo>
                  <a:lnTo>
                    <a:pt x="978001" y="1917812"/>
                  </a:lnTo>
                  <a:lnTo>
                    <a:pt x="1054634" y="2016087"/>
                  </a:lnTo>
                  <a:lnTo>
                    <a:pt x="1131266" y="2108794"/>
                  </a:lnTo>
                  <a:lnTo>
                    <a:pt x="1207899" y="2196250"/>
                  </a:lnTo>
                  <a:lnTo>
                    <a:pt x="1284531" y="2278751"/>
                  </a:lnTo>
                  <a:lnTo>
                    <a:pt x="1361164" y="2356579"/>
                  </a:lnTo>
                  <a:lnTo>
                    <a:pt x="1437797" y="2429998"/>
                  </a:lnTo>
                  <a:lnTo>
                    <a:pt x="1514429" y="2499258"/>
                  </a:lnTo>
                  <a:lnTo>
                    <a:pt x="1591062" y="2564595"/>
                  </a:lnTo>
                  <a:lnTo>
                    <a:pt x="1667694" y="2626230"/>
                  </a:lnTo>
                  <a:lnTo>
                    <a:pt x="1744327" y="2684374"/>
                  </a:lnTo>
                  <a:lnTo>
                    <a:pt x="1820959" y="2739225"/>
                  </a:lnTo>
                  <a:lnTo>
                    <a:pt x="1897592" y="2787334"/>
                  </a:lnTo>
                  <a:lnTo>
                    <a:pt x="1974224" y="2814390"/>
                  </a:lnTo>
                  <a:lnTo>
                    <a:pt x="2050857" y="2840600"/>
                  </a:lnTo>
                  <a:lnTo>
                    <a:pt x="2127489" y="2865991"/>
                  </a:lnTo>
                  <a:lnTo>
                    <a:pt x="2204122" y="2890588"/>
                  </a:lnTo>
                  <a:lnTo>
                    <a:pt x="2280755" y="2914415"/>
                  </a:lnTo>
                  <a:lnTo>
                    <a:pt x="2357387" y="2937498"/>
                  </a:lnTo>
                  <a:lnTo>
                    <a:pt x="2434020" y="2959859"/>
                  </a:lnTo>
                  <a:lnTo>
                    <a:pt x="2510652" y="2981521"/>
                  </a:lnTo>
                  <a:lnTo>
                    <a:pt x="2587285" y="3002505"/>
                  </a:lnTo>
                  <a:lnTo>
                    <a:pt x="2663917" y="3022833"/>
                  </a:lnTo>
                  <a:lnTo>
                    <a:pt x="2740550" y="3042526"/>
                  </a:lnTo>
                  <a:lnTo>
                    <a:pt x="2817182" y="3061603"/>
                  </a:lnTo>
                  <a:lnTo>
                    <a:pt x="2893815" y="3080083"/>
                  </a:lnTo>
                  <a:lnTo>
                    <a:pt x="2970447" y="3097986"/>
                  </a:lnTo>
                  <a:lnTo>
                    <a:pt x="3047080" y="3115328"/>
                  </a:lnTo>
                  <a:lnTo>
                    <a:pt x="3123713" y="3132129"/>
                  </a:lnTo>
                  <a:lnTo>
                    <a:pt x="3200345" y="3148404"/>
                  </a:lnTo>
                  <a:lnTo>
                    <a:pt x="3276978" y="3164171"/>
                  </a:lnTo>
                  <a:lnTo>
                    <a:pt x="3353610" y="3179444"/>
                  </a:lnTo>
                  <a:lnTo>
                    <a:pt x="3430243" y="3194240"/>
                  </a:lnTo>
                  <a:lnTo>
                    <a:pt x="3506875" y="3208573"/>
                  </a:lnTo>
                  <a:lnTo>
                    <a:pt x="3583508" y="3222458"/>
                  </a:lnTo>
                  <a:lnTo>
                    <a:pt x="3660140" y="3235909"/>
                  </a:lnTo>
                  <a:lnTo>
                    <a:pt x="3736773" y="3248939"/>
                  </a:lnTo>
                  <a:lnTo>
                    <a:pt x="3813406" y="3261562"/>
                  </a:lnTo>
                  <a:lnTo>
                    <a:pt x="3890038" y="3273790"/>
                  </a:lnTo>
                  <a:lnTo>
                    <a:pt x="3966671" y="3285636"/>
                  </a:lnTo>
                  <a:lnTo>
                    <a:pt x="4043303" y="3297111"/>
                  </a:lnTo>
                  <a:lnTo>
                    <a:pt x="4119936" y="3308228"/>
                  </a:lnTo>
                  <a:lnTo>
                    <a:pt x="4196568" y="3318997"/>
                  </a:lnTo>
                  <a:lnTo>
                    <a:pt x="4273201" y="3329429"/>
                  </a:lnTo>
                  <a:lnTo>
                    <a:pt x="4349833" y="3339535"/>
                  </a:lnTo>
                  <a:lnTo>
                    <a:pt x="4426466" y="3349326"/>
                  </a:lnTo>
                  <a:lnTo>
                    <a:pt x="4503098" y="3358810"/>
                  </a:lnTo>
                  <a:lnTo>
                    <a:pt x="4579731" y="3367997"/>
                  </a:lnTo>
                  <a:lnTo>
                    <a:pt x="4656364" y="3376897"/>
                  </a:lnTo>
                  <a:lnTo>
                    <a:pt x="4732996" y="3385519"/>
                  </a:lnTo>
                  <a:lnTo>
                    <a:pt x="4809629" y="3393871"/>
                  </a:lnTo>
                  <a:lnTo>
                    <a:pt x="4886261" y="3401963"/>
                  </a:lnTo>
                  <a:lnTo>
                    <a:pt x="4962894" y="3409801"/>
                  </a:lnTo>
                  <a:lnTo>
                    <a:pt x="5039526" y="3417394"/>
                  </a:lnTo>
                  <a:lnTo>
                    <a:pt x="5116159" y="3424750"/>
                  </a:lnTo>
                  <a:lnTo>
                    <a:pt x="5192791" y="3431875"/>
                  </a:lnTo>
                  <a:lnTo>
                    <a:pt x="5269424" y="3438778"/>
                  </a:lnTo>
                  <a:lnTo>
                    <a:pt x="5346057" y="3445465"/>
                  </a:lnTo>
                  <a:lnTo>
                    <a:pt x="5422689" y="3451943"/>
                  </a:lnTo>
                  <a:lnTo>
                    <a:pt x="5499322" y="3458219"/>
                  </a:lnTo>
                  <a:lnTo>
                    <a:pt x="5575954" y="3464298"/>
                  </a:lnTo>
                  <a:lnTo>
                    <a:pt x="5652587" y="3470187"/>
                  </a:lnTo>
                  <a:lnTo>
                    <a:pt x="5729219" y="3475892"/>
                  </a:lnTo>
                  <a:lnTo>
                    <a:pt x="5805852" y="3481418"/>
                  </a:lnTo>
                  <a:lnTo>
                    <a:pt x="5882484" y="3486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1978730"/>
              <a:ext cx="7403783" cy="3528944"/>
            </a:xfrm>
            <a:custGeom>
              <a:avLst/>
              <a:pathLst>
                <a:path w="7403783" h="3528944">
                  <a:moveTo>
                    <a:pt x="7403783" y="3528944"/>
                  </a:moveTo>
                  <a:lnTo>
                    <a:pt x="7327150" y="3526450"/>
                  </a:lnTo>
                  <a:lnTo>
                    <a:pt x="7250518" y="3523806"/>
                  </a:lnTo>
                  <a:lnTo>
                    <a:pt x="7173885" y="3521003"/>
                  </a:lnTo>
                  <a:lnTo>
                    <a:pt x="7097253" y="3518033"/>
                  </a:lnTo>
                  <a:lnTo>
                    <a:pt x="7020620" y="3514884"/>
                  </a:lnTo>
                  <a:lnTo>
                    <a:pt x="6943987" y="3511545"/>
                  </a:lnTo>
                  <a:lnTo>
                    <a:pt x="6867355" y="3508006"/>
                  </a:lnTo>
                  <a:lnTo>
                    <a:pt x="6790722" y="3504255"/>
                  </a:lnTo>
                  <a:lnTo>
                    <a:pt x="6714090" y="3500279"/>
                  </a:lnTo>
                  <a:lnTo>
                    <a:pt x="6637457" y="3496063"/>
                  </a:lnTo>
                  <a:lnTo>
                    <a:pt x="6560825" y="3491595"/>
                  </a:lnTo>
                  <a:lnTo>
                    <a:pt x="6484192" y="3486858"/>
                  </a:lnTo>
                  <a:lnTo>
                    <a:pt x="6407560" y="3481837"/>
                  </a:lnTo>
                  <a:lnTo>
                    <a:pt x="6330927" y="3476514"/>
                  </a:lnTo>
                  <a:lnTo>
                    <a:pt x="6254294" y="3470872"/>
                  </a:lnTo>
                  <a:lnTo>
                    <a:pt x="6177662" y="3464891"/>
                  </a:lnTo>
                  <a:lnTo>
                    <a:pt x="6101029" y="3458550"/>
                  </a:lnTo>
                  <a:lnTo>
                    <a:pt x="6024397" y="3451829"/>
                  </a:lnTo>
                  <a:lnTo>
                    <a:pt x="5947764" y="3444705"/>
                  </a:lnTo>
                  <a:lnTo>
                    <a:pt x="5871132" y="3437152"/>
                  </a:lnTo>
                  <a:lnTo>
                    <a:pt x="5794499" y="3429146"/>
                  </a:lnTo>
                  <a:lnTo>
                    <a:pt x="5717867" y="3420659"/>
                  </a:lnTo>
                  <a:lnTo>
                    <a:pt x="5641234" y="3411663"/>
                  </a:lnTo>
                  <a:lnTo>
                    <a:pt x="5564602" y="3402126"/>
                  </a:lnTo>
                  <a:lnTo>
                    <a:pt x="5487969" y="3392017"/>
                  </a:lnTo>
                  <a:lnTo>
                    <a:pt x="5411336" y="3381301"/>
                  </a:lnTo>
                  <a:lnTo>
                    <a:pt x="5334704" y="3369941"/>
                  </a:lnTo>
                  <a:lnTo>
                    <a:pt x="5258071" y="3357899"/>
                  </a:lnTo>
                  <a:lnTo>
                    <a:pt x="5181439" y="3345134"/>
                  </a:lnTo>
                  <a:lnTo>
                    <a:pt x="5104806" y="3331602"/>
                  </a:lnTo>
                  <a:lnTo>
                    <a:pt x="5028174" y="3317258"/>
                  </a:lnTo>
                  <a:lnTo>
                    <a:pt x="4951541" y="3302052"/>
                  </a:lnTo>
                  <a:lnTo>
                    <a:pt x="4874909" y="3285933"/>
                  </a:lnTo>
                  <a:lnTo>
                    <a:pt x="4798276" y="3268847"/>
                  </a:lnTo>
                  <a:lnTo>
                    <a:pt x="4721644" y="3250734"/>
                  </a:lnTo>
                  <a:lnTo>
                    <a:pt x="4645011" y="3231534"/>
                  </a:lnTo>
                  <a:lnTo>
                    <a:pt x="4568378" y="3211180"/>
                  </a:lnTo>
                  <a:lnTo>
                    <a:pt x="4491746" y="3189605"/>
                  </a:lnTo>
                  <a:lnTo>
                    <a:pt x="4415113" y="3166734"/>
                  </a:lnTo>
                  <a:lnTo>
                    <a:pt x="4338481" y="3142489"/>
                  </a:lnTo>
                  <a:lnTo>
                    <a:pt x="4261848" y="3116789"/>
                  </a:lnTo>
                  <a:lnTo>
                    <a:pt x="4185216" y="3089545"/>
                  </a:lnTo>
                  <a:lnTo>
                    <a:pt x="4108583" y="3060666"/>
                  </a:lnTo>
                  <a:lnTo>
                    <a:pt x="4031951" y="3030052"/>
                  </a:lnTo>
                  <a:lnTo>
                    <a:pt x="3955318" y="2997600"/>
                  </a:lnTo>
                  <a:lnTo>
                    <a:pt x="3878685" y="2963199"/>
                  </a:lnTo>
                  <a:lnTo>
                    <a:pt x="3802053" y="2926732"/>
                  </a:lnTo>
                  <a:lnTo>
                    <a:pt x="3725420" y="2888076"/>
                  </a:lnTo>
                  <a:lnTo>
                    <a:pt x="3648788" y="2847098"/>
                  </a:lnTo>
                  <a:lnTo>
                    <a:pt x="3572155" y="2803659"/>
                  </a:lnTo>
                  <a:lnTo>
                    <a:pt x="3495523" y="2757613"/>
                  </a:lnTo>
                  <a:lnTo>
                    <a:pt x="3418890" y="2708801"/>
                  </a:lnTo>
                  <a:lnTo>
                    <a:pt x="3342258" y="2677237"/>
                  </a:lnTo>
                  <a:lnTo>
                    <a:pt x="3265625" y="2648407"/>
                  </a:lnTo>
                  <a:lnTo>
                    <a:pt x="3188993" y="2618645"/>
                  </a:lnTo>
                  <a:lnTo>
                    <a:pt x="3112360" y="2587923"/>
                  </a:lnTo>
                  <a:lnTo>
                    <a:pt x="3035727" y="2556209"/>
                  </a:lnTo>
                  <a:lnTo>
                    <a:pt x="2959095" y="2523472"/>
                  </a:lnTo>
                  <a:lnTo>
                    <a:pt x="2882462" y="2489678"/>
                  </a:lnTo>
                  <a:lnTo>
                    <a:pt x="2805830" y="2454794"/>
                  </a:lnTo>
                  <a:lnTo>
                    <a:pt x="2729197" y="2418783"/>
                  </a:lnTo>
                  <a:lnTo>
                    <a:pt x="2652565" y="2381610"/>
                  </a:lnTo>
                  <a:lnTo>
                    <a:pt x="2575932" y="2343237"/>
                  </a:lnTo>
                  <a:lnTo>
                    <a:pt x="2499300" y="2303626"/>
                  </a:lnTo>
                  <a:lnTo>
                    <a:pt x="2422667" y="2262736"/>
                  </a:lnTo>
                  <a:lnTo>
                    <a:pt x="2346034" y="2220526"/>
                  </a:lnTo>
                  <a:lnTo>
                    <a:pt x="2269402" y="2176954"/>
                  </a:lnTo>
                  <a:lnTo>
                    <a:pt x="2192769" y="2131976"/>
                  </a:lnTo>
                  <a:lnTo>
                    <a:pt x="2116137" y="2085546"/>
                  </a:lnTo>
                  <a:lnTo>
                    <a:pt x="2039504" y="2037617"/>
                  </a:lnTo>
                  <a:lnTo>
                    <a:pt x="1962872" y="1988141"/>
                  </a:lnTo>
                  <a:lnTo>
                    <a:pt x="1886239" y="1937069"/>
                  </a:lnTo>
                  <a:lnTo>
                    <a:pt x="1809607" y="1884347"/>
                  </a:lnTo>
                  <a:lnTo>
                    <a:pt x="1732974" y="1829925"/>
                  </a:lnTo>
                  <a:lnTo>
                    <a:pt x="1656342" y="1773745"/>
                  </a:lnTo>
                  <a:lnTo>
                    <a:pt x="1579709" y="1715752"/>
                  </a:lnTo>
                  <a:lnTo>
                    <a:pt x="1503076" y="1655888"/>
                  </a:lnTo>
                  <a:lnTo>
                    <a:pt x="1426444" y="1594091"/>
                  </a:lnTo>
                  <a:lnTo>
                    <a:pt x="1349811" y="1530300"/>
                  </a:lnTo>
                  <a:lnTo>
                    <a:pt x="1273179" y="1464450"/>
                  </a:lnTo>
                  <a:lnTo>
                    <a:pt x="1196546" y="1396474"/>
                  </a:lnTo>
                  <a:lnTo>
                    <a:pt x="1119914" y="1326304"/>
                  </a:lnTo>
                  <a:lnTo>
                    <a:pt x="1043281" y="1253869"/>
                  </a:lnTo>
                  <a:lnTo>
                    <a:pt x="966649" y="1179097"/>
                  </a:lnTo>
                  <a:lnTo>
                    <a:pt x="890016" y="1101911"/>
                  </a:lnTo>
                  <a:lnTo>
                    <a:pt x="813384" y="1022233"/>
                  </a:lnTo>
                  <a:lnTo>
                    <a:pt x="736751" y="939984"/>
                  </a:lnTo>
                  <a:lnTo>
                    <a:pt x="660118" y="855080"/>
                  </a:lnTo>
                  <a:lnTo>
                    <a:pt x="583486" y="767436"/>
                  </a:lnTo>
                  <a:lnTo>
                    <a:pt x="506853" y="676963"/>
                  </a:lnTo>
                  <a:lnTo>
                    <a:pt x="430221" y="583570"/>
                  </a:lnTo>
                  <a:lnTo>
                    <a:pt x="353588" y="487162"/>
                  </a:lnTo>
                  <a:lnTo>
                    <a:pt x="276956" y="387642"/>
                  </a:lnTo>
                  <a:lnTo>
                    <a:pt x="200323" y="284911"/>
                  </a:lnTo>
                  <a:lnTo>
                    <a:pt x="123691" y="178863"/>
                  </a:lnTo>
                  <a:lnTo>
                    <a:pt x="47058" y="69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1896563"/>
              <a:ext cx="6438640" cy="3569643"/>
            </a:xfrm>
            <a:custGeom>
              <a:avLst/>
              <a:pathLst>
                <a:path w="6438640" h="3569643">
                  <a:moveTo>
                    <a:pt x="0" y="0"/>
                  </a:moveTo>
                  <a:lnTo>
                    <a:pt x="1506" y="3305"/>
                  </a:lnTo>
                  <a:lnTo>
                    <a:pt x="78139" y="164029"/>
                  </a:lnTo>
                  <a:lnTo>
                    <a:pt x="154771" y="317674"/>
                  </a:lnTo>
                  <a:lnTo>
                    <a:pt x="231404" y="464553"/>
                  </a:lnTo>
                  <a:lnTo>
                    <a:pt x="308037" y="604962"/>
                  </a:lnTo>
                  <a:lnTo>
                    <a:pt x="384669" y="739188"/>
                  </a:lnTo>
                  <a:lnTo>
                    <a:pt x="461302" y="867502"/>
                  </a:lnTo>
                  <a:lnTo>
                    <a:pt x="537934" y="990165"/>
                  </a:lnTo>
                  <a:lnTo>
                    <a:pt x="614567" y="1107426"/>
                  </a:lnTo>
                  <a:lnTo>
                    <a:pt x="691199" y="1219522"/>
                  </a:lnTo>
                  <a:lnTo>
                    <a:pt x="767832" y="1326681"/>
                  </a:lnTo>
                  <a:lnTo>
                    <a:pt x="844464" y="1429121"/>
                  </a:lnTo>
                  <a:lnTo>
                    <a:pt x="921097" y="1527049"/>
                  </a:lnTo>
                  <a:lnTo>
                    <a:pt x="997729" y="1620664"/>
                  </a:lnTo>
                  <a:lnTo>
                    <a:pt x="1074362" y="1710157"/>
                  </a:lnTo>
                  <a:lnTo>
                    <a:pt x="1150995" y="1795707"/>
                  </a:lnTo>
                  <a:lnTo>
                    <a:pt x="1227627" y="1877490"/>
                  </a:lnTo>
                  <a:lnTo>
                    <a:pt x="1304260" y="1955671"/>
                  </a:lnTo>
                  <a:lnTo>
                    <a:pt x="1380892" y="2030409"/>
                  </a:lnTo>
                  <a:lnTo>
                    <a:pt x="1457525" y="2101856"/>
                  </a:lnTo>
                  <a:lnTo>
                    <a:pt x="1534157" y="2170155"/>
                  </a:lnTo>
                  <a:lnTo>
                    <a:pt x="1610790" y="2235447"/>
                  </a:lnTo>
                  <a:lnTo>
                    <a:pt x="1687422" y="2297863"/>
                  </a:lnTo>
                  <a:lnTo>
                    <a:pt x="1764055" y="2357530"/>
                  </a:lnTo>
                  <a:lnTo>
                    <a:pt x="1840688" y="2414569"/>
                  </a:lnTo>
                  <a:lnTo>
                    <a:pt x="1917320" y="2469096"/>
                  </a:lnTo>
                  <a:lnTo>
                    <a:pt x="1993953" y="2521222"/>
                  </a:lnTo>
                  <a:lnTo>
                    <a:pt x="2070585" y="2571052"/>
                  </a:lnTo>
                  <a:lnTo>
                    <a:pt x="2147218" y="2618687"/>
                  </a:lnTo>
                  <a:lnTo>
                    <a:pt x="2223850" y="2664225"/>
                  </a:lnTo>
                  <a:lnTo>
                    <a:pt x="2300483" y="2707757"/>
                  </a:lnTo>
                  <a:lnTo>
                    <a:pt x="2377115" y="2749371"/>
                  </a:lnTo>
                  <a:lnTo>
                    <a:pt x="2453748" y="2789153"/>
                  </a:lnTo>
                  <a:lnTo>
                    <a:pt x="2530380" y="2827183"/>
                  </a:lnTo>
                  <a:lnTo>
                    <a:pt x="2607013" y="2863538"/>
                  </a:lnTo>
                  <a:lnTo>
                    <a:pt x="2683646" y="2898291"/>
                  </a:lnTo>
                  <a:lnTo>
                    <a:pt x="2760278" y="2931514"/>
                  </a:lnTo>
                  <a:lnTo>
                    <a:pt x="2836911" y="2963274"/>
                  </a:lnTo>
                  <a:lnTo>
                    <a:pt x="2913543" y="2993635"/>
                  </a:lnTo>
                  <a:lnTo>
                    <a:pt x="2990176" y="3022659"/>
                  </a:lnTo>
                  <a:lnTo>
                    <a:pt x="3066808" y="3050405"/>
                  </a:lnTo>
                  <a:lnTo>
                    <a:pt x="3143441" y="3076929"/>
                  </a:lnTo>
                  <a:lnTo>
                    <a:pt x="3220073" y="3102284"/>
                  </a:lnTo>
                  <a:lnTo>
                    <a:pt x="3296706" y="3126523"/>
                  </a:lnTo>
                  <a:lnTo>
                    <a:pt x="3373338" y="3149695"/>
                  </a:lnTo>
                  <a:lnTo>
                    <a:pt x="3449971" y="3171845"/>
                  </a:lnTo>
                  <a:lnTo>
                    <a:pt x="3526604" y="3193021"/>
                  </a:lnTo>
                  <a:lnTo>
                    <a:pt x="3603236" y="3213263"/>
                  </a:lnTo>
                  <a:lnTo>
                    <a:pt x="3679869" y="3232614"/>
                  </a:lnTo>
                  <a:lnTo>
                    <a:pt x="3756501" y="3251113"/>
                  </a:lnTo>
                  <a:lnTo>
                    <a:pt x="3833134" y="3268797"/>
                  </a:lnTo>
                  <a:lnTo>
                    <a:pt x="3909766" y="3285703"/>
                  </a:lnTo>
                  <a:lnTo>
                    <a:pt x="3986399" y="3301863"/>
                  </a:lnTo>
                  <a:lnTo>
                    <a:pt x="4063031" y="3317312"/>
                  </a:lnTo>
                  <a:lnTo>
                    <a:pt x="4139664" y="3332081"/>
                  </a:lnTo>
                  <a:lnTo>
                    <a:pt x="4216297" y="3346199"/>
                  </a:lnTo>
                  <a:lnTo>
                    <a:pt x="4292929" y="3359696"/>
                  </a:lnTo>
                  <a:lnTo>
                    <a:pt x="4369562" y="3372598"/>
                  </a:lnTo>
                  <a:lnTo>
                    <a:pt x="4446194" y="3384931"/>
                  </a:lnTo>
                  <a:lnTo>
                    <a:pt x="4522827" y="3396722"/>
                  </a:lnTo>
                  <a:lnTo>
                    <a:pt x="4599459" y="3407993"/>
                  </a:lnTo>
                  <a:lnTo>
                    <a:pt x="4676092" y="3418768"/>
                  </a:lnTo>
                  <a:lnTo>
                    <a:pt x="4752724" y="3429068"/>
                  </a:lnTo>
                  <a:lnTo>
                    <a:pt x="4829357" y="3438915"/>
                  </a:lnTo>
                  <a:lnTo>
                    <a:pt x="4905989" y="3448328"/>
                  </a:lnTo>
                  <a:lnTo>
                    <a:pt x="4982622" y="3457326"/>
                  </a:lnTo>
                  <a:lnTo>
                    <a:pt x="5059255" y="3465929"/>
                  </a:lnTo>
                  <a:lnTo>
                    <a:pt x="5135887" y="3474152"/>
                  </a:lnTo>
                  <a:lnTo>
                    <a:pt x="5212520" y="3482013"/>
                  </a:lnTo>
                  <a:lnTo>
                    <a:pt x="5289152" y="3489528"/>
                  </a:lnTo>
                  <a:lnTo>
                    <a:pt x="5365785" y="3496712"/>
                  </a:lnTo>
                  <a:lnTo>
                    <a:pt x="5442417" y="3503579"/>
                  </a:lnTo>
                  <a:lnTo>
                    <a:pt x="5519050" y="3510144"/>
                  </a:lnTo>
                  <a:lnTo>
                    <a:pt x="5595682" y="3516420"/>
                  </a:lnTo>
                  <a:lnTo>
                    <a:pt x="5672315" y="3522420"/>
                  </a:lnTo>
                  <a:lnTo>
                    <a:pt x="5748948" y="3528155"/>
                  </a:lnTo>
                  <a:lnTo>
                    <a:pt x="5825580" y="3533638"/>
                  </a:lnTo>
                  <a:lnTo>
                    <a:pt x="5902213" y="3538879"/>
                  </a:lnTo>
                  <a:lnTo>
                    <a:pt x="5978845" y="3543889"/>
                  </a:lnTo>
                  <a:lnTo>
                    <a:pt x="6055478" y="3548679"/>
                  </a:lnTo>
                  <a:lnTo>
                    <a:pt x="6132110" y="3553258"/>
                  </a:lnTo>
                  <a:lnTo>
                    <a:pt x="6208743" y="3557635"/>
                  </a:lnTo>
                  <a:lnTo>
                    <a:pt x="6285375" y="3561819"/>
                  </a:lnTo>
                  <a:lnTo>
                    <a:pt x="6362008" y="3565819"/>
                  </a:lnTo>
                  <a:lnTo>
                    <a:pt x="6438640" y="35696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2026-05-26T09:05:48Z</dcterms:modified>
  <cp:category/>
</cp:coreProperties>
</file>