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52750" y="2143092"/>
              <a:ext cx="6846666" cy="1242907"/>
            </a:xfrm>
            <a:custGeom>
              <a:avLst/>
              <a:pathLst>
                <a:path w="6846666" h="1242907">
                  <a:moveTo>
                    <a:pt x="1446867" y="0"/>
                  </a:moveTo>
                  <a:lnTo>
                    <a:pt x="1500485" y="55024"/>
                  </a:lnTo>
                  <a:lnTo>
                    <a:pt x="1570829" y="123125"/>
                  </a:lnTo>
                  <a:lnTo>
                    <a:pt x="1641174" y="187368"/>
                  </a:lnTo>
                  <a:lnTo>
                    <a:pt x="1711518" y="247972"/>
                  </a:lnTo>
                  <a:lnTo>
                    <a:pt x="1781863" y="305142"/>
                  </a:lnTo>
                  <a:lnTo>
                    <a:pt x="1852207" y="359074"/>
                  </a:lnTo>
                  <a:lnTo>
                    <a:pt x="1922552" y="409951"/>
                  </a:lnTo>
                  <a:lnTo>
                    <a:pt x="1992896" y="457946"/>
                  </a:lnTo>
                  <a:lnTo>
                    <a:pt x="2063241" y="503222"/>
                  </a:lnTo>
                  <a:lnTo>
                    <a:pt x="2133585" y="545934"/>
                  </a:lnTo>
                  <a:lnTo>
                    <a:pt x="2203930" y="586225"/>
                  </a:lnTo>
                  <a:lnTo>
                    <a:pt x="2274274" y="624235"/>
                  </a:lnTo>
                  <a:lnTo>
                    <a:pt x="2344619" y="660091"/>
                  </a:lnTo>
                  <a:lnTo>
                    <a:pt x="2414963" y="693916"/>
                  </a:lnTo>
                  <a:lnTo>
                    <a:pt x="2485308" y="725825"/>
                  </a:lnTo>
                  <a:lnTo>
                    <a:pt x="2555652" y="755926"/>
                  </a:lnTo>
                  <a:lnTo>
                    <a:pt x="2625997" y="784322"/>
                  </a:lnTo>
                  <a:lnTo>
                    <a:pt x="2696341" y="811110"/>
                  </a:lnTo>
                  <a:lnTo>
                    <a:pt x="2766686" y="836380"/>
                  </a:lnTo>
                  <a:lnTo>
                    <a:pt x="2837030" y="860219"/>
                  </a:lnTo>
                  <a:lnTo>
                    <a:pt x="2907375" y="882707"/>
                  </a:lnTo>
                  <a:lnTo>
                    <a:pt x="2977719" y="903921"/>
                  </a:lnTo>
                  <a:lnTo>
                    <a:pt x="3048064" y="923934"/>
                  </a:lnTo>
                  <a:lnTo>
                    <a:pt x="3118408" y="942813"/>
                  </a:lnTo>
                  <a:lnTo>
                    <a:pt x="3188753" y="959371"/>
                  </a:lnTo>
                  <a:lnTo>
                    <a:pt x="3259097" y="968684"/>
                  </a:lnTo>
                  <a:lnTo>
                    <a:pt x="3329442" y="977705"/>
                  </a:lnTo>
                  <a:lnTo>
                    <a:pt x="3399786" y="986444"/>
                  </a:lnTo>
                  <a:lnTo>
                    <a:pt x="3470131" y="994910"/>
                  </a:lnTo>
                  <a:lnTo>
                    <a:pt x="3540475" y="1003111"/>
                  </a:lnTo>
                  <a:lnTo>
                    <a:pt x="3610820" y="1011056"/>
                  </a:lnTo>
                  <a:lnTo>
                    <a:pt x="3681164" y="1018753"/>
                  </a:lnTo>
                  <a:lnTo>
                    <a:pt x="3751509" y="1026208"/>
                  </a:lnTo>
                  <a:lnTo>
                    <a:pt x="3821853" y="1033431"/>
                  </a:lnTo>
                  <a:lnTo>
                    <a:pt x="3892198" y="1040428"/>
                  </a:lnTo>
                  <a:lnTo>
                    <a:pt x="3962542" y="1047206"/>
                  </a:lnTo>
                  <a:lnTo>
                    <a:pt x="4032887" y="1053772"/>
                  </a:lnTo>
                  <a:lnTo>
                    <a:pt x="4103231" y="1060132"/>
                  </a:lnTo>
                  <a:lnTo>
                    <a:pt x="4173576" y="1066294"/>
                  </a:lnTo>
                  <a:lnTo>
                    <a:pt x="4243920" y="1072264"/>
                  </a:lnTo>
                  <a:lnTo>
                    <a:pt x="4314265" y="1078046"/>
                  </a:lnTo>
                  <a:lnTo>
                    <a:pt x="4384609" y="1083648"/>
                  </a:lnTo>
                  <a:lnTo>
                    <a:pt x="4454954" y="1089075"/>
                  </a:lnTo>
                  <a:lnTo>
                    <a:pt x="4525298" y="1094331"/>
                  </a:lnTo>
                  <a:lnTo>
                    <a:pt x="4595642" y="1099424"/>
                  </a:lnTo>
                  <a:lnTo>
                    <a:pt x="4665987" y="1104357"/>
                  </a:lnTo>
                  <a:lnTo>
                    <a:pt x="4736331" y="1109136"/>
                  </a:lnTo>
                  <a:lnTo>
                    <a:pt x="4806676" y="1113766"/>
                  </a:lnTo>
                  <a:lnTo>
                    <a:pt x="4877020" y="1118251"/>
                  </a:lnTo>
                  <a:lnTo>
                    <a:pt x="4947365" y="1122596"/>
                  </a:lnTo>
                  <a:lnTo>
                    <a:pt x="5017709" y="1126804"/>
                  </a:lnTo>
                  <a:lnTo>
                    <a:pt x="5088054" y="1130882"/>
                  </a:lnTo>
                  <a:lnTo>
                    <a:pt x="5158398" y="1134831"/>
                  </a:lnTo>
                  <a:lnTo>
                    <a:pt x="5228743" y="1138658"/>
                  </a:lnTo>
                  <a:lnTo>
                    <a:pt x="5299087" y="1142364"/>
                  </a:lnTo>
                  <a:lnTo>
                    <a:pt x="5369432" y="1145955"/>
                  </a:lnTo>
                  <a:lnTo>
                    <a:pt x="5439776" y="1149433"/>
                  </a:lnTo>
                  <a:lnTo>
                    <a:pt x="5510121" y="1152803"/>
                  </a:lnTo>
                  <a:lnTo>
                    <a:pt x="5580465" y="1156067"/>
                  </a:lnTo>
                  <a:lnTo>
                    <a:pt x="5650810" y="1159229"/>
                  </a:lnTo>
                  <a:lnTo>
                    <a:pt x="5721154" y="1162293"/>
                  </a:lnTo>
                  <a:lnTo>
                    <a:pt x="5791499" y="1165260"/>
                  </a:lnTo>
                  <a:lnTo>
                    <a:pt x="5861843" y="1168135"/>
                  </a:lnTo>
                  <a:lnTo>
                    <a:pt x="5932188" y="1170920"/>
                  </a:lnTo>
                  <a:lnTo>
                    <a:pt x="6002532" y="1173618"/>
                  </a:lnTo>
                  <a:lnTo>
                    <a:pt x="6072877" y="1176231"/>
                  </a:lnTo>
                  <a:lnTo>
                    <a:pt x="6143221" y="1178763"/>
                  </a:lnTo>
                  <a:lnTo>
                    <a:pt x="6213566" y="1181216"/>
                  </a:lnTo>
                  <a:lnTo>
                    <a:pt x="6283910" y="1183592"/>
                  </a:lnTo>
                  <a:lnTo>
                    <a:pt x="6354255" y="1185893"/>
                  </a:lnTo>
                  <a:lnTo>
                    <a:pt x="6424599" y="1188123"/>
                  </a:lnTo>
                  <a:lnTo>
                    <a:pt x="6494944" y="1190283"/>
                  </a:lnTo>
                  <a:lnTo>
                    <a:pt x="6565288" y="1192375"/>
                  </a:lnTo>
                  <a:lnTo>
                    <a:pt x="6635633" y="1194402"/>
                  </a:lnTo>
                  <a:lnTo>
                    <a:pt x="6705977" y="1196366"/>
                  </a:lnTo>
                  <a:lnTo>
                    <a:pt x="6776322" y="1198268"/>
                  </a:lnTo>
                  <a:lnTo>
                    <a:pt x="6846666" y="1200111"/>
                  </a:lnTo>
                  <a:lnTo>
                    <a:pt x="6846666" y="1242907"/>
                  </a:lnTo>
                  <a:lnTo>
                    <a:pt x="6776322" y="1242048"/>
                  </a:lnTo>
                  <a:lnTo>
                    <a:pt x="6705977" y="1241138"/>
                  </a:lnTo>
                  <a:lnTo>
                    <a:pt x="6635633" y="1240174"/>
                  </a:lnTo>
                  <a:lnTo>
                    <a:pt x="6565288" y="1239151"/>
                  </a:lnTo>
                  <a:lnTo>
                    <a:pt x="6494944" y="1238067"/>
                  </a:lnTo>
                  <a:lnTo>
                    <a:pt x="6424599" y="1236918"/>
                  </a:lnTo>
                  <a:lnTo>
                    <a:pt x="6354255" y="1235700"/>
                  </a:lnTo>
                  <a:lnTo>
                    <a:pt x="6283910" y="1234409"/>
                  </a:lnTo>
                  <a:lnTo>
                    <a:pt x="6213566" y="1233041"/>
                  </a:lnTo>
                  <a:lnTo>
                    <a:pt x="6143221" y="1231590"/>
                  </a:lnTo>
                  <a:lnTo>
                    <a:pt x="6072877" y="1230052"/>
                  </a:lnTo>
                  <a:lnTo>
                    <a:pt x="6002532" y="1228421"/>
                  </a:lnTo>
                  <a:lnTo>
                    <a:pt x="5932188" y="1226693"/>
                  </a:lnTo>
                  <a:lnTo>
                    <a:pt x="5861843" y="1224861"/>
                  </a:lnTo>
                  <a:lnTo>
                    <a:pt x="5791499" y="1222919"/>
                  </a:lnTo>
                  <a:lnTo>
                    <a:pt x="5721154" y="1220860"/>
                  </a:lnTo>
                  <a:lnTo>
                    <a:pt x="5650810" y="1218678"/>
                  </a:lnTo>
                  <a:lnTo>
                    <a:pt x="5580465" y="1216365"/>
                  </a:lnTo>
                  <a:lnTo>
                    <a:pt x="5510121" y="1213913"/>
                  </a:lnTo>
                  <a:lnTo>
                    <a:pt x="5439776" y="1211313"/>
                  </a:lnTo>
                  <a:lnTo>
                    <a:pt x="5369432" y="1208558"/>
                  </a:lnTo>
                  <a:lnTo>
                    <a:pt x="5299087" y="1205636"/>
                  </a:lnTo>
                  <a:lnTo>
                    <a:pt x="5228743" y="1202540"/>
                  </a:lnTo>
                  <a:lnTo>
                    <a:pt x="5158398" y="1199258"/>
                  </a:lnTo>
                  <a:lnTo>
                    <a:pt x="5088054" y="1195778"/>
                  </a:lnTo>
                  <a:lnTo>
                    <a:pt x="5017709" y="1192090"/>
                  </a:lnTo>
                  <a:lnTo>
                    <a:pt x="4947365" y="1188180"/>
                  </a:lnTo>
                  <a:lnTo>
                    <a:pt x="4877020" y="1184035"/>
                  </a:lnTo>
                  <a:lnTo>
                    <a:pt x="4806676" y="1179641"/>
                  </a:lnTo>
                  <a:lnTo>
                    <a:pt x="4736331" y="1174984"/>
                  </a:lnTo>
                  <a:lnTo>
                    <a:pt x="4665987" y="1170047"/>
                  </a:lnTo>
                  <a:lnTo>
                    <a:pt x="4595642" y="1164813"/>
                  </a:lnTo>
                  <a:lnTo>
                    <a:pt x="4525298" y="1159265"/>
                  </a:lnTo>
                  <a:lnTo>
                    <a:pt x="4454954" y="1153384"/>
                  </a:lnTo>
                  <a:lnTo>
                    <a:pt x="4384609" y="1147150"/>
                  </a:lnTo>
                  <a:lnTo>
                    <a:pt x="4314265" y="1140541"/>
                  </a:lnTo>
                  <a:lnTo>
                    <a:pt x="4243920" y="1133536"/>
                  </a:lnTo>
                  <a:lnTo>
                    <a:pt x="4173576" y="1126110"/>
                  </a:lnTo>
                  <a:lnTo>
                    <a:pt x="4103231" y="1118238"/>
                  </a:lnTo>
                  <a:lnTo>
                    <a:pt x="4032887" y="1109893"/>
                  </a:lnTo>
                  <a:lnTo>
                    <a:pt x="3962542" y="1101047"/>
                  </a:lnTo>
                  <a:lnTo>
                    <a:pt x="3892198" y="1091670"/>
                  </a:lnTo>
                  <a:lnTo>
                    <a:pt x="3821853" y="1081730"/>
                  </a:lnTo>
                  <a:lnTo>
                    <a:pt x="3751509" y="1071193"/>
                  </a:lnTo>
                  <a:lnTo>
                    <a:pt x="3681164" y="1060024"/>
                  </a:lnTo>
                  <a:lnTo>
                    <a:pt x="3610820" y="1048183"/>
                  </a:lnTo>
                  <a:lnTo>
                    <a:pt x="3540475" y="1035632"/>
                  </a:lnTo>
                  <a:lnTo>
                    <a:pt x="3470131" y="1022327"/>
                  </a:lnTo>
                  <a:lnTo>
                    <a:pt x="3399786" y="1008223"/>
                  </a:lnTo>
                  <a:lnTo>
                    <a:pt x="3329442" y="993271"/>
                  </a:lnTo>
                  <a:lnTo>
                    <a:pt x="3259097" y="977423"/>
                  </a:lnTo>
                  <a:lnTo>
                    <a:pt x="3188753" y="960622"/>
                  </a:lnTo>
                  <a:lnTo>
                    <a:pt x="3118408" y="949758"/>
                  </a:lnTo>
                  <a:lnTo>
                    <a:pt x="3048064" y="939835"/>
                  </a:lnTo>
                  <a:lnTo>
                    <a:pt x="2977719" y="929591"/>
                  </a:lnTo>
                  <a:lnTo>
                    <a:pt x="2907375" y="919017"/>
                  </a:lnTo>
                  <a:lnTo>
                    <a:pt x="2837030" y="908102"/>
                  </a:lnTo>
                  <a:lnTo>
                    <a:pt x="2766686" y="896834"/>
                  </a:lnTo>
                  <a:lnTo>
                    <a:pt x="2696341" y="885202"/>
                  </a:lnTo>
                  <a:lnTo>
                    <a:pt x="2625997" y="873195"/>
                  </a:lnTo>
                  <a:lnTo>
                    <a:pt x="2555652" y="860801"/>
                  </a:lnTo>
                  <a:lnTo>
                    <a:pt x="2485308" y="848006"/>
                  </a:lnTo>
                  <a:lnTo>
                    <a:pt x="2414963" y="834799"/>
                  </a:lnTo>
                  <a:lnTo>
                    <a:pt x="2344619" y="821165"/>
                  </a:lnTo>
                  <a:lnTo>
                    <a:pt x="2274274" y="807091"/>
                  </a:lnTo>
                  <a:lnTo>
                    <a:pt x="2203930" y="792563"/>
                  </a:lnTo>
                  <a:lnTo>
                    <a:pt x="2133585" y="777566"/>
                  </a:lnTo>
                  <a:lnTo>
                    <a:pt x="2063241" y="762085"/>
                  </a:lnTo>
                  <a:lnTo>
                    <a:pt x="1992896" y="746104"/>
                  </a:lnTo>
                  <a:lnTo>
                    <a:pt x="1922552" y="729608"/>
                  </a:lnTo>
                  <a:lnTo>
                    <a:pt x="1852207" y="712579"/>
                  </a:lnTo>
                  <a:lnTo>
                    <a:pt x="1781863" y="695000"/>
                  </a:lnTo>
                  <a:lnTo>
                    <a:pt x="1711518" y="676854"/>
                  </a:lnTo>
                  <a:lnTo>
                    <a:pt x="1641174" y="658122"/>
                  </a:lnTo>
                  <a:lnTo>
                    <a:pt x="1570829" y="638786"/>
                  </a:lnTo>
                  <a:lnTo>
                    <a:pt x="1500485" y="618825"/>
                  </a:lnTo>
                  <a:lnTo>
                    <a:pt x="1430140" y="598220"/>
                  </a:lnTo>
                  <a:lnTo>
                    <a:pt x="1359796" y="576951"/>
                  </a:lnTo>
                  <a:lnTo>
                    <a:pt x="1289451" y="554994"/>
                  </a:lnTo>
                  <a:lnTo>
                    <a:pt x="1219107" y="532329"/>
                  </a:lnTo>
                  <a:lnTo>
                    <a:pt x="1148762" y="508933"/>
                  </a:lnTo>
                  <a:lnTo>
                    <a:pt x="1078418" y="484781"/>
                  </a:lnTo>
                  <a:lnTo>
                    <a:pt x="1008073" y="459850"/>
                  </a:lnTo>
                  <a:lnTo>
                    <a:pt x="937729" y="434114"/>
                  </a:lnTo>
                  <a:lnTo>
                    <a:pt x="867384" y="407547"/>
                  </a:lnTo>
                  <a:lnTo>
                    <a:pt x="797040" y="380123"/>
                  </a:lnTo>
                  <a:lnTo>
                    <a:pt x="726696" y="351814"/>
                  </a:lnTo>
                  <a:lnTo>
                    <a:pt x="656351" y="322591"/>
                  </a:lnTo>
                  <a:lnTo>
                    <a:pt x="586007" y="292424"/>
                  </a:lnTo>
                  <a:lnTo>
                    <a:pt x="515662" y="261284"/>
                  </a:lnTo>
                  <a:lnTo>
                    <a:pt x="445318" y="229139"/>
                  </a:lnTo>
                  <a:lnTo>
                    <a:pt x="374973" y="195957"/>
                  </a:lnTo>
                  <a:lnTo>
                    <a:pt x="304629" y="161703"/>
                  </a:lnTo>
                  <a:lnTo>
                    <a:pt x="234284" y="126344"/>
                  </a:lnTo>
                  <a:lnTo>
                    <a:pt x="163940" y="89844"/>
                  </a:lnTo>
                  <a:lnTo>
                    <a:pt x="93595" y="52165"/>
                  </a:lnTo>
                  <a:lnTo>
                    <a:pt x="23251" y="13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9617" y="2143092"/>
              <a:ext cx="5399799" cy="1200111"/>
            </a:xfrm>
            <a:custGeom>
              <a:avLst/>
              <a:pathLst>
                <a:path w="5399799" h="1200111">
                  <a:moveTo>
                    <a:pt x="0" y="0"/>
                  </a:moveTo>
                  <a:lnTo>
                    <a:pt x="53618" y="55024"/>
                  </a:lnTo>
                  <a:lnTo>
                    <a:pt x="123962" y="123125"/>
                  </a:lnTo>
                  <a:lnTo>
                    <a:pt x="194307" y="187368"/>
                  </a:lnTo>
                  <a:lnTo>
                    <a:pt x="264651" y="247972"/>
                  </a:lnTo>
                  <a:lnTo>
                    <a:pt x="334996" y="305142"/>
                  </a:lnTo>
                  <a:lnTo>
                    <a:pt x="405340" y="359074"/>
                  </a:lnTo>
                  <a:lnTo>
                    <a:pt x="475685" y="409951"/>
                  </a:lnTo>
                  <a:lnTo>
                    <a:pt x="546029" y="457946"/>
                  </a:lnTo>
                  <a:lnTo>
                    <a:pt x="616374" y="503222"/>
                  </a:lnTo>
                  <a:lnTo>
                    <a:pt x="686718" y="545934"/>
                  </a:lnTo>
                  <a:lnTo>
                    <a:pt x="757063" y="586225"/>
                  </a:lnTo>
                  <a:lnTo>
                    <a:pt x="827407" y="624235"/>
                  </a:lnTo>
                  <a:lnTo>
                    <a:pt x="897752" y="660091"/>
                  </a:lnTo>
                  <a:lnTo>
                    <a:pt x="968096" y="693916"/>
                  </a:lnTo>
                  <a:lnTo>
                    <a:pt x="1038441" y="725825"/>
                  </a:lnTo>
                  <a:lnTo>
                    <a:pt x="1108785" y="755926"/>
                  </a:lnTo>
                  <a:lnTo>
                    <a:pt x="1179130" y="784322"/>
                  </a:lnTo>
                  <a:lnTo>
                    <a:pt x="1249474" y="811110"/>
                  </a:lnTo>
                  <a:lnTo>
                    <a:pt x="1319819" y="836380"/>
                  </a:lnTo>
                  <a:lnTo>
                    <a:pt x="1390163" y="860219"/>
                  </a:lnTo>
                  <a:lnTo>
                    <a:pt x="1460508" y="882707"/>
                  </a:lnTo>
                  <a:lnTo>
                    <a:pt x="1530852" y="903921"/>
                  </a:lnTo>
                  <a:lnTo>
                    <a:pt x="1601197" y="923934"/>
                  </a:lnTo>
                  <a:lnTo>
                    <a:pt x="1671541" y="942813"/>
                  </a:lnTo>
                  <a:lnTo>
                    <a:pt x="1741886" y="959371"/>
                  </a:lnTo>
                  <a:lnTo>
                    <a:pt x="1812230" y="968684"/>
                  </a:lnTo>
                  <a:lnTo>
                    <a:pt x="1882574" y="977705"/>
                  </a:lnTo>
                  <a:lnTo>
                    <a:pt x="1952919" y="986444"/>
                  </a:lnTo>
                  <a:lnTo>
                    <a:pt x="2023263" y="994910"/>
                  </a:lnTo>
                  <a:lnTo>
                    <a:pt x="2093608" y="1003111"/>
                  </a:lnTo>
                  <a:lnTo>
                    <a:pt x="2163952" y="1011056"/>
                  </a:lnTo>
                  <a:lnTo>
                    <a:pt x="2234297" y="1018753"/>
                  </a:lnTo>
                  <a:lnTo>
                    <a:pt x="2304641" y="1026208"/>
                  </a:lnTo>
                  <a:lnTo>
                    <a:pt x="2374986" y="1033431"/>
                  </a:lnTo>
                  <a:lnTo>
                    <a:pt x="2445330" y="1040428"/>
                  </a:lnTo>
                  <a:lnTo>
                    <a:pt x="2515675" y="1047206"/>
                  </a:lnTo>
                  <a:lnTo>
                    <a:pt x="2586019" y="1053772"/>
                  </a:lnTo>
                  <a:lnTo>
                    <a:pt x="2656364" y="1060132"/>
                  </a:lnTo>
                  <a:lnTo>
                    <a:pt x="2726708" y="1066294"/>
                  </a:lnTo>
                  <a:lnTo>
                    <a:pt x="2797053" y="1072264"/>
                  </a:lnTo>
                  <a:lnTo>
                    <a:pt x="2867397" y="1078046"/>
                  </a:lnTo>
                  <a:lnTo>
                    <a:pt x="2937742" y="1083648"/>
                  </a:lnTo>
                  <a:lnTo>
                    <a:pt x="3008086" y="1089075"/>
                  </a:lnTo>
                  <a:lnTo>
                    <a:pt x="3078431" y="1094331"/>
                  </a:lnTo>
                  <a:lnTo>
                    <a:pt x="3148775" y="1099424"/>
                  </a:lnTo>
                  <a:lnTo>
                    <a:pt x="3219120" y="1104357"/>
                  </a:lnTo>
                  <a:lnTo>
                    <a:pt x="3289464" y="1109136"/>
                  </a:lnTo>
                  <a:lnTo>
                    <a:pt x="3359809" y="1113766"/>
                  </a:lnTo>
                  <a:lnTo>
                    <a:pt x="3430153" y="1118251"/>
                  </a:lnTo>
                  <a:lnTo>
                    <a:pt x="3500498" y="1122596"/>
                  </a:lnTo>
                  <a:lnTo>
                    <a:pt x="3570842" y="1126804"/>
                  </a:lnTo>
                  <a:lnTo>
                    <a:pt x="3641187" y="1130882"/>
                  </a:lnTo>
                  <a:lnTo>
                    <a:pt x="3711531" y="1134831"/>
                  </a:lnTo>
                  <a:lnTo>
                    <a:pt x="3781876" y="1138658"/>
                  </a:lnTo>
                  <a:lnTo>
                    <a:pt x="3852220" y="1142364"/>
                  </a:lnTo>
                  <a:lnTo>
                    <a:pt x="3922565" y="1145955"/>
                  </a:lnTo>
                  <a:lnTo>
                    <a:pt x="3992909" y="1149433"/>
                  </a:lnTo>
                  <a:lnTo>
                    <a:pt x="4063254" y="1152803"/>
                  </a:lnTo>
                  <a:lnTo>
                    <a:pt x="4133598" y="1156067"/>
                  </a:lnTo>
                  <a:lnTo>
                    <a:pt x="4203943" y="1159229"/>
                  </a:lnTo>
                  <a:lnTo>
                    <a:pt x="4274287" y="1162293"/>
                  </a:lnTo>
                  <a:lnTo>
                    <a:pt x="4344632" y="1165260"/>
                  </a:lnTo>
                  <a:lnTo>
                    <a:pt x="4414976" y="1168135"/>
                  </a:lnTo>
                  <a:lnTo>
                    <a:pt x="4485321" y="1170920"/>
                  </a:lnTo>
                  <a:lnTo>
                    <a:pt x="4555665" y="1173618"/>
                  </a:lnTo>
                  <a:lnTo>
                    <a:pt x="4626010" y="1176231"/>
                  </a:lnTo>
                  <a:lnTo>
                    <a:pt x="4696354" y="1178763"/>
                  </a:lnTo>
                  <a:lnTo>
                    <a:pt x="4766699" y="1181216"/>
                  </a:lnTo>
                  <a:lnTo>
                    <a:pt x="4837043" y="1183592"/>
                  </a:lnTo>
                  <a:lnTo>
                    <a:pt x="4907388" y="1185893"/>
                  </a:lnTo>
                  <a:lnTo>
                    <a:pt x="4977732" y="1188123"/>
                  </a:lnTo>
                  <a:lnTo>
                    <a:pt x="5048077" y="1190283"/>
                  </a:lnTo>
                  <a:lnTo>
                    <a:pt x="5118421" y="1192375"/>
                  </a:lnTo>
                  <a:lnTo>
                    <a:pt x="5188766" y="1194402"/>
                  </a:lnTo>
                  <a:lnTo>
                    <a:pt x="5259110" y="1196366"/>
                  </a:lnTo>
                  <a:lnTo>
                    <a:pt x="5329455" y="1198268"/>
                  </a:lnTo>
                  <a:lnTo>
                    <a:pt x="5399799" y="1200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2750" y="2143092"/>
              <a:ext cx="6846666" cy="1242907"/>
            </a:xfrm>
            <a:custGeom>
              <a:avLst/>
              <a:pathLst>
                <a:path w="6846666" h="1242907">
                  <a:moveTo>
                    <a:pt x="6846666" y="1242907"/>
                  </a:moveTo>
                  <a:lnTo>
                    <a:pt x="6776322" y="1242048"/>
                  </a:lnTo>
                  <a:lnTo>
                    <a:pt x="6705977" y="1241138"/>
                  </a:lnTo>
                  <a:lnTo>
                    <a:pt x="6635633" y="1240174"/>
                  </a:lnTo>
                  <a:lnTo>
                    <a:pt x="6565288" y="1239151"/>
                  </a:lnTo>
                  <a:lnTo>
                    <a:pt x="6494944" y="1238067"/>
                  </a:lnTo>
                  <a:lnTo>
                    <a:pt x="6424599" y="1236918"/>
                  </a:lnTo>
                  <a:lnTo>
                    <a:pt x="6354255" y="1235700"/>
                  </a:lnTo>
                  <a:lnTo>
                    <a:pt x="6283910" y="1234409"/>
                  </a:lnTo>
                  <a:lnTo>
                    <a:pt x="6213566" y="1233041"/>
                  </a:lnTo>
                  <a:lnTo>
                    <a:pt x="6143221" y="1231590"/>
                  </a:lnTo>
                  <a:lnTo>
                    <a:pt x="6072877" y="1230052"/>
                  </a:lnTo>
                  <a:lnTo>
                    <a:pt x="6002532" y="1228421"/>
                  </a:lnTo>
                  <a:lnTo>
                    <a:pt x="5932188" y="1226693"/>
                  </a:lnTo>
                  <a:lnTo>
                    <a:pt x="5861843" y="1224861"/>
                  </a:lnTo>
                  <a:lnTo>
                    <a:pt x="5791499" y="1222919"/>
                  </a:lnTo>
                  <a:lnTo>
                    <a:pt x="5721154" y="1220860"/>
                  </a:lnTo>
                  <a:lnTo>
                    <a:pt x="5650810" y="1218678"/>
                  </a:lnTo>
                  <a:lnTo>
                    <a:pt x="5580465" y="1216365"/>
                  </a:lnTo>
                  <a:lnTo>
                    <a:pt x="5510121" y="1213913"/>
                  </a:lnTo>
                  <a:lnTo>
                    <a:pt x="5439776" y="1211313"/>
                  </a:lnTo>
                  <a:lnTo>
                    <a:pt x="5369432" y="1208558"/>
                  </a:lnTo>
                  <a:lnTo>
                    <a:pt x="5299087" y="1205636"/>
                  </a:lnTo>
                  <a:lnTo>
                    <a:pt x="5228743" y="1202540"/>
                  </a:lnTo>
                  <a:lnTo>
                    <a:pt x="5158398" y="1199258"/>
                  </a:lnTo>
                  <a:lnTo>
                    <a:pt x="5088054" y="1195778"/>
                  </a:lnTo>
                  <a:lnTo>
                    <a:pt x="5017709" y="1192090"/>
                  </a:lnTo>
                  <a:lnTo>
                    <a:pt x="4947365" y="1188180"/>
                  </a:lnTo>
                  <a:lnTo>
                    <a:pt x="4877020" y="1184035"/>
                  </a:lnTo>
                  <a:lnTo>
                    <a:pt x="4806676" y="1179641"/>
                  </a:lnTo>
                  <a:lnTo>
                    <a:pt x="4736331" y="1174984"/>
                  </a:lnTo>
                  <a:lnTo>
                    <a:pt x="4665987" y="1170047"/>
                  </a:lnTo>
                  <a:lnTo>
                    <a:pt x="4595642" y="1164813"/>
                  </a:lnTo>
                  <a:lnTo>
                    <a:pt x="4525298" y="1159265"/>
                  </a:lnTo>
                  <a:lnTo>
                    <a:pt x="4454954" y="1153384"/>
                  </a:lnTo>
                  <a:lnTo>
                    <a:pt x="4384609" y="1147150"/>
                  </a:lnTo>
                  <a:lnTo>
                    <a:pt x="4314265" y="1140541"/>
                  </a:lnTo>
                  <a:lnTo>
                    <a:pt x="4243920" y="1133536"/>
                  </a:lnTo>
                  <a:lnTo>
                    <a:pt x="4173576" y="1126110"/>
                  </a:lnTo>
                  <a:lnTo>
                    <a:pt x="4103231" y="1118238"/>
                  </a:lnTo>
                  <a:lnTo>
                    <a:pt x="4032887" y="1109893"/>
                  </a:lnTo>
                  <a:lnTo>
                    <a:pt x="3962542" y="1101047"/>
                  </a:lnTo>
                  <a:lnTo>
                    <a:pt x="3892198" y="1091670"/>
                  </a:lnTo>
                  <a:lnTo>
                    <a:pt x="3821853" y="1081730"/>
                  </a:lnTo>
                  <a:lnTo>
                    <a:pt x="3751509" y="1071193"/>
                  </a:lnTo>
                  <a:lnTo>
                    <a:pt x="3681164" y="1060024"/>
                  </a:lnTo>
                  <a:lnTo>
                    <a:pt x="3610820" y="1048183"/>
                  </a:lnTo>
                  <a:lnTo>
                    <a:pt x="3540475" y="1035632"/>
                  </a:lnTo>
                  <a:lnTo>
                    <a:pt x="3470131" y="1022327"/>
                  </a:lnTo>
                  <a:lnTo>
                    <a:pt x="3399786" y="1008223"/>
                  </a:lnTo>
                  <a:lnTo>
                    <a:pt x="3329442" y="993271"/>
                  </a:lnTo>
                  <a:lnTo>
                    <a:pt x="3259097" y="977423"/>
                  </a:lnTo>
                  <a:lnTo>
                    <a:pt x="3188753" y="960622"/>
                  </a:lnTo>
                  <a:lnTo>
                    <a:pt x="3118408" y="949758"/>
                  </a:lnTo>
                  <a:lnTo>
                    <a:pt x="3048064" y="939835"/>
                  </a:lnTo>
                  <a:lnTo>
                    <a:pt x="2977719" y="929591"/>
                  </a:lnTo>
                  <a:lnTo>
                    <a:pt x="2907375" y="919017"/>
                  </a:lnTo>
                  <a:lnTo>
                    <a:pt x="2837030" y="908102"/>
                  </a:lnTo>
                  <a:lnTo>
                    <a:pt x="2766686" y="896834"/>
                  </a:lnTo>
                  <a:lnTo>
                    <a:pt x="2696341" y="885202"/>
                  </a:lnTo>
                  <a:lnTo>
                    <a:pt x="2625997" y="873195"/>
                  </a:lnTo>
                  <a:lnTo>
                    <a:pt x="2555652" y="860801"/>
                  </a:lnTo>
                  <a:lnTo>
                    <a:pt x="2485308" y="848006"/>
                  </a:lnTo>
                  <a:lnTo>
                    <a:pt x="2414963" y="834799"/>
                  </a:lnTo>
                  <a:lnTo>
                    <a:pt x="2344619" y="821165"/>
                  </a:lnTo>
                  <a:lnTo>
                    <a:pt x="2274274" y="807091"/>
                  </a:lnTo>
                  <a:lnTo>
                    <a:pt x="2203930" y="792563"/>
                  </a:lnTo>
                  <a:lnTo>
                    <a:pt x="2133585" y="777566"/>
                  </a:lnTo>
                  <a:lnTo>
                    <a:pt x="2063241" y="762085"/>
                  </a:lnTo>
                  <a:lnTo>
                    <a:pt x="1992896" y="746104"/>
                  </a:lnTo>
                  <a:lnTo>
                    <a:pt x="1922552" y="729608"/>
                  </a:lnTo>
                  <a:lnTo>
                    <a:pt x="1852207" y="712579"/>
                  </a:lnTo>
                  <a:lnTo>
                    <a:pt x="1781863" y="695000"/>
                  </a:lnTo>
                  <a:lnTo>
                    <a:pt x="1711518" y="676854"/>
                  </a:lnTo>
                  <a:lnTo>
                    <a:pt x="1641174" y="658122"/>
                  </a:lnTo>
                  <a:lnTo>
                    <a:pt x="1570829" y="638786"/>
                  </a:lnTo>
                  <a:lnTo>
                    <a:pt x="1500485" y="618825"/>
                  </a:lnTo>
                  <a:lnTo>
                    <a:pt x="1430140" y="598220"/>
                  </a:lnTo>
                  <a:lnTo>
                    <a:pt x="1359796" y="576951"/>
                  </a:lnTo>
                  <a:lnTo>
                    <a:pt x="1289451" y="554994"/>
                  </a:lnTo>
                  <a:lnTo>
                    <a:pt x="1219107" y="532329"/>
                  </a:lnTo>
                  <a:lnTo>
                    <a:pt x="1148762" y="508933"/>
                  </a:lnTo>
                  <a:lnTo>
                    <a:pt x="1078418" y="484781"/>
                  </a:lnTo>
                  <a:lnTo>
                    <a:pt x="1008073" y="459850"/>
                  </a:lnTo>
                  <a:lnTo>
                    <a:pt x="937729" y="434114"/>
                  </a:lnTo>
                  <a:lnTo>
                    <a:pt x="867384" y="407547"/>
                  </a:lnTo>
                  <a:lnTo>
                    <a:pt x="797040" y="380123"/>
                  </a:lnTo>
                  <a:lnTo>
                    <a:pt x="726696" y="351814"/>
                  </a:lnTo>
                  <a:lnTo>
                    <a:pt x="656351" y="322591"/>
                  </a:lnTo>
                  <a:lnTo>
                    <a:pt x="586007" y="292424"/>
                  </a:lnTo>
                  <a:lnTo>
                    <a:pt x="515662" y="261284"/>
                  </a:lnTo>
                  <a:lnTo>
                    <a:pt x="445318" y="229139"/>
                  </a:lnTo>
                  <a:lnTo>
                    <a:pt x="374973" y="195957"/>
                  </a:lnTo>
                  <a:lnTo>
                    <a:pt x="304629" y="161703"/>
                  </a:lnTo>
                  <a:lnTo>
                    <a:pt x="234284" y="126344"/>
                  </a:lnTo>
                  <a:lnTo>
                    <a:pt x="163940" y="89844"/>
                  </a:lnTo>
                  <a:lnTo>
                    <a:pt x="93595" y="52165"/>
                  </a:lnTo>
                  <a:lnTo>
                    <a:pt x="23251" y="132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89096" y="2143092"/>
              <a:ext cx="5910320" cy="1228634"/>
            </a:xfrm>
            <a:custGeom>
              <a:avLst/>
              <a:pathLst>
                <a:path w="5910320" h="1228634">
                  <a:moveTo>
                    <a:pt x="0" y="0"/>
                  </a:moveTo>
                  <a:lnTo>
                    <a:pt x="1383" y="1137"/>
                  </a:lnTo>
                  <a:lnTo>
                    <a:pt x="71727" y="56457"/>
                  </a:lnTo>
                  <a:lnTo>
                    <a:pt x="142072" y="109340"/>
                  </a:lnTo>
                  <a:lnTo>
                    <a:pt x="212416" y="159894"/>
                  </a:lnTo>
                  <a:lnTo>
                    <a:pt x="282761" y="208221"/>
                  </a:lnTo>
                  <a:lnTo>
                    <a:pt x="353105" y="254421"/>
                  </a:lnTo>
                  <a:lnTo>
                    <a:pt x="423450" y="298585"/>
                  </a:lnTo>
                  <a:lnTo>
                    <a:pt x="493794" y="340804"/>
                  </a:lnTo>
                  <a:lnTo>
                    <a:pt x="564139" y="381164"/>
                  </a:lnTo>
                  <a:lnTo>
                    <a:pt x="634483" y="419747"/>
                  </a:lnTo>
                  <a:lnTo>
                    <a:pt x="704828" y="456630"/>
                  </a:lnTo>
                  <a:lnTo>
                    <a:pt x="775172" y="491888"/>
                  </a:lnTo>
                  <a:lnTo>
                    <a:pt x="845517" y="525594"/>
                  </a:lnTo>
                  <a:lnTo>
                    <a:pt x="915861" y="557816"/>
                  </a:lnTo>
                  <a:lnTo>
                    <a:pt x="986206" y="588618"/>
                  </a:lnTo>
                  <a:lnTo>
                    <a:pt x="1056550" y="618064"/>
                  </a:lnTo>
                  <a:lnTo>
                    <a:pt x="1126895" y="646212"/>
                  </a:lnTo>
                  <a:lnTo>
                    <a:pt x="1197239" y="673122"/>
                  </a:lnTo>
                  <a:lnTo>
                    <a:pt x="1267584" y="698846"/>
                  </a:lnTo>
                  <a:lnTo>
                    <a:pt x="1337928" y="723437"/>
                  </a:lnTo>
                  <a:lnTo>
                    <a:pt x="1408272" y="746945"/>
                  </a:lnTo>
                  <a:lnTo>
                    <a:pt x="1478617" y="769417"/>
                  </a:lnTo>
                  <a:lnTo>
                    <a:pt x="1548961" y="790900"/>
                  </a:lnTo>
                  <a:lnTo>
                    <a:pt x="1619306" y="811437"/>
                  </a:lnTo>
                  <a:lnTo>
                    <a:pt x="1689650" y="831069"/>
                  </a:lnTo>
                  <a:lnTo>
                    <a:pt x="1759995" y="849837"/>
                  </a:lnTo>
                  <a:lnTo>
                    <a:pt x="1830339" y="867778"/>
                  </a:lnTo>
                  <a:lnTo>
                    <a:pt x="1900684" y="884929"/>
                  </a:lnTo>
                  <a:lnTo>
                    <a:pt x="1971028" y="901325"/>
                  </a:lnTo>
                  <a:lnTo>
                    <a:pt x="2041373" y="916998"/>
                  </a:lnTo>
                  <a:lnTo>
                    <a:pt x="2111717" y="931982"/>
                  </a:lnTo>
                  <a:lnTo>
                    <a:pt x="2182062" y="946305"/>
                  </a:lnTo>
                  <a:lnTo>
                    <a:pt x="2252406" y="959997"/>
                  </a:lnTo>
                  <a:lnTo>
                    <a:pt x="2322751" y="973087"/>
                  </a:lnTo>
                  <a:lnTo>
                    <a:pt x="2393095" y="985600"/>
                  </a:lnTo>
                  <a:lnTo>
                    <a:pt x="2463440" y="997562"/>
                  </a:lnTo>
                  <a:lnTo>
                    <a:pt x="2533784" y="1008997"/>
                  </a:lnTo>
                  <a:lnTo>
                    <a:pt x="2604129" y="1019928"/>
                  </a:lnTo>
                  <a:lnTo>
                    <a:pt x="2674473" y="1030378"/>
                  </a:lnTo>
                  <a:lnTo>
                    <a:pt x="2744818" y="1040368"/>
                  </a:lnTo>
                  <a:lnTo>
                    <a:pt x="2815162" y="1049918"/>
                  </a:lnTo>
                  <a:lnTo>
                    <a:pt x="2885507" y="1059047"/>
                  </a:lnTo>
                  <a:lnTo>
                    <a:pt x="2955851" y="1067774"/>
                  </a:lnTo>
                  <a:lnTo>
                    <a:pt x="3026196" y="1076117"/>
                  </a:lnTo>
                  <a:lnTo>
                    <a:pt x="3096540" y="1084092"/>
                  </a:lnTo>
                  <a:lnTo>
                    <a:pt x="3166885" y="1091716"/>
                  </a:lnTo>
                  <a:lnTo>
                    <a:pt x="3237229" y="1099004"/>
                  </a:lnTo>
                  <a:lnTo>
                    <a:pt x="3307574" y="1105972"/>
                  </a:lnTo>
                  <a:lnTo>
                    <a:pt x="3377918" y="1112632"/>
                  </a:lnTo>
                  <a:lnTo>
                    <a:pt x="3448263" y="1118999"/>
                  </a:lnTo>
                  <a:lnTo>
                    <a:pt x="3518607" y="1125086"/>
                  </a:lnTo>
                  <a:lnTo>
                    <a:pt x="3588952" y="1130905"/>
                  </a:lnTo>
                  <a:lnTo>
                    <a:pt x="3659296" y="1136467"/>
                  </a:lnTo>
                  <a:lnTo>
                    <a:pt x="3729641" y="1141784"/>
                  </a:lnTo>
                  <a:lnTo>
                    <a:pt x="3799985" y="1146868"/>
                  </a:lnTo>
                  <a:lnTo>
                    <a:pt x="3870330" y="1151727"/>
                  </a:lnTo>
                  <a:lnTo>
                    <a:pt x="3940674" y="1156372"/>
                  </a:lnTo>
                  <a:lnTo>
                    <a:pt x="4011019" y="1160813"/>
                  </a:lnTo>
                  <a:lnTo>
                    <a:pt x="4081363" y="1165058"/>
                  </a:lnTo>
                  <a:lnTo>
                    <a:pt x="4151708" y="1169116"/>
                  </a:lnTo>
                  <a:lnTo>
                    <a:pt x="4222052" y="1172996"/>
                  </a:lnTo>
                  <a:lnTo>
                    <a:pt x="4292397" y="1176704"/>
                  </a:lnTo>
                  <a:lnTo>
                    <a:pt x="4362741" y="1180250"/>
                  </a:lnTo>
                  <a:lnTo>
                    <a:pt x="4433086" y="1183639"/>
                  </a:lnTo>
                  <a:lnTo>
                    <a:pt x="4503430" y="1186879"/>
                  </a:lnTo>
                  <a:lnTo>
                    <a:pt x="4573775" y="1189976"/>
                  </a:lnTo>
                  <a:lnTo>
                    <a:pt x="4644119" y="1192937"/>
                  </a:lnTo>
                  <a:lnTo>
                    <a:pt x="4714464" y="1195767"/>
                  </a:lnTo>
                  <a:lnTo>
                    <a:pt x="4784808" y="1198473"/>
                  </a:lnTo>
                  <a:lnTo>
                    <a:pt x="4855153" y="1201059"/>
                  </a:lnTo>
                  <a:lnTo>
                    <a:pt x="4925497" y="1203532"/>
                  </a:lnTo>
                  <a:lnTo>
                    <a:pt x="4995842" y="1205895"/>
                  </a:lnTo>
                  <a:lnTo>
                    <a:pt x="5066186" y="1208155"/>
                  </a:lnTo>
                  <a:lnTo>
                    <a:pt x="5136530" y="1210315"/>
                  </a:lnTo>
                  <a:lnTo>
                    <a:pt x="5206875" y="1212380"/>
                  </a:lnTo>
                  <a:lnTo>
                    <a:pt x="5277219" y="1214354"/>
                  </a:lnTo>
                  <a:lnTo>
                    <a:pt x="5347564" y="1216241"/>
                  </a:lnTo>
                  <a:lnTo>
                    <a:pt x="5417908" y="1218045"/>
                  </a:lnTo>
                  <a:lnTo>
                    <a:pt x="5488253" y="1219770"/>
                  </a:lnTo>
                  <a:lnTo>
                    <a:pt x="5558597" y="1221418"/>
                  </a:lnTo>
                  <a:lnTo>
                    <a:pt x="5628942" y="1222994"/>
                  </a:lnTo>
                  <a:lnTo>
                    <a:pt x="5699286" y="1224501"/>
                  </a:lnTo>
                  <a:lnTo>
                    <a:pt x="5769631" y="1225941"/>
                  </a:lnTo>
                  <a:lnTo>
                    <a:pt x="5839975" y="1227318"/>
                  </a:lnTo>
                  <a:lnTo>
                    <a:pt x="5910320" y="12286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352750" y="4336484"/>
              <a:ext cx="6846666" cy="1242907"/>
            </a:xfrm>
            <a:custGeom>
              <a:avLst/>
              <a:pathLst>
                <a:path w="6846666" h="1242907">
                  <a:moveTo>
                    <a:pt x="1446867" y="0"/>
                  </a:moveTo>
                  <a:lnTo>
                    <a:pt x="1500485" y="55024"/>
                  </a:lnTo>
                  <a:lnTo>
                    <a:pt x="1570829" y="123125"/>
                  </a:lnTo>
                  <a:lnTo>
                    <a:pt x="1641174" y="187368"/>
                  </a:lnTo>
                  <a:lnTo>
                    <a:pt x="1711518" y="247972"/>
                  </a:lnTo>
                  <a:lnTo>
                    <a:pt x="1781863" y="305142"/>
                  </a:lnTo>
                  <a:lnTo>
                    <a:pt x="1852207" y="359074"/>
                  </a:lnTo>
                  <a:lnTo>
                    <a:pt x="1922552" y="409951"/>
                  </a:lnTo>
                  <a:lnTo>
                    <a:pt x="1992896" y="457946"/>
                  </a:lnTo>
                  <a:lnTo>
                    <a:pt x="2063241" y="503222"/>
                  </a:lnTo>
                  <a:lnTo>
                    <a:pt x="2133585" y="545934"/>
                  </a:lnTo>
                  <a:lnTo>
                    <a:pt x="2203930" y="586225"/>
                  </a:lnTo>
                  <a:lnTo>
                    <a:pt x="2274274" y="624235"/>
                  </a:lnTo>
                  <a:lnTo>
                    <a:pt x="2344619" y="660091"/>
                  </a:lnTo>
                  <a:lnTo>
                    <a:pt x="2414963" y="693916"/>
                  </a:lnTo>
                  <a:lnTo>
                    <a:pt x="2485308" y="725825"/>
                  </a:lnTo>
                  <a:lnTo>
                    <a:pt x="2555652" y="755926"/>
                  </a:lnTo>
                  <a:lnTo>
                    <a:pt x="2625997" y="784322"/>
                  </a:lnTo>
                  <a:lnTo>
                    <a:pt x="2696341" y="811110"/>
                  </a:lnTo>
                  <a:lnTo>
                    <a:pt x="2766686" y="836380"/>
                  </a:lnTo>
                  <a:lnTo>
                    <a:pt x="2837030" y="860219"/>
                  </a:lnTo>
                  <a:lnTo>
                    <a:pt x="2907375" y="882707"/>
                  </a:lnTo>
                  <a:lnTo>
                    <a:pt x="2977719" y="903921"/>
                  </a:lnTo>
                  <a:lnTo>
                    <a:pt x="3048064" y="923934"/>
                  </a:lnTo>
                  <a:lnTo>
                    <a:pt x="3118408" y="942813"/>
                  </a:lnTo>
                  <a:lnTo>
                    <a:pt x="3188753" y="959371"/>
                  </a:lnTo>
                  <a:lnTo>
                    <a:pt x="3259097" y="968684"/>
                  </a:lnTo>
                  <a:lnTo>
                    <a:pt x="3329442" y="977705"/>
                  </a:lnTo>
                  <a:lnTo>
                    <a:pt x="3399786" y="986444"/>
                  </a:lnTo>
                  <a:lnTo>
                    <a:pt x="3470131" y="994910"/>
                  </a:lnTo>
                  <a:lnTo>
                    <a:pt x="3540475" y="1003111"/>
                  </a:lnTo>
                  <a:lnTo>
                    <a:pt x="3610820" y="1011056"/>
                  </a:lnTo>
                  <a:lnTo>
                    <a:pt x="3681164" y="1018753"/>
                  </a:lnTo>
                  <a:lnTo>
                    <a:pt x="3751509" y="1026208"/>
                  </a:lnTo>
                  <a:lnTo>
                    <a:pt x="3821853" y="1033431"/>
                  </a:lnTo>
                  <a:lnTo>
                    <a:pt x="3892198" y="1040428"/>
                  </a:lnTo>
                  <a:lnTo>
                    <a:pt x="3962542" y="1047206"/>
                  </a:lnTo>
                  <a:lnTo>
                    <a:pt x="4032887" y="1053772"/>
                  </a:lnTo>
                  <a:lnTo>
                    <a:pt x="4103231" y="1060132"/>
                  </a:lnTo>
                  <a:lnTo>
                    <a:pt x="4173576" y="1066294"/>
                  </a:lnTo>
                  <a:lnTo>
                    <a:pt x="4243920" y="1072264"/>
                  </a:lnTo>
                  <a:lnTo>
                    <a:pt x="4314265" y="1078046"/>
                  </a:lnTo>
                  <a:lnTo>
                    <a:pt x="4384609" y="1083648"/>
                  </a:lnTo>
                  <a:lnTo>
                    <a:pt x="4454954" y="1089075"/>
                  </a:lnTo>
                  <a:lnTo>
                    <a:pt x="4525298" y="1094331"/>
                  </a:lnTo>
                  <a:lnTo>
                    <a:pt x="4595642" y="1099424"/>
                  </a:lnTo>
                  <a:lnTo>
                    <a:pt x="4665987" y="1104357"/>
                  </a:lnTo>
                  <a:lnTo>
                    <a:pt x="4736331" y="1109136"/>
                  </a:lnTo>
                  <a:lnTo>
                    <a:pt x="4806676" y="1113766"/>
                  </a:lnTo>
                  <a:lnTo>
                    <a:pt x="4877020" y="1118251"/>
                  </a:lnTo>
                  <a:lnTo>
                    <a:pt x="4947365" y="1122596"/>
                  </a:lnTo>
                  <a:lnTo>
                    <a:pt x="5017709" y="1126804"/>
                  </a:lnTo>
                  <a:lnTo>
                    <a:pt x="5088054" y="1130882"/>
                  </a:lnTo>
                  <a:lnTo>
                    <a:pt x="5158398" y="1134831"/>
                  </a:lnTo>
                  <a:lnTo>
                    <a:pt x="5228743" y="1138658"/>
                  </a:lnTo>
                  <a:lnTo>
                    <a:pt x="5299087" y="1142364"/>
                  </a:lnTo>
                  <a:lnTo>
                    <a:pt x="5369432" y="1145955"/>
                  </a:lnTo>
                  <a:lnTo>
                    <a:pt x="5439776" y="1149433"/>
                  </a:lnTo>
                  <a:lnTo>
                    <a:pt x="5510121" y="1152803"/>
                  </a:lnTo>
                  <a:lnTo>
                    <a:pt x="5580465" y="1156067"/>
                  </a:lnTo>
                  <a:lnTo>
                    <a:pt x="5650810" y="1159229"/>
                  </a:lnTo>
                  <a:lnTo>
                    <a:pt x="5721154" y="1162293"/>
                  </a:lnTo>
                  <a:lnTo>
                    <a:pt x="5791499" y="1165260"/>
                  </a:lnTo>
                  <a:lnTo>
                    <a:pt x="5861843" y="1168135"/>
                  </a:lnTo>
                  <a:lnTo>
                    <a:pt x="5932188" y="1170920"/>
                  </a:lnTo>
                  <a:lnTo>
                    <a:pt x="6002532" y="1173618"/>
                  </a:lnTo>
                  <a:lnTo>
                    <a:pt x="6072877" y="1176231"/>
                  </a:lnTo>
                  <a:lnTo>
                    <a:pt x="6143221" y="1178763"/>
                  </a:lnTo>
                  <a:lnTo>
                    <a:pt x="6213566" y="1181216"/>
                  </a:lnTo>
                  <a:lnTo>
                    <a:pt x="6283910" y="1183592"/>
                  </a:lnTo>
                  <a:lnTo>
                    <a:pt x="6354255" y="1185893"/>
                  </a:lnTo>
                  <a:lnTo>
                    <a:pt x="6424599" y="1188123"/>
                  </a:lnTo>
                  <a:lnTo>
                    <a:pt x="6494944" y="1190283"/>
                  </a:lnTo>
                  <a:lnTo>
                    <a:pt x="6565288" y="1192375"/>
                  </a:lnTo>
                  <a:lnTo>
                    <a:pt x="6635633" y="1194402"/>
                  </a:lnTo>
                  <a:lnTo>
                    <a:pt x="6705977" y="1196366"/>
                  </a:lnTo>
                  <a:lnTo>
                    <a:pt x="6776322" y="1198268"/>
                  </a:lnTo>
                  <a:lnTo>
                    <a:pt x="6846666" y="1200111"/>
                  </a:lnTo>
                  <a:lnTo>
                    <a:pt x="6846666" y="1242907"/>
                  </a:lnTo>
                  <a:lnTo>
                    <a:pt x="6776322" y="1242048"/>
                  </a:lnTo>
                  <a:lnTo>
                    <a:pt x="6705977" y="1241138"/>
                  </a:lnTo>
                  <a:lnTo>
                    <a:pt x="6635633" y="1240174"/>
                  </a:lnTo>
                  <a:lnTo>
                    <a:pt x="6565288" y="1239151"/>
                  </a:lnTo>
                  <a:lnTo>
                    <a:pt x="6494944" y="1238067"/>
                  </a:lnTo>
                  <a:lnTo>
                    <a:pt x="6424599" y="1236918"/>
                  </a:lnTo>
                  <a:lnTo>
                    <a:pt x="6354255" y="1235700"/>
                  </a:lnTo>
                  <a:lnTo>
                    <a:pt x="6283910" y="1234409"/>
                  </a:lnTo>
                  <a:lnTo>
                    <a:pt x="6213566" y="1233041"/>
                  </a:lnTo>
                  <a:lnTo>
                    <a:pt x="6143221" y="1231590"/>
                  </a:lnTo>
                  <a:lnTo>
                    <a:pt x="6072877" y="1230052"/>
                  </a:lnTo>
                  <a:lnTo>
                    <a:pt x="6002532" y="1228421"/>
                  </a:lnTo>
                  <a:lnTo>
                    <a:pt x="5932188" y="1226693"/>
                  </a:lnTo>
                  <a:lnTo>
                    <a:pt x="5861843" y="1224861"/>
                  </a:lnTo>
                  <a:lnTo>
                    <a:pt x="5791499" y="1222919"/>
                  </a:lnTo>
                  <a:lnTo>
                    <a:pt x="5721154" y="1220860"/>
                  </a:lnTo>
                  <a:lnTo>
                    <a:pt x="5650810" y="1218678"/>
                  </a:lnTo>
                  <a:lnTo>
                    <a:pt x="5580465" y="1216365"/>
                  </a:lnTo>
                  <a:lnTo>
                    <a:pt x="5510121" y="1213913"/>
                  </a:lnTo>
                  <a:lnTo>
                    <a:pt x="5439776" y="1211313"/>
                  </a:lnTo>
                  <a:lnTo>
                    <a:pt x="5369432" y="1208558"/>
                  </a:lnTo>
                  <a:lnTo>
                    <a:pt x="5299087" y="1205636"/>
                  </a:lnTo>
                  <a:lnTo>
                    <a:pt x="5228743" y="1202540"/>
                  </a:lnTo>
                  <a:lnTo>
                    <a:pt x="5158398" y="1199258"/>
                  </a:lnTo>
                  <a:lnTo>
                    <a:pt x="5088054" y="1195778"/>
                  </a:lnTo>
                  <a:lnTo>
                    <a:pt x="5017709" y="1192090"/>
                  </a:lnTo>
                  <a:lnTo>
                    <a:pt x="4947365" y="1188180"/>
                  </a:lnTo>
                  <a:lnTo>
                    <a:pt x="4877020" y="1184035"/>
                  </a:lnTo>
                  <a:lnTo>
                    <a:pt x="4806676" y="1179641"/>
                  </a:lnTo>
                  <a:lnTo>
                    <a:pt x="4736331" y="1174984"/>
                  </a:lnTo>
                  <a:lnTo>
                    <a:pt x="4665987" y="1170047"/>
                  </a:lnTo>
                  <a:lnTo>
                    <a:pt x="4595642" y="1164813"/>
                  </a:lnTo>
                  <a:lnTo>
                    <a:pt x="4525298" y="1159265"/>
                  </a:lnTo>
                  <a:lnTo>
                    <a:pt x="4454954" y="1153384"/>
                  </a:lnTo>
                  <a:lnTo>
                    <a:pt x="4384609" y="1147150"/>
                  </a:lnTo>
                  <a:lnTo>
                    <a:pt x="4314265" y="1140541"/>
                  </a:lnTo>
                  <a:lnTo>
                    <a:pt x="4243920" y="1133536"/>
                  </a:lnTo>
                  <a:lnTo>
                    <a:pt x="4173576" y="1126110"/>
                  </a:lnTo>
                  <a:lnTo>
                    <a:pt x="4103231" y="1118238"/>
                  </a:lnTo>
                  <a:lnTo>
                    <a:pt x="4032887" y="1109893"/>
                  </a:lnTo>
                  <a:lnTo>
                    <a:pt x="3962542" y="1101047"/>
                  </a:lnTo>
                  <a:lnTo>
                    <a:pt x="3892198" y="1091670"/>
                  </a:lnTo>
                  <a:lnTo>
                    <a:pt x="3821853" y="1081730"/>
                  </a:lnTo>
                  <a:lnTo>
                    <a:pt x="3751509" y="1071193"/>
                  </a:lnTo>
                  <a:lnTo>
                    <a:pt x="3681164" y="1060024"/>
                  </a:lnTo>
                  <a:lnTo>
                    <a:pt x="3610820" y="1048183"/>
                  </a:lnTo>
                  <a:lnTo>
                    <a:pt x="3540475" y="1035632"/>
                  </a:lnTo>
                  <a:lnTo>
                    <a:pt x="3470131" y="1022327"/>
                  </a:lnTo>
                  <a:lnTo>
                    <a:pt x="3399786" y="1008223"/>
                  </a:lnTo>
                  <a:lnTo>
                    <a:pt x="3329442" y="993271"/>
                  </a:lnTo>
                  <a:lnTo>
                    <a:pt x="3259097" y="977423"/>
                  </a:lnTo>
                  <a:lnTo>
                    <a:pt x="3188753" y="960622"/>
                  </a:lnTo>
                  <a:lnTo>
                    <a:pt x="3118408" y="949758"/>
                  </a:lnTo>
                  <a:lnTo>
                    <a:pt x="3048064" y="939835"/>
                  </a:lnTo>
                  <a:lnTo>
                    <a:pt x="2977719" y="929591"/>
                  </a:lnTo>
                  <a:lnTo>
                    <a:pt x="2907375" y="919017"/>
                  </a:lnTo>
                  <a:lnTo>
                    <a:pt x="2837030" y="908102"/>
                  </a:lnTo>
                  <a:lnTo>
                    <a:pt x="2766686" y="896834"/>
                  </a:lnTo>
                  <a:lnTo>
                    <a:pt x="2696341" y="885202"/>
                  </a:lnTo>
                  <a:lnTo>
                    <a:pt x="2625997" y="873195"/>
                  </a:lnTo>
                  <a:lnTo>
                    <a:pt x="2555652" y="860801"/>
                  </a:lnTo>
                  <a:lnTo>
                    <a:pt x="2485308" y="848006"/>
                  </a:lnTo>
                  <a:lnTo>
                    <a:pt x="2414963" y="834799"/>
                  </a:lnTo>
                  <a:lnTo>
                    <a:pt x="2344619" y="821165"/>
                  </a:lnTo>
                  <a:lnTo>
                    <a:pt x="2274274" y="807091"/>
                  </a:lnTo>
                  <a:lnTo>
                    <a:pt x="2203930" y="792563"/>
                  </a:lnTo>
                  <a:lnTo>
                    <a:pt x="2133585" y="777566"/>
                  </a:lnTo>
                  <a:lnTo>
                    <a:pt x="2063241" y="762085"/>
                  </a:lnTo>
                  <a:lnTo>
                    <a:pt x="1992896" y="746104"/>
                  </a:lnTo>
                  <a:lnTo>
                    <a:pt x="1922552" y="729608"/>
                  </a:lnTo>
                  <a:lnTo>
                    <a:pt x="1852207" y="712579"/>
                  </a:lnTo>
                  <a:lnTo>
                    <a:pt x="1781863" y="695000"/>
                  </a:lnTo>
                  <a:lnTo>
                    <a:pt x="1711518" y="676854"/>
                  </a:lnTo>
                  <a:lnTo>
                    <a:pt x="1641174" y="658122"/>
                  </a:lnTo>
                  <a:lnTo>
                    <a:pt x="1570829" y="638786"/>
                  </a:lnTo>
                  <a:lnTo>
                    <a:pt x="1500485" y="618825"/>
                  </a:lnTo>
                  <a:lnTo>
                    <a:pt x="1430140" y="598220"/>
                  </a:lnTo>
                  <a:lnTo>
                    <a:pt x="1359796" y="576951"/>
                  </a:lnTo>
                  <a:lnTo>
                    <a:pt x="1289451" y="554994"/>
                  </a:lnTo>
                  <a:lnTo>
                    <a:pt x="1219107" y="532329"/>
                  </a:lnTo>
                  <a:lnTo>
                    <a:pt x="1148762" y="508933"/>
                  </a:lnTo>
                  <a:lnTo>
                    <a:pt x="1078418" y="484781"/>
                  </a:lnTo>
                  <a:lnTo>
                    <a:pt x="1008073" y="459850"/>
                  </a:lnTo>
                  <a:lnTo>
                    <a:pt x="937729" y="434114"/>
                  </a:lnTo>
                  <a:lnTo>
                    <a:pt x="867384" y="407547"/>
                  </a:lnTo>
                  <a:lnTo>
                    <a:pt x="797040" y="380123"/>
                  </a:lnTo>
                  <a:lnTo>
                    <a:pt x="726696" y="351814"/>
                  </a:lnTo>
                  <a:lnTo>
                    <a:pt x="656351" y="322591"/>
                  </a:lnTo>
                  <a:lnTo>
                    <a:pt x="586007" y="292424"/>
                  </a:lnTo>
                  <a:lnTo>
                    <a:pt x="515662" y="261284"/>
                  </a:lnTo>
                  <a:lnTo>
                    <a:pt x="445318" y="229139"/>
                  </a:lnTo>
                  <a:lnTo>
                    <a:pt x="374973" y="195957"/>
                  </a:lnTo>
                  <a:lnTo>
                    <a:pt x="304629" y="161703"/>
                  </a:lnTo>
                  <a:lnTo>
                    <a:pt x="234284" y="126344"/>
                  </a:lnTo>
                  <a:lnTo>
                    <a:pt x="163940" y="89844"/>
                  </a:lnTo>
                  <a:lnTo>
                    <a:pt x="93595" y="52165"/>
                  </a:lnTo>
                  <a:lnTo>
                    <a:pt x="23251" y="13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799617" y="4336484"/>
              <a:ext cx="5399799" cy="1200111"/>
            </a:xfrm>
            <a:custGeom>
              <a:avLst/>
              <a:pathLst>
                <a:path w="5399799" h="1200111">
                  <a:moveTo>
                    <a:pt x="0" y="0"/>
                  </a:moveTo>
                  <a:lnTo>
                    <a:pt x="53618" y="55024"/>
                  </a:lnTo>
                  <a:lnTo>
                    <a:pt x="123962" y="123125"/>
                  </a:lnTo>
                  <a:lnTo>
                    <a:pt x="194307" y="187368"/>
                  </a:lnTo>
                  <a:lnTo>
                    <a:pt x="264651" y="247972"/>
                  </a:lnTo>
                  <a:lnTo>
                    <a:pt x="334996" y="305142"/>
                  </a:lnTo>
                  <a:lnTo>
                    <a:pt x="405340" y="359074"/>
                  </a:lnTo>
                  <a:lnTo>
                    <a:pt x="475685" y="409951"/>
                  </a:lnTo>
                  <a:lnTo>
                    <a:pt x="546029" y="457946"/>
                  </a:lnTo>
                  <a:lnTo>
                    <a:pt x="616374" y="503222"/>
                  </a:lnTo>
                  <a:lnTo>
                    <a:pt x="686718" y="545934"/>
                  </a:lnTo>
                  <a:lnTo>
                    <a:pt x="757063" y="586225"/>
                  </a:lnTo>
                  <a:lnTo>
                    <a:pt x="827407" y="624235"/>
                  </a:lnTo>
                  <a:lnTo>
                    <a:pt x="897752" y="660091"/>
                  </a:lnTo>
                  <a:lnTo>
                    <a:pt x="968096" y="693916"/>
                  </a:lnTo>
                  <a:lnTo>
                    <a:pt x="1038441" y="725825"/>
                  </a:lnTo>
                  <a:lnTo>
                    <a:pt x="1108785" y="755926"/>
                  </a:lnTo>
                  <a:lnTo>
                    <a:pt x="1179130" y="784322"/>
                  </a:lnTo>
                  <a:lnTo>
                    <a:pt x="1249474" y="811110"/>
                  </a:lnTo>
                  <a:lnTo>
                    <a:pt x="1319819" y="836380"/>
                  </a:lnTo>
                  <a:lnTo>
                    <a:pt x="1390163" y="860219"/>
                  </a:lnTo>
                  <a:lnTo>
                    <a:pt x="1460508" y="882707"/>
                  </a:lnTo>
                  <a:lnTo>
                    <a:pt x="1530852" y="903921"/>
                  </a:lnTo>
                  <a:lnTo>
                    <a:pt x="1601197" y="923934"/>
                  </a:lnTo>
                  <a:lnTo>
                    <a:pt x="1671541" y="942813"/>
                  </a:lnTo>
                  <a:lnTo>
                    <a:pt x="1741886" y="959371"/>
                  </a:lnTo>
                  <a:lnTo>
                    <a:pt x="1812230" y="968684"/>
                  </a:lnTo>
                  <a:lnTo>
                    <a:pt x="1882574" y="977705"/>
                  </a:lnTo>
                  <a:lnTo>
                    <a:pt x="1952919" y="986444"/>
                  </a:lnTo>
                  <a:lnTo>
                    <a:pt x="2023263" y="994910"/>
                  </a:lnTo>
                  <a:lnTo>
                    <a:pt x="2093608" y="1003111"/>
                  </a:lnTo>
                  <a:lnTo>
                    <a:pt x="2163952" y="1011056"/>
                  </a:lnTo>
                  <a:lnTo>
                    <a:pt x="2234297" y="1018753"/>
                  </a:lnTo>
                  <a:lnTo>
                    <a:pt x="2304641" y="1026208"/>
                  </a:lnTo>
                  <a:lnTo>
                    <a:pt x="2374986" y="1033431"/>
                  </a:lnTo>
                  <a:lnTo>
                    <a:pt x="2445330" y="1040428"/>
                  </a:lnTo>
                  <a:lnTo>
                    <a:pt x="2515675" y="1047206"/>
                  </a:lnTo>
                  <a:lnTo>
                    <a:pt x="2586019" y="1053772"/>
                  </a:lnTo>
                  <a:lnTo>
                    <a:pt x="2656364" y="1060132"/>
                  </a:lnTo>
                  <a:lnTo>
                    <a:pt x="2726708" y="1066294"/>
                  </a:lnTo>
                  <a:lnTo>
                    <a:pt x="2797053" y="1072264"/>
                  </a:lnTo>
                  <a:lnTo>
                    <a:pt x="2867397" y="1078046"/>
                  </a:lnTo>
                  <a:lnTo>
                    <a:pt x="2937742" y="1083648"/>
                  </a:lnTo>
                  <a:lnTo>
                    <a:pt x="3008086" y="1089075"/>
                  </a:lnTo>
                  <a:lnTo>
                    <a:pt x="3078431" y="1094331"/>
                  </a:lnTo>
                  <a:lnTo>
                    <a:pt x="3148775" y="1099424"/>
                  </a:lnTo>
                  <a:lnTo>
                    <a:pt x="3219120" y="1104357"/>
                  </a:lnTo>
                  <a:lnTo>
                    <a:pt x="3289464" y="1109136"/>
                  </a:lnTo>
                  <a:lnTo>
                    <a:pt x="3359809" y="1113766"/>
                  </a:lnTo>
                  <a:lnTo>
                    <a:pt x="3430153" y="1118251"/>
                  </a:lnTo>
                  <a:lnTo>
                    <a:pt x="3500498" y="1122596"/>
                  </a:lnTo>
                  <a:lnTo>
                    <a:pt x="3570842" y="1126804"/>
                  </a:lnTo>
                  <a:lnTo>
                    <a:pt x="3641187" y="1130882"/>
                  </a:lnTo>
                  <a:lnTo>
                    <a:pt x="3711531" y="1134831"/>
                  </a:lnTo>
                  <a:lnTo>
                    <a:pt x="3781876" y="1138658"/>
                  </a:lnTo>
                  <a:lnTo>
                    <a:pt x="3852220" y="1142364"/>
                  </a:lnTo>
                  <a:lnTo>
                    <a:pt x="3922565" y="1145955"/>
                  </a:lnTo>
                  <a:lnTo>
                    <a:pt x="3992909" y="1149433"/>
                  </a:lnTo>
                  <a:lnTo>
                    <a:pt x="4063254" y="1152803"/>
                  </a:lnTo>
                  <a:lnTo>
                    <a:pt x="4133598" y="1156067"/>
                  </a:lnTo>
                  <a:lnTo>
                    <a:pt x="4203943" y="1159229"/>
                  </a:lnTo>
                  <a:lnTo>
                    <a:pt x="4274287" y="1162293"/>
                  </a:lnTo>
                  <a:lnTo>
                    <a:pt x="4344632" y="1165260"/>
                  </a:lnTo>
                  <a:lnTo>
                    <a:pt x="4414976" y="1168135"/>
                  </a:lnTo>
                  <a:lnTo>
                    <a:pt x="4485321" y="1170920"/>
                  </a:lnTo>
                  <a:lnTo>
                    <a:pt x="4555665" y="1173618"/>
                  </a:lnTo>
                  <a:lnTo>
                    <a:pt x="4626010" y="1176231"/>
                  </a:lnTo>
                  <a:lnTo>
                    <a:pt x="4696354" y="1178763"/>
                  </a:lnTo>
                  <a:lnTo>
                    <a:pt x="4766699" y="1181216"/>
                  </a:lnTo>
                  <a:lnTo>
                    <a:pt x="4837043" y="1183592"/>
                  </a:lnTo>
                  <a:lnTo>
                    <a:pt x="4907388" y="1185893"/>
                  </a:lnTo>
                  <a:lnTo>
                    <a:pt x="4977732" y="1188123"/>
                  </a:lnTo>
                  <a:lnTo>
                    <a:pt x="5048077" y="1190283"/>
                  </a:lnTo>
                  <a:lnTo>
                    <a:pt x="5118421" y="1192375"/>
                  </a:lnTo>
                  <a:lnTo>
                    <a:pt x="5188766" y="1194402"/>
                  </a:lnTo>
                  <a:lnTo>
                    <a:pt x="5259110" y="1196366"/>
                  </a:lnTo>
                  <a:lnTo>
                    <a:pt x="5329455" y="1198268"/>
                  </a:lnTo>
                  <a:lnTo>
                    <a:pt x="5399799" y="1200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352750" y="4336484"/>
              <a:ext cx="6846666" cy="1242907"/>
            </a:xfrm>
            <a:custGeom>
              <a:avLst/>
              <a:pathLst>
                <a:path w="6846666" h="1242907">
                  <a:moveTo>
                    <a:pt x="6846666" y="1242907"/>
                  </a:moveTo>
                  <a:lnTo>
                    <a:pt x="6776322" y="1242048"/>
                  </a:lnTo>
                  <a:lnTo>
                    <a:pt x="6705977" y="1241138"/>
                  </a:lnTo>
                  <a:lnTo>
                    <a:pt x="6635633" y="1240174"/>
                  </a:lnTo>
                  <a:lnTo>
                    <a:pt x="6565288" y="1239151"/>
                  </a:lnTo>
                  <a:lnTo>
                    <a:pt x="6494944" y="1238067"/>
                  </a:lnTo>
                  <a:lnTo>
                    <a:pt x="6424599" y="1236918"/>
                  </a:lnTo>
                  <a:lnTo>
                    <a:pt x="6354255" y="1235700"/>
                  </a:lnTo>
                  <a:lnTo>
                    <a:pt x="6283910" y="1234409"/>
                  </a:lnTo>
                  <a:lnTo>
                    <a:pt x="6213566" y="1233041"/>
                  </a:lnTo>
                  <a:lnTo>
                    <a:pt x="6143221" y="1231590"/>
                  </a:lnTo>
                  <a:lnTo>
                    <a:pt x="6072877" y="1230052"/>
                  </a:lnTo>
                  <a:lnTo>
                    <a:pt x="6002532" y="1228421"/>
                  </a:lnTo>
                  <a:lnTo>
                    <a:pt x="5932188" y="1226693"/>
                  </a:lnTo>
                  <a:lnTo>
                    <a:pt x="5861843" y="1224861"/>
                  </a:lnTo>
                  <a:lnTo>
                    <a:pt x="5791499" y="1222919"/>
                  </a:lnTo>
                  <a:lnTo>
                    <a:pt x="5721154" y="1220860"/>
                  </a:lnTo>
                  <a:lnTo>
                    <a:pt x="5650810" y="1218678"/>
                  </a:lnTo>
                  <a:lnTo>
                    <a:pt x="5580465" y="1216365"/>
                  </a:lnTo>
                  <a:lnTo>
                    <a:pt x="5510121" y="1213913"/>
                  </a:lnTo>
                  <a:lnTo>
                    <a:pt x="5439776" y="1211313"/>
                  </a:lnTo>
                  <a:lnTo>
                    <a:pt x="5369432" y="1208558"/>
                  </a:lnTo>
                  <a:lnTo>
                    <a:pt x="5299087" y="1205636"/>
                  </a:lnTo>
                  <a:lnTo>
                    <a:pt x="5228743" y="1202540"/>
                  </a:lnTo>
                  <a:lnTo>
                    <a:pt x="5158398" y="1199258"/>
                  </a:lnTo>
                  <a:lnTo>
                    <a:pt x="5088054" y="1195778"/>
                  </a:lnTo>
                  <a:lnTo>
                    <a:pt x="5017709" y="1192090"/>
                  </a:lnTo>
                  <a:lnTo>
                    <a:pt x="4947365" y="1188180"/>
                  </a:lnTo>
                  <a:lnTo>
                    <a:pt x="4877020" y="1184035"/>
                  </a:lnTo>
                  <a:lnTo>
                    <a:pt x="4806676" y="1179641"/>
                  </a:lnTo>
                  <a:lnTo>
                    <a:pt x="4736331" y="1174984"/>
                  </a:lnTo>
                  <a:lnTo>
                    <a:pt x="4665987" y="1170047"/>
                  </a:lnTo>
                  <a:lnTo>
                    <a:pt x="4595642" y="1164813"/>
                  </a:lnTo>
                  <a:lnTo>
                    <a:pt x="4525298" y="1159265"/>
                  </a:lnTo>
                  <a:lnTo>
                    <a:pt x="4454954" y="1153384"/>
                  </a:lnTo>
                  <a:lnTo>
                    <a:pt x="4384609" y="1147150"/>
                  </a:lnTo>
                  <a:lnTo>
                    <a:pt x="4314265" y="1140541"/>
                  </a:lnTo>
                  <a:lnTo>
                    <a:pt x="4243920" y="1133536"/>
                  </a:lnTo>
                  <a:lnTo>
                    <a:pt x="4173576" y="1126110"/>
                  </a:lnTo>
                  <a:lnTo>
                    <a:pt x="4103231" y="1118238"/>
                  </a:lnTo>
                  <a:lnTo>
                    <a:pt x="4032887" y="1109893"/>
                  </a:lnTo>
                  <a:lnTo>
                    <a:pt x="3962542" y="1101047"/>
                  </a:lnTo>
                  <a:lnTo>
                    <a:pt x="3892198" y="1091670"/>
                  </a:lnTo>
                  <a:lnTo>
                    <a:pt x="3821853" y="1081730"/>
                  </a:lnTo>
                  <a:lnTo>
                    <a:pt x="3751509" y="1071193"/>
                  </a:lnTo>
                  <a:lnTo>
                    <a:pt x="3681164" y="1060024"/>
                  </a:lnTo>
                  <a:lnTo>
                    <a:pt x="3610820" y="1048183"/>
                  </a:lnTo>
                  <a:lnTo>
                    <a:pt x="3540475" y="1035632"/>
                  </a:lnTo>
                  <a:lnTo>
                    <a:pt x="3470131" y="1022327"/>
                  </a:lnTo>
                  <a:lnTo>
                    <a:pt x="3399786" y="1008223"/>
                  </a:lnTo>
                  <a:lnTo>
                    <a:pt x="3329442" y="993271"/>
                  </a:lnTo>
                  <a:lnTo>
                    <a:pt x="3259097" y="977423"/>
                  </a:lnTo>
                  <a:lnTo>
                    <a:pt x="3188753" y="960622"/>
                  </a:lnTo>
                  <a:lnTo>
                    <a:pt x="3118408" y="949758"/>
                  </a:lnTo>
                  <a:lnTo>
                    <a:pt x="3048064" y="939835"/>
                  </a:lnTo>
                  <a:lnTo>
                    <a:pt x="2977719" y="929591"/>
                  </a:lnTo>
                  <a:lnTo>
                    <a:pt x="2907375" y="919017"/>
                  </a:lnTo>
                  <a:lnTo>
                    <a:pt x="2837030" y="908102"/>
                  </a:lnTo>
                  <a:lnTo>
                    <a:pt x="2766686" y="896834"/>
                  </a:lnTo>
                  <a:lnTo>
                    <a:pt x="2696341" y="885202"/>
                  </a:lnTo>
                  <a:lnTo>
                    <a:pt x="2625997" y="873195"/>
                  </a:lnTo>
                  <a:lnTo>
                    <a:pt x="2555652" y="860801"/>
                  </a:lnTo>
                  <a:lnTo>
                    <a:pt x="2485308" y="848006"/>
                  </a:lnTo>
                  <a:lnTo>
                    <a:pt x="2414963" y="834799"/>
                  </a:lnTo>
                  <a:lnTo>
                    <a:pt x="2344619" y="821165"/>
                  </a:lnTo>
                  <a:lnTo>
                    <a:pt x="2274274" y="807091"/>
                  </a:lnTo>
                  <a:lnTo>
                    <a:pt x="2203930" y="792563"/>
                  </a:lnTo>
                  <a:lnTo>
                    <a:pt x="2133585" y="777566"/>
                  </a:lnTo>
                  <a:lnTo>
                    <a:pt x="2063241" y="762085"/>
                  </a:lnTo>
                  <a:lnTo>
                    <a:pt x="1992896" y="746104"/>
                  </a:lnTo>
                  <a:lnTo>
                    <a:pt x="1922552" y="729608"/>
                  </a:lnTo>
                  <a:lnTo>
                    <a:pt x="1852207" y="712579"/>
                  </a:lnTo>
                  <a:lnTo>
                    <a:pt x="1781863" y="695000"/>
                  </a:lnTo>
                  <a:lnTo>
                    <a:pt x="1711518" y="676854"/>
                  </a:lnTo>
                  <a:lnTo>
                    <a:pt x="1641174" y="658122"/>
                  </a:lnTo>
                  <a:lnTo>
                    <a:pt x="1570829" y="638786"/>
                  </a:lnTo>
                  <a:lnTo>
                    <a:pt x="1500485" y="618825"/>
                  </a:lnTo>
                  <a:lnTo>
                    <a:pt x="1430140" y="598220"/>
                  </a:lnTo>
                  <a:lnTo>
                    <a:pt x="1359796" y="576951"/>
                  </a:lnTo>
                  <a:lnTo>
                    <a:pt x="1289451" y="554994"/>
                  </a:lnTo>
                  <a:lnTo>
                    <a:pt x="1219107" y="532329"/>
                  </a:lnTo>
                  <a:lnTo>
                    <a:pt x="1148762" y="508933"/>
                  </a:lnTo>
                  <a:lnTo>
                    <a:pt x="1078418" y="484781"/>
                  </a:lnTo>
                  <a:lnTo>
                    <a:pt x="1008073" y="459850"/>
                  </a:lnTo>
                  <a:lnTo>
                    <a:pt x="937729" y="434114"/>
                  </a:lnTo>
                  <a:lnTo>
                    <a:pt x="867384" y="407547"/>
                  </a:lnTo>
                  <a:lnTo>
                    <a:pt x="797040" y="380123"/>
                  </a:lnTo>
                  <a:lnTo>
                    <a:pt x="726696" y="351814"/>
                  </a:lnTo>
                  <a:lnTo>
                    <a:pt x="656351" y="322591"/>
                  </a:lnTo>
                  <a:lnTo>
                    <a:pt x="586007" y="292424"/>
                  </a:lnTo>
                  <a:lnTo>
                    <a:pt x="515662" y="261284"/>
                  </a:lnTo>
                  <a:lnTo>
                    <a:pt x="445318" y="229139"/>
                  </a:lnTo>
                  <a:lnTo>
                    <a:pt x="374973" y="195957"/>
                  </a:lnTo>
                  <a:lnTo>
                    <a:pt x="304629" y="161703"/>
                  </a:lnTo>
                  <a:lnTo>
                    <a:pt x="234284" y="126344"/>
                  </a:lnTo>
                  <a:lnTo>
                    <a:pt x="163940" y="89844"/>
                  </a:lnTo>
                  <a:lnTo>
                    <a:pt x="93595" y="52165"/>
                  </a:lnTo>
                  <a:lnTo>
                    <a:pt x="23251" y="132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289096" y="4336484"/>
              <a:ext cx="5910320" cy="1228634"/>
            </a:xfrm>
            <a:custGeom>
              <a:avLst/>
              <a:pathLst>
                <a:path w="5910320" h="1228634">
                  <a:moveTo>
                    <a:pt x="0" y="0"/>
                  </a:moveTo>
                  <a:lnTo>
                    <a:pt x="1383" y="1137"/>
                  </a:lnTo>
                  <a:lnTo>
                    <a:pt x="71727" y="56457"/>
                  </a:lnTo>
                  <a:lnTo>
                    <a:pt x="142072" y="109340"/>
                  </a:lnTo>
                  <a:lnTo>
                    <a:pt x="212416" y="159894"/>
                  </a:lnTo>
                  <a:lnTo>
                    <a:pt x="282761" y="208221"/>
                  </a:lnTo>
                  <a:lnTo>
                    <a:pt x="353105" y="254421"/>
                  </a:lnTo>
                  <a:lnTo>
                    <a:pt x="423450" y="298585"/>
                  </a:lnTo>
                  <a:lnTo>
                    <a:pt x="493794" y="340804"/>
                  </a:lnTo>
                  <a:lnTo>
                    <a:pt x="564139" y="381164"/>
                  </a:lnTo>
                  <a:lnTo>
                    <a:pt x="634483" y="419747"/>
                  </a:lnTo>
                  <a:lnTo>
                    <a:pt x="704828" y="456630"/>
                  </a:lnTo>
                  <a:lnTo>
                    <a:pt x="775172" y="491888"/>
                  </a:lnTo>
                  <a:lnTo>
                    <a:pt x="845517" y="525594"/>
                  </a:lnTo>
                  <a:lnTo>
                    <a:pt x="915861" y="557816"/>
                  </a:lnTo>
                  <a:lnTo>
                    <a:pt x="986206" y="588618"/>
                  </a:lnTo>
                  <a:lnTo>
                    <a:pt x="1056550" y="618064"/>
                  </a:lnTo>
                  <a:lnTo>
                    <a:pt x="1126895" y="646212"/>
                  </a:lnTo>
                  <a:lnTo>
                    <a:pt x="1197239" y="673122"/>
                  </a:lnTo>
                  <a:lnTo>
                    <a:pt x="1267584" y="698846"/>
                  </a:lnTo>
                  <a:lnTo>
                    <a:pt x="1337928" y="723437"/>
                  </a:lnTo>
                  <a:lnTo>
                    <a:pt x="1408272" y="746945"/>
                  </a:lnTo>
                  <a:lnTo>
                    <a:pt x="1478617" y="769417"/>
                  </a:lnTo>
                  <a:lnTo>
                    <a:pt x="1548961" y="790900"/>
                  </a:lnTo>
                  <a:lnTo>
                    <a:pt x="1619306" y="811437"/>
                  </a:lnTo>
                  <a:lnTo>
                    <a:pt x="1689650" y="831069"/>
                  </a:lnTo>
                  <a:lnTo>
                    <a:pt x="1759995" y="849837"/>
                  </a:lnTo>
                  <a:lnTo>
                    <a:pt x="1830339" y="867778"/>
                  </a:lnTo>
                  <a:lnTo>
                    <a:pt x="1900684" y="884929"/>
                  </a:lnTo>
                  <a:lnTo>
                    <a:pt x="1971028" y="901325"/>
                  </a:lnTo>
                  <a:lnTo>
                    <a:pt x="2041373" y="916998"/>
                  </a:lnTo>
                  <a:lnTo>
                    <a:pt x="2111717" y="931982"/>
                  </a:lnTo>
                  <a:lnTo>
                    <a:pt x="2182062" y="946305"/>
                  </a:lnTo>
                  <a:lnTo>
                    <a:pt x="2252406" y="959997"/>
                  </a:lnTo>
                  <a:lnTo>
                    <a:pt x="2322751" y="973087"/>
                  </a:lnTo>
                  <a:lnTo>
                    <a:pt x="2393095" y="985600"/>
                  </a:lnTo>
                  <a:lnTo>
                    <a:pt x="2463440" y="997562"/>
                  </a:lnTo>
                  <a:lnTo>
                    <a:pt x="2533784" y="1008997"/>
                  </a:lnTo>
                  <a:lnTo>
                    <a:pt x="2604129" y="1019928"/>
                  </a:lnTo>
                  <a:lnTo>
                    <a:pt x="2674473" y="1030378"/>
                  </a:lnTo>
                  <a:lnTo>
                    <a:pt x="2744818" y="1040368"/>
                  </a:lnTo>
                  <a:lnTo>
                    <a:pt x="2815162" y="1049918"/>
                  </a:lnTo>
                  <a:lnTo>
                    <a:pt x="2885507" y="1059047"/>
                  </a:lnTo>
                  <a:lnTo>
                    <a:pt x="2955851" y="1067774"/>
                  </a:lnTo>
                  <a:lnTo>
                    <a:pt x="3026196" y="1076117"/>
                  </a:lnTo>
                  <a:lnTo>
                    <a:pt x="3096540" y="1084092"/>
                  </a:lnTo>
                  <a:lnTo>
                    <a:pt x="3166885" y="1091716"/>
                  </a:lnTo>
                  <a:lnTo>
                    <a:pt x="3237229" y="1099004"/>
                  </a:lnTo>
                  <a:lnTo>
                    <a:pt x="3307574" y="1105972"/>
                  </a:lnTo>
                  <a:lnTo>
                    <a:pt x="3377918" y="1112632"/>
                  </a:lnTo>
                  <a:lnTo>
                    <a:pt x="3448263" y="1118999"/>
                  </a:lnTo>
                  <a:lnTo>
                    <a:pt x="3518607" y="1125086"/>
                  </a:lnTo>
                  <a:lnTo>
                    <a:pt x="3588952" y="1130905"/>
                  </a:lnTo>
                  <a:lnTo>
                    <a:pt x="3659296" y="1136467"/>
                  </a:lnTo>
                  <a:lnTo>
                    <a:pt x="3729641" y="1141784"/>
                  </a:lnTo>
                  <a:lnTo>
                    <a:pt x="3799985" y="1146868"/>
                  </a:lnTo>
                  <a:lnTo>
                    <a:pt x="3870330" y="1151727"/>
                  </a:lnTo>
                  <a:lnTo>
                    <a:pt x="3940674" y="1156372"/>
                  </a:lnTo>
                  <a:lnTo>
                    <a:pt x="4011019" y="1160813"/>
                  </a:lnTo>
                  <a:lnTo>
                    <a:pt x="4081363" y="1165058"/>
                  </a:lnTo>
                  <a:lnTo>
                    <a:pt x="4151708" y="1169116"/>
                  </a:lnTo>
                  <a:lnTo>
                    <a:pt x="4222052" y="1172996"/>
                  </a:lnTo>
                  <a:lnTo>
                    <a:pt x="4292397" y="1176704"/>
                  </a:lnTo>
                  <a:lnTo>
                    <a:pt x="4362741" y="1180250"/>
                  </a:lnTo>
                  <a:lnTo>
                    <a:pt x="4433086" y="1183639"/>
                  </a:lnTo>
                  <a:lnTo>
                    <a:pt x="4503430" y="1186879"/>
                  </a:lnTo>
                  <a:lnTo>
                    <a:pt x="4573775" y="1189976"/>
                  </a:lnTo>
                  <a:lnTo>
                    <a:pt x="4644119" y="1192937"/>
                  </a:lnTo>
                  <a:lnTo>
                    <a:pt x="4714464" y="1195767"/>
                  </a:lnTo>
                  <a:lnTo>
                    <a:pt x="4784808" y="1198473"/>
                  </a:lnTo>
                  <a:lnTo>
                    <a:pt x="4855153" y="1201059"/>
                  </a:lnTo>
                  <a:lnTo>
                    <a:pt x="4925497" y="1203532"/>
                  </a:lnTo>
                  <a:lnTo>
                    <a:pt x="4995842" y="1205895"/>
                  </a:lnTo>
                  <a:lnTo>
                    <a:pt x="5066186" y="1208155"/>
                  </a:lnTo>
                  <a:lnTo>
                    <a:pt x="5136530" y="1210315"/>
                  </a:lnTo>
                  <a:lnTo>
                    <a:pt x="5206875" y="1212380"/>
                  </a:lnTo>
                  <a:lnTo>
                    <a:pt x="5277219" y="1214354"/>
                  </a:lnTo>
                  <a:lnTo>
                    <a:pt x="5347564" y="1216241"/>
                  </a:lnTo>
                  <a:lnTo>
                    <a:pt x="5417908" y="1218045"/>
                  </a:lnTo>
                  <a:lnTo>
                    <a:pt x="5488253" y="1219770"/>
                  </a:lnTo>
                  <a:lnTo>
                    <a:pt x="5558597" y="1221418"/>
                  </a:lnTo>
                  <a:lnTo>
                    <a:pt x="5628942" y="1222994"/>
                  </a:lnTo>
                  <a:lnTo>
                    <a:pt x="5699286" y="1224501"/>
                  </a:lnTo>
                  <a:lnTo>
                    <a:pt x="5769631" y="1225941"/>
                  </a:lnTo>
                  <a:lnTo>
                    <a:pt x="5839975" y="1227318"/>
                  </a:lnTo>
                  <a:lnTo>
                    <a:pt x="5910320" y="12286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2026-07-22T07:57:17Z</dcterms:modified>
  <cp:category/>
</cp:coreProperties>
</file>