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13716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25064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336412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6158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2214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08271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4328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69390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80738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292086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3130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9186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05243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11299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60991" y="3798667"/>
              <a:ext cx="7005923" cy="1763835"/>
            </a:xfrm>
            <a:custGeom>
              <a:avLst/>
              <a:pathLst>
                <a:path w="7005923" h="1763835">
                  <a:moveTo>
                    <a:pt x="0" y="1763835"/>
                  </a:moveTo>
                  <a:lnTo>
                    <a:pt x="82422" y="1763835"/>
                  </a:lnTo>
                  <a:lnTo>
                    <a:pt x="82422" y="1757845"/>
                  </a:lnTo>
                  <a:lnTo>
                    <a:pt x="164845" y="1757845"/>
                  </a:lnTo>
                  <a:lnTo>
                    <a:pt x="164845" y="1745866"/>
                  </a:lnTo>
                  <a:lnTo>
                    <a:pt x="247267" y="1745866"/>
                  </a:lnTo>
                  <a:lnTo>
                    <a:pt x="247267" y="1627339"/>
                  </a:lnTo>
                  <a:lnTo>
                    <a:pt x="329690" y="1627339"/>
                  </a:lnTo>
                  <a:lnTo>
                    <a:pt x="329690" y="1591167"/>
                  </a:lnTo>
                  <a:lnTo>
                    <a:pt x="412113" y="1591167"/>
                  </a:lnTo>
                  <a:lnTo>
                    <a:pt x="412113" y="1555060"/>
                  </a:lnTo>
                  <a:lnTo>
                    <a:pt x="494535" y="1555060"/>
                  </a:lnTo>
                  <a:lnTo>
                    <a:pt x="494535" y="1548995"/>
                  </a:lnTo>
                  <a:lnTo>
                    <a:pt x="576958" y="1548995"/>
                  </a:lnTo>
                  <a:lnTo>
                    <a:pt x="576958" y="1488835"/>
                  </a:lnTo>
                  <a:lnTo>
                    <a:pt x="659381" y="1488835"/>
                  </a:lnTo>
                  <a:lnTo>
                    <a:pt x="659381" y="1464492"/>
                  </a:lnTo>
                  <a:lnTo>
                    <a:pt x="741803" y="1464492"/>
                  </a:lnTo>
                  <a:lnTo>
                    <a:pt x="741803" y="1446188"/>
                  </a:lnTo>
                  <a:lnTo>
                    <a:pt x="824226" y="1446188"/>
                  </a:lnTo>
                  <a:lnTo>
                    <a:pt x="824226" y="1391443"/>
                  </a:lnTo>
                  <a:lnTo>
                    <a:pt x="906648" y="1391443"/>
                  </a:lnTo>
                  <a:lnTo>
                    <a:pt x="906648" y="1385298"/>
                  </a:lnTo>
                  <a:lnTo>
                    <a:pt x="989071" y="1385298"/>
                  </a:lnTo>
                  <a:lnTo>
                    <a:pt x="989071" y="1373018"/>
                  </a:lnTo>
                  <a:lnTo>
                    <a:pt x="1071494" y="1373018"/>
                  </a:lnTo>
                  <a:lnTo>
                    <a:pt x="1071494" y="1360718"/>
                  </a:lnTo>
                  <a:lnTo>
                    <a:pt x="1153916" y="1360718"/>
                  </a:lnTo>
                  <a:lnTo>
                    <a:pt x="1153916" y="1342236"/>
                  </a:lnTo>
                  <a:lnTo>
                    <a:pt x="1236339" y="1342236"/>
                  </a:lnTo>
                  <a:lnTo>
                    <a:pt x="1236339" y="1323766"/>
                  </a:lnTo>
                  <a:lnTo>
                    <a:pt x="1318762" y="1323766"/>
                  </a:lnTo>
                  <a:lnTo>
                    <a:pt x="1318762" y="1299034"/>
                  </a:lnTo>
                  <a:lnTo>
                    <a:pt x="1401184" y="1299034"/>
                  </a:lnTo>
                  <a:lnTo>
                    <a:pt x="1401184" y="1206969"/>
                  </a:lnTo>
                  <a:lnTo>
                    <a:pt x="1483607" y="1206969"/>
                  </a:lnTo>
                  <a:lnTo>
                    <a:pt x="1483607" y="1181612"/>
                  </a:lnTo>
                  <a:lnTo>
                    <a:pt x="1566029" y="1181612"/>
                  </a:lnTo>
                  <a:lnTo>
                    <a:pt x="1566029" y="1175247"/>
                  </a:lnTo>
                  <a:lnTo>
                    <a:pt x="1813297" y="1175247"/>
                  </a:lnTo>
                  <a:lnTo>
                    <a:pt x="1813297" y="1162479"/>
                  </a:lnTo>
                  <a:lnTo>
                    <a:pt x="1978143" y="1162479"/>
                  </a:lnTo>
                  <a:lnTo>
                    <a:pt x="1978143" y="1105458"/>
                  </a:lnTo>
                  <a:lnTo>
                    <a:pt x="2060565" y="1105458"/>
                  </a:lnTo>
                  <a:lnTo>
                    <a:pt x="2060565" y="1079414"/>
                  </a:lnTo>
                  <a:lnTo>
                    <a:pt x="2142988" y="1079414"/>
                  </a:lnTo>
                  <a:lnTo>
                    <a:pt x="2142988" y="1059802"/>
                  </a:lnTo>
                  <a:lnTo>
                    <a:pt x="2225410" y="1059802"/>
                  </a:lnTo>
                  <a:lnTo>
                    <a:pt x="2225410" y="1046736"/>
                  </a:lnTo>
                  <a:lnTo>
                    <a:pt x="2307833" y="1046736"/>
                  </a:lnTo>
                  <a:lnTo>
                    <a:pt x="2307833" y="1033646"/>
                  </a:lnTo>
                  <a:lnTo>
                    <a:pt x="2390256" y="1033646"/>
                  </a:lnTo>
                  <a:lnTo>
                    <a:pt x="2390256" y="1027078"/>
                  </a:lnTo>
                  <a:lnTo>
                    <a:pt x="2472678" y="1027078"/>
                  </a:lnTo>
                  <a:lnTo>
                    <a:pt x="2472678" y="1013965"/>
                  </a:lnTo>
                  <a:lnTo>
                    <a:pt x="2555101" y="1013965"/>
                  </a:lnTo>
                  <a:lnTo>
                    <a:pt x="2555101" y="942537"/>
                  </a:lnTo>
                  <a:lnTo>
                    <a:pt x="2637524" y="942537"/>
                  </a:lnTo>
                  <a:lnTo>
                    <a:pt x="2637524" y="935957"/>
                  </a:lnTo>
                  <a:lnTo>
                    <a:pt x="2802369" y="935957"/>
                  </a:lnTo>
                  <a:lnTo>
                    <a:pt x="2802369" y="922826"/>
                  </a:lnTo>
                  <a:lnTo>
                    <a:pt x="2967214" y="922826"/>
                  </a:lnTo>
                  <a:lnTo>
                    <a:pt x="2967214" y="916228"/>
                  </a:lnTo>
                  <a:lnTo>
                    <a:pt x="3049637" y="916228"/>
                  </a:lnTo>
                  <a:lnTo>
                    <a:pt x="3049637" y="903057"/>
                  </a:lnTo>
                  <a:lnTo>
                    <a:pt x="3132059" y="903057"/>
                  </a:lnTo>
                  <a:lnTo>
                    <a:pt x="3132059" y="774131"/>
                  </a:lnTo>
                  <a:lnTo>
                    <a:pt x="3214482" y="774131"/>
                  </a:lnTo>
                  <a:lnTo>
                    <a:pt x="3214482" y="734819"/>
                  </a:lnTo>
                  <a:lnTo>
                    <a:pt x="3296905" y="734819"/>
                  </a:lnTo>
                  <a:lnTo>
                    <a:pt x="3296905" y="715041"/>
                  </a:lnTo>
                  <a:lnTo>
                    <a:pt x="3379327" y="715041"/>
                  </a:lnTo>
                  <a:lnTo>
                    <a:pt x="3379327" y="701830"/>
                  </a:lnTo>
                  <a:lnTo>
                    <a:pt x="3461750" y="701830"/>
                  </a:lnTo>
                  <a:lnTo>
                    <a:pt x="3461750" y="688623"/>
                  </a:lnTo>
                  <a:lnTo>
                    <a:pt x="3544173" y="688623"/>
                  </a:lnTo>
                  <a:lnTo>
                    <a:pt x="3544173" y="675385"/>
                  </a:lnTo>
                  <a:lnTo>
                    <a:pt x="3626595" y="675385"/>
                  </a:lnTo>
                  <a:lnTo>
                    <a:pt x="3626595" y="668722"/>
                  </a:lnTo>
                  <a:lnTo>
                    <a:pt x="3709018" y="668722"/>
                  </a:lnTo>
                  <a:lnTo>
                    <a:pt x="3709018" y="642160"/>
                  </a:lnTo>
                  <a:lnTo>
                    <a:pt x="3791440" y="642160"/>
                  </a:lnTo>
                  <a:lnTo>
                    <a:pt x="3791440" y="622143"/>
                  </a:lnTo>
                  <a:lnTo>
                    <a:pt x="3956286" y="622143"/>
                  </a:lnTo>
                  <a:lnTo>
                    <a:pt x="3956286" y="595390"/>
                  </a:lnTo>
                  <a:lnTo>
                    <a:pt x="4038708" y="595390"/>
                  </a:lnTo>
                  <a:lnTo>
                    <a:pt x="4038708" y="588677"/>
                  </a:lnTo>
                  <a:lnTo>
                    <a:pt x="4121131" y="588677"/>
                  </a:lnTo>
                  <a:lnTo>
                    <a:pt x="4121131" y="581966"/>
                  </a:lnTo>
                  <a:lnTo>
                    <a:pt x="4203554" y="581966"/>
                  </a:lnTo>
                  <a:lnTo>
                    <a:pt x="4203554" y="568566"/>
                  </a:lnTo>
                  <a:lnTo>
                    <a:pt x="4285976" y="568566"/>
                  </a:lnTo>
                  <a:lnTo>
                    <a:pt x="4285976" y="555126"/>
                  </a:lnTo>
                  <a:lnTo>
                    <a:pt x="4368399" y="555126"/>
                  </a:lnTo>
                  <a:lnTo>
                    <a:pt x="4368399" y="548397"/>
                  </a:lnTo>
                  <a:lnTo>
                    <a:pt x="4533244" y="548397"/>
                  </a:lnTo>
                  <a:lnTo>
                    <a:pt x="4533244" y="534965"/>
                  </a:lnTo>
                  <a:lnTo>
                    <a:pt x="4615667" y="534965"/>
                  </a:lnTo>
                  <a:lnTo>
                    <a:pt x="4615667" y="514860"/>
                  </a:lnTo>
                  <a:lnTo>
                    <a:pt x="4698089" y="514860"/>
                  </a:lnTo>
                  <a:lnTo>
                    <a:pt x="4698089" y="508153"/>
                  </a:lnTo>
                  <a:lnTo>
                    <a:pt x="4780512" y="508153"/>
                  </a:lnTo>
                  <a:lnTo>
                    <a:pt x="4780512" y="501407"/>
                  </a:lnTo>
                  <a:lnTo>
                    <a:pt x="4862935" y="501407"/>
                  </a:lnTo>
                  <a:lnTo>
                    <a:pt x="4862935" y="421221"/>
                  </a:lnTo>
                  <a:lnTo>
                    <a:pt x="4945357" y="421221"/>
                  </a:lnTo>
                  <a:lnTo>
                    <a:pt x="4945357" y="414346"/>
                  </a:lnTo>
                  <a:lnTo>
                    <a:pt x="5027780" y="414346"/>
                  </a:lnTo>
                  <a:lnTo>
                    <a:pt x="5027780" y="400629"/>
                  </a:lnTo>
                  <a:lnTo>
                    <a:pt x="5110202" y="400629"/>
                  </a:lnTo>
                  <a:lnTo>
                    <a:pt x="5110202" y="386912"/>
                  </a:lnTo>
                  <a:lnTo>
                    <a:pt x="5192625" y="386912"/>
                  </a:lnTo>
                  <a:lnTo>
                    <a:pt x="5192625" y="380042"/>
                  </a:lnTo>
                  <a:lnTo>
                    <a:pt x="5275048" y="380042"/>
                  </a:lnTo>
                  <a:lnTo>
                    <a:pt x="5275048" y="373156"/>
                  </a:lnTo>
                  <a:lnTo>
                    <a:pt x="5439893" y="373156"/>
                  </a:lnTo>
                  <a:lnTo>
                    <a:pt x="5439893" y="359393"/>
                  </a:lnTo>
                  <a:lnTo>
                    <a:pt x="5522316" y="359393"/>
                  </a:lnTo>
                  <a:lnTo>
                    <a:pt x="5522316" y="352498"/>
                  </a:lnTo>
                  <a:lnTo>
                    <a:pt x="5604738" y="352498"/>
                  </a:lnTo>
                  <a:lnTo>
                    <a:pt x="5604738" y="331881"/>
                  </a:lnTo>
                  <a:lnTo>
                    <a:pt x="5769583" y="331881"/>
                  </a:lnTo>
                  <a:lnTo>
                    <a:pt x="5769583" y="290910"/>
                  </a:lnTo>
                  <a:lnTo>
                    <a:pt x="5852006" y="290910"/>
                  </a:lnTo>
                  <a:lnTo>
                    <a:pt x="5852006" y="270289"/>
                  </a:lnTo>
                  <a:lnTo>
                    <a:pt x="5934429" y="270289"/>
                  </a:lnTo>
                  <a:lnTo>
                    <a:pt x="5934429" y="256469"/>
                  </a:lnTo>
                  <a:lnTo>
                    <a:pt x="6016851" y="256469"/>
                  </a:lnTo>
                  <a:lnTo>
                    <a:pt x="6016851" y="228895"/>
                  </a:lnTo>
                  <a:lnTo>
                    <a:pt x="6099274" y="228895"/>
                  </a:lnTo>
                  <a:lnTo>
                    <a:pt x="6099274" y="221958"/>
                  </a:lnTo>
                  <a:lnTo>
                    <a:pt x="6181697" y="221958"/>
                  </a:lnTo>
                  <a:lnTo>
                    <a:pt x="6181697" y="215012"/>
                  </a:lnTo>
                  <a:lnTo>
                    <a:pt x="6264119" y="215012"/>
                  </a:lnTo>
                  <a:lnTo>
                    <a:pt x="6264119" y="201145"/>
                  </a:lnTo>
                  <a:lnTo>
                    <a:pt x="6346542" y="201145"/>
                  </a:lnTo>
                  <a:lnTo>
                    <a:pt x="6346542" y="180255"/>
                  </a:lnTo>
                  <a:lnTo>
                    <a:pt x="6428965" y="180255"/>
                  </a:lnTo>
                  <a:lnTo>
                    <a:pt x="6428965" y="159374"/>
                  </a:lnTo>
                  <a:lnTo>
                    <a:pt x="6511387" y="159374"/>
                  </a:lnTo>
                  <a:lnTo>
                    <a:pt x="6511387" y="145429"/>
                  </a:lnTo>
                  <a:lnTo>
                    <a:pt x="6593810" y="145429"/>
                  </a:lnTo>
                  <a:lnTo>
                    <a:pt x="6593810" y="62993"/>
                  </a:lnTo>
                  <a:lnTo>
                    <a:pt x="6676232" y="62993"/>
                  </a:lnTo>
                  <a:lnTo>
                    <a:pt x="6676232" y="48992"/>
                  </a:lnTo>
                  <a:lnTo>
                    <a:pt x="6758655" y="48992"/>
                  </a:lnTo>
                  <a:lnTo>
                    <a:pt x="6758655" y="35003"/>
                  </a:lnTo>
                  <a:lnTo>
                    <a:pt x="6841078" y="35003"/>
                  </a:lnTo>
                  <a:lnTo>
                    <a:pt x="6841078" y="27991"/>
                  </a:lnTo>
                  <a:lnTo>
                    <a:pt x="6923500" y="27991"/>
                  </a:lnTo>
                  <a:lnTo>
                    <a:pt x="6923500" y="20984"/>
                  </a:lnTo>
                  <a:lnTo>
                    <a:pt x="7005923" y="20984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60991" y="2861938"/>
              <a:ext cx="7005923" cy="2683938"/>
            </a:xfrm>
            <a:custGeom>
              <a:avLst/>
              <a:pathLst>
                <a:path w="7005923" h="2683938">
                  <a:moveTo>
                    <a:pt x="0" y="2683938"/>
                  </a:moveTo>
                  <a:lnTo>
                    <a:pt x="82422" y="2683938"/>
                  </a:lnTo>
                  <a:lnTo>
                    <a:pt x="82422" y="2672427"/>
                  </a:lnTo>
                  <a:lnTo>
                    <a:pt x="164845" y="2672427"/>
                  </a:lnTo>
                  <a:lnTo>
                    <a:pt x="164845" y="2649457"/>
                  </a:lnTo>
                  <a:lnTo>
                    <a:pt x="247267" y="2649457"/>
                  </a:lnTo>
                  <a:lnTo>
                    <a:pt x="247267" y="2425999"/>
                  </a:lnTo>
                  <a:lnTo>
                    <a:pt x="329690" y="2425999"/>
                  </a:lnTo>
                  <a:lnTo>
                    <a:pt x="329690" y="2359168"/>
                  </a:lnTo>
                  <a:lnTo>
                    <a:pt x="412113" y="2359168"/>
                  </a:lnTo>
                  <a:lnTo>
                    <a:pt x="412113" y="2293088"/>
                  </a:lnTo>
                  <a:lnTo>
                    <a:pt x="494535" y="2293088"/>
                  </a:lnTo>
                  <a:lnTo>
                    <a:pt x="494535" y="2282049"/>
                  </a:lnTo>
                  <a:lnTo>
                    <a:pt x="576958" y="2282049"/>
                  </a:lnTo>
                  <a:lnTo>
                    <a:pt x="576958" y="2173510"/>
                  </a:lnTo>
                  <a:lnTo>
                    <a:pt x="659381" y="2173510"/>
                  </a:lnTo>
                  <a:lnTo>
                    <a:pt x="659381" y="2130080"/>
                  </a:lnTo>
                  <a:lnTo>
                    <a:pt x="741803" y="2130080"/>
                  </a:lnTo>
                  <a:lnTo>
                    <a:pt x="741803" y="2097611"/>
                  </a:lnTo>
                  <a:lnTo>
                    <a:pt x="824226" y="2097611"/>
                  </a:lnTo>
                  <a:lnTo>
                    <a:pt x="824226" y="2001437"/>
                  </a:lnTo>
                  <a:lnTo>
                    <a:pt x="906648" y="2001437"/>
                  </a:lnTo>
                  <a:lnTo>
                    <a:pt x="906648" y="1990729"/>
                  </a:lnTo>
                  <a:lnTo>
                    <a:pt x="989071" y="1990729"/>
                  </a:lnTo>
                  <a:lnTo>
                    <a:pt x="989071" y="1969385"/>
                  </a:lnTo>
                  <a:lnTo>
                    <a:pt x="1071494" y="1969385"/>
                  </a:lnTo>
                  <a:lnTo>
                    <a:pt x="1071494" y="1948076"/>
                  </a:lnTo>
                  <a:lnTo>
                    <a:pt x="1153916" y="1948076"/>
                  </a:lnTo>
                  <a:lnTo>
                    <a:pt x="1153916" y="1916190"/>
                  </a:lnTo>
                  <a:lnTo>
                    <a:pt x="1236339" y="1916190"/>
                  </a:lnTo>
                  <a:lnTo>
                    <a:pt x="1236339" y="1884484"/>
                  </a:lnTo>
                  <a:lnTo>
                    <a:pt x="1318762" y="1884484"/>
                  </a:lnTo>
                  <a:lnTo>
                    <a:pt x="1318762" y="1842276"/>
                  </a:lnTo>
                  <a:lnTo>
                    <a:pt x="1401184" y="1842276"/>
                  </a:lnTo>
                  <a:lnTo>
                    <a:pt x="1401184" y="1687626"/>
                  </a:lnTo>
                  <a:lnTo>
                    <a:pt x="1483607" y="1687626"/>
                  </a:lnTo>
                  <a:lnTo>
                    <a:pt x="1483607" y="1645714"/>
                  </a:lnTo>
                  <a:lnTo>
                    <a:pt x="1566029" y="1645714"/>
                  </a:lnTo>
                  <a:lnTo>
                    <a:pt x="1566029" y="1635238"/>
                  </a:lnTo>
                  <a:lnTo>
                    <a:pt x="1813297" y="1635238"/>
                  </a:lnTo>
                  <a:lnTo>
                    <a:pt x="1813297" y="1614281"/>
                  </a:lnTo>
                  <a:lnTo>
                    <a:pt x="1978143" y="1614281"/>
                  </a:lnTo>
                  <a:lnTo>
                    <a:pt x="1978143" y="1521585"/>
                  </a:lnTo>
                  <a:lnTo>
                    <a:pt x="2060565" y="1521585"/>
                  </a:lnTo>
                  <a:lnTo>
                    <a:pt x="2060565" y="1479734"/>
                  </a:lnTo>
                  <a:lnTo>
                    <a:pt x="2142988" y="1479734"/>
                  </a:lnTo>
                  <a:lnTo>
                    <a:pt x="2142988" y="1448419"/>
                  </a:lnTo>
                  <a:lnTo>
                    <a:pt x="2225410" y="1448419"/>
                  </a:lnTo>
                  <a:lnTo>
                    <a:pt x="2225410" y="1427652"/>
                  </a:lnTo>
                  <a:lnTo>
                    <a:pt x="2307833" y="1427652"/>
                  </a:lnTo>
                  <a:lnTo>
                    <a:pt x="2307833" y="1406922"/>
                  </a:lnTo>
                  <a:lnTo>
                    <a:pt x="2390256" y="1406922"/>
                  </a:lnTo>
                  <a:lnTo>
                    <a:pt x="2390256" y="1396548"/>
                  </a:lnTo>
                  <a:lnTo>
                    <a:pt x="2472678" y="1396548"/>
                  </a:lnTo>
                  <a:lnTo>
                    <a:pt x="2472678" y="1375897"/>
                  </a:lnTo>
                  <a:lnTo>
                    <a:pt x="2555101" y="1375897"/>
                  </a:lnTo>
                  <a:lnTo>
                    <a:pt x="2555101" y="1264740"/>
                  </a:lnTo>
                  <a:lnTo>
                    <a:pt x="2637524" y="1264740"/>
                  </a:lnTo>
                  <a:lnTo>
                    <a:pt x="2637524" y="1254613"/>
                  </a:lnTo>
                  <a:lnTo>
                    <a:pt x="2802369" y="1254613"/>
                  </a:lnTo>
                  <a:lnTo>
                    <a:pt x="2802369" y="1234461"/>
                  </a:lnTo>
                  <a:lnTo>
                    <a:pt x="2967214" y="1234461"/>
                  </a:lnTo>
                  <a:lnTo>
                    <a:pt x="2967214" y="1224364"/>
                  </a:lnTo>
                  <a:lnTo>
                    <a:pt x="3049637" y="1224364"/>
                  </a:lnTo>
                  <a:lnTo>
                    <a:pt x="3049637" y="1204263"/>
                  </a:lnTo>
                  <a:lnTo>
                    <a:pt x="3132059" y="1204263"/>
                  </a:lnTo>
                  <a:lnTo>
                    <a:pt x="3132059" y="1011488"/>
                  </a:lnTo>
                  <a:lnTo>
                    <a:pt x="3214482" y="1011488"/>
                  </a:lnTo>
                  <a:lnTo>
                    <a:pt x="3214482" y="954131"/>
                  </a:lnTo>
                  <a:lnTo>
                    <a:pt x="3296905" y="954131"/>
                  </a:lnTo>
                  <a:lnTo>
                    <a:pt x="3296905" y="925525"/>
                  </a:lnTo>
                  <a:lnTo>
                    <a:pt x="3379327" y="925525"/>
                  </a:lnTo>
                  <a:lnTo>
                    <a:pt x="3379327" y="906509"/>
                  </a:lnTo>
                  <a:lnTo>
                    <a:pt x="3461750" y="906509"/>
                  </a:lnTo>
                  <a:lnTo>
                    <a:pt x="3461750" y="887573"/>
                  </a:lnTo>
                  <a:lnTo>
                    <a:pt x="3544173" y="887573"/>
                  </a:lnTo>
                  <a:lnTo>
                    <a:pt x="3544173" y="868667"/>
                  </a:lnTo>
                  <a:lnTo>
                    <a:pt x="3626595" y="868667"/>
                  </a:lnTo>
                  <a:lnTo>
                    <a:pt x="3626595" y="859180"/>
                  </a:lnTo>
                  <a:lnTo>
                    <a:pt x="3709018" y="859180"/>
                  </a:lnTo>
                  <a:lnTo>
                    <a:pt x="3709018" y="821544"/>
                  </a:lnTo>
                  <a:lnTo>
                    <a:pt x="3791440" y="821544"/>
                  </a:lnTo>
                  <a:lnTo>
                    <a:pt x="3791440" y="793378"/>
                  </a:lnTo>
                  <a:lnTo>
                    <a:pt x="3956286" y="793378"/>
                  </a:lnTo>
                  <a:lnTo>
                    <a:pt x="3956286" y="755996"/>
                  </a:lnTo>
                  <a:lnTo>
                    <a:pt x="4038708" y="755996"/>
                  </a:lnTo>
                  <a:lnTo>
                    <a:pt x="4038708" y="746664"/>
                  </a:lnTo>
                  <a:lnTo>
                    <a:pt x="4121131" y="746664"/>
                  </a:lnTo>
                  <a:lnTo>
                    <a:pt x="4121131" y="737353"/>
                  </a:lnTo>
                  <a:lnTo>
                    <a:pt x="4203554" y="737353"/>
                  </a:lnTo>
                  <a:lnTo>
                    <a:pt x="4203554" y="718818"/>
                  </a:lnTo>
                  <a:lnTo>
                    <a:pt x="4285976" y="718818"/>
                  </a:lnTo>
                  <a:lnTo>
                    <a:pt x="4285976" y="700303"/>
                  </a:lnTo>
                  <a:lnTo>
                    <a:pt x="4368399" y="700303"/>
                  </a:lnTo>
                  <a:lnTo>
                    <a:pt x="4368399" y="691061"/>
                  </a:lnTo>
                  <a:lnTo>
                    <a:pt x="4533244" y="691061"/>
                  </a:lnTo>
                  <a:lnTo>
                    <a:pt x="4533244" y="672670"/>
                  </a:lnTo>
                  <a:lnTo>
                    <a:pt x="4615667" y="672670"/>
                  </a:lnTo>
                  <a:lnTo>
                    <a:pt x="4615667" y="645282"/>
                  </a:lnTo>
                  <a:lnTo>
                    <a:pt x="4698089" y="645282"/>
                  </a:lnTo>
                  <a:lnTo>
                    <a:pt x="4698089" y="636183"/>
                  </a:lnTo>
                  <a:lnTo>
                    <a:pt x="4780512" y="636183"/>
                  </a:lnTo>
                  <a:lnTo>
                    <a:pt x="4780512" y="627051"/>
                  </a:lnTo>
                  <a:lnTo>
                    <a:pt x="4862935" y="627051"/>
                  </a:lnTo>
                  <a:lnTo>
                    <a:pt x="4862935" y="519928"/>
                  </a:lnTo>
                  <a:lnTo>
                    <a:pt x="4945357" y="519928"/>
                  </a:lnTo>
                  <a:lnTo>
                    <a:pt x="4945357" y="510867"/>
                  </a:lnTo>
                  <a:lnTo>
                    <a:pt x="5027780" y="510867"/>
                  </a:lnTo>
                  <a:lnTo>
                    <a:pt x="5027780" y="492845"/>
                  </a:lnTo>
                  <a:lnTo>
                    <a:pt x="5110202" y="492845"/>
                  </a:lnTo>
                  <a:lnTo>
                    <a:pt x="5110202" y="474902"/>
                  </a:lnTo>
                  <a:lnTo>
                    <a:pt x="5192625" y="474902"/>
                  </a:lnTo>
                  <a:lnTo>
                    <a:pt x="5192625" y="465944"/>
                  </a:lnTo>
                  <a:lnTo>
                    <a:pt x="5275048" y="465944"/>
                  </a:lnTo>
                  <a:lnTo>
                    <a:pt x="5275048" y="456984"/>
                  </a:lnTo>
                  <a:lnTo>
                    <a:pt x="5439893" y="456984"/>
                  </a:lnTo>
                  <a:lnTo>
                    <a:pt x="5439893" y="439134"/>
                  </a:lnTo>
                  <a:lnTo>
                    <a:pt x="5522316" y="439134"/>
                  </a:lnTo>
                  <a:lnTo>
                    <a:pt x="5522316" y="430220"/>
                  </a:lnTo>
                  <a:lnTo>
                    <a:pt x="5604738" y="430220"/>
                  </a:lnTo>
                  <a:lnTo>
                    <a:pt x="5604738" y="403684"/>
                  </a:lnTo>
                  <a:lnTo>
                    <a:pt x="5769583" y="403684"/>
                  </a:lnTo>
                  <a:lnTo>
                    <a:pt x="5769583" y="351461"/>
                  </a:lnTo>
                  <a:lnTo>
                    <a:pt x="5852006" y="351461"/>
                  </a:lnTo>
                  <a:lnTo>
                    <a:pt x="5852006" y="325434"/>
                  </a:lnTo>
                  <a:lnTo>
                    <a:pt x="5934429" y="325434"/>
                  </a:lnTo>
                  <a:lnTo>
                    <a:pt x="5934429" y="308087"/>
                  </a:lnTo>
                  <a:lnTo>
                    <a:pt x="6016851" y="308087"/>
                  </a:lnTo>
                  <a:lnTo>
                    <a:pt x="6016851" y="273705"/>
                  </a:lnTo>
                  <a:lnTo>
                    <a:pt x="6099274" y="273705"/>
                  </a:lnTo>
                  <a:lnTo>
                    <a:pt x="6099274" y="265104"/>
                  </a:lnTo>
                  <a:lnTo>
                    <a:pt x="6181697" y="265104"/>
                  </a:lnTo>
                  <a:lnTo>
                    <a:pt x="6181697" y="256510"/>
                  </a:lnTo>
                  <a:lnTo>
                    <a:pt x="6264119" y="256510"/>
                  </a:lnTo>
                  <a:lnTo>
                    <a:pt x="6264119" y="239412"/>
                  </a:lnTo>
                  <a:lnTo>
                    <a:pt x="6346542" y="239412"/>
                  </a:lnTo>
                  <a:lnTo>
                    <a:pt x="6346542" y="213801"/>
                  </a:lnTo>
                  <a:lnTo>
                    <a:pt x="6428965" y="213801"/>
                  </a:lnTo>
                  <a:lnTo>
                    <a:pt x="6428965" y="188374"/>
                  </a:lnTo>
                  <a:lnTo>
                    <a:pt x="6511387" y="188374"/>
                  </a:lnTo>
                  <a:lnTo>
                    <a:pt x="6511387" y="171489"/>
                  </a:lnTo>
                  <a:lnTo>
                    <a:pt x="6593810" y="171489"/>
                  </a:lnTo>
                  <a:lnTo>
                    <a:pt x="6593810" y="73256"/>
                  </a:lnTo>
                  <a:lnTo>
                    <a:pt x="6676232" y="73256"/>
                  </a:lnTo>
                  <a:lnTo>
                    <a:pt x="6676232" y="56839"/>
                  </a:lnTo>
                  <a:lnTo>
                    <a:pt x="6758655" y="56839"/>
                  </a:lnTo>
                  <a:lnTo>
                    <a:pt x="6758655" y="40513"/>
                  </a:lnTo>
                  <a:lnTo>
                    <a:pt x="6841078" y="40513"/>
                  </a:lnTo>
                  <a:lnTo>
                    <a:pt x="6841078" y="32359"/>
                  </a:lnTo>
                  <a:lnTo>
                    <a:pt x="6923500" y="32359"/>
                  </a:lnTo>
                  <a:lnTo>
                    <a:pt x="6923500" y="24229"/>
                  </a:lnTo>
                  <a:lnTo>
                    <a:pt x="7005923" y="24229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65385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376733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288081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90021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9296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99025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05081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10695" y="1896563"/>
              <a:ext cx="3988064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1.93 (95% CI 1.42-2.64), p = &lt;0.001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10695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2026-09-28T17:00:38Z</dcterms:modified>
  <cp:category/>
</cp:coreProperties>
</file>