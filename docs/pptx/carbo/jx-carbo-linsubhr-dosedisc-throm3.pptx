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6610531" cy="3628792"/>
            </a:xfrm>
            <a:custGeom>
              <a:avLst/>
              <a:pathLst>
                <a:path w="6610531" h="3628792">
                  <a:moveTo>
                    <a:pt x="0" y="3445661"/>
                  </a:moveTo>
                  <a:lnTo>
                    <a:pt x="71622" y="3439123"/>
                  </a:lnTo>
                  <a:lnTo>
                    <a:pt x="143245" y="3432378"/>
                  </a:lnTo>
                  <a:lnTo>
                    <a:pt x="214867" y="3425420"/>
                  </a:lnTo>
                  <a:lnTo>
                    <a:pt x="286490" y="3418242"/>
                  </a:lnTo>
                  <a:lnTo>
                    <a:pt x="358112" y="3410837"/>
                  </a:lnTo>
                  <a:lnTo>
                    <a:pt x="429735" y="3403199"/>
                  </a:lnTo>
                  <a:lnTo>
                    <a:pt x="501357" y="3395319"/>
                  </a:lnTo>
                  <a:lnTo>
                    <a:pt x="572980" y="3387191"/>
                  </a:lnTo>
                  <a:lnTo>
                    <a:pt x="644602" y="3378805"/>
                  </a:lnTo>
                  <a:lnTo>
                    <a:pt x="716225" y="3370155"/>
                  </a:lnTo>
                  <a:lnTo>
                    <a:pt x="787847" y="3361231"/>
                  </a:lnTo>
                  <a:lnTo>
                    <a:pt x="859470" y="3352026"/>
                  </a:lnTo>
                  <a:lnTo>
                    <a:pt x="931092" y="3342530"/>
                  </a:lnTo>
                  <a:lnTo>
                    <a:pt x="1002715" y="3332733"/>
                  </a:lnTo>
                  <a:lnTo>
                    <a:pt x="1074337" y="3322628"/>
                  </a:lnTo>
                  <a:lnTo>
                    <a:pt x="1145960" y="3312203"/>
                  </a:lnTo>
                  <a:lnTo>
                    <a:pt x="1217582" y="3301449"/>
                  </a:lnTo>
                  <a:lnTo>
                    <a:pt x="1289205" y="3290355"/>
                  </a:lnTo>
                  <a:lnTo>
                    <a:pt x="1360827" y="3278910"/>
                  </a:lnTo>
                  <a:lnTo>
                    <a:pt x="1432450" y="3267104"/>
                  </a:lnTo>
                  <a:lnTo>
                    <a:pt x="1504073" y="3254926"/>
                  </a:lnTo>
                  <a:lnTo>
                    <a:pt x="1575695" y="3242362"/>
                  </a:lnTo>
                  <a:lnTo>
                    <a:pt x="1647318" y="3229402"/>
                  </a:lnTo>
                  <a:lnTo>
                    <a:pt x="1718940" y="3216032"/>
                  </a:lnTo>
                  <a:lnTo>
                    <a:pt x="1790563" y="3202240"/>
                  </a:lnTo>
                  <a:lnTo>
                    <a:pt x="1862185" y="3188012"/>
                  </a:lnTo>
                  <a:lnTo>
                    <a:pt x="1933808" y="3173334"/>
                  </a:lnTo>
                  <a:lnTo>
                    <a:pt x="2005430" y="3158193"/>
                  </a:lnTo>
                  <a:lnTo>
                    <a:pt x="2077053" y="3142574"/>
                  </a:lnTo>
                  <a:lnTo>
                    <a:pt x="2148675" y="3126462"/>
                  </a:lnTo>
                  <a:lnTo>
                    <a:pt x="2220298" y="3109840"/>
                  </a:lnTo>
                  <a:lnTo>
                    <a:pt x="2291920" y="3092693"/>
                  </a:lnTo>
                  <a:lnTo>
                    <a:pt x="2363543" y="3075005"/>
                  </a:lnTo>
                  <a:lnTo>
                    <a:pt x="2435165" y="3056758"/>
                  </a:lnTo>
                  <a:lnTo>
                    <a:pt x="2506788" y="3037934"/>
                  </a:lnTo>
                  <a:lnTo>
                    <a:pt x="2578410" y="3018516"/>
                  </a:lnTo>
                  <a:lnTo>
                    <a:pt x="2650033" y="2998485"/>
                  </a:lnTo>
                  <a:lnTo>
                    <a:pt x="2721655" y="2977821"/>
                  </a:lnTo>
                  <a:lnTo>
                    <a:pt x="2793278" y="2956504"/>
                  </a:lnTo>
                  <a:lnTo>
                    <a:pt x="2864901" y="2934513"/>
                  </a:lnTo>
                  <a:lnTo>
                    <a:pt x="2936523" y="2911828"/>
                  </a:lnTo>
                  <a:lnTo>
                    <a:pt x="3008146" y="2888426"/>
                  </a:lnTo>
                  <a:lnTo>
                    <a:pt x="3079768" y="2864285"/>
                  </a:lnTo>
                  <a:lnTo>
                    <a:pt x="3151391" y="2839382"/>
                  </a:lnTo>
                  <a:lnTo>
                    <a:pt x="3223013" y="2813692"/>
                  </a:lnTo>
                  <a:lnTo>
                    <a:pt x="3294636" y="2787190"/>
                  </a:lnTo>
                  <a:lnTo>
                    <a:pt x="3366258" y="2723893"/>
                  </a:lnTo>
                  <a:lnTo>
                    <a:pt x="3437881" y="2648636"/>
                  </a:lnTo>
                  <a:lnTo>
                    <a:pt x="3509503" y="2567281"/>
                  </a:lnTo>
                  <a:lnTo>
                    <a:pt x="3581126" y="2479334"/>
                  </a:lnTo>
                  <a:lnTo>
                    <a:pt x="3652748" y="2384261"/>
                  </a:lnTo>
                  <a:lnTo>
                    <a:pt x="3724371" y="2281484"/>
                  </a:lnTo>
                  <a:lnTo>
                    <a:pt x="3795993" y="2170378"/>
                  </a:lnTo>
                  <a:lnTo>
                    <a:pt x="3867616" y="2050270"/>
                  </a:lnTo>
                  <a:lnTo>
                    <a:pt x="3939238" y="1920429"/>
                  </a:lnTo>
                  <a:lnTo>
                    <a:pt x="4010861" y="1780068"/>
                  </a:lnTo>
                  <a:lnTo>
                    <a:pt x="4082483" y="1628332"/>
                  </a:lnTo>
                  <a:lnTo>
                    <a:pt x="4154106" y="1464302"/>
                  </a:lnTo>
                  <a:lnTo>
                    <a:pt x="4225729" y="1286980"/>
                  </a:lnTo>
                  <a:lnTo>
                    <a:pt x="4297351" y="1095290"/>
                  </a:lnTo>
                  <a:lnTo>
                    <a:pt x="4368974" y="888067"/>
                  </a:lnTo>
                  <a:lnTo>
                    <a:pt x="4440596" y="664053"/>
                  </a:lnTo>
                  <a:lnTo>
                    <a:pt x="4512219" y="421887"/>
                  </a:lnTo>
                  <a:lnTo>
                    <a:pt x="4583841" y="160098"/>
                  </a:lnTo>
                  <a:lnTo>
                    <a:pt x="4624359" y="0"/>
                  </a:lnTo>
                  <a:lnTo>
                    <a:pt x="6610531" y="0"/>
                  </a:lnTo>
                  <a:lnTo>
                    <a:pt x="6589272" y="33930"/>
                  </a:lnTo>
                  <a:lnTo>
                    <a:pt x="6517649" y="144742"/>
                  </a:lnTo>
                  <a:lnTo>
                    <a:pt x="6446027" y="252160"/>
                  </a:lnTo>
                  <a:lnTo>
                    <a:pt x="6374404" y="356289"/>
                  </a:lnTo>
                  <a:lnTo>
                    <a:pt x="6302782" y="457229"/>
                  </a:lnTo>
                  <a:lnTo>
                    <a:pt x="6231159" y="555079"/>
                  </a:lnTo>
                  <a:lnTo>
                    <a:pt x="6159537" y="649932"/>
                  </a:lnTo>
                  <a:lnTo>
                    <a:pt x="6087914" y="741880"/>
                  </a:lnTo>
                  <a:lnTo>
                    <a:pt x="6016292" y="831013"/>
                  </a:lnTo>
                  <a:lnTo>
                    <a:pt x="5944669" y="917416"/>
                  </a:lnTo>
                  <a:lnTo>
                    <a:pt x="5873047" y="1001174"/>
                  </a:lnTo>
                  <a:lnTo>
                    <a:pt x="5801424" y="1082366"/>
                  </a:lnTo>
                  <a:lnTo>
                    <a:pt x="5729802" y="1161073"/>
                  </a:lnTo>
                  <a:lnTo>
                    <a:pt x="5658179" y="1237369"/>
                  </a:lnTo>
                  <a:lnTo>
                    <a:pt x="5586557" y="1311329"/>
                  </a:lnTo>
                  <a:lnTo>
                    <a:pt x="5514934" y="1383025"/>
                  </a:lnTo>
                  <a:lnTo>
                    <a:pt x="5443311" y="1452524"/>
                  </a:lnTo>
                  <a:lnTo>
                    <a:pt x="5371689" y="1519896"/>
                  </a:lnTo>
                  <a:lnTo>
                    <a:pt x="5300066" y="1585204"/>
                  </a:lnTo>
                  <a:lnTo>
                    <a:pt x="5228444" y="1648513"/>
                  </a:lnTo>
                  <a:lnTo>
                    <a:pt x="5156821" y="1709883"/>
                  </a:lnTo>
                  <a:lnTo>
                    <a:pt x="5085199" y="1769374"/>
                  </a:lnTo>
                  <a:lnTo>
                    <a:pt x="5013576" y="1827043"/>
                  </a:lnTo>
                  <a:lnTo>
                    <a:pt x="4941954" y="1882946"/>
                  </a:lnTo>
                  <a:lnTo>
                    <a:pt x="4870331" y="1937138"/>
                  </a:lnTo>
                  <a:lnTo>
                    <a:pt x="4798709" y="1989669"/>
                  </a:lnTo>
                  <a:lnTo>
                    <a:pt x="4727086" y="2040593"/>
                  </a:lnTo>
                  <a:lnTo>
                    <a:pt x="4655464" y="2089957"/>
                  </a:lnTo>
                  <a:lnTo>
                    <a:pt x="4583841" y="2137809"/>
                  </a:lnTo>
                  <a:lnTo>
                    <a:pt x="4512219" y="2184196"/>
                  </a:lnTo>
                  <a:lnTo>
                    <a:pt x="4440596" y="2229162"/>
                  </a:lnTo>
                  <a:lnTo>
                    <a:pt x="4368974" y="2272752"/>
                  </a:lnTo>
                  <a:lnTo>
                    <a:pt x="4297351" y="2315007"/>
                  </a:lnTo>
                  <a:lnTo>
                    <a:pt x="4225729" y="2355967"/>
                  </a:lnTo>
                  <a:lnTo>
                    <a:pt x="4154106" y="2395674"/>
                  </a:lnTo>
                  <a:lnTo>
                    <a:pt x="4082483" y="2434165"/>
                  </a:lnTo>
                  <a:lnTo>
                    <a:pt x="4010861" y="2471477"/>
                  </a:lnTo>
                  <a:lnTo>
                    <a:pt x="3939238" y="2507646"/>
                  </a:lnTo>
                  <a:lnTo>
                    <a:pt x="3867616" y="2542708"/>
                  </a:lnTo>
                  <a:lnTo>
                    <a:pt x="3795993" y="2576696"/>
                  </a:lnTo>
                  <a:lnTo>
                    <a:pt x="3724371" y="2609644"/>
                  </a:lnTo>
                  <a:lnTo>
                    <a:pt x="3652748" y="2641582"/>
                  </a:lnTo>
                  <a:lnTo>
                    <a:pt x="3581126" y="2672543"/>
                  </a:lnTo>
                  <a:lnTo>
                    <a:pt x="3509503" y="2702555"/>
                  </a:lnTo>
                  <a:lnTo>
                    <a:pt x="3437881" y="2731648"/>
                  </a:lnTo>
                  <a:lnTo>
                    <a:pt x="3366258" y="2759851"/>
                  </a:lnTo>
                  <a:lnTo>
                    <a:pt x="3294636" y="2793509"/>
                  </a:lnTo>
                  <a:lnTo>
                    <a:pt x="3223013" y="2857907"/>
                  </a:lnTo>
                  <a:lnTo>
                    <a:pt x="3151391" y="2917477"/>
                  </a:lnTo>
                  <a:lnTo>
                    <a:pt x="3079768" y="2972583"/>
                  </a:lnTo>
                  <a:lnTo>
                    <a:pt x="3008146" y="3023558"/>
                  </a:lnTo>
                  <a:lnTo>
                    <a:pt x="2936523" y="3070712"/>
                  </a:lnTo>
                  <a:lnTo>
                    <a:pt x="2864901" y="3114331"/>
                  </a:lnTo>
                  <a:lnTo>
                    <a:pt x="2793278" y="3154681"/>
                  </a:lnTo>
                  <a:lnTo>
                    <a:pt x="2721655" y="3192007"/>
                  </a:lnTo>
                  <a:lnTo>
                    <a:pt x="2650033" y="3226534"/>
                  </a:lnTo>
                  <a:lnTo>
                    <a:pt x="2578410" y="3258474"/>
                  </a:lnTo>
                  <a:lnTo>
                    <a:pt x="2506788" y="3288020"/>
                  </a:lnTo>
                  <a:lnTo>
                    <a:pt x="2435165" y="3315350"/>
                  </a:lnTo>
                  <a:lnTo>
                    <a:pt x="2363543" y="3340633"/>
                  </a:lnTo>
                  <a:lnTo>
                    <a:pt x="2291920" y="3364020"/>
                  </a:lnTo>
                  <a:lnTo>
                    <a:pt x="2220298" y="3385654"/>
                  </a:lnTo>
                  <a:lnTo>
                    <a:pt x="2148675" y="3405667"/>
                  </a:lnTo>
                  <a:lnTo>
                    <a:pt x="2077053" y="3424179"/>
                  </a:lnTo>
                  <a:lnTo>
                    <a:pt x="2005430" y="3441304"/>
                  </a:lnTo>
                  <a:lnTo>
                    <a:pt x="1933808" y="3457145"/>
                  </a:lnTo>
                  <a:lnTo>
                    <a:pt x="1862185" y="3471799"/>
                  </a:lnTo>
                  <a:lnTo>
                    <a:pt x="1790563" y="3485355"/>
                  </a:lnTo>
                  <a:lnTo>
                    <a:pt x="1718940" y="3497894"/>
                  </a:lnTo>
                  <a:lnTo>
                    <a:pt x="1647318" y="3509493"/>
                  </a:lnTo>
                  <a:lnTo>
                    <a:pt x="1575695" y="3520223"/>
                  </a:lnTo>
                  <a:lnTo>
                    <a:pt x="1504073" y="3530149"/>
                  </a:lnTo>
                  <a:lnTo>
                    <a:pt x="1432450" y="3539331"/>
                  </a:lnTo>
                  <a:lnTo>
                    <a:pt x="1360827" y="3547824"/>
                  </a:lnTo>
                  <a:lnTo>
                    <a:pt x="1289205" y="3555681"/>
                  </a:lnTo>
                  <a:lnTo>
                    <a:pt x="1217582" y="3562949"/>
                  </a:lnTo>
                  <a:lnTo>
                    <a:pt x="1145960" y="3569672"/>
                  </a:lnTo>
                  <a:lnTo>
                    <a:pt x="1074337" y="3575892"/>
                  </a:lnTo>
                  <a:lnTo>
                    <a:pt x="1002715" y="3581645"/>
                  </a:lnTo>
                  <a:lnTo>
                    <a:pt x="931092" y="3586966"/>
                  </a:lnTo>
                  <a:lnTo>
                    <a:pt x="859470" y="3591889"/>
                  </a:lnTo>
                  <a:lnTo>
                    <a:pt x="787847" y="3596443"/>
                  </a:lnTo>
                  <a:lnTo>
                    <a:pt x="716225" y="3600656"/>
                  </a:lnTo>
                  <a:lnTo>
                    <a:pt x="644602" y="3604553"/>
                  </a:lnTo>
                  <a:lnTo>
                    <a:pt x="572980" y="3608157"/>
                  </a:lnTo>
                  <a:lnTo>
                    <a:pt x="501357" y="3611492"/>
                  </a:lnTo>
                  <a:lnTo>
                    <a:pt x="429735" y="3614576"/>
                  </a:lnTo>
                  <a:lnTo>
                    <a:pt x="358112" y="3617430"/>
                  </a:lnTo>
                  <a:lnTo>
                    <a:pt x="286490" y="3620069"/>
                  </a:lnTo>
                  <a:lnTo>
                    <a:pt x="214867" y="3622511"/>
                  </a:lnTo>
                  <a:lnTo>
                    <a:pt x="143245" y="3624769"/>
                  </a:lnTo>
                  <a:lnTo>
                    <a:pt x="71622" y="3626859"/>
                  </a:lnTo>
                  <a:lnTo>
                    <a:pt x="0" y="36287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624359" cy="3445661"/>
            </a:xfrm>
            <a:custGeom>
              <a:avLst/>
              <a:pathLst>
                <a:path w="4624359" h="3445661">
                  <a:moveTo>
                    <a:pt x="0" y="3445661"/>
                  </a:moveTo>
                  <a:lnTo>
                    <a:pt x="71622" y="3439123"/>
                  </a:lnTo>
                  <a:lnTo>
                    <a:pt x="143245" y="3432378"/>
                  </a:lnTo>
                  <a:lnTo>
                    <a:pt x="214867" y="3425420"/>
                  </a:lnTo>
                  <a:lnTo>
                    <a:pt x="286490" y="3418242"/>
                  </a:lnTo>
                  <a:lnTo>
                    <a:pt x="358112" y="3410837"/>
                  </a:lnTo>
                  <a:lnTo>
                    <a:pt x="429735" y="3403199"/>
                  </a:lnTo>
                  <a:lnTo>
                    <a:pt x="501357" y="3395319"/>
                  </a:lnTo>
                  <a:lnTo>
                    <a:pt x="572980" y="3387191"/>
                  </a:lnTo>
                  <a:lnTo>
                    <a:pt x="644602" y="3378805"/>
                  </a:lnTo>
                  <a:lnTo>
                    <a:pt x="716225" y="3370155"/>
                  </a:lnTo>
                  <a:lnTo>
                    <a:pt x="787847" y="3361231"/>
                  </a:lnTo>
                  <a:lnTo>
                    <a:pt x="859470" y="3352026"/>
                  </a:lnTo>
                  <a:lnTo>
                    <a:pt x="931092" y="3342530"/>
                  </a:lnTo>
                  <a:lnTo>
                    <a:pt x="1002715" y="3332733"/>
                  </a:lnTo>
                  <a:lnTo>
                    <a:pt x="1074337" y="3322628"/>
                  </a:lnTo>
                  <a:lnTo>
                    <a:pt x="1145960" y="3312203"/>
                  </a:lnTo>
                  <a:lnTo>
                    <a:pt x="1217582" y="3301449"/>
                  </a:lnTo>
                  <a:lnTo>
                    <a:pt x="1289205" y="3290355"/>
                  </a:lnTo>
                  <a:lnTo>
                    <a:pt x="1360827" y="3278910"/>
                  </a:lnTo>
                  <a:lnTo>
                    <a:pt x="1432450" y="3267104"/>
                  </a:lnTo>
                  <a:lnTo>
                    <a:pt x="1504073" y="3254926"/>
                  </a:lnTo>
                  <a:lnTo>
                    <a:pt x="1575695" y="3242362"/>
                  </a:lnTo>
                  <a:lnTo>
                    <a:pt x="1647318" y="3229402"/>
                  </a:lnTo>
                  <a:lnTo>
                    <a:pt x="1718940" y="3216032"/>
                  </a:lnTo>
                  <a:lnTo>
                    <a:pt x="1790563" y="3202240"/>
                  </a:lnTo>
                  <a:lnTo>
                    <a:pt x="1862185" y="3188012"/>
                  </a:lnTo>
                  <a:lnTo>
                    <a:pt x="1933808" y="3173334"/>
                  </a:lnTo>
                  <a:lnTo>
                    <a:pt x="2005430" y="3158193"/>
                  </a:lnTo>
                  <a:lnTo>
                    <a:pt x="2077053" y="3142574"/>
                  </a:lnTo>
                  <a:lnTo>
                    <a:pt x="2148675" y="3126462"/>
                  </a:lnTo>
                  <a:lnTo>
                    <a:pt x="2220298" y="3109840"/>
                  </a:lnTo>
                  <a:lnTo>
                    <a:pt x="2291920" y="3092693"/>
                  </a:lnTo>
                  <a:lnTo>
                    <a:pt x="2363543" y="3075005"/>
                  </a:lnTo>
                  <a:lnTo>
                    <a:pt x="2435165" y="3056758"/>
                  </a:lnTo>
                  <a:lnTo>
                    <a:pt x="2506788" y="3037934"/>
                  </a:lnTo>
                  <a:lnTo>
                    <a:pt x="2578410" y="3018516"/>
                  </a:lnTo>
                  <a:lnTo>
                    <a:pt x="2650033" y="2998485"/>
                  </a:lnTo>
                  <a:lnTo>
                    <a:pt x="2721655" y="2977821"/>
                  </a:lnTo>
                  <a:lnTo>
                    <a:pt x="2793278" y="2956504"/>
                  </a:lnTo>
                  <a:lnTo>
                    <a:pt x="2864901" y="2934513"/>
                  </a:lnTo>
                  <a:lnTo>
                    <a:pt x="2936523" y="2911828"/>
                  </a:lnTo>
                  <a:lnTo>
                    <a:pt x="3008146" y="2888426"/>
                  </a:lnTo>
                  <a:lnTo>
                    <a:pt x="3079768" y="2864285"/>
                  </a:lnTo>
                  <a:lnTo>
                    <a:pt x="3151391" y="2839382"/>
                  </a:lnTo>
                  <a:lnTo>
                    <a:pt x="3223013" y="2813692"/>
                  </a:lnTo>
                  <a:lnTo>
                    <a:pt x="3294636" y="2787190"/>
                  </a:lnTo>
                  <a:lnTo>
                    <a:pt x="3366258" y="2723893"/>
                  </a:lnTo>
                  <a:lnTo>
                    <a:pt x="3437881" y="2648636"/>
                  </a:lnTo>
                  <a:lnTo>
                    <a:pt x="3509503" y="2567281"/>
                  </a:lnTo>
                  <a:lnTo>
                    <a:pt x="3581126" y="2479334"/>
                  </a:lnTo>
                  <a:lnTo>
                    <a:pt x="3652748" y="2384261"/>
                  </a:lnTo>
                  <a:lnTo>
                    <a:pt x="3724371" y="2281484"/>
                  </a:lnTo>
                  <a:lnTo>
                    <a:pt x="3795993" y="2170378"/>
                  </a:lnTo>
                  <a:lnTo>
                    <a:pt x="3867616" y="2050270"/>
                  </a:lnTo>
                  <a:lnTo>
                    <a:pt x="3939238" y="1920429"/>
                  </a:lnTo>
                  <a:lnTo>
                    <a:pt x="4010861" y="1780068"/>
                  </a:lnTo>
                  <a:lnTo>
                    <a:pt x="4082483" y="1628332"/>
                  </a:lnTo>
                  <a:lnTo>
                    <a:pt x="4154106" y="1464302"/>
                  </a:lnTo>
                  <a:lnTo>
                    <a:pt x="4225729" y="1286980"/>
                  </a:lnTo>
                  <a:lnTo>
                    <a:pt x="4297351" y="1095290"/>
                  </a:lnTo>
                  <a:lnTo>
                    <a:pt x="4368974" y="888067"/>
                  </a:lnTo>
                  <a:lnTo>
                    <a:pt x="4440596" y="664053"/>
                  </a:lnTo>
                  <a:lnTo>
                    <a:pt x="4512219" y="421887"/>
                  </a:lnTo>
                  <a:lnTo>
                    <a:pt x="4583841" y="160098"/>
                  </a:lnTo>
                  <a:lnTo>
                    <a:pt x="462435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1896563"/>
              <a:ext cx="6610531" cy="3628792"/>
            </a:xfrm>
            <a:custGeom>
              <a:avLst/>
              <a:pathLst>
                <a:path w="6610531" h="3628792">
                  <a:moveTo>
                    <a:pt x="6610531" y="0"/>
                  </a:moveTo>
                  <a:lnTo>
                    <a:pt x="6589272" y="33930"/>
                  </a:lnTo>
                  <a:lnTo>
                    <a:pt x="6517649" y="144742"/>
                  </a:lnTo>
                  <a:lnTo>
                    <a:pt x="6446027" y="252160"/>
                  </a:lnTo>
                  <a:lnTo>
                    <a:pt x="6374404" y="356289"/>
                  </a:lnTo>
                  <a:lnTo>
                    <a:pt x="6302782" y="457229"/>
                  </a:lnTo>
                  <a:lnTo>
                    <a:pt x="6231159" y="555079"/>
                  </a:lnTo>
                  <a:lnTo>
                    <a:pt x="6159537" y="649932"/>
                  </a:lnTo>
                  <a:lnTo>
                    <a:pt x="6087914" y="741880"/>
                  </a:lnTo>
                  <a:lnTo>
                    <a:pt x="6016292" y="831013"/>
                  </a:lnTo>
                  <a:lnTo>
                    <a:pt x="5944669" y="917416"/>
                  </a:lnTo>
                  <a:lnTo>
                    <a:pt x="5873047" y="1001174"/>
                  </a:lnTo>
                  <a:lnTo>
                    <a:pt x="5801424" y="1082366"/>
                  </a:lnTo>
                  <a:lnTo>
                    <a:pt x="5729802" y="1161073"/>
                  </a:lnTo>
                  <a:lnTo>
                    <a:pt x="5658179" y="1237369"/>
                  </a:lnTo>
                  <a:lnTo>
                    <a:pt x="5586557" y="1311329"/>
                  </a:lnTo>
                  <a:lnTo>
                    <a:pt x="5514934" y="1383025"/>
                  </a:lnTo>
                  <a:lnTo>
                    <a:pt x="5443311" y="1452524"/>
                  </a:lnTo>
                  <a:lnTo>
                    <a:pt x="5371689" y="1519896"/>
                  </a:lnTo>
                  <a:lnTo>
                    <a:pt x="5300066" y="1585204"/>
                  </a:lnTo>
                  <a:lnTo>
                    <a:pt x="5228444" y="1648513"/>
                  </a:lnTo>
                  <a:lnTo>
                    <a:pt x="5156821" y="1709883"/>
                  </a:lnTo>
                  <a:lnTo>
                    <a:pt x="5085199" y="1769374"/>
                  </a:lnTo>
                  <a:lnTo>
                    <a:pt x="5013576" y="1827043"/>
                  </a:lnTo>
                  <a:lnTo>
                    <a:pt x="4941954" y="1882946"/>
                  </a:lnTo>
                  <a:lnTo>
                    <a:pt x="4870331" y="1937138"/>
                  </a:lnTo>
                  <a:lnTo>
                    <a:pt x="4798709" y="1989669"/>
                  </a:lnTo>
                  <a:lnTo>
                    <a:pt x="4727086" y="2040593"/>
                  </a:lnTo>
                  <a:lnTo>
                    <a:pt x="4655464" y="2089957"/>
                  </a:lnTo>
                  <a:lnTo>
                    <a:pt x="4583841" y="2137809"/>
                  </a:lnTo>
                  <a:lnTo>
                    <a:pt x="4512219" y="2184196"/>
                  </a:lnTo>
                  <a:lnTo>
                    <a:pt x="4440596" y="2229162"/>
                  </a:lnTo>
                  <a:lnTo>
                    <a:pt x="4368974" y="2272752"/>
                  </a:lnTo>
                  <a:lnTo>
                    <a:pt x="4297351" y="2315007"/>
                  </a:lnTo>
                  <a:lnTo>
                    <a:pt x="4225729" y="2355967"/>
                  </a:lnTo>
                  <a:lnTo>
                    <a:pt x="4154106" y="2395674"/>
                  </a:lnTo>
                  <a:lnTo>
                    <a:pt x="4082483" y="2434165"/>
                  </a:lnTo>
                  <a:lnTo>
                    <a:pt x="4010861" y="2471477"/>
                  </a:lnTo>
                  <a:lnTo>
                    <a:pt x="3939238" y="2507646"/>
                  </a:lnTo>
                  <a:lnTo>
                    <a:pt x="3867616" y="2542708"/>
                  </a:lnTo>
                  <a:lnTo>
                    <a:pt x="3795993" y="2576696"/>
                  </a:lnTo>
                  <a:lnTo>
                    <a:pt x="3724371" y="2609644"/>
                  </a:lnTo>
                  <a:lnTo>
                    <a:pt x="3652748" y="2641582"/>
                  </a:lnTo>
                  <a:lnTo>
                    <a:pt x="3581126" y="2672543"/>
                  </a:lnTo>
                  <a:lnTo>
                    <a:pt x="3509503" y="2702555"/>
                  </a:lnTo>
                  <a:lnTo>
                    <a:pt x="3437881" y="2731648"/>
                  </a:lnTo>
                  <a:lnTo>
                    <a:pt x="3366258" y="2759851"/>
                  </a:lnTo>
                  <a:lnTo>
                    <a:pt x="3294636" y="2793509"/>
                  </a:lnTo>
                  <a:lnTo>
                    <a:pt x="3223013" y="2857907"/>
                  </a:lnTo>
                  <a:lnTo>
                    <a:pt x="3151391" y="2917477"/>
                  </a:lnTo>
                  <a:lnTo>
                    <a:pt x="3079768" y="2972583"/>
                  </a:lnTo>
                  <a:lnTo>
                    <a:pt x="3008146" y="3023558"/>
                  </a:lnTo>
                  <a:lnTo>
                    <a:pt x="2936523" y="3070712"/>
                  </a:lnTo>
                  <a:lnTo>
                    <a:pt x="2864901" y="3114331"/>
                  </a:lnTo>
                  <a:lnTo>
                    <a:pt x="2793278" y="3154681"/>
                  </a:lnTo>
                  <a:lnTo>
                    <a:pt x="2721655" y="3192007"/>
                  </a:lnTo>
                  <a:lnTo>
                    <a:pt x="2650033" y="3226534"/>
                  </a:lnTo>
                  <a:lnTo>
                    <a:pt x="2578410" y="3258474"/>
                  </a:lnTo>
                  <a:lnTo>
                    <a:pt x="2506788" y="3288020"/>
                  </a:lnTo>
                  <a:lnTo>
                    <a:pt x="2435165" y="3315350"/>
                  </a:lnTo>
                  <a:lnTo>
                    <a:pt x="2363543" y="3340633"/>
                  </a:lnTo>
                  <a:lnTo>
                    <a:pt x="2291920" y="3364020"/>
                  </a:lnTo>
                  <a:lnTo>
                    <a:pt x="2220298" y="3385654"/>
                  </a:lnTo>
                  <a:lnTo>
                    <a:pt x="2148675" y="3405667"/>
                  </a:lnTo>
                  <a:lnTo>
                    <a:pt x="2077053" y="3424179"/>
                  </a:lnTo>
                  <a:lnTo>
                    <a:pt x="2005430" y="3441304"/>
                  </a:lnTo>
                  <a:lnTo>
                    <a:pt x="1933808" y="3457145"/>
                  </a:lnTo>
                  <a:lnTo>
                    <a:pt x="1862185" y="3471799"/>
                  </a:lnTo>
                  <a:lnTo>
                    <a:pt x="1790563" y="3485355"/>
                  </a:lnTo>
                  <a:lnTo>
                    <a:pt x="1718940" y="3497894"/>
                  </a:lnTo>
                  <a:lnTo>
                    <a:pt x="1647318" y="3509493"/>
                  </a:lnTo>
                  <a:lnTo>
                    <a:pt x="1575695" y="3520223"/>
                  </a:lnTo>
                  <a:lnTo>
                    <a:pt x="1504073" y="3530149"/>
                  </a:lnTo>
                  <a:lnTo>
                    <a:pt x="1432450" y="3539331"/>
                  </a:lnTo>
                  <a:lnTo>
                    <a:pt x="1360827" y="3547824"/>
                  </a:lnTo>
                  <a:lnTo>
                    <a:pt x="1289205" y="3555681"/>
                  </a:lnTo>
                  <a:lnTo>
                    <a:pt x="1217582" y="3562949"/>
                  </a:lnTo>
                  <a:lnTo>
                    <a:pt x="1145960" y="3569672"/>
                  </a:lnTo>
                  <a:lnTo>
                    <a:pt x="1074337" y="3575892"/>
                  </a:lnTo>
                  <a:lnTo>
                    <a:pt x="1002715" y="3581645"/>
                  </a:lnTo>
                  <a:lnTo>
                    <a:pt x="931092" y="3586966"/>
                  </a:lnTo>
                  <a:lnTo>
                    <a:pt x="859470" y="3591889"/>
                  </a:lnTo>
                  <a:lnTo>
                    <a:pt x="787847" y="3596443"/>
                  </a:lnTo>
                  <a:lnTo>
                    <a:pt x="716225" y="3600656"/>
                  </a:lnTo>
                  <a:lnTo>
                    <a:pt x="644602" y="3604553"/>
                  </a:lnTo>
                  <a:lnTo>
                    <a:pt x="572980" y="3608157"/>
                  </a:lnTo>
                  <a:lnTo>
                    <a:pt x="501357" y="3611492"/>
                  </a:lnTo>
                  <a:lnTo>
                    <a:pt x="429735" y="3614576"/>
                  </a:lnTo>
                  <a:lnTo>
                    <a:pt x="358112" y="3617430"/>
                  </a:lnTo>
                  <a:lnTo>
                    <a:pt x="286490" y="3620069"/>
                  </a:lnTo>
                  <a:lnTo>
                    <a:pt x="214867" y="3622511"/>
                  </a:lnTo>
                  <a:lnTo>
                    <a:pt x="143245" y="3624769"/>
                  </a:lnTo>
                  <a:lnTo>
                    <a:pt x="71622" y="3626859"/>
                  </a:lnTo>
                  <a:lnTo>
                    <a:pt x="0" y="36287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5191054" cy="3582380"/>
            </a:xfrm>
            <a:custGeom>
              <a:avLst/>
              <a:pathLst>
                <a:path w="5191054" h="3582380">
                  <a:moveTo>
                    <a:pt x="0" y="3582380"/>
                  </a:moveTo>
                  <a:lnTo>
                    <a:pt x="71622" y="3578444"/>
                  </a:lnTo>
                  <a:lnTo>
                    <a:pt x="143245" y="3574287"/>
                  </a:lnTo>
                  <a:lnTo>
                    <a:pt x="214867" y="3569898"/>
                  </a:lnTo>
                  <a:lnTo>
                    <a:pt x="286490" y="3565262"/>
                  </a:lnTo>
                  <a:lnTo>
                    <a:pt x="358112" y="3560367"/>
                  </a:lnTo>
                  <a:lnTo>
                    <a:pt x="429735" y="3555198"/>
                  </a:lnTo>
                  <a:lnTo>
                    <a:pt x="501357" y="3549739"/>
                  </a:lnTo>
                  <a:lnTo>
                    <a:pt x="572980" y="3543974"/>
                  </a:lnTo>
                  <a:lnTo>
                    <a:pt x="644602" y="3537887"/>
                  </a:lnTo>
                  <a:lnTo>
                    <a:pt x="716225" y="3531458"/>
                  </a:lnTo>
                  <a:lnTo>
                    <a:pt x="787847" y="3524669"/>
                  </a:lnTo>
                  <a:lnTo>
                    <a:pt x="859470" y="3517500"/>
                  </a:lnTo>
                  <a:lnTo>
                    <a:pt x="931092" y="3509929"/>
                  </a:lnTo>
                  <a:lnTo>
                    <a:pt x="1002715" y="3501934"/>
                  </a:lnTo>
                  <a:lnTo>
                    <a:pt x="1074337" y="3493492"/>
                  </a:lnTo>
                  <a:lnTo>
                    <a:pt x="1145960" y="3484576"/>
                  </a:lnTo>
                  <a:lnTo>
                    <a:pt x="1217582" y="3475161"/>
                  </a:lnTo>
                  <a:lnTo>
                    <a:pt x="1289205" y="3465218"/>
                  </a:lnTo>
                  <a:lnTo>
                    <a:pt x="1360827" y="3454718"/>
                  </a:lnTo>
                  <a:lnTo>
                    <a:pt x="1432450" y="3443631"/>
                  </a:lnTo>
                  <a:lnTo>
                    <a:pt x="1504073" y="3431922"/>
                  </a:lnTo>
                  <a:lnTo>
                    <a:pt x="1575695" y="3419557"/>
                  </a:lnTo>
                  <a:lnTo>
                    <a:pt x="1647318" y="3406499"/>
                  </a:lnTo>
                  <a:lnTo>
                    <a:pt x="1718940" y="3392710"/>
                  </a:lnTo>
                  <a:lnTo>
                    <a:pt x="1790563" y="3378148"/>
                  </a:lnTo>
                  <a:lnTo>
                    <a:pt x="1862185" y="3362771"/>
                  </a:lnTo>
                  <a:lnTo>
                    <a:pt x="1933808" y="3346532"/>
                  </a:lnTo>
                  <a:lnTo>
                    <a:pt x="2005430" y="3329384"/>
                  </a:lnTo>
                  <a:lnTo>
                    <a:pt x="2077053" y="3311275"/>
                  </a:lnTo>
                  <a:lnTo>
                    <a:pt x="2148675" y="3292151"/>
                  </a:lnTo>
                  <a:lnTo>
                    <a:pt x="2220298" y="3271956"/>
                  </a:lnTo>
                  <a:lnTo>
                    <a:pt x="2291920" y="3250630"/>
                  </a:lnTo>
                  <a:lnTo>
                    <a:pt x="2363543" y="3228109"/>
                  </a:lnTo>
                  <a:lnTo>
                    <a:pt x="2435165" y="3204327"/>
                  </a:lnTo>
                  <a:lnTo>
                    <a:pt x="2506788" y="3179212"/>
                  </a:lnTo>
                  <a:lnTo>
                    <a:pt x="2578410" y="3152690"/>
                  </a:lnTo>
                  <a:lnTo>
                    <a:pt x="2650033" y="3124682"/>
                  </a:lnTo>
                  <a:lnTo>
                    <a:pt x="2721655" y="3095106"/>
                  </a:lnTo>
                  <a:lnTo>
                    <a:pt x="2793278" y="3063872"/>
                  </a:lnTo>
                  <a:lnTo>
                    <a:pt x="2864901" y="3030889"/>
                  </a:lnTo>
                  <a:lnTo>
                    <a:pt x="2936523" y="2996058"/>
                  </a:lnTo>
                  <a:lnTo>
                    <a:pt x="3008146" y="2959276"/>
                  </a:lnTo>
                  <a:lnTo>
                    <a:pt x="3079768" y="2920434"/>
                  </a:lnTo>
                  <a:lnTo>
                    <a:pt x="3151391" y="2879415"/>
                  </a:lnTo>
                  <a:lnTo>
                    <a:pt x="3223013" y="2836098"/>
                  </a:lnTo>
                  <a:lnTo>
                    <a:pt x="3294636" y="2790355"/>
                  </a:lnTo>
                  <a:lnTo>
                    <a:pt x="3366258" y="2742050"/>
                  </a:lnTo>
                  <a:lnTo>
                    <a:pt x="3437881" y="2691038"/>
                  </a:lnTo>
                  <a:lnTo>
                    <a:pt x="3509503" y="2637168"/>
                  </a:lnTo>
                  <a:lnTo>
                    <a:pt x="3581126" y="2580281"/>
                  </a:lnTo>
                  <a:lnTo>
                    <a:pt x="3652748" y="2520207"/>
                  </a:lnTo>
                  <a:lnTo>
                    <a:pt x="3724371" y="2456767"/>
                  </a:lnTo>
                  <a:lnTo>
                    <a:pt x="3795993" y="2389774"/>
                  </a:lnTo>
                  <a:lnTo>
                    <a:pt x="3867616" y="2319028"/>
                  </a:lnTo>
                  <a:lnTo>
                    <a:pt x="3939238" y="2244318"/>
                  </a:lnTo>
                  <a:lnTo>
                    <a:pt x="4010861" y="2165423"/>
                  </a:lnTo>
                  <a:lnTo>
                    <a:pt x="4082483" y="2082108"/>
                  </a:lnTo>
                  <a:lnTo>
                    <a:pt x="4154106" y="1994127"/>
                  </a:lnTo>
                  <a:lnTo>
                    <a:pt x="4225729" y="1901216"/>
                  </a:lnTo>
                  <a:lnTo>
                    <a:pt x="4297351" y="1803100"/>
                  </a:lnTo>
                  <a:lnTo>
                    <a:pt x="4368974" y="1699488"/>
                  </a:lnTo>
                  <a:lnTo>
                    <a:pt x="4440596" y="1590072"/>
                  </a:lnTo>
                  <a:lnTo>
                    <a:pt x="4512219" y="1474526"/>
                  </a:lnTo>
                  <a:lnTo>
                    <a:pt x="4583841" y="1352507"/>
                  </a:lnTo>
                  <a:lnTo>
                    <a:pt x="4655464" y="1223652"/>
                  </a:lnTo>
                  <a:lnTo>
                    <a:pt x="4727086" y="1087580"/>
                  </a:lnTo>
                  <a:lnTo>
                    <a:pt x="4798709" y="943884"/>
                  </a:lnTo>
                  <a:lnTo>
                    <a:pt x="4870331" y="792138"/>
                  </a:lnTo>
                  <a:lnTo>
                    <a:pt x="4941954" y="631892"/>
                  </a:lnTo>
                  <a:lnTo>
                    <a:pt x="5013576" y="462668"/>
                  </a:lnTo>
                  <a:lnTo>
                    <a:pt x="5085199" y="283964"/>
                  </a:lnTo>
                  <a:lnTo>
                    <a:pt x="5156821" y="95250"/>
                  </a:lnTo>
                  <a:lnTo>
                    <a:pt x="519105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2026-09-28T16:51:12Z</dcterms:modified>
  <cp:category/>
</cp:coreProperties>
</file>