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  <a:lnTo>
                    <a:pt x="6610531" y="0"/>
                  </a:ln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24359" cy="3445661"/>
            </a:xfrm>
            <a:custGeom>
              <a:avLst/>
              <a:pathLst>
                <a:path w="4624359" h="3445661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6610531" y="0"/>
                  </a:move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191054" cy="3582380"/>
            </a:xfrm>
            <a:custGeom>
              <a:avLst/>
              <a:pathLst>
                <a:path w="5191054" h="3582380">
                  <a:moveTo>
                    <a:pt x="0" y="3582380"/>
                  </a:moveTo>
                  <a:lnTo>
                    <a:pt x="71622" y="3578444"/>
                  </a:lnTo>
                  <a:lnTo>
                    <a:pt x="143245" y="3574287"/>
                  </a:lnTo>
                  <a:lnTo>
                    <a:pt x="214867" y="3569898"/>
                  </a:lnTo>
                  <a:lnTo>
                    <a:pt x="286490" y="3565262"/>
                  </a:lnTo>
                  <a:lnTo>
                    <a:pt x="358112" y="3560367"/>
                  </a:lnTo>
                  <a:lnTo>
                    <a:pt x="429735" y="3555198"/>
                  </a:lnTo>
                  <a:lnTo>
                    <a:pt x="501357" y="3549739"/>
                  </a:lnTo>
                  <a:lnTo>
                    <a:pt x="572980" y="3543974"/>
                  </a:lnTo>
                  <a:lnTo>
                    <a:pt x="644602" y="3537887"/>
                  </a:lnTo>
                  <a:lnTo>
                    <a:pt x="716225" y="3531458"/>
                  </a:lnTo>
                  <a:lnTo>
                    <a:pt x="787847" y="3524669"/>
                  </a:lnTo>
                  <a:lnTo>
                    <a:pt x="859470" y="3517500"/>
                  </a:lnTo>
                  <a:lnTo>
                    <a:pt x="931092" y="3509929"/>
                  </a:lnTo>
                  <a:lnTo>
                    <a:pt x="1002715" y="3501934"/>
                  </a:lnTo>
                  <a:lnTo>
                    <a:pt x="1074337" y="3493492"/>
                  </a:lnTo>
                  <a:lnTo>
                    <a:pt x="1145960" y="3484576"/>
                  </a:lnTo>
                  <a:lnTo>
                    <a:pt x="1217582" y="3475161"/>
                  </a:lnTo>
                  <a:lnTo>
                    <a:pt x="1289205" y="3465218"/>
                  </a:lnTo>
                  <a:lnTo>
                    <a:pt x="1360827" y="3454718"/>
                  </a:lnTo>
                  <a:lnTo>
                    <a:pt x="1432450" y="3443631"/>
                  </a:lnTo>
                  <a:lnTo>
                    <a:pt x="1504073" y="3431922"/>
                  </a:lnTo>
                  <a:lnTo>
                    <a:pt x="1575695" y="3419557"/>
                  </a:lnTo>
                  <a:lnTo>
                    <a:pt x="1647318" y="3406499"/>
                  </a:lnTo>
                  <a:lnTo>
                    <a:pt x="1718940" y="3392710"/>
                  </a:lnTo>
                  <a:lnTo>
                    <a:pt x="1790563" y="3378148"/>
                  </a:lnTo>
                  <a:lnTo>
                    <a:pt x="1862185" y="3362771"/>
                  </a:lnTo>
                  <a:lnTo>
                    <a:pt x="1933808" y="3346532"/>
                  </a:lnTo>
                  <a:lnTo>
                    <a:pt x="2005430" y="3329384"/>
                  </a:lnTo>
                  <a:lnTo>
                    <a:pt x="2077053" y="3311275"/>
                  </a:lnTo>
                  <a:lnTo>
                    <a:pt x="2148675" y="3292151"/>
                  </a:lnTo>
                  <a:lnTo>
                    <a:pt x="2220298" y="3271956"/>
                  </a:lnTo>
                  <a:lnTo>
                    <a:pt x="2291920" y="3250630"/>
                  </a:lnTo>
                  <a:lnTo>
                    <a:pt x="2363543" y="3228109"/>
                  </a:lnTo>
                  <a:lnTo>
                    <a:pt x="2435165" y="3204327"/>
                  </a:lnTo>
                  <a:lnTo>
                    <a:pt x="2506788" y="3179212"/>
                  </a:lnTo>
                  <a:lnTo>
                    <a:pt x="2578410" y="3152690"/>
                  </a:lnTo>
                  <a:lnTo>
                    <a:pt x="2650033" y="3124682"/>
                  </a:lnTo>
                  <a:lnTo>
                    <a:pt x="2721655" y="3095106"/>
                  </a:lnTo>
                  <a:lnTo>
                    <a:pt x="2793278" y="3063872"/>
                  </a:lnTo>
                  <a:lnTo>
                    <a:pt x="2864901" y="3030889"/>
                  </a:lnTo>
                  <a:lnTo>
                    <a:pt x="2936523" y="2996058"/>
                  </a:lnTo>
                  <a:lnTo>
                    <a:pt x="3008146" y="2959276"/>
                  </a:lnTo>
                  <a:lnTo>
                    <a:pt x="3079768" y="2920434"/>
                  </a:lnTo>
                  <a:lnTo>
                    <a:pt x="3151391" y="2879415"/>
                  </a:lnTo>
                  <a:lnTo>
                    <a:pt x="3223013" y="2836098"/>
                  </a:lnTo>
                  <a:lnTo>
                    <a:pt x="3294636" y="2790355"/>
                  </a:lnTo>
                  <a:lnTo>
                    <a:pt x="3366258" y="2742050"/>
                  </a:lnTo>
                  <a:lnTo>
                    <a:pt x="3437881" y="2691038"/>
                  </a:lnTo>
                  <a:lnTo>
                    <a:pt x="3509503" y="2637168"/>
                  </a:lnTo>
                  <a:lnTo>
                    <a:pt x="3581126" y="2580281"/>
                  </a:lnTo>
                  <a:lnTo>
                    <a:pt x="3652748" y="2520207"/>
                  </a:lnTo>
                  <a:lnTo>
                    <a:pt x="3724371" y="2456767"/>
                  </a:lnTo>
                  <a:lnTo>
                    <a:pt x="3795993" y="2389774"/>
                  </a:lnTo>
                  <a:lnTo>
                    <a:pt x="3867616" y="2319028"/>
                  </a:lnTo>
                  <a:lnTo>
                    <a:pt x="3939238" y="2244318"/>
                  </a:lnTo>
                  <a:lnTo>
                    <a:pt x="4010861" y="2165423"/>
                  </a:lnTo>
                  <a:lnTo>
                    <a:pt x="4082483" y="2082108"/>
                  </a:lnTo>
                  <a:lnTo>
                    <a:pt x="4154106" y="1994127"/>
                  </a:lnTo>
                  <a:lnTo>
                    <a:pt x="4225729" y="1901216"/>
                  </a:lnTo>
                  <a:lnTo>
                    <a:pt x="4297351" y="1803100"/>
                  </a:lnTo>
                  <a:lnTo>
                    <a:pt x="4368974" y="1699488"/>
                  </a:lnTo>
                  <a:lnTo>
                    <a:pt x="4440596" y="1590072"/>
                  </a:lnTo>
                  <a:lnTo>
                    <a:pt x="4512219" y="1474526"/>
                  </a:lnTo>
                  <a:lnTo>
                    <a:pt x="4583841" y="1352507"/>
                  </a:lnTo>
                  <a:lnTo>
                    <a:pt x="4655464" y="1223652"/>
                  </a:lnTo>
                  <a:lnTo>
                    <a:pt x="4727086" y="1087580"/>
                  </a:lnTo>
                  <a:lnTo>
                    <a:pt x="4798709" y="943884"/>
                  </a:lnTo>
                  <a:lnTo>
                    <a:pt x="4870331" y="792138"/>
                  </a:lnTo>
                  <a:lnTo>
                    <a:pt x="4941954" y="631892"/>
                  </a:lnTo>
                  <a:lnTo>
                    <a:pt x="5013576" y="462668"/>
                  </a:lnTo>
                  <a:lnTo>
                    <a:pt x="5085199" y="283964"/>
                  </a:lnTo>
                  <a:lnTo>
                    <a:pt x="5156821" y="95250"/>
                  </a:lnTo>
                  <a:lnTo>
                    <a:pt x="51910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2026-07-07T08:49:13Z</dcterms:modified>
  <cp:category/>
</cp:coreProperties>
</file>