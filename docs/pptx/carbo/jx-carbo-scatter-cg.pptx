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672859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46903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87117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23767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766139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5448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973811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895110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8295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309576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760564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0061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95160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30896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144860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9622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312515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59621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500855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156633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817301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99311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6663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704661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037380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231771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09309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97428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7913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29886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368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1226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0546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832093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13643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982579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285092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271648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5411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5410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23799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049722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95197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497668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00102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96466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014316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312110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77059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25698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83456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756183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574629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83107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328731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824905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70755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69171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062781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7118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386208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644420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53189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85701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891510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709575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137613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784482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125391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257941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25460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38653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242474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591515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72049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749422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891574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696234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96665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7712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44550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94018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5751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080185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752914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480857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81347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23985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764386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0974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62828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94960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911710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012338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198852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721110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38279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09703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04539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426283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31683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042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9510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389640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179044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618308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682274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348659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38273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625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0022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434461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313999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806898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340166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701556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21161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186087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16252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487101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8661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28657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09206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54122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28393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2402799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044401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481109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531599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29648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18646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2328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53541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1224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645995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705924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91557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143663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8301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077321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644825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36863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314915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178339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28837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128570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824759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783317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79732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08312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01840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46397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1533940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88996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1538872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096494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169587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17429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061406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013296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186936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7650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062638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79525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246050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083647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21516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188113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153023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809003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41672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245336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38048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88212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13092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44800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21645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704281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26576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57637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930115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0681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277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087002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38651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454150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432876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28575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311718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564308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650154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96885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548185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40076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782969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14400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167338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66697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07272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00280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53267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32485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41388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14356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491820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720597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542945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401686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4497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26893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255559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832715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891829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342235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075325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736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81863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08068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01806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737235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1636087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2546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1789094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212442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307726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1820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979770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63018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679490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87816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491728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83759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29401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741076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535848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2998066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92168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7153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133124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16513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1554357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797630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49939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2982343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477819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2788589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140694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56564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329510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986853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629968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2100249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961544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1758634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64115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1718324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1756725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665210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2387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921086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373778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31099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512350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1455410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154411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594962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5556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219978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2195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76003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332259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647811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2285102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128434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757309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1942673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35383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176352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739285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39463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55060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238609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146430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367121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15519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409739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658611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0960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86135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247110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9144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1994039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2622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831940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042340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706089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393784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97523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242769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821609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2873117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41667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575249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64082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903192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35013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236293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319938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4454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923383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31309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030101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16734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1686428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137840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68613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249253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130249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603344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934702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250191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042430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286925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127298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176544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256958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60069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496395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692300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0956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648812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760743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190026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2302316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962831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1830523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138363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078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16929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188465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75216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721701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38270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16224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80592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59687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239124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2549201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607995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7441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527674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181949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645827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244366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89100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102853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425588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637354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02802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526554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174386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2703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753094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5869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829521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26879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899831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2025072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115391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59877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70783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93622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34713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978262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7508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904741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3629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1507986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1697766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11871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860544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1915339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42287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86006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37783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547118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60536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741790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2552288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1942912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479247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44698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1683811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383958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04058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457912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905591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37068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488894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450383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864614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026815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87871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018016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619707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66090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196687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042995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761989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612056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82091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8168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020442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501694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090439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542235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25349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78645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735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19915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2027336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376239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60934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600215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96976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9850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725058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64412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1103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817591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81416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81018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93112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1851629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876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248554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2359918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3563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58550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373218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2261097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59730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263775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448121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1772988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513671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792196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1945939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243121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956364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057870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874539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186972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081590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080637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83057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674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264094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59315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452074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6620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59927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22494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070460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80859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287113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184658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774422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2576429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1724393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37229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535430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20057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15072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176529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420646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676977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60804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273790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670474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570843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808189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322432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079958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330215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15766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054349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1810946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9333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15772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069697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117820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2373625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073721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07763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1987656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22386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079616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395863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5726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92693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096462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2987459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957450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943444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246066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512654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080769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1876819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444065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1895627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376316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338972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477436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833048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370581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107595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258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606317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249796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2860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94901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186229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1823396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1864950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195982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2634747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030521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050797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8436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9949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075012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168550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249102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209341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4410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57175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333161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235604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22728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226301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58076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0929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2112214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80894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695688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3041662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2554359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045696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619587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179885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2723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57646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041166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7854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65723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632527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1652732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931606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167002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2029080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487576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3457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213307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8587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196036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782431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50950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507250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9507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208011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141460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936494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2396589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438628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95075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826912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82482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454896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927188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524684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622521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9370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9346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232476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261275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34120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588391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533415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7691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9937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312105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858693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2993881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1326279" y="2619041"/>
              <a:ext cx="6943744" cy="1381621"/>
            </a:xfrm>
            <a:custGeom>
              <a:avLst/>
              <a:pathLst>
                <a:path w="6943744" h="1381621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  <a:lnTo>
                    <a:pt x="6943744" y="438443"/>
                  </a:lnTo>
                  <a:lnTo>
                    <a:pt x="6855848" y="449119"/>
                  </a:lnTo>
                  <a:lnTo>
                    <a:pt x="6767953" y="459796"/>
                  </a:lnTo>
                  <a:lnTo>
                    <a:pt x="6680057" y="470473"/>
                  </a:lnTo>
                  <a:lnTo>
                    <a:pt x="6592162" y="481151"/>
                  </a:lnTo>
                  <a:lnTo>
                    <a:pt x="6504266" y="491830"/>
                  </a:lnTo>
                  <a:lnTo>
                    <a:pt x="6416371" y="502510"/>
                  </a:lnTo>
                  <a:lnTo>
                    <a:pt x="6328475" y="513191"/>
                  </a:lnTo>
                  <a:lnTo>
                    <a:pt x="6240580" y="523873"/>
                  </a:lnTo>
                  <a:lnTo>
                    <a:pt x="6152684" y="534556"/>
                  </a:lnTo>
                  <a:lnTo>
                    <a:pt x="6064789" y="545241"/>
                  </a:lnTo>
                  <a:lnTo>
                    <a:pt x="5976893" y="555926"/>
                  </a:lnTo>
                  <a:lnTo>
                    <a:pt x="5888998" y="566612"/>
                  </a:lnTo>
                  <a:lnTo>
                    <a:pt x="5801102" y="577300"/>
                  </a:lnTo>
                  <a:lnTo>
                    <a:pt x="5713207" y="587990"/>
                  </a:lnTo>
                  <a:lnTo>
                    <a:pt x="5625311" y="598681"/>
                  </a:lnTo>
                  <a:lnTo>
                    <a:pt x="5537416" y="609373"/>
                  </a:lnTo>
                  <a:lnTo>
                    <a:pt x="5449520" y="620067"/>
                  </a:lnTo>
                  <a:lnTo>
                    <a:pt x="5361625" y="630763"/>
                  </a:lnTo>
                  <a:lnTo>
                    <a:pt x="5273729" y="641460"/>
                  </a:lnTo>
                  <a:lnTo>
                    <a:pt x="5185834" y="652160"/>
                  </a:lnTo>
                  <a:lnTo>
                    <a:pt x="5097938" y="662862"/>
                  </a:lnTo>
                  <a:lnTo>
                    <a:pt x="5010043" y="673566"/>
                  </a:lnTo>
                  <a:lnTo>
                    <a:pt x="4922147" y="684273"/>
                  </a:lnTo>
                  <a:lnTo>
                    <a:pt x="4834252" y="694982"/>
                  </a:lnTo>
                  <a:lnTo>
                    <a:pt x="4746356" y="705694"/>
                  </a:lnTo>
                  <a:lnTo>
                    <a:pt x="4658461" y="716409"/>
                  </a:lnTo>
                  <a:lnTo>
                    <a:pt x="4570565" y="727127"/>
                  </a:lnTo>
                  <a:lnTo>
                    <a:pt x="4482670" y="737849"/>
                  </a:lnTo>
                  <a:lnTo>
                    <a:pt x="4394774" y="748575"/>
                  </a:lnTo>
                  <a:lnTo>
                    <a:pt x="4306879" y="759304"/>
                  </a:lnTo>
                  <a:lnTo>
                    <a:pt x="4218983" y="770038"/>
                  </a:lnTo>
                  <a:lnTo>
                    <a:pt x="4131088" y="780777"/>
                  </a:lnTo>
                  <a:lnTo>
                    <a:pt x="4043192" y="791522"/>
                  </a:lnTo>
                  <a:lnTo>
                    <a:pt x="3955297" y="802272"/>
                  </a:lnTo>
                  <a:lnTo>
                    <a:pt x="3867401" y="813028"/>
                  </a:lnTo>
                  <a:lnTo>
                    <a:pt x="3779506" y="823791"/>
                  </a:lnTo>
                  <a:lnTo>
                    <a:pt x="3691610" y="834562"/>
                  </a:lnTo>
                  <a:lnTo>
                    <a:pt x="3603715" y="845342"/>
                  </a:lnTo>
                  <a:lnTo>
                    <a:pt x="3515819" y="856130"/>
                  </a:lnTo>
                  <a:lnTo>
                    <a:pt x="3427924" y="866929"/>
                  </a:lnTo>
                  <a:lnTo>
                    <a:pt x="3340028" y="877740"/>
                  </a:lnTo>
                  <a:lnTo>
                    <a:pt x="3252133" y="888564"/>
                  </a:lnTo>
                  <a:lnTo>
                    <a:pt x="3164237" y="899402"/>
                  </a:lnTo>
                  <a:lnTo>
                    <a:pt x="3076342" y="910257"/>
                  </a:lnTo>
                  <a:lnTo>
                    <a:pt x="2988446" y="921130"/>
                  </a:lnTo>
                  <a:lnTo>
                    <a:pt x="2900551" y="932024"/>
                  </a:lnTo>
                  <a:lnTo>
                    <a:pt x="2812655" y="942943"/>
                  </a:lnTo>
                  <a:lnTo>
                    <a:pt x="2724760" y="953890"/>
                  </a:lnTo>
                  <a:lnTo>
                    <a:pt x="2636864" y="964869"/>
                  </a:lnTo>
                  <a:lnTo>
                    <a:pt x="2548969" y="975886"/>
                  </a:lnTo>
                  <a:lnTo>
                    <a:pt x="2461073" y="986947"/>
                  </a:lnTo>
                  <a:lnTo>
                    <a:pt x="2373178" y="998060"/>
                  </a:lnTo>
                  <a:lnTo>
                    <a:pt x="2285282" y="1009235"/>
                  </a:lnTo>
                  <a:lnTo>
                    <a:pt x="2197387" y="1020483"/>
                  </a:lnTo>
                  <a:lnTo>
                    <a:pt x="2109491" y="1031819"/>
                  </a:lnTo>
                  <a:lnTo>
                    <a:pt x="2021596" y="1043262"/>
                  </a:lnTo>
                  <a:lnTo>
                    <a:pt x="1933700" y="1054834"/>
                  </a:lnTo>
                  <a:lnTo>
                    <a:pt x="1845805" y="1066563"/>
                  </a:lnTo>
                  <a:lnTo>
                    <a:pt x="1757909" y="1078482"/>
                  </a:lnTo>
                  <a:lnTo>
                    <a:pt x="1670014" y="1090631"/>
                  </a:lnTo>
                  <a:lnTo>
                    <a:pt x="1582118" y="1103056"/>
                  </a:lnTo>
                  <a:lnTo>
                    <a:pt x="1494223" y="1115803"/>
                  </a:lnTo>
                  <a:lnTo>
                    <a:pt x="1406327" y="1128921"/>
                  </a:lnTo>
                  <a:lnTo>
                    <a:pt x="1318432" y="1142447"/>
                  </a:lnTo>
                  <a:lnTo>
                    <a:pt x="1230536" y="1156406"/>
                  </a:lnTo>
                  <a:lnTo>
                    <a:pt x="1142641" y="1170799"/>
                  </a:lnTo>
                  <a:lnTo>
                    <a:pt x="1054745" y="1185609"/>
                  </a:lnTo>
                  <a:lnTo>
                    <a:pt x="966850" y="1200802"/>
                  </a:lnTo>
                  <a:lnTo>
                    <a:pt x="878954" y="1216331"/>
                  </a:lnTo>
                  <a:lnTo>
                    <a:pt x="791059" y="1232148"/>
                  </a:lnTo>
                  <a:lnTo>
                    <a:pt x="703163" y="1248208"/>
                  </a:lnTo>
                  <a:lnTo>
                    <a:pt x="615268" y="1264469"/>
                  </a:lnTo>
                  <a:lnTo>
                    <a:pt x="527372" y="1280895"/>
                  </a:lnTo>
                  <a:lnTo>
                    <a:pt x="439477" y="1297458"/>
                  </a:lnTo>
                  <a:lnTo>
                    <a:pt x="351581" y="1314133"/>
                  </a:lnTo>
                  <a:lnTo>
                    <a:pt x="263686" y="1330901"/>
                  </a:lnTo>
                  <a:lnTo>
                    <a:pt x="175790" y="1347747"/>
                  </a:lnTo>
                  <a:lnTo>
                    <a:pt x="87895" y="1364657"/>
                  </a:lnTo>
                  <a:lnTo>
                    <a:pt x="0" y="138162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2619041"/>
              <a:ext cx="6943744" cy="1271923"/>
            </a:xfrm>
            <a:custGeom>
              <a:avLst/>
              <a:pathLst>
                <a:path w="6943744" h="1271923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057485"/>
              <a:ext cx="6943744" cy="943177"/>
            </a:xfrm>
            <a:custGeom>
              <a:avLst/>
              <a:pathLst>
                <a:path w="6943744" h="943177">
                  <a:moveTo>
                    <a:pt x="6943744" y="0"/>
                  </a:moveTo>
                  <a:lnTo>
                    <a:pt x="6855848" y="10675"/>
                  </a:lnTo>
                  <a:lnTo>
                    <a:pt x="6767953" y="21352"/>
                  </a:lnTo>
                  <a:lnTo>
                    <a:pt x="6680057" y="32029"/>
                  </a:lnTo>
                  <a:lnTo>
                    <a:pt x="6592162" y="42708"/>
                  </a:lnTo>
                  <a:lnTo>
                    <a:pt x="6504266" y="53387"/>
                  </a:lnTo>
                  <a:lnTo>
                    <a:pt x="6416371" y="64067"/>
                  </a:lnTo>
                  <a:lnTo>
                    <a:pt x="6328475" y="74748"/>
                  </a:lnTo>
                  <a:lnTo>
                    <a:pt x="6240580" y="85430"/>
                  </a:lnTo>
                  <a:lnTo>
                    <a:pt x="6152684" y="96113"/>
                  </a:lnTo>
                  <a:lnTo>
                    <a:pt x="6064789" y="106797"/>
                  </a:lnTo>
                  <a:lnTo>
                    <a:pt x="5976893" y="117482"/>
                  </a:lnTo>
                  <a:lnTo>
                    <a:pt x="5888998" y="128169"/>
                  </a:lnTo>
                  <a:lnTo>
                    <a:pt x="5801102" y="138857"/>
                  </a:lnTo>
                  <a:lnTo>
                    <a:pt x="5713207" y="149546"/>
                  </a:lnTo>
                  <a:lnTo>
                    <a:pt x="5625311" y="160237"/>
                  </a:lnTo>
                  <a:lnTo>
                    <a:pt x="5537416" y="170929"/>
                  </a:lnTo>
                  <a:lnTo>
                    <a:pt x="5449520" y="181623"/>
                  </a:lnTo>
                  <a:lnTo>
                    <a:pt x="5361625" y="192319"/>
                  </a:lnTo>
                  <a:lnTo>
                    <a:pt x="5273729" y="203017"/>
                  </a:lnTo>
                  <a:lnTo>
                    <a:pt x="5185834" y="213716"/>
                  </a:lnTo>
                  <a:lnTo>
                    <a:pt x="5097938" y="224418"/>
                  </a:lnTo>
                  <a:lnTo>
                    <a:pt x="5010043" y="235122"/>
                  </a:lnTo>
                  <a:lnTo>
                    <a:pt x="4922147" y="245829"/>
                  </a:lnTo>
                  <a:lnTo>
                    <a:pt x="4834252" y="256538"/>
                  </a:lnTo>
                  <a:lnTo>
                    <a:pt x="4746356" y="267250"/>
                  </a:lnTo>
                  <a:lnTo>
                    <a:pt x="4658461" y="277965"/>
                  </a:lnTo>
                  <a:lnTo>
                    <a:pt x="4570565" y="288683"/>
                  </a:lnTo>
                  <a:lnTo>
                    <a:pt x="4482670" y="299405"/>
                  </a:lnTo>
                  <a:lnTo>
                    <a:pt x="4394774" y="310131"/>
                  </a:lnTo>
                  <a:lnTo>
                    <a:pt x="4306879" y="320860"/>
                  </a:lnTo>
                  <a:lnTo>
                    <a:pt x="4218983" y="331595"/>
                  </a:lnTo>
                  <a:lnTo>
                    <a:pt x="4131088" y="342334"/>
                  </a:lnTo>
                  <a:lnTo>
                    <a:pt x="4043192" y="353078"/>
                  </a:lnTo>
                  <a:lnTo>
                    <a:pt x="3955297" y="363828"/>
                  </a:lnTo>
                  <a:lnTo>
                    <a:pt x="3867401" y="374584"/>
                  </a:lnTo>
                  <a:lnTo>
                    <a:pt x="3779506" y="385348"/>
                  </a:lnTo>
                  <a:lnTo>
                    <a:pt x="3691610" y="396118"/>
                  </a:lnTo>
                  <a:lnTo>
                    <a:pt x="3603715" y="406898"/>
                  </a:lnTo>
                  <a:lnTo>
                    <a:pt x="3515819" y="417687"/>
                  </a:lnTo>
                  <a:lnTo>
                    <a:pt x="3427924" y="428486"/>
                  </a:lnTo>
                  <a:lnTo>
                    <a:pt x="3340028" y="439296"/>
                  </a:lnTo>
                  <a:lnTo>
                    <a:pt x="3252133" y="450120"/>
                  </a:lnTo>
                  <a:lnTo>
                    <a:pt x="3164237" y="460958"/>
                  </a:lnTo>
                  <a:lnTo>
                    <a:pt x="3076342" y="471813"/>
                  </a:lnTo>
                  <a:lnTo>
                    <a:pt x="2988446" y="482686"/>
                  </a:lnTo>
                  <a:lnTo>
                    <a:pt x="2900551" y="493581"/>
                  </a:lnTo>
                  <a:lnTo>
                    <a:pt x="2812655" y="504499"/>
                  </a:lnTo>
                  <a:lnTo>
                    <a:pt x="2724760" y="515446"/>
                  </a:lnTo>
                  <a:lnTo>
                    <a:pt x="2636864" y="526426"/>
                  </a:lnTo>
                  <a:lnTo>
                    <a:pt x="2548969" y="537442"/>
                  </a:lnTo>
                  <a:lnTo>
                    <a:pt x="2461073" y="548503"/>
                  </a:lnTo>
                  <a:lnTo>
                    <a:pt x="2373178" y="559616"/>
                  </a:lnTo>
                  <a:lnTo>
                    <a:pt x="2285282" y="570791"/>
                  </a:lnTo>
                  <a:lnTo>
                    <a:pt x="2197387" y="582039"/>
                  </a:lnTo>
                  <a:lnTo>
                    <a:pt x="2109491" y="593376"/>
                  </a:lnTo>
                  <a:lnTo>
                    <a:pt x="2021596" y="604818"/>
                  </a:lnTo>
                  <a:lnTo>
                    <a:pt x="1933700" y="616390"/>
                  </a:lnTo>
                  <a:lnTo>
                    <a:pt x="1845805" y="628119"/>
                  </a:lnTo>
                  <a:lnTo>
                    <a:pt x="1757909" y="640038"/>
                  </a:lnTo>
                  <a:lnTo>
                    <a:pt x="1670014" y="652187"/>
                  </a:lnTo>
                  <a:lnTo>
                    <a:pt x="1582118" y="664612"/>
                  </a:lnTo>
                  <a:lnTo>
                    <a:pt x="1494223" y="677360"/>
                  </a:lnTo>
                  <a:lnTo>
                    <a:pt x="1406327" y="690477"/>
                  </a:lnTo>
                  <a:lnTo>
                    <a:pt x="1318432" y="704004"/>
                  </a:lnTo>
                  <a:lnTo>
                    <a:pt x="1230536" y="717962"/>
                  </a:lnTo>
                  <a:lnTo>
                    <a:pt x="1142641" y="732355"/>
                  </a:lnTo>
                  <a:lnTo>
                    <a:pt x="1054745" y="747166"/>
                  </a:lnTo>
                  <a:lnTo>
                    <a:pt x="966850" y="762358"/>
                  </a:lnTo>
                  <a:lnTo>
                    <a:pt x="878954" y="777887"/>
                  </a:lnTo>
                  <a:lnTo>
                    <a:pt x="791059" y="793705"/>
                  </a:lnTo>
                  <a:lnTo>
                    <a:pt x="703163" y="809765"/>
                  </a:lnTo>
                  <a:lnTo>
                    <a:pt x="615268" y="826025"/>
                  </a:lnTo>
                  <a:lnTo>
                    <a:pt x="527372" y="842452"/>
                  </a:lnTo>
                  <a:lnTo>
                    <a:pt x="439477" y="859014"/>
                  </a:lnTo>
                  <a:lnTo>
                    <a:pt x="351581" y="875689"/>
                  </a:lnTo>
                  <a:lnTo>
                    <a:pt x="263686" y="892457"/>
                  </a:lnTo>
                  <a:lnTo>
                    <a:pt x="175790" y="909303"/>
                  </a:lnTo>
                  <a:lnTo>
                    <a:pt x="87895" y="926213"/>
                  </a:lnTo>
                  <a:lnTo>
                    <a:pt x="0" y="943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1326279" y="2838263"/>
              <a:ext cx="6943744" cy="1107550"/>
            </a:xfrm>
            <a:custGeom>
              <a:avLst/>
              <a:pathLst>
                <a:path w="6943744" h="1107550">
                  <a:moveTo>
                    <a:pt x="0" y="1107550"/>
                  </a:moveTo>
                  <a:lnTo>
                    <a:pt x="87895" y="1093530"/>
                  </a:lnTo>
                  <a:lnTo>
                    <a:pt x="175790" y="1079511"/>
                  </a:lnTo>
                  <a:lnTo>
                    <a:pt x="263686" y="1065491"/>
                  </a:lnTo>
                  <a:lnTo>
                    <a:pt x="351581" y="1051471"/>
                  </a:lnTo>
                  <a:lnTo>
                    <a:pt x="439477" y="1037452"/>
                  </a:lnTo>
                  <a:lnTo>
                    <a:pt x="527372" y="1023432"/>
                  </a:lnTo>
                  <a:lnTo>
                    <a:pt x="615268" y="1009413"/>
                  </a:lnTo>
                  <a:lnTo>
                    <a:pt x="703163" y="995393"/>
                  </a:lnTo>
                  <a:lnTo>
                    <a:pt x="791059" y="981373"/>
                  </a:lnTo>
                  <a:lnTo>
                    <a:pt x="878954" y="967354"/>
                  </a:lnTo>
                  <a:lnTo>
                    <a:pt x="966850" y="953334"/>
                  </a:lnTo>
                  <a:lnTo>
                    <a:pt x="1054745" y="939314"/>
                  </a:lnTo>
                  <a:lnTo>
                    <a:pt x="1142641" y="925295"/>
                  </a:lnTo>
                  <a:lnTo>
                    <a:pt x="1230536" y="911275"/>
                  </a:lnTo>
                  <a:lnTo>
                    <a:pt x="1318432" y="897256"/>
                  </a:lnTo>
                  <a:lnTo>
                    <a:pt x="1406327" y="883236"/>
                  </a:lnTo>
                  <a:lnTo>
                    <a:pt x="1494223" y="869216"/>
                  </a:lnTo>
                  <a:lnTo>
                    <a:pt x="1582118" y="855197"/>
                  </a:lnTo>
                  <a:lnTo>
                    <a:pt x="1670014" y="841177"/>
                  </a:lnTo>
                  <a:lnTo>
                    <a:pt x="1757909" y="827157"/>
                  </a:lnTo>
                  <a:lnTo>
                    <a:pt x="1845805" y="813138"/>
                  </a:lnTo>
                  <a:lnTo>
                    <a:pt x="1933700" y="799118"/>
                  </a:lnTo>
                  <a:lnTo>
                    <a:pt x="2021596" y="785099"/>
                  </a:lnTo>
                  <a:lnTo>
                    <a:pt x="2109491" y="771079"/>
                  </a:lnTo>
                  <a:lnTo>
                    <a:pt x="2197387" y="757059"/>
                  </a:lnTo>
                  <a:lnTo>
                    <a:pt x="2285282" y="743040"/>
                  </a:lnTo>
                  <a:lnTo>
                    <a:pt x="2373178" y="729020"/>
                  </a:lnTo>
                  <a:lnTo>
                    <a:pt x="2461073" y="715000"/>
                  </a:lnTo>
                  <a:lnTo>
                    <a:pt x="2548969" y="700981"/>
                  </a:lnTo>
                  <a:lnTo>
                    <a:pt x="2636864" y="686961"/>
                  </a:lnTo>
                  <a:lnTo>
                    <a:pt x="2724760" y="672942"/>
                  </a:lnTo>
                  <a:lnTo>
                    <a:pt x="2812655" y="658922"/>
                  </a:lnTo>
                  <a:lnTo>
                    <a:pt x="2900551" y="644902"/>
                  </a:lnTo>
                  <a:lnTo>
                    <a:pt x="2988446" y="630883"/>
                  </a:lnTo>
                  <a:lnTo>
                    <a:pt x="3076342" y="616863"/>
                  </a:lnTo>
                  <a:lnTo>
                    <a:pt x="3164237" y="602843"/>
                  </a:lnTo>
                  <a:lnTo>
                    <a:pt x="3252133" y="588824"/>
                  </a:lnTo>
                  <a:lnTo>
                    <a:pt x="3340028" y="574804"/>
                  </a:lnTo>
                  <a:lnTo>
                    <a:pt x="3427924" y="560785"/>
                  </a:lnTo>
                  <a:lnTo>
                    <a:pt x="3515819" y="546765"/>
                  </a:lnTo>
                  <a:lnTo>
                    <a:pt x="3603715" y="532745"/>
                  </a:lnTo>
                  <a:lnTo>
                    <a:pt x="3691610" y="518726"/>
                  </a:lnTo>
                  <a:lnTo>
                    <a:pt x="3779506" y="504706"/>
                  </a:lnTo>
                  <a:lnTo>
                    <a:pt x="3867401" y="490686"/>
                  </a:lnTo>
                  <a:lnTo>
                    <a:pt x="3955297" y="476667"/>
                  </a:lnTo>
                  <a:lnTo>
                    <a:pt x="4043192" y="462647"/>
                  </a:lnTo>
                  <a:lnTo>
                    <a:pt x="4131088" y="448628"/>
                  </a:lnTo>
                  <a:lnTo>
                    <a:pt x="4218983" y="434608"/>
                  </a:lnTo>
                  <a:lnTo>
                    <a:pt x="4306879" y="420588"/>
                  </a:lnTo>
                  <a:lnTo>
                    <a:pt x="4394774" y="406569"/>
                  </a:lnTo>
                  <a:lnTo>
                    <a:pt x="4482670" y="392549"/>
                  </a:lnTo>
                  <a:lnTo>
                    <a:pt x="4570565" y="378529"/>
                  </a:lnTo>
                  <a:lnTo>
                    <a:pt x="4658461" y="364510"/>
                  </a:lnTo>
                  <a:lnTo>
                    <a:pt x="4746356" y="350490"/>
                  </a:lnTo>
                  <a:lnTo>
                    <a:pt x="4834252" y="336471"/>
                  </a:lnTo>
                  <a:lnTo>
                    <a:pt x="4922147" y="322451"/>
                  </a:lnTo>
                  <a:lnTo>
                    <a:pt x="5010043" y="308431"/>
                  </a:lnTo>
                  <a:lnTo>
                    <a:pt x="5097938" y="294412"/>
                  </a:lnTo>
                  <a:lnTo>
                    <a:pt x="5185834" y="280392"/>
                  </a:lnTo>
                  <a:lnTo>
                    <a:pt x="5273729" y="266372"/>
                  </a:lnTo>
                  <a:lnTo>
                    <a:pt x="5361625" y="252353"/>
                  </a:lnTo>
                  <a:lnTo>
                    <a:pt x="5449520" y="238333"/>
                  </a:lnTo>
                  <a:lnTo>
                    <a:pt x="5537416" y="224314"/>
                  </a:lnTo>
                  <a:lnTo>
                    <a:pt x="5625311" y="210294"/>
                  </a:lnTo>
                  <a:lnTo>
                    <a:pt x="5713207" y="196274"/>
                  </a:lnTo>
                  <a:lnTo>
                    <a:pt x="5801102" y="182255"/>
                  </a:lnTo>
                  <a:lnTo>
                    <a:pt x="5888998" y="168235"/>
                  </a:lnTo>
                  <a:lnTo>
                    <a:pt x="5976893" y="154215"/>
                  </a:lnTo>
                  <a:lnTo>
                    <a:pt x="6064789" y="140196"/>
                  </a:lnTo>
                  <a:lnTo>
                    <a:pt x="6152684" y="126176"/>
                  </a:lnTo>
                  <a:lnTo>
                    <a:pt x="6240580" y="112157"/>
                  </a:lnTo>
                  <a:lnTo>
                    <a:pt x="6328475" y="98137"/>
                  </a:lnTo>
                  <a:lnTo>
                    <a:pt x="6416371" y="84117"/>
                  </a:lnTo>
                  <a:lnTo>
                    <a:pt x="6504266" y="70098"/>
                  </a:lnTo>
                  <a:lnTo>
                    <a:pt x="6592162" y="56078"/>
                  </a:lnTo>
                  <a:lnTo>
                    <a:pt x="6680057" y="42058"/>
                  </a:lnTo>
                  <a:lnTo>
                    <a:pt x="6767953" y="28039"/>
                  </a:lnTo>
                  <a:lnTo>
                    <a:pt x="6855848" y="1401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tx620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627" name="tx627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629" name="tx62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30" name="tx630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2026-07-22T14:10:28Z</dcterms:modified>
  <cp:category/>
</cp:coreProperties>
</file>