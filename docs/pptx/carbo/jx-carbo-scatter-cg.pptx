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1402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2048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2694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33414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9092" y="5607894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467253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373717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280182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1672859" y="3812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46903" y="28898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7117" y="392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1723767" y="3632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1766139" y="3678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5448" y="366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973811" y="3634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895110" y="4009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9572" y="3413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309576" y="4236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1760564" y="3775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00616" y="34673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95160" y="4537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308969" y="4163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44860" y="3169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96225" y="3756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312515" y="3952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596211" y="386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500855" y="3876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156633" y="3690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817301" y="4050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993114" y="3690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166636" y="36234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04661" y="4093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037380" y="3764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231771" y="3873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093098" y="3937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97428" y="37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79130" y="3896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329886" y="3402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36869" y="3752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122625" y="3846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05465" y="423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832093" y="39026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13643" y="387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1982579" y="3724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285092" y="3658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271648" y="3744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541115" y="3496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685410" y="3550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523799" y="4040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049722" y="37820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951978" y="42552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497668" y="3494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700102" y="3526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964662" y="4050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014316" y="3792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2312110" y="39407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777059" y="3349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725698" y="3874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834562" y="3400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756183" y="3884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574629" y="3715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83107" y="3529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328731" y="369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1824905" y="39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70755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69171" y="3855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062781" y="38657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1871185" y="4186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386208" y="3822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644420" y="419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531899" y="370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857012" y="4421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891510" y="3923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709575" y="3862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137613" y="3786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1784482" y="3585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125391" y="2955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257941" y="3872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525460" y="3868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138653" y="3724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3242474" y="3518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591515" y="3777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720490" y="4274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1749422" y="4057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891574" y="356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1696234" y="3693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1966651" y="3612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77120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445505" y="3923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2940181" y="3398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57517" y="2925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080185" y="336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752914" y="3880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480857" y="32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681347" y="3733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239856" y="4245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764386" y="3562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09745" y="4087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628288" y="449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949600" y="3637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911710" y="36294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012338" y="4104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198852" y="3988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721110" y="383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338279" y="38080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509703" y="356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45395" y="3989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426283" y="3701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16832" y="437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04296" y="3243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95102" y="3563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389640" y="38335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1790443" y="3864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618308" y="2975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682274" y="3596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348659" y="3370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538273" y="3812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625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00221" y="3581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434461" y="3050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313999" y="36875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806898" y="3529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340166" y="32377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701556" y="3696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211618" y="4058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186087" y="37521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16252" y="4359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487101" y="3599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86611" y="383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286578" y="3748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092061" y="36684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554122" y="34563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28393" y="3710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402799" y="392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044401" y="3996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481109" y="3741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531599" y="35058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129648" y="3894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186464" y="3650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232899" y="3368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535412" y="3672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12241" y="4109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645995" y="3715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705924" y="3002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915577" y="399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143663" y="42441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8301" y="3800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7321" y="3986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644825" y="3907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368634" y="3395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314915" y="389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1783391" y="4013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288375" y="4515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128570" y="409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824759" y="40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83317" y="39822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797324" y="3584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083125" y="386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2801840" y="3756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463975" y="363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1533940" y="415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488996" y="3513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1538872" y="362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96494" y="37660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169587" y="2658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17429" y="3501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061406" y="3805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2013296" y="3766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869367" y="3861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97650" y="3862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3062638" y="3660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79525" y="389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246050" y="3691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083647" y="37439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15164" y="4001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1881139" y="42558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153023" y="3667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809003" y="3025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416726" y="40583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245336" y="3941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038048" y="3925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88212" y="3694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713092" y="336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448007" y="4050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421645" y="3961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704281" y="372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265761" y="3630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57637" y="3852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30115" y="3839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068153" y="3506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72772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087002" y="4049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386516" y="32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454150" y="4328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432876" y="3980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285753" y="3738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311718" y="4196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564308" y="38648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650154" y="408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968858" y="3501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548185" y="3997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40076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782969" y="3643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114400" y="42720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167338" y="310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666972" y="3693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072724" y="3941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002804" y="364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532671" y="3692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32485" y="3561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413880" y="422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2143562" y="446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491820" y="4083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720597" y="34080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542945" y="3443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401686" y="3777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44971" y="3389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268937" y="4367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255559" y="4182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832715" y="3740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891829" y="3888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342235" y="40088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075325" y="3616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73687" y="424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1818633" y="3514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08068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801806" y="3610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737235" y="35712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1636087" y="3689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254687" y="374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1789094" y="3574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212442" y="42265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307726" y="36540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182043" y="36590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979770" y="3368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630180" y="3560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1679490" y="3690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1878169" y="3887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491728" y="3690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83759" y="393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929401" y="3521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741076" y="36760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535848" y="37470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98066" y="3281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92168" y="3613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71531" y="376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133124" y="3015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165134" y="2984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1554357" y="367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797630" y="35648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149939" y="384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982343" y="3185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477819" y="36827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788589" y="3414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140694" y="3715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565642" y="41712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329510" y="3929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986853" y="3176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629968" y="4268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100249" y="3990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961544" y="3452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1758634" y="3840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764115" y="3718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1718324" y="3774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1756725" y="3624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65210" y="35911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23877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921086" y="4341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373778" y="3997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310990" y="4060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512350" y="3863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1455410" y="3746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154411" y="3776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94962" y="419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555689" y="369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219978" y="433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219554" y="3853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1760035" y="4362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332259" y="3773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647811" y="372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285102" y="387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128434" y="404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57309" y="3322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1942673" y="3304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353830" y="3881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763529" y="3402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739285" y="3236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39463" y="3476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550608" y="4037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238609" y="3575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146430" y="4376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2367121" y="3766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15519" y="38936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409739" y="3635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658611" y="3957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096040" y="4270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86135" y="3611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247110" y="4099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914423" y="42396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1994039" y="3627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132622" y="418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831940" y="316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042340" y="3427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706089" y="3618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393784" y="2891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975230" y="3533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242769" y="34456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821609" y="38840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873117" y="4507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41667" y="3518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575249" y="4102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64082" y="4171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903192" y="3554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350132" y="3613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236293" y="4046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319938" y="37298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4454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1923383" y="434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231309" y="40093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030101" y="4084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3167342" y="3589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1686428" y="3919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137840" y="3901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686133" y="34919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249253" y="3831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130249" y="4381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1603344" y="3607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934702" y="4297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250191" y="3665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042430" y="3687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286925" y="3892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127298" y="3944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2176544" y="3746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3256958" y="36982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960069" y="33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496395" y="358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692300" y="33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09566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648812" y="38957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760743" y="4020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190026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302316" y="4014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962831" y="353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830523" y="3622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138363" y="3749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3524078" y="3302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2169295" y="37650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188465" y="4133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1775216" y="3461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721701" y="3732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838270" y="3036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4116224" y="362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805929" y="3754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3359687" y="337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239124" y="3340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549201" y="368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607995" y="358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74411" y="3436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527674" y="3531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3181949" y="2947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645827" y="4132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43665" y="428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891007" y="35625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102853" y="3858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425588" y="380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637354" y="3291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028029" y="322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526554" y="3398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1743865" y="37315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42703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1753094" y="3799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586968" y="3607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829521" y="31573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268798" y="35599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1899831" y="35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025072" y="3812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115391" y="39245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598770" y="3815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70783" y="3742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936223" y="37041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347137" y="3960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978262" y="3294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75087" y="3480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904741" y="3459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536297" y="3954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1507986" y="3763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1697766" y="384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111871" y="3877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860544" y="4226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1915339" y="3869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422871" y="32420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86006" y="383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3377836" y="3349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547118" y="3981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605362" y="3787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741790" y="35378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552288" y="36842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1942912" y="3868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79247" y="3942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446989" y="3715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1683811" y="38002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383958" y="3744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04058" y="379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457912" y="387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905591" y="3698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37068" y="3424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1488894" y="37895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450383" y="3061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864614" y="3648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026815" y="43154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78716" y="3751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018016" y="3757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619707" y="3576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66090" y="356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1966876" y="4046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042995" y="3763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761989" y="4046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3612056" y="27196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820913" y="3372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38168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020442" y="3730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501694" y="348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2090439" y="34400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2542235" y="4068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253493" y="32263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78645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735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1991560" y="3498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2027336" y="3625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376239" y="4050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60934" y="3938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600215" y="4354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596976" y="356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849850" y="3228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725058" y="3200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64412" y="35538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824519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11032" y="37581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817591" y="36353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814169" y="3380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281018" y="352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1931125" y="4285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1851629" y="3873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718763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248554" y="3703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2359918" y="37488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35634" y="30052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958550" y="3603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373218" y="313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61097" y="3920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597303" y="3836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263775" y="363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448121" y="304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1772988" y="4001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513671" y="4194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792196" y="37095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1945939" y="3706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243121" y="3836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956364" y="3622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3057870" y="27315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874539" y="289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1869721" y="3713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081590" y="3904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080637" y="3722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1830577" y="3548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674652" y="3704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264094" y="3439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559315" y="2882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52074" y="3448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766209" y="3915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2599270" y="3436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322494" y="4332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70460" y="3722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808598" y="387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287113" y="37971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184658" y="3687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774422" y="368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576429" y="3848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1724393" y="3960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3372298" y="2631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535430" y="332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200571" y="3735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50722" y="37789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176529" y="3609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4420646" y="3067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676977" y="316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60804" y="33683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4273790" y="3706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670474" y="3756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70843" y="3815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808189" y="3385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2322432" y="3795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079958" y="342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330215" y="3903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3157662" y="3205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3054349" y="35285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810946" y="3991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933318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4157721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69697" y="4049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117820" y="3148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373625" y="38232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4073721" y="3685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077632" y="393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1987656" y="3285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223864" y="3483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4079616" y="301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395863" y="35786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57267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3926932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096462" y="3674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987459" y="3048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957450" y="3628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943444" y="3819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2460661" y="361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512654" y="3671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3080769" y="3526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1876819" y="33210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444065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1895627" y="4194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376316" y="2970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338972" y="3743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477436" y="3332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33048" y="3291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370581" y="3451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107595" y="41237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258194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606317" y="307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2497969" y="345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286066" y="29917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94901" y="38050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62290" y="3857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823396" y="421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1864950" y="36923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1959820" y="3730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634747" y="3780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030521" y="426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050797" y="42594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484363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1994922" y="3007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1301453" y="3683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075012" y="3927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168550" y="369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3249102" y="3532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093413" y="39390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44103" y="43523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571757" y="3334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3333161" y="3559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235604" y="3716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227287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226301" y="37786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580765" y="3773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092993" y="3893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12214" y="4338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808949" y="4479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695688" y="3793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3041662" y="3970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554359" y="36748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045696" y="3691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619587" y="3919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1798854" y="4183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427235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3576465" y="2870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041166" y="39924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785489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7230" y="3509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3632527" y="3373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1652732" y="3513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931606" y="40496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167002" y="3677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029080" y="3637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487576" y="3717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34571" y="39583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213307" y="3955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58733" y="3974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196036" y="3807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782431" y="34964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3509501" y="31700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507250" y="423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795070" y="3862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208011" y="377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141460" y="339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936494" y="3308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396589" y="3825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38628" y="37130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950755" y="3314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826912" y="362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382482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454896" y="3566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927188" y="3590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524684" y="4255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622521" y="3524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3937030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9346" y="4128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2324762" y="38513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261275" y="3537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3412036" y="37123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588391" y="3707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533415" y="3700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7691" y="37127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993794" y="308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12105" y="40014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858693" y="3287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993881" y="3278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1326279" y="2619041"/>
              <a:ext cx="6943744" cy="1381621"/>
            </a:xfrm>
            <a:custGeom>
              <a:avLst/>
              <a:pathLst>
                <a:path w="6943744" h="1381621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  <a:lnTo>
                    <a:pt x="6943744" y="438443"/>
                  </a:lnTo>
                  <a:lnTo>
                    <a:pt x="6855848" y="449119"/>
                  </a:lnTo>
                  <a:lnTo>
                    <a:pt x="6767953" y="459796"/>
                  </a:lnTo>
                  <a:lnTo>
                    <a:pt x="6680057" y="470473"/>
                  </a:lnTo>
                  <a:lnTo>
                    <a:pt x="6592162" y="481151"/>
                  </a:lnTo>
                  <a:lnTo>
                    <a:pt x="6504266" y="491830"/>
                  </a:lnTo>
                  <a:lnTo>
                    <a:pt x="6416371" y="502510"/>
                  </a:lnTo>
                  <a:lnTo>
                    <a:pt x="6328475" y="513191"/>
                  </a:lnTo>
                  <a:lnTo>
                    <a:pt x="6240580" y="523873"/>
                  </a:lnTo>
                  <a:lnTo>
                    <a:pt x="6152684" y="534556"/>
                  </a:lnTo>
                  <a:lnTo>
                    <a:pt x="6064789" y="545241"/>
                  </a:lnTo>
                  <a:lnTo>
                    <a:pt x="5976893" y="555926"/>
                  </a:lnTo>
                  <a:lnTo>
                    <a:pt x="5888998" y="566612"/>
                  </a:lnTo>
                  <a:lnTo>
                    <a:pt x="5801102" y="577300"/>
                  </a:lnTo>
                  <a:lnTo>
                    <a:pt x="5713207" y="587990"/>
                  </a:lnTo>
                  <a:lnTo>
                    <a:pt x="5625311" y="598681"/>
                  </a:lnTo>
                  <a:lnTo>
                    <a:pt x="5537416" y="609373"/>
                  </a:lnTo>
                  <a:lnTo>
                    <a:pt x="5449520" y="620067"/>
                  </a:lnTo>
                  <a:lnTo>
                    <a:pt x="5361625" y="630763"/>
                  </a:lnTo>
                  <a:lnTo>
                    <a:pt x="5273729" y="641460"/>
                  </a:lnTo>
                  <a:lnTo>
                    <a:pt x="5185834" y="652160"/>
                  </a:lnTo>
                  <a:lnTo>
                    <a:pt x="5097938" y="662862"/>
                  </a:lnTo>
                  <a:lnTo>
                    <a:pt x="5010043" y="673566"/>
                  </a:lnTo>
                  <a:lnTo>
                    <a:pt x="4922147" y="684273"/>
                  </a:lnTo>
                  <a:lnTo>
                    <a:pt x="4834252" y="694982"/>
                  </a:lnTo>
                  <a:lnTo>
                    <a:pt x="4746356" y="705694"/>
                  </a:lnTo>
                  <a:lnTo>
                    <a:pt x="4658461" y="716409"/>
                  </a:lnTo>
                  <a:lnTo>
                    <a:pt x="4570565" y="727127"/>
                  </a:lnTo>
                  <a:lnTo>
                    <a:pt x="4482670" y="737849"/>
                  </a:lnTo>
                  <a:lnTo>
                    <a:pt x="4394774" y="748575"/>
                  </a:lnTo>
                  <a:lnTo>
                    <a:pt x="4306879" y="759304"/>
                  </a:lnTo>
                  <a:lnTo>
                    <a:pt x="4218983" y="770038"/>
                  </a:lnTo>
                  <a:lnTo>
                    <a:pt x="4131088" y="780777"/>
                  </a:lnTo>
                  <a:lnTo>
                    <a:pt x="4043192" y="791522"/>
                  </a:lnTo>
                  <a:lnTo>
                    <a:pt x="3955297" y="802272"/>
                  </a:lnTo>
                  <a:lnTo>
                    <a:pt x="3867401" y="813028"/>
                  </a:lnTo>
                  <a:lnTo>
                    <a:pt x="3779506" y="823791"/>
                  </a:lnTo>
                  <a:lnTo>
                    <a:pt x="3691610" y="834562"/>
                  </a:lnTo>
                  <a:lnTo>
                    <a:pt x="3603715" y="845342"/>
                  </a:lnTo>
                  <a:lnTo>
                    <a:pt x="3515819" y="856130"/>
                  </a:lnTo>
                  <a:lnTo>
                    <a:pt x="3427924" y="866929"/>
                  </a:lnTo>
                  <a:lnTo>
                    <a:pt x="3340028" y="877740"/>
                  </a:lnTo>
                  <a:lnTo>
                    <a:pt x="3252133" y="888564"/>
                  </a:lnTo>
                  <a:lnTo>
                    <a:pt x="3164237" y="899402"/>
                  </a:lnTo>
                  <a:lnTo>
                    <a:pt x="3076342" y="910257"/>
                  </a:lnTo>
                  <a:lnTo>
                    <a:pt x="2988446" y="921130"/>
                  </a:lnTo>
                  <a:lnTo>
                    <a:pt x="2900551" y="932024"/>
                  </a:lnTo>
                  <a:lnTo>
                    <a:pt x="2812655" y="942943"/>
                  </a:lnTo>
                  <a:lnTo>
                    <a:pt x="2724760" y="953890"/>
                  </a:lnTo>
                  <a:lnTo>
                    <a:pt x="2636864" y="964869"/>
                  </a:lnTo>
                  <a:lnTo>
                    <a:pt x="2548969" y="975886"/>
                  </a:lnTo>
                  <a:lnTo>
                    <a:pt x="2461073" y="986947"/>
                  </a:lnTo>
                  <a:lnTo>
                    <a:pt x="2373178" y="998060"/>
                  </a:lnTo>
                  <a:lnTo>
                    <a:pt x="2285282" y="1009235"/>
                  </a:lnTo>
                  <a:lnTo>
                    <a:pt x="2197387" y="1020483"/>
                  </a:lnTo>
                  <a:lnTo>
                    <a:pt x="2109491" y="1031819"/>
                  </a:lnTo>
                  <a:lnTo>
                    <a:pt x="2021596" y="1043262"/>
                  </a:lnTo>
                  <a:lnTo>
                    <a:pt x="1933700" y="1054834"/>
                  </a:lnTo>
                  <a:lnTo>
                    <a:pt x="1845805" y="1066563"/>
                  </a:lnTo>
                  <a:lnTo>
                    <a:pt x="1757909" y="1078482"/>
                  </a:lnTo>
                  <a:lnTo>
                    <a:pt x="1670014" y="1090631"/>
                  </a:lnTo>
                  <a:lnTo>
                    <a:pt x="1582118" y="1103056"/>
                  </a:lnTo>
                  <a:lnTo>
                    <a:pt x="1494223" y="1115803"/>
                  </a:lnTo>
                  <a:lnTo>
                    <a:pt x="1406327" y="1128921"/>
                  </a:lnTo>
                  <a:lnTo>
                    <a:pt x="1318432" y="1142447"/>
                  </a:lnTo>
                  <a:lnTo>
                    <a:pt x="1230536" y="1156406"/>
                  </a:lnTo>
                  <a:lnTo>
                    <a:pt x="1142641" y="1170799"/>
                  </a:lnTo>
                  <a:lnTo>
                    <a:pt x="1054745" y="1185609"/>
                  </a:lnTo>
                  <a:lnTo>
                    <a:pt x="966850" y="1200802"/>
                  </a:lnTo>
                  <a:lnTo>
                    <a:pt x="878954" y="1216331"/>
                  </a:lnTo>
                  <a:lnTo>
                    <a:pt x="791059" y="1232148"/>
                  </a:lnTo>
                  <a:lnTo>
                    <a:pt x="703163" y="1248208"/>
                  </a:lnTo>
                  <a:lnTo>
                    <a:pt x="615268" y="1264469"/>
                  </a:lnTo>
                  <a:lnTo>
                    <a:pt x="527372" y="1280895"/>
                  </a:lnTo>
                  <a:lnTo>
                    <a:pt x="439477" y="1297458"/>
                  </a:lnTo>
                  <a:lnTo>
                    <a:pt x="351581" y="1314133"/>
                  </a:lnTo>
                  <a:lnTo>
                    <a:pt x="263686" y="1330901"/>
                  </a:lnTo>
                  <a:lnTo>
                    <a:pt x="175790" y="1347747"/>
                  </a:lnTo>
                  <a:lnTo>
                    <a:pt x="87895" y="1364657"/>
                  </a:lnTo>
                  <a:lnTo>
                    <a:pt x="0" y="1381621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1326279" y="2619041"/>
              <a:ext cx="6943744" cy="1271923"/>
            </a:xfrm>
            <a:custGeom>
              <a:avLst/>
              <a:pathLst>
                <a:path w="6943744" h="1271923">
                  <a:moveTo>
                    <a:pt x="0" y="1271923"/>
                  </a:moveTo>
                  <a:lnTo>
                    <a:pt x="87895" y="1260848"/>
                  </a:lnTo>
                  <a:lnTo>
                    <a:pt x="175790" y="1249719"/>
                  </a:lnTo>
                  <a:lnTo>
                    <a:pt x="263686" y="1238525"/>
                  </a:lnTo>
                  <a:lnTo>
                    <a:pt x="351581" y="1227254"/>
                  </a:lnTo>
                  <a:lnTo>
                    <a:pt x="439477" y="1215889"/>
                  </a:lnTo>
                  <a:lnTo>
                    <a:pt x="527372" y="1204413"/>
                  </a:lnTo>
                  <a:lnTo>
                    <a:pt x="615268" y="1192800"/>
                  </a:lnTo>
                  <a:lnTo>
                    <a:pt x="703163" y="1181021"/>
                  </a:lnTo>
                  <a:lnTo>
                    <a:pt x="791059" y="1169042"/>
                  </a:lnTo>
                  <a:lnTo>
                    <a:pt x="878954" y="1156820"/>
                  </a:lnTo>
                  <a:lnTo>
                    <a:pt x="966850" y="1144310"/>
                  </a:lnTo>
                  <a:lnTo>
                    <a:pt x="1054745" y="1131463"/>
                  </a:lnTo>
                  <a:lnTo>
                    <a:pt x="1142641" y="1118234"/>
                  </a:lnTo>
                  <a:lnTo>
                    <a:pt x="1230536" y="1104588"/>
                  </a:lnTo>
                  <a:lnTo>
                    <a:pt x="1318432" y="1090507"/>
                  </a:lnTo>
                  <a:lnTo>
                    <a:pt x="1406327" y="1075995"/>
                  </a:lnTo>
                  <a:lnTo>
                    <a:pt x="1494223" y="1061073"/>
                  </a:lnTo>
                  <a:lnTo>
                    <a:pt x="1582118" y="1045782"/>
                  </a:lnTo>
                  <a:lnTo>
                    <a:pt x="1670014" y="1030167"/>
                  </a:lnTo>
                  <a:lnTo>
                    <a:pt x="1757909" y="1014277"/>
                  </a:lnTo>
                  <a:lnTo>
                    <a:pt x="1845805" y="998157"/>
                  </a:lnTo>
                  <a:lnTo>
                    <a:pt x="1933700" y="981846"/>
                  </a:lnTo>
                  <a:lnTo>
                    <a:pt x="2021596" y="965379"/>
                  </a:lnTo>
                  <a:lnTo>
                    <a:pt x="2109491" y="948782"/>
                  </a:lnTo>
                  <a:lnTo>
                    <a:pt x="2197387" y="932079"/>
                  </a:lnTo>
                  <a:lnTo>
                    <a:pt x="2285282" y="915288"/>
                  </a:lnTo>
                  <a:lnTo>
                    <a:pt x="2373178" y="898424"/>
                  </a:lnTo>
                  <a:lnTo>
                    <a:pt x="2461073" y="881497"/>
                  </a:lnTo>
                  <a:lnTo>
                    <a:pt x="2548969" y="864519"/>
                  </a:lnTo>
                  <a:lnTo>
                    <a:pt x="2636864" y="847497"/>
                  </a:lnTo>
                  <a:lnTo>
                    <a:pt x="2724760" y="830437"/>
                  </a:lnTo>
                  <a:lnTo>
                    <a:pt x="2812655" y="813344"/>
                  </a:lnTo>
                  <a:lnTo>
                    <a:pt x="2900551" y="796224"/>
                  </a:lnTo>
                  <a:lnTo>
                    <a:pt x="2988446" y="779079"/>
                  </a:lnTo>
                  <a:lnTo>
                    <a:pt x="3076342" y="761913"/>
                  </a:lnTo>
                  <a:lnTo>
                    <a:pt x="3164237" y="744729"/>
                  </a:lnTo>
                  <a:lnTo>
                    <a:pt x="3252133" y="727528"/>
                  </a:lnTo>
                  <a:lnTo>
                    <a:pt x="3340028" y="710312"/>
                  </a:lnTo>
                  <a:lnTo>
                    <a:pt x="3427924" y="693083"/>
                  </a:lnTo>
                  <a:lnTo>
                    <a:pt x="3515819" y="675843"/>
                  </a:lnTo>
                  <a:lnTo>
                    <a:pt x="3603715" y="658593"/>
                  </a:lnTo>
                  <a:lnTo>
                    <a:pt x="3691610" y="641333"/>
                  </a:lnTo>
                  <a:lnTo>
                    <a:pt x="3779506" y="624065"/>
                  </a:lnTo>
                  <a:lnTo>
                    <a:pt x="3867401" y="606789"/>
                  </a:lnTo>
                  <a:lnTo>
                    <a:pt x="3955297" y="589506"/>
                  </a:lnTo>
                  <a:lnTo>
                    <a:pt x="4043192" y="572216"/>
                  </a:lnTo>
                  <a:lnTo>
                    <a:pt x="4131088" y="554921"/>
                  </a:lnTo>
                  <a:lnTo>
                    <a:pt x="4218983" y="537621"/>
                  </a:lnTo>
                  <a:lnTo>
                    <a:pt x="4306879" y="520316"/>
                  </a:lnTo>
                  <a:lnTo>
                    <a:pt x="4394774" y="503007"/>
                  </a:lnTo>
                  <a:lnTo>
                    <a:pt x="4482670" y="485693"/>
                  </a:lnTo>
                  <a:lnTo>
                    <a:pt x="4570565" y="468375"/>
                  </a:lnTo>
                  <a:lnTo>
                    <a:pt x="4658461" y="451054"/>
                  </a:lnTo>
                  <a:lnTo>
                    <a:pt x="4746356" y="433730"/>
                  </a:lnTo>
                  <a:lnTo>
                    <a:pt x="4834252" y="416403"/>
                  </a:lnTo>
                  <a:lnTo>
                    <a:pt x="4922147" y="399073"/>
                  </a:lnTo>
                  <a:lnTo>
                    <a:pt x="5010043" y="381740"/>
                  </a:lnTo>
                  <a:lnTo>
                    <a:pt x="5097938" y="364405"/>
                  </a:lnTo>
                  <a:lnTo>
                    <a:pt x="5185834" y="347068"/>
                  </a:lnTo>
                  <a:lnTo>
                    <a:pt x="5273729" y="329728"/>
                  </a:lnTo>
                  <a:lnTo>
                    <a:pt x="5361625" y="312387"/>
                  </a:lnTo>
                  <a:lnTo>
                    <a:pt x="5449520" y="295043"/>
                  </a:lnTo>
                  <a:lnTo>
                    <a:pt x="5537416" y="277698"/>
                  </a:lnTo>
                  <a:lnTo>
                    <a:pt x="5625311" y="260351"/>
                  </a:lnTo>
                  <a:lnTo>
                    <a:pt x="5713207" y="243003"/>
                  </a:lnTo>
                  <a:lnTo>
                    <a:pt x="5801102" y="225653"/>
                  </a:lnTo>
                  <a:lnTo>
                    <a:pt x="5888998" y="208301"/>
                  </a:lnTo>
                  <a:lnTo>
                    <a:pt x="5976893" y="190949"/>
                  </a:lnTo>
                  <a:lnTo>
                    <a:pt x="6064789" y="173595"/>
                  </a:lnTo>
                  <a:lnTo>
                    <a:pt x="6152684" y="156240"/>
                  </a:lnTo>
                  <a:lnTo>
                    <a:pt x="6240580" y="138883"/>
                  </a:lnTo>
                  <a:lnTo>
                    <a:pt x="6328475" y="121526"/>
                  </a:lnTo>
                  <a:lnTo>
                    <a:pt x="6416371" y="104168"/>
                  </a:lnTo>
                  <a:lnTo>
                    <a:pt x="6504266" y="86809"/>
                  </a:lnTo>
                  <a:lnTo>
                    <a:pt x="6592162" y="69448"/>
                  </a:lnTo>
                  <a:lnTo>
                    <a:pt x="6680057" y="52087"/>
                  </a:lnTo>
                  <a:lnTo>
                    <a:pt x="6767953" y="34726"/>
                  </a:lnTo>
                  <a:lnTo>
                    <a:pt x="6855848" y="17363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1326279" y="3057485"/>
              <a:ext cx="6943744" cy="943177"/>
            </a:xfrm>
            <a:custGeom>
              <a:avLst/>
              <a:pathLst>
                <a:path w="6943744" h="943177">
                  <a:moveTo>
                    <a:pt x="6943744" y="0"/>
                  </a:moveTo>
                  <a:lnTo>
                    <a:pt x="6855848" y="10675"/>
                  </a:lnTo>
                  <a:lnTo>
                    <a:pt x="6767953" y="21352"/>
                  </a:lnTo>
                  <a:lnTo>
                    <a:pt x="6680057" y="32029"/>
                  </a:lnTo>
                  <a:lnTo>
                    <a:pt x="6592162" y="42708"/>
                  </a:lnTo>
                  <a:lnTo>
                    <a:pt x="6504266" y="53387"/>
                  </a:lnTo>
                  <a:lnTo>
                    <a:pt x="6416371" y="64067"/>
                  </a:lnTo>
                  <a:lnTo>
                    <a:pt x="6328475" y="74748"/>
                  </a:lnTo>
                  <a:lnTo>
                    <a:pt x="6240580" y="85430"/>
                  </a:lnTo>
                  <a:lnTo>
                    <a:pt x="6152684" y="96113"/>
                  </a:lnTo>
                  <a:lnTo>
                    <a:pt x="6064789" y="106797"/>
                  </a:lnTo>
                  <a:lnTo>
                    <a:pt x="5976893" y="117482"/>
                  </a:lnTo>
                  <a:lnTo>
                    <a:pt x="5888998" y="128169"/>
                  </a:lnTo>
                  <a:lnTo>
                    <a:pt x="5801102" y="138857"/>
                  </a:lnTo>
                  <a:lnTo>
                    <a:pt x="5713207" y="149546"/>
                  </a:lnTo>
                  <a:lnTo>
                    <a:pt x="5625311" y="160237"/>
                  </a:lnTo>
                  <a:lnTo>
                    <a:pt x="5537416" y="170929"/>
                  </a:lnTo>
                  <a:lnTo>
                    <a:pt x="5449520" y="181623"/>
                  </a:lnTo>
                  <a:lnTo>
                    <a:pt x="5361625" y="192319"/>
                  </a:lnTo>
                  <a:lnTo>
                    <a:pt x="5273729" y="203017"/>
                  </a:lnTo>
                  <a:lnTo>
                    <a:pt x="5185834" y="213716"/>
                  </a:lnTo>
                  <a:lnTo>
                    <a:pt x="5097938" y="224418"/>
                  </a:lnTo>
                  <a:lnTo>
                    <a:pt x="5010043" y="235122"/>
                  </a:lnTo>
                  <a:lnTo>
                    <a:pt x="4922147" y="245829"/>
                  </a:lnTo>
                  <a:lnTo>
                    <a:pt x="4834252" y="256538"/>
                  </a:lnTo>
                  <a:lnTo>
                    <a:pt x="4746356" y="267250"/>
                  </a:lnTo>
                  <a:lnTo>
                    <a:pt x="4658461" y="277965"/>
                  </a:lnTo>
                  <a:lnTo>
                    <a:pt x="4570565" y="288683"/>
                  </a:lnTo>
                  <a:lnTo>
                    <a:pt x="4482670" y="299405"/>
                  </a:lnTo>
                  <a:lnTo>
                    <a:pt x="4394774" y="310131"/>
                  </a:lnTo>
                  <a:lnTo>
                    <a:pt x="4306879" y="320860"/>
                  </a:lnTo>
                  <a:lnTo>
                    <a:pt x="4218983" y="331595"/>
                  </a:lnTo>
                  <a:lnTo>
                    <a:pt x="4131088" y="342334"/>
                  </a:lnTo>
                  <a:lnTo>
                    <a:pt x="4043192" y="353078"/>
                  </a:lnTo>
                  <a:lnTo>
                    <a:pt x="3955297" y="363828"/>
                  </a:lnTo>
                  <a:lnTo>
                    <a:pt x="3867401" y="374584"/>
                  </a:lnTo>
                  <a:lnTo>
                    <a:pt x="3779506" y="385348"/>
                  </a:lnTo>
                  <a:lnTo>
                    <a:pt x="3691610" y="396118"/>
                  </a:lnTo>
                  <a:lnTo>
                    <a:pt x="3603715" y="406898"/>
                  </a:lnTo>
                  <a:lnTo>
                    <a:pt x="3515819" y="417687"/>
                  </a:lnTo>
                  <a:lnTo>
                    <a:pt x="3427924" y="428486"/>
                  </a:lnTo>
                  <a:lnTo>
                    <a:pt x="3340028" y="439296"/>
                  </a:lnTo>
                  <a:lnTo>
                    <a:pt x="3252133" y="450120"/>
                  </a:lnTo>
                  <a:lnTo>
                    <a:pt x="3164237" y="460958"/>
                  </a:lnTo>
                  <a:lnTo>
                    <a:pt x="3076342" y="471813"/>
                  </a:lnTo>
                  <a:lnTo>
                    <a:pt x="2988446" y="482686"/>
                  </a:lnTo>
                  <a:lnTo>
                    <a:pt x="2900551" y="493581"/>
                  </a:lnTo>
                  <a:lnTo>
                    <a:pt x="2812655" y="504499"/>
                  </a:lnTo>
                  <a:lnTo>
                    <a:pt x="2724760" y="515446"/>
                  </a:lnTo>
                  <a:lnTo>
                    <a:pt x="2636864" y="526426"/>
                  </a:lnTo>
                  <a:lnTo>
                    <a:pt x="2548969" y="537442"/>
                  </a:lnTo>
                  <a:lnTo>
                    <a:pt x="2461073" y="548503"/>
                  </a:lnTo>
                  <a:lnTo>
                    <a:pt x="2373178" y="559616"/>
                  </a:lnTo>
                  <a:lnTo>
                    <a:pt x="2285282" y="570791"/>
                  </a:lnTo>
                  <a:lnTo>
                    <a:pt x="2197387" y="582039"/>
                  </a:lnTo>
                  <a:lnTo>
                    <a:pt x="2109491" y="593376"/>
                  </a:lnTo>
                  <a:lnTo>
                    <a:pt x="2021596" y="604818"/>
                  </a:lnTo>
                  <a:lnTo>
                    <a:pt x="1933700" y="616390"/>
                  </a:lnTo>
                  <a:lnTo>
                    <a:pt x="1845805" y="628119"/>
                  </a:lnTo>
                  <a:lnTo>
                    <a:pt x="1757909" y="640038"/>
                  </a:lnTo>
                  <a:lnTo>
                    <a:pt x="1670014" y="652187"/>
                  </a:lnTo>
                  <a:lnTo>
                    <a:pt x="1582118" y="664612"/>
                  </a:lnTo>
                  <a:lnTo>
                    <a:pt x="1494223" y="677360"/>
                  </a:lnTo>
                  <a:lnTo>
                    <a:pt x="1406327" y="690477"/>
                  </a:lnTo>
                  <a:lnTo>
                    <a:pt x="1318432" y="704004"/>
                  </a:lnTo>
                  <a:lnTo>
                    <a:pt x="1230536" y="717962"/>
                  </a:lnTo>
                  <a:lnTo>
                    <a:pt x="1142641" y="732355"/>
                  </a:lnTo>
                  <a:lnTo>
                    <a:pt x="1054745" y="747166"/>
                  </a:lnTo>
                  <a:lnTo>
                    <a:pt x="966850" y="762358"/>
                  </a:lnTo>
                  <a:lnTo>
                    <a:pt x="878954" y="777887"/>
                  </a:lnTo>
                  <a:lnTo>
                    <a:pt x="791059" y="793705"/>
                  </a:lnTo>
                  <a:lnTo>
                    <a:pt x="703163" y="809765"/>
                  </a:lnTo>
                  <a:lnTo>
                    <a:pt x="615268" y="826025"/>
                  </a:lnTo>
                  <a:lnTo>
                    <a:pt x="527372" y="842452"/>
                  </a:lnTo>
                  <a:lnTo>
                    <a:pt x="439477" y="859014"/>
                  </a:lnTo>
                  <a:lnTo>
                    <a:pt x="351581" y="875689"/>
                  </a:lnTo>
                  <a:lnTo>
                    <a:pt x="263686" y="892457"/>
                  </a:lnTo>
                  <a:lnTo>
                    <a:pt x="175790" y="909303"/>
                  </a:lnTo>
                  <a:lnTo>
                    <a:pt x="87895" y="926213"/>
                  </a:lnTo>
                  <a:lnTo>
                    <a:pt x="0" y="9431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1326279" y="2838263"/>
              <a:ext cx="6943744" cy="1107550"/>
            </a:xfrm>
            <a:custGeom>
              <a:avLst/>
              <a:pathLst>
                <a:path w="6943744" h="1107550">
                  <a:moveTo>
                    <a:pt x="0" y="1107550"/>
                  </a:moveTo>
                  <a:lnTo>
                    <a:pt x="87895" y="1093530"/>
                  </a:lnTo>
                  <a:lnTo>
                    <a:pt x="175790" y="1079511"/>
                  </a:lnTo>
                  <a:lnTo>
                    <a:pt x="263686" y="1065491"/>
                  </a:lnTo>
                  <a:lnTo>
                    <a:pt x="351581" y="1051471"/>
                  </a:lnTo>
                  <a:lnTo>
                    <a:pt x="439477" y="1037452"/>
                  </a:lnTo>
                  <a:lnTo>
                    <a:pt x="527372" y="1023432"/>
                  </a:lnTo>
                  <a:lnTo>
                    <a:pt x="615268" y="1009413"/>
                  </a:lnTo>
                  <a:lnTo>
                    <a:pt x="703163" y="995393"/>
                  </a:lnTo>
                  <a:lnTo>
                    <a:pt x="791059" y="981373"/>
                  </a:lnTo>
                  <a:lnTo>
                    <a:pt x="878954" y="967354"/>
                  </a:lnTo>
                  <a:lnTo>
                    <a:pt x="966850" y="953334"/>
                  </a:lnTo>
                  <a:lnTo>
                    <a:pt x="1054745" y="939314"/>
                  </a:lnTo>
                  <a:lnTo>
                    <a:pt x="1142641" y="925295"/>
                  </a:lnTo>
                  <a:lnTo>
                    <a:pt x="1230536" y="911275"/>
                  </a:lnTo>
                  <a:lnTo>
                    <a:pt x="1318432" y="897256"/>
                  </a:lnTo>
                  <a:lnTo>
                    <a:pt x="1406327" y="883236"/>
                  </a:lnTo>
                  <a:lnTo>
                    <a:pt x="1494223" y="869216"/>
                  </a:lnTo>
                  <a:lnTo>
                    <a:pt x="1582118" y="855197"/>
                  </a:lnTo>
                  <a:lnTo>
                    <a:pt x="1670014" y="841177"/>
                  </a:lnTo>
                  <a:lnTo>
                    <a:pt x="1757909" y="827157"/>
                  </a:lnTo>
                  <a:lnTo>
                    <a:pt x="1845805" y="813138"/>
                  </a:lnTo>
                  <a:lnTo>
                    <a:pt x="1933700" y="799118"/>
                  </a:lnTo>
                  <a:lnTo>
                    <a:pt x="2021596" y="785099"/>
                  </a:lnTo>
                  <a:lnTo>
                    <a:pt x="2109491" y="771079"/>
                  </a:lnTo>
                  <a:lnTo>
                    <a:pt x="2197387" y="757059"/>
                  </a:lnTo>
                  <a:lnTo>
                    <a:pt x="2285282" y="743040"/>
                  </a:lnTo>
                  <a:lnTo>
                    <a:pt x="2373178" y="729020"/>
                  </a:lnTo>
                  <a:lnTo>
                    <a:pt x="2461073" y="715000"/>
                  </a:lnTo>
                  <a:lnTo>
                    <a:pt x="2548969" y="700981"/>
                  </a:lnTo>
                  <a:lnTo>
                    <a:pt x="2636864" y="686961"/>
                  </a:lnTo>
                  <a:lnTo>
                    <a:pt x="2724760" y="672942"/>
                  </a:lnTo>
                  <a:lnTo>
                    <a:pt x="2812655" y="658922"/>
                  </a:lnTo>
                  <a:lnTo>
                    <a:pt x="2900551" y="644902"/>
                  </a:lnTo>
                  <a:lnTo>
                    <a:pt x="2988446" y="630883"/>
                  </a:lnTo>
                  <a:lnTo>
                    <a:pt x="3076342" y="616863"/>
                  </a:lnTo>
                  <a:lnTo>
                    <a:pt x="3164237" y="602843"/>
                  </a:lnTo>
                  <a:lnTo>
                    <a:pt x="3252133" y="588824"/>
                  </a:lnTo>
                  <a:lnTo>
                    <a:pt x="3340028" y="574804"/>
                  </a:lnTo>
                  <a:lnTo>
                    <a:pt x="3427924" y="560785"/>
                  </a:lnTo>
                  <a:lnTo>
                    <a:pt x="3515819" y="546765"/>
                  </a:lnTo>
                  <a:lnTo>
                    <a:pt x="3603715" y="532745"/>
                  </a:lnTo>
                  <a:lnTo>
                    <a:pt x="3691610" y="518726"/>
                  </a:lnTo>
                  <a:lnTo>
                    <a:pt x="3779506" y="504706"/>
                  </a:lnTo>
                  <a:lnTo>
                    <a:pt x="3867401" y="490686"/>
                  </a:lnTo>
                  <a:lnTo>
                    <a:pt x="3955297" y="476667"/>
                  </a:lnTo>
                  <a:lnTo>
                    <a:pt x="4043192" y="462647"/>
                  </a:lnTo>
                  <a:lnTo>
                    <a:pt x="4131088" y="448628"/>
                  </a:lnTo>
                  <a:lnTo>
                    <a:pt x="4218983" y="434608"/>
                  </a:lnTo>
                  <a:lnTo>
                    <a:pt x="4306879" y="420588"/>
                  </a:lnTo>
                  <a:lnTo>
                    <a:pt x="4394774" y="406569"/>
                  </a:lnTo>
                  <a:lnTo>
                    <a:pt x="4482670" y="392549"/>
                  </a:lnTo>
                  <a:lnTo>
                    <a:pt x="4570565" y="378529"/>
                  </a:lnTo>
                  <a:lnTo>
                    <a:pt x="4658461" y="364510"/>
                  </a:lnTo>
                  <a:lnTo>
                    <a:pt x="4746356" y="350490"/>
                  </a:lnTo>
                  <a:lnTo>
                    <a:pt x="4834252" y="336471"/>
                  </a:lnTo>
                  <a:lnTo>
                    <a:pt x="4922147" y="322451"/>
                  </a:lnTo>
                  <a:lnTo>
                    <a:pt x="5010043" y="308431"/>
                  </a:lnTo>
                  <a:lnTo>
                    <a:pt x="5097938" y="294412"/>
                  </a:lnTo>
                  <a:lnTo>
                    <a:pt x="5185834" y="280392"/>
                  </a:lnTo>
                  <a:lnTo>
                    <a:pt x="5273729" y="266372"/>
                  </a:lnTo>
                  <a:lnTo>
                    <a:pt x="5361625" y="252353"/>
                  </a:lnTo>
                  <a:lnTo>
                    <a:pt x="5449520" y="238333"/>
                  </a:lnTo>
                  <a:lnTo>
                    <a:pt x="5537416" y="224314"/>
                  </a:lnTo>
                  <a:lnTo>
                    <a:pt x="5625311" y="210294"/>
                  </a:lnTo>
                  <a:lnTo>
                    <a:pt x="5713207" y="196274"/>
                  </a:lnTo>
                  <a:lnTo>
                    <a:pt x="5801102" y="182255"/>
                  </a:lnTo>
                  <a:lnTo>
                    <a:pt x="5888998" y="168235"/>
                  </a:lnTo>
                  <a:lnTo>
                    <a:pt x="5976893" y="154215"/>
                  </a:lnTo>
                  <a:lnTo>
                    <a:pt x="6064789" y="140196"/>
                  </a:lnTo>
                  <a:lnTo>
                    <a:pt x="6152684" y="126176"/>
                  </a:lnTo>
                  <a:lnTo>
                    <a:pt x="6240580" y="112157"/>
                  </a:lnTo>
                  <a:lnTo>
                    <a:pt x="6328475" y="98137"/>
                  </a:lnTo>
                  <a:lnTo>
                    <a:pt x="6416371" y="84117"/>
                  </a:lnTo>
                  <a:lnTo>
                    <a:pt x="6504266" y="70098"/>
                  </a:lnTo>
                  <a:lnTo>
                    <a:pt x="6592162" y="56078"/>
                  </a:lnTo>
                  <a:lnTo>
                    <a:pt x="6680057" y="42058"/>
                  </a:lnTo>
                  <a:lnTo>
                    <a:pt x="6767953" y="28039"/>
                  </a:lnTo>
                  <a:lnTo>
                    <a:pt x="6855848" y="14019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tx620"/>
            <p:cNvSpPr/>
            <p:nvPr/>
          </p:nvSpPr>
          <p:spPr>
            <a:xfrm>
              <a:off x="692708" y="5567843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-400</a:t>
              </a:r>
            </a:p>
          </p:txBody>
        </p:sp>
        <p:sp>
          <p:nvSpPr>
            <p:cNvPr id="621" name="tx621"/>
            <p:cNvSpPr/>
            <p:nvPr/>
          </p:nvSpPr>
          <p:spPr>
            <a:xfrm>
              <a:off x="692708" y="4632485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622" name="tx622"/>
            <p:cNvSpPr/>
            <p:nvPr/>
          </p:nvSpPr>
          <p:spPr>
            <a:xfrm>
              <a:off x="854283" y="3697127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23" name="tx623"/>
            <p:cNvSpPr/>
            <p:nvPr/>
          </p:nvSpPr>
          <p:spPr>
            <a:xfrm>
              <a:off x="729924" y="2761769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4" name="tx624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625" name="tx625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626" name="tx626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627" name="tx627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628" name="tx62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629" name="tx62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630" name="tx630"/>
            <p:cNvSpPr/>
            <p:nvPr/>
          </p:nvSpPr>
          <p:spPr>
            <a:xfrm>
              <a:off x="979092" y="1669789"/>
              <a:ext cx="429182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2026-06-08T10:30:20Z</dcterms:modified>
  <cp:category/>
</cp:coreProperties>
</file>