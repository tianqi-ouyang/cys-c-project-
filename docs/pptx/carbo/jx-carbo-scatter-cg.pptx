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672859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46903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87117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723767" y="3632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1766139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5448" y="366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973811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895110" y="4009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829572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309576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1760564" y="3775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800616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95160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308969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144860" y="3169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96225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312515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596211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500855" y="3876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156633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817301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993114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166636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1704661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037380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231771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093098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97428" y="37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187913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29886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36869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12262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05465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832093" y="39026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13643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982579" y="3724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285092" y="3658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271648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541115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1685410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523799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049722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951978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497668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700102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96466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014316" y="3792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2312110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777059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725698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834562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756183" y="3884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574629" y="3715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983107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328731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1824905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70755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69171" y="3855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062781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871185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2386208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644420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531899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857012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891510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709575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137613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1784482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125391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257941" y="3872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525460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138653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242474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591515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720490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749422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891574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1696234" y="3693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966651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77120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445505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940181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57517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080185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1752914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480857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681347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239856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764386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09745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628288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1949600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911710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012338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198852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721110" y="383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338279" y="38080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09703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045395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426283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316832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04296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9510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389640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1790443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618308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682274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348659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38273" y="3812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6255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200221" y="3581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434461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313999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806898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340166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1701556" y="3696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21161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186087" y="37521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1916252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487101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86611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286578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092061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54122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28393" y="3710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2402799" y="392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044401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481109" y="3741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531599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129648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186464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232899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535412" y="3672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12241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645995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705924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915577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143663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8301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077321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644825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368634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314915" y="389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1783391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288375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128570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824759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783317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797324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083125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801840" y="3756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463975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1533940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488996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1538872" y="362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096494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169587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17429" y="3501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061406" y="3805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013296" y="3766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186936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1997650" y="3862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062638" y="3660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79525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246050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083647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215164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1881139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153023" y="3667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809003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416726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245336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038048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88212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13092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44800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421645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704281" y="372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265761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57637" y="3852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1930115" y="3839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068153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72772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087002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386516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454150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432876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28575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311718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564308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2650154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2968858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548185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40076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782969" y="3643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114400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167338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66697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072724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002804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53267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32485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413880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2143562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491820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720597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542945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1401686" y="3777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2444971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268937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255559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832715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891829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342235" y="40088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075325" y="3616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73687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1818633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08068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1801806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737235" y="35712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1636087" y="3689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254687" y="374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1789094" y="3574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212442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307726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182043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979770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630180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1679490" y="3690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87816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491728" y="3690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83759" y="393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929401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741076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535848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2998066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92168" y="3613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71531" y="376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133124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165134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1554357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797630" y="35648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149939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2982343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2477819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2788589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140694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565642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329510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2986853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629968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2100249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961544" y="3452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1758634" y="3840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764115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1718324" y="3774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1756725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665210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23877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921086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373778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310990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512350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1455410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154411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594962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555689" y="369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219978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21955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1760035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332259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647811" y="372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2285102" y="387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128434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757309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1942673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353830" y="3881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1763529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739285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39463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550608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238609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146430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2367121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15519" y="38936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409739" y="3635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658611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096040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86135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247110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914423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1994039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2132622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2831940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042340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706089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393784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975230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242769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1821609" y="38840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2873117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41667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575249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64082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903192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350132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236293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2319938" y="37298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44543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1923383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231309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030101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16734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1686428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2137840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686133" y="34919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249253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130249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1603344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2934702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250191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042430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286925" y="3892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127298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176544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256958" y="36982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60069" y="33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496395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692300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09566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648812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760743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190026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2302316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962831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1830523" y="362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138363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524078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169295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188465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1775216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721701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38270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116224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805929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59687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239124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2549201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607995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74411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527674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3181949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645827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2443665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891007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102853" y="3858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425588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637354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02802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2526554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1743865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2703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753094" y="3799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586968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829521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268798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1899831" y="35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2025072" y="381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115391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598770" y="3815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70783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93622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2347137" y="3960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978262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75087" y="3480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904741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536297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1507986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1697766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111871" y="3877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860544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1915339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422871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86006" y="383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3377836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547118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605362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741790" y="3537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2552288" y="36842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1942912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479247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446989" y="3715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1683811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383958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04058" y="379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457912" y="387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905591" y="3698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37068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1488894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2450383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864614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026815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878716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018016" y="3757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619707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66090" y="356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196687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042995" y="3763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761989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612056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82091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81683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020442" y="3730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501694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090439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2542235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253493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78645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7351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1991560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2027336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376239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60934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600215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96976" y="356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849850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725058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264412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11032" y="37581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817591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814169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281018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1931125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1851629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876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248554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2359918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35634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58550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373218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2261097" y="3920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597303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263775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448121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1772988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513671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792196" y="37095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1945939" y="3706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3243121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956364" y="3622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3057870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874539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1869721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081590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080637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1830577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674652" y="3704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264094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559315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452074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766209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2599270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22494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2070460" y="3722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808598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287113" y="3797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184658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774422" y="368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2576429" y="3848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1724393" y="3960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372298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535430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20057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150722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176529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4420646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676977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60804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273790" y="3706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670474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570843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808189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322432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079958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330215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3157662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054349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1810946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9333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15772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069697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117820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2373625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4073721" y="3685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077632" y="393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1987656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223864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4079616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395863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57267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92693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096462" y="3674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2987459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957450" y="3628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943444" y="3819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2460661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512654" y="3671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080769" y="3526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1876819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444065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1895627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376316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338972" y="3743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477436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833048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370581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107595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2581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606317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2497969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28606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94901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1862290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1823396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1864950" y="3692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1959820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2634747" y="3780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030521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050797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84363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1994922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1301453" y="3683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075012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168550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249102" y="3532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2093413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44103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571757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333161" y="3559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235604" y="3716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22728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226301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580765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092993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2112214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808949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695688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3041662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2554359" y="3674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045696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619587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1798854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27235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576465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041166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78548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657230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632527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1652732" y="3513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931606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167002" y="3677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2029080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487576" y="3717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34571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213307" y="3955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858733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196036" y="3807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782431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509501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507250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95070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208011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141460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936494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2396589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438628" y="37130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950755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826912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382482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454896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927188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524684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622521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93703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9346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2324762" y="38513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261275" y="3537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341203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588391" y="3707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533415" y="3700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7691" y="37127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99379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312105" y="40014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858693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2993881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1326279" y="2619041"/>
              <a:ext cx="6943744" cy="1381621"/>
            </a:xfrm>
            <a:custGeom>
              <a:avLst/>
              <a:pathLst>
                <a:path w="6943744" h="1381621">
                  <a:moveTo>
                    <a:pt x="0" y="1271923"/>
                  </a:moveTo>
                  <a:lnTo>
                    <a:pt x="87895" y="1260848"/>
                  </a:lnTo>
                  <a:lnTo>
                    <a:pt x="175790" y="1249719"/>
                  </a:lnTo>
                  <a:lnTo>
                    <a:pt x="263686" y="1238525"/>
                  </a:lnTo>
                  <a:lnTo>
                    <a:pt x="351581" y="1227254"/>
                  </a:lnTo>
                  <a:lnTo>
                    <a:pt x="439477" y="1215889"/>
                  </a:lnTo>
                  <a:lnTo>
                    <a:pt x="527372" y="1204413"/>
                  </a:lnTo>
                  <a:lnTo>
                    <a:pt x="615268" y="1192800"/>
                  </a:lnTo>
                  <a:lnTo>
                    <a:pt x="703163" y="1181021"/>
                  </a:lnTo>
                  <a:lnTo>
                    <a:pt x="791059" y="1169042"/>
                  </a:lnTo>
                  <a:lnTo>
                    <a:pt x="878954" y="1156820"/>
                  </a:lnTo>
                  <a:lnTo>
                    <a:pt x="966850" y="1144310"/>
                  </a:lnTo>
                  <a:lnTo>
                    <a:pt x="1054745" y="1131463"/>
                  </a:lnTo>
                  <a:lnTo>
                    <a:pt x="1142641" y="1118234"/>
                  </a:lnTo>
                  <a:lnTo>
                    <a:pt x="1230536" y="1104588"/>
                  </a:lnTo>
                  <a:lnTo>
                    <a:pt x="1318432" y="1090507"/>
                  </a:lnTo>
                  <a:lnTo>
                    <a:pt x="1406327" y="1075995"/>
                  </a:lnTo>
                  <a:lnTo>
                    <a:pt x="1494223" y="1061073"/>
                  </a:lnTo>
                  <a:lnTo>
                    <a:pt x="1582118" y="1045782"/>
                  </a:lnTo>
                  <a:lnTo>
                    <a:pt x="1670014" y="1030167"/>
                  </a:lnTo>
                  <a:lnTo>
                    <a:pt x="1757909" y="1014277"/>
                  </a:lnTo>
                  <a:lnTo>
                    <a:pt x="1845805" y="998157"/>
                  </a:lnTo>
                  <a:lnTo>
                    <a:pt x="1933700" y="981846"/>
                  </a:lnTo>
                  <a:lnTo>
                    <a:pt x="2021596" y="965379"/>
                  </a:lnTo>
                  <a:lnTo>
                    <a:pt x="2109491" y="948782"/>
                  </a:lnTo>
                  <a:lnTo>
                    <a:pt x="2197387" y="932079"/>
                  </a:lnTo>
                  <a:lnTo>
                    <a:pt x="2285282" y="915288"/>
                  </a:lnTo>
                  <a:lnTo>
                    <a:pt x="2373178" y="898424"/>
                  </a:lnTo>
                  <a:lnTo>
                    <a:pt x="2461073" y="881497"/>
                  </a:lnTo>
                  <a:lnTo>
                    <a:pt x="2548969" y="864519"/>
                  </a:lnTo>
                  <a:lnTo>
                    <a:pt x="2636864" y="847497"/>
                  </a:lnTo>
                  <a:lnTo>
                    <a:pt x="2724760" y="830437"/>
                  </a:lnTo>
                  <a:lnTo>
                    <a:pt x="2812655" y="813344"/>
                  </a:lnTo>
                  <a:lnTo>
                    <a:pt x="2900551" y="796224"/>
                  </a:lnTo>
                  <a:lnTo>
                    <a:pt x="2988446" y="779079"/>
                  </a:lnTo>
                  <a:lnTo>
                    <a:pt x="3076342" y="761913"/>
                  </a:lnTo>
                  <a:lnTo>
                    <a:pt x="3164237" y="744729"/>
                  </a:lnTo>
                  <a:lnTo>
                    <a:pt x="3252133" y="727528"/>
                  </a:lnTo>
                  <a:lnTo>
                    <a:pt x="3340028" y="710312"/>
                  </a:lnTo>
                  <a:lnTo>
                    <a:pt x="3427924" y="693083"/>
                  </a:lnTo>
                  <a:lnTo>
                    <a:pt x="3515819" y="675843"/>
                  </a:lnTo>
                  <a:lnTo>
                    <a:pt x="3603715" y="658593"/>
                  </a:lnTo>
                  <a:lnTo>
                    <a:pt x="3691610" y="641333"/>
                  </a:lnTo>
                  <a:lnTo>
                    <a:pt x="3779506" y="624065"/>
                  </a:lnTo>
                  <a:lnTo>
                    <a:pt x="3867401" y="606789"/>
                  </a:lnTo>
                  <a:lnTo>
                    <a:pt x="3955297" y="589506"/>
                  </a:lnTo>
                  <a:lnTo>
                    <a:pt x="4043192" y="572216"/>
                  </a:lnTo>
                  <a:lnTo>
                    <a:pt x="4131088" y="554921"/>
                  </a:lnTo>
                  <a:lnTo>
                    <a:pt x="4218983" y="537621"/>
                  </a:lnTo>
                  <a:lnTo>
                    <a:pt x="4306879" y="520316"/>
                  </a:lnTo>
                  <a:lnTo>
                    <a:pt x="4394774" y="503007"/>
                  </a:lnTo>
                  <a:lnTo>
                    <a:pt x="4482670" y="485693"/>
                  </a:lnTo>
                  <a:lnTo>
                    <a:pt x="4570565" y="468375"/>
                  </a:lnTo>
                  <a:lnTo>
                    <a:pt x="4658461" y="451054"/>
                  </a:lnTo>
                  <a:lnTo>
                    <a:pt x="4746356" y="433730"/>
                  </a:lnTo>
                  <a:lnTo>
                    <a:pt x="4834252" y="416403"/>
                  </a:lnTo>
                  <a:lnTo>
                    <a:pt x="4922147" y="399073"/>
                  </a:lnTo>
                  <a:lnTo>
                    <a:pt x="5010043" y="381740"/>
                  </a:lnTo>
                  <a:lnTo>
                    <a:pt x="5097938" y="364405"/>
                  </a:lnTo>
                  <a:lnTo>
                    <a:pt x="5185834" y="347068"/>
                  </a:lnTo>
                  <a:lnTo>
                    <a:pt x="5273729" y="329728"/>
                  </a:lnTo>
                  <a:lnTo>
                    <a:pt x="5361625" y="312387"/>
                  </a:lnTo>
                  <a:lnTo>
                    <a:pt x="5449520" y="295043"/>
                  </a:lnTo>
                  <a:lnTo>
                    <a:pt x="5537416" y="277698"/>
                  </a:lnTo>
                  <a:lnTo>
                    <a:pt x="5625311" y="260351"/>
                  </a:lnTo>
                  <a:lnTo>
                    <a:pt x="5713207" y="243003"/>
                  </a:lnTo>
                  <a:lnTo>
                    <a:pt x="5801102" y="225653"/>
                  </a:lnTo>
                  <a:lnTo>
                    <a:pt x="5888998" y="208301"/>
                  </a:lnTo>
                  <a:lnTo>
                    <a:pt x="5976893" y="190949"/>
                  </a:lnTo>
                  <a:lnTo>
                    <a:pt x="6064789" y="173595"/>
                  </a:lnTo>
                  <a:lnTo>
                    <a:pt x="6152684" y="156240"/>
                  </a:lnTo>
                  <a:lnTo>
                    <a:pt x="6240580" y="138883"/>
                  </a:lnTo>
                  <a:lnTo>
                    <a:pt x="6328475" y="121526"/>
                  </a:lnTo>
                  <a:lnTo>
                    <a:pt x="6416371" y="104168"/>
                  </a:lnTo>
                  <a:lnTo>
                    <a:pt x="6504266" y="86809"/>
                  </a:lnTo>
                  <a:lnTo>
                    <a:pt x="6592162" y="69448"/>
                  </a:lnTo>
                  <a:lnTo>
                    <a:pt x="6680057" y="52087"/>
                  </a:lnTo>
                  <a:lnTo>
                    <a:pt x="6767953" y="34726"/>
                  </a:lnTo>
                  <a:lnTo>
                    <a:pt x="6855848" y="17363"/>
                  </a:lnTo>
                  <a:lnTo>
                    <a:pt x="6943744" y="0"/>
                  </a:lnTo>
                  <a:lnTo>
                    <a:pt x="6943744" y="438443"/>
                  </a:lnTo>
                  <a:lnTo>
                    <a:pt x="6855848" y="449119"/>
                  </a:lnTo>
                  <a:lnTo>
                    <a:pt x="6767953" y="459796"/>
                  </a:lnTo>
                  <a:lnTo>
                    <a:pt x="6680057" y="470473"/>
                  </a:lnTo>
                  <a:lnTo>
                    <a:pt x="6592162" y="481151"/>
                  </a:lnTo>
                  <a:lnTo>
                    <a:pt x="6504266" y="491830"/>
                  </a:lnTo>
                  <a:lnTo>
                    <a:pt x="6416371" y="502510"/>
                  </a:lnTo>
                  <a:lnTo>
                    <a:pt x="6328475" y="513191"/>
                  </a:lnTo>
                  <a:lnTo>
                    <a:pt x="6240580" y="523873"/>
                  </a:lnTo>
                  <a:lnTo>
                    <a:pt x="6152684" y="534556"/>
                  </a:lnTo>
                  <a:lnTo>
                    <a:pt x="6064789" y="545241"/>
                  </a:lnTo>
                  <a:lnTo>
                    <a:pt x="5976893" y="555926"/>
                  </a:lnTo>
                  <a:lnTo>
                    <a:pt x="5888998" y="566612"/>
                  </a:lnTo>
                  <a:lnTo>
                    <a:pt x="5801102" y="577300"/>
                  </a:lnTo>
                  <a:lnTo>
                    <a:pt x="5713207" y="587990"/>
                  </a:lnTo>
                  <a:lnTo>
                    <a:pt x="5625311" y="598681"/>
                  </a:lnTo>
                  <a:lnTo>
                    <a:pt x="5537416" y="609373"/>
                  </a:lnTo>
                  <a:lnTo>
                    <a:pt x="5449520" y="620067"/>
                  </a:lnTo>
                  <a:lnTo>
                    <a:pt x="5361625" y="630763"/>
                  </a:lnTo>
                  <a:lnTo>
                    <a:pt x="5273729" y="641460"/>
                  </a:lnTo>
                  <a:lnTo>
                    <a:pt x="5185834" y="652160"/>
                  </a:lnTo>
                  <a:lnTo>
                    <a:pt x="5097938" y="662862"/>
                  </a:lnTo>
                  <a:lnTo>
                    <a:pt x="5010043" y="673566"/>
                  </a:lnTo>
                  <a:lnTo>
                    <a:pt x="4922147" y="684273"/>
                  </a:lnTo>
                  <a:lnTo>
                    <a:pt x="4834252" y="694982"/>
                  </a:lnTo>
                  <a:lnTo>
                    <a:pt x="4746356" y="705694"/>
                  </a:lnTo>
                  <a:lnTo>
                    <a:pt x="4658461" y="716409"/>
                  </a:lnTo>
                  <a:lnTo>
                    <a:pt x="4570565" y="727127"/>
                  </a:lnTo>
                  <a:lnTo>
                    <a:pt x="4482670" y="737849"/>
                  </a:lnTo>
                  <a:lnTo>
                    <a:pt x="4394774" y="748575"/>
                  </a:lnTo>
                  <a:lnTo>
                    <a:pt x="4306879" y="759304"/>
                  </a:lnTo>
                  <a:lnTo>
                    <a:pt x="4218983" y="770038"/>
                  </a:lnTo>
                  <a:lnTo>
                    <a:pt x="4131088" y="780777"/>
                  </a:lnTo>
                  <a:lnTo>
                    <a:pt x="4043192" y="791522"/>
                  </a:lnTo>
                  <a:lnTo>
                    <a:pt x="3955297" y="802272"/>
                  </a:lnTo>
                  <a:lnTo>
                    <a:pt x="3867401" y="813028"/>
                  </a:lnTo>
                  <a:lnTo>
                    <a:pt x="3779506" y="823791"/>
                  </a:lnTo>
                  <a:lnTo>
                    <a:pt x="3691610" y="834562"/>
                  </a:lnTo>
                  <a:lnTo>
                    <a:pt x="3603715" y="845342"/>
                  </a:lnTo>
                  <a:lnTo>
                    <a:pt x="3515819" y="856130"/>
                  </a:lnTo>
                  <a:lnTo>
                    <a:pt x="3427924" y="866929"/>
                  </a:lnTo>
                  <a:lnTo>
                    <a:pt x="3340028" y="877740"/>
                  </a:lnTo>
                  <a:lnTo>
                    <a:pt x="3252133" y="888564"/>
                  </a:lnTo>
                  <a:lnTo>
                    <a:pt x="3164237" y="899402"/>
                  </a:lnTo>
                  <a:lnTo>
                    <a:pt x="3076342" y="910257"/>
                  </a:lnTo>
                  <a:lnTo>
                    <a:pt x="2988446" y="921130"/>
                  </a:lnTo>
                  <a:lnTo>
                    <a:pt x="2900551" y="932024"/>
                  </a:lnTo>
                  <a:lnTo>
                    <a:pt x="2812655" y="942943"/>
                  </a:lnTo>
                  <a:lnTo>
                    <a:pt x="2724760" y="953890"/>
                  </a:lnTo>
                  <a:lnTo>
                    <a:pt x="2636864" y="964869"/>
                  </a:lnTo>
                  <a:lnTo>
                    <a:pt x="2548969" y="975886"/>
                  </a:lnTo>
                  <a:lnTo>
                    <a:pt x="2461073" y="986947"/>
                  </a:lnTo>
                  <a:lnTo>
                    <a:pt x="2373178" y="998060"/>
                  </a:lnTo>
                  <a:lnTo>
                    <a:pt x="2285282" y="1009235"/>
                  </a:lnTo>
                  <a:lnTo>
                    <a:pt x="2197387" y="1020483"/>
                  </a:lnTo>
                  <a:lnTo>
                    <a:pt x="2109491" y="1031819"/>
                  </a:lnTo>
                  <a:lnTo>
                    <a:pt x="2021596" y="1043262"/>
                  </a:lnTo>
                  <a:lnTo>
                    <a:pt x="1933700" y="1054834"/>
                  </a:lnTo>
                  <a:lnTo>
                    <a:pt x="1845805" y="1066563"/>
                  </a:lnTo>
                  <a:lnTo>
                    <a:pt x="1757909" y="1078482"/>
                  </a:lnTo>
                  <a:lnTo>
                    <a:pt x="1670014" y="1090631"/>
                  </a:lnTo>
                  <a:lnTo>
                    <a:pt x="1582118" y="1103056"/>
                  </a:lnTo>
                  <a:lnTo>
                    <a:pt x="1494223" y="1115803"/>
                  </a:lnTo>
                  <a:lnTo>
                    <a:pt x="1406327" y="1128921"/>
                  </a:lnTo>
                  <a:lnTo>
                    <a:pt x="1318432" y="1142447"/>
                  </a:lnTo>
                  <a:lnTo>
                    <a:pt x="1230536" y="1156406"/>
                  </a:lnTo>
                  <a:lnTo>
                    <a:pt x="1142641" y="1170799"/>
                  </a:lnTo>
                  <a:lnTo>
                    <a:pt x="1054745" y="1185609"/>
                  </a:lnTo>
                  <a:lnTo>
                    <a:pt x="966850" y="1200802"/>
                  </a:lnTo>
                  <a:lnTo>
                    <a:pt x="878954" y="1216331"/>
                  </a:lnTo>
                  <a:lnTo>
                    <a:pt x="791059" y="1232148"/>
                  </a:lnTo>
                  <a:lnTo>
                    <a:pt x="703163" y="1248208"/>
                  </a:lnTo>
                  <a:lnTo>
                    <a:pt x="615268" y="1264469"/>
                  </a:lnTo>
                  <a:lnTo>
                    <a:pt x="527372" y="1280895"/>
                  </a:lnTo>
                  <a:lnTo>
                    <a:pt x="439477" y="1297458"/>
                  </a:lnTo>
                  <a:lnTo>
                    <a:pt x="351581" y="1314133"/>
                  </a:lnTo>
                  <a:lnTo>
                    <a:pt x="263686" y="1330901"/>
                  </a:lnTo>
                  <a:lnTo>
                    <a:pt x="175790" y="1347747"/>
                  </a:lnTo>
                  <a:lnTo>
                    <a:pt x="87895" y="1364657"/>
                  </a:lnTo>
                  <a:lnTo>
                    <a:pt x="0" y="138162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1326279" y="2619041"/>
              <a:ext cx="6943744" cy="1271923"/>
            </a:xfrm>
            <a:custGeom>
              <a:avLst/>
              <a:pathLst>
                <a:path w="6943744" h="1271923">
                  <a:moveTo>
                    <a:pt x="0" y="1271923"/>
                  </a:moveTo>
                  <a:lnTo>
                    <a:pt x="87895" y="1260848"/>
                  </a:lnTo>
                  <a:lnTo>
                    <a:pt x="175790" y="1249719"/>
                  </a:lnTo>
                  <a:lnTo>
                    <a:pt x="263686" y="1238525"/>
                  </a:lnTo>
                  <a:lnTo>
                    <a:pt x="351581" y="1227254"/>
                  </a:lnTo>
                  <a:lnTo>
                    <a:pt x="439477" y="1215889"/>
                  </a:lnTo>
                  <a:lnTo>
                    <a:pt x="527372" y="1204413"/>
                  </a:lnTo>
                  <a:lnTo>
                    <a:pt x="615268" y="1192800"/>
                  </a:lnTo>
                  <a:lnTo>
                    <a:pt x="703163" y="1181021"/>
                  </a:lnTo>
                  <a:lnTo>
                    <a:pt x="791059" y="1169042"/>
                  </a:lnTo>
                  <a:lnTo>
                    <a:pt x="878954" y="1156820"/>
                  </a:lnTo>
                  <a:lnTo>
                    <a:pt x="966850" y="1144310"/>
                  </a:lnTo>
                  <a:lnTo>
                    <a:pt x="1054745" y="1131463"/>
                  </a:lnTo>
                  <a:lnTo>
                    <a:pt x="1142641" y="1118234"/>
                  </a:lnTo>
                  <a:lnTo>
                    <a:pt x="1230536" y="1104588"/>
                  </a:lnTo>
                  <a:lnTo>
                    <a:pt x="1318432" y="1090507"/>
                  </a:lnTo>
                  <a:lnTo>
                    <a:pt x="1406327" y="1075995"/>
                  </a:lnTo>
                  <a:lnTo>
                    <a:pt x="1494223" y="1061073"/>
                  </a:lnTo>
                  <a:lnTo>
                    <a:pt x="1582118" y="1045782"/>
                  </a:lnTo>
                  <a:lnTo>
                    <a:pt x="1670014" y="1030167"/>
                  </a:lnTo>
                  <a:lnTo>
                    <a:pt x="1757909" y="1014277"/>
                  </a:lnTo>
                  <a:lnTo>
                    <a:pt x="1845805" y="998157"/>
                  </a:lnTo>
                  <a:lnTo>
                    <a:pt x="1933700" y="981846"/>
                  </a:lnTo>
                  <a:lnTo>
                    <a:pt x="2021596" y="965379"/>
                  </a:lnTo>
                  <a:lnTo>
                    <a:pt x="2109491" y="948782"/>
                  </a:lnTo>
                  <a:lnTo>
                    <a:pt x="2197387" y="932079"/>
                  </a:lnTo>
                  <a:lnTo>
                    <a:pt x="2285282" y="915288"/>
                  </a:lnTo>
                  <a:lnTo>
                    <a:pt x="2373178" y="898424"/>
                  </a:lnTo>
                  <a:lnTo>
                    <a:pt x="2461073" y="881497"/>
                  </a:lnTo>
                  <a:lnTo>
                    <a:pt x="2548969" y="864519"/>
                  </a:lnTo>
                  <a:lnTo>
                    <a:pt x="2636864" y="847497"/>
                  </a:lnTo>
                  <a:lnTo>
                    <a:pt x="2724760" y="830437"/>
                  </a:lnTo>
                  <a:lnTo>
                    <a:pt x="2812655" y="813344"/>
                  </a:lnTo>
                  <a:lnTo>
                    <a:pt x="2900551" y="796224"/>
                  </a:lnTo>
                  <a:lnTo>
                    <a:pt x="2988446" y="779079"/>
                  </a:lnTo>
                  <a:lnTo>
                    <a:pt x="3076342" y="761913"/>
                  </a:lnTo>
                  <a:lnTo>
                    <a:pt x="3164237" y="744729"/>
                  </a:lnTo>
                  <a:lnTo>
                    <a:pt x="3252133" y="727528"/>
                  </a:lnTo>
                  <a:lnTo>
                    <a:pt x="3340028" y="710312"/>
                  </a:lnTo>
                  <a:lnTo>
                    <a:pt x="3427924" y="693083"/>
                  </a:lnTo>
                  <a:lnTo>
                    <a:pt x="3515819" y="675843"/>
                  </a:lnTo>
                  <a:lnTo>
                    <a:pt x="3603715" y="658593"/>
                  </a:lnTo>
                  <a:lnTo>
                    <a:pt x="3691610" y="641333"/>
                  </a:lnTo>
                  <a:lnTo>
                    <a:pt x="3779506" y="624065"/>
                  </a:lnTo>
                  <a:lnTo>
                    <a:pt x="3867401" y="606789"/>
                  </a:lnTo>
                  <a:lnTo>
                    <a:pt x="3955297" y="589506"/>
                  </a:lnTo>
                  <a:lnTo>
                    <a:pt x="4043192" y="572216"/>
                  </a:lnTo>
                  <a:lnTo>
                    <a:pt x="4131088" y="554921"/>
                  </a:lnTo>
                  <a:lnTo>
                    <a:pt x="4218983" y="537621"/>
                  </a:lnTo>
                  <a:lnTo>
                    <a:pt x="4306879" y="520316"/>
                  </a:lnTo>
                  <a:lnTo>
                    <a:pt x="4394774" y="503007"/>
                  </a:lnTo>
                  <a:lnTo>
                    <a:pt x="4482670" y="485693"/>
                  </a:lnTo>
                  <a:lnTo>
                    <a:pt x="4570565" y="468375"/>
                  </a:lnTo>
                  <a:lnTo>
                    <a:pt x="4658461" y="451054"/>
                  </a:lnTo>
                  <a:lnTo>
                    <a:pt x="4746356" y="433730"/>
                  </a:lnTo>
                  <a:lnTo>
                    <a:pt x="4834252" y="416403"/>
                  </a:lnTo>
                  <a:lnTo>
                    <a:pt x="4922147" y="399073"/>
                  </a:lnTo>
                  <a:lnTo>
                    <a:pt x="5010043" y="381740"/>
                  </a:lnTo>
                  <a:lnTo>
                    <a:pt x="5097938" y="364405"/>
                  </a:lnTo>
                  <a:lnTo>
                    <a:pt x="5185834" y="347068"/>
                  </a:lnTo>
                  <a:lnTo>
                    <a:pt x="5273729" y="329728"/>
                  </a:lnTo>
                  <a:lnTo>
                    <a:pt x="5361625" y="312387"/>
                  </a:lnTo>
                  <a:lnTo>
                    <a:pt x="5449520" y="295043"/>
                  </a:lnTo>
                  <a:lnTo>
                    <a:pt x="5537416" y="277698"/>
                  </a:lnTo>
                  <a:lnTo>
                    <a:pt x="5625311" y="260351"/>
                  </a:lnTo>
                  <a:lnTo>
                    <a:pt x="5713207" y="243003"/>
                  </a:lnTo>
                  <a:lnTo>
                    <a:pt x="5801102" y="225653"/>
                  </a:lnTo>
                  <a:lnTo>
                    <a:pt x="5888998" y="208301"/>
                  </a:lnTo>
                  <a:lnTo>
                    <a:pt x="5976893" y="190949"/>
                  </a:lnTo>
                  <a:lnTo>
                    <a:pt x="6064789" y="173595"/>
                  </a:lnTo>
                  <a:lnTo>
                    <a:pt x="6152684" y="156240"/>
                  </a:lnTo>
                  <a:lnTo>
                    <a:pt x="6240580" y="138883"/>
                  </a:lnTo>
                  <a:lnTo>
                    <a:pt x="6328475" y="121526"/>
                  </a:lnTo>
                  <a:lnTo>
                    <a:pt x="6416371" y="104168"/>
                  </a:lnTo>
                  <a:lnTo>
                    <a:pt x="6504266" y="86809"/>
                  </a:lnTo>
                  <a:lnTo>
                    <a:pt x="6592162" y="69448"/>
                  </a:lnTo>
                  <a:lnTo>
                    <a:pt x="6680057" y="52087"/>
                  </a:lnTo>
                  <a:lnTo>
                    <a:pt x="6767953" y="34726"/>
                  </a:lnTo>
                  <a:lnTo>
                    <a:pt x="6855848" y="17363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1326279" y="3057485"/>
              <a:ext cx="6943744" cy="943177"/>
            </a:xfrm>
            <a:custGeom>
              <a:avLst/>
              <a:pathLst>
                <a:path w="6943744" h="943177">
                  <a:moveTo>
                    <a:pt x="6943744" y="0"/>
                  </a:moveTo>
                  <a:lnTo>
                    <a:pt x="6855848" y="10675"/>
                  </a:lnTo>
                  <a:lnTo>
                    <a:pt x="6767953" y="21352"/>
                  </a:lnTo>
                  <a:lnTo>
                    <a:pt x="6680057" y="32029"/>
                  </a:lnTo>
                  <a:lnTo>
                    <a:pt x="6592162" y="42708"/>
                  </a:lnTo>
                  <a:lnTo>
                    <a:pt x="6504266" y="53387"/>
                  </a:lnTo>
                  <a:lnTo>
                    <a:pt x="6416371" y="64067"/>
                  </a:lnTo>
                  <a:lnTo>
                    <a:pt x="6328475" y="74748"/>
                  </a:lnTo>
                  <a:lnTo>
                    <a:pt x="6240580" y="85430"/>
                  </a:lnTo>
                  <a:lnTo>
                    <a:pt x="6152684" y="96113"/>
                  </a:lnTo>
                  <a:lnTo>
                    <a:pt x="6064789" y="106797"/>
                  </a:lnTo>
                  <a:lnTo>
                    <a:pt x="5976893" y="117482"/>
                  </a:lnTo>
                  <a:lnTo>
                    <a:pt x="5888998" y="128169"/>
                  </a:lnTo>
                  <a:lnTo>
                    <a:pt x="5801102" y="138857"/>
                  </a:lnTo>
                  <a:lnTo>
                    <a:pt x="5713207" y="149546"/>
                  </a:lnTo>
                  <a:lnTo>
                    <a:pt x="5625311" y="160237"/>
                  </a:lnTo>
                  <a:lnTo>
                    <a:pt x="5537416" y="170929"/>
                  </a:lnTo>
                  <a:lnTo>
                    <a:pt x="5449520" y="181623"/>
                  </a:lnTo>
                  <a:lnTo>
                    <a:pt x="5361625" y="192319"/>
                  </a:lnTo>
                  <a:lnTo>
                    <a:pt x="5273729" y="203017"/>
                  </a:lnTo>
                  <a:lnTo>
                    <a:pt x="5185834" y="213716"/>
                  </a:lnTo>
                  <a:lnTo>
                    <a:pt x="5097938" y="224418"/>
                  </a:lnTo>
                  <a:lnTo>
                    <a:pt x="5010043" y="235122"/>
                  </a:lnTo>
                  <a:lnTo>
                    <a:pt x="4922147" y="245829"/>
                  </a:lnTo>
                  <a:lnTo>
                    <a:pt x="4834252" y="256538"/>
                  </a:lnTo>
                  <a:lnTo>
                    <a:pt x="4746356" y="267250"/>
                  </a:lnTo>
                  <a:lnTo>
                    <a:pt x="4658461" y="277965"/>
                  </a:lnTo>
                  <a:lnTo>
                    <a:pt x="4570565" y="288683"/>
                  </a:lnTo>
                  <a:lnTo>
                    <a:pt x="4482670" y="299405"/>
                  </a:lnTo>
                  <a:lnTo>
                    <a:pt x="4394774" y="310131"/>
                  </a:lnTo>
                  <a:lnTo>
                    <a:pt x="4306879" y="320860"/>
                  </a:lnTo>
                  <a:lnTo>
                    <a:pt x="4218983" y="331595"/>
                  </a:lnTo>
                  <a:lnTo>
                    <a:pt x="4131088" y="342334"/>
                  </a:lnTo>
                  <a:lnTo>
                    <a:pt x="4043192" y="353078"/>
                  </a:lnTo>
                  <a:lnTo>
                    <a:pt x="3955297" y="363828"/>
                  </a:lnTo>
                  <a:lnTo>
                    <a:pt x="3867401" y="374584"/>
                  </a:lnTo>
                  <a:lnTo>
                    <a:pt x="3779506" y="385348"/>
                  </a:lnTo>
                  <a:lnTo>
                    <a:pt x="3691610" y="396118"/>
                  </a:lnTo>
                  <a:lnTo>
                    <a:pt x="3603715" y="406898"/>
                  </a:lnTo>
                  <a:lnTo>
                    <a:pt x="3515819" y="417687"/>
                  </a:lnTo>
                  <a:lnTo>
                    <a:pt x="3427924" y="428486"/>
                  </a:lnTo>
                  <a:lnTo>
                    <a:pt x="3340028" y="439296"/>
                  </a:lnTo>
                  <a:lnTo>
                    <a:pt x="3252133" y="450120"/>
                  </a:lnTo>
                  <a:lnTo>
                    <a:pt x="3164237" y="460958"/>
                  </a:lnTo>
                  <a:lnTo>
                    <a:pt x="3076342" y="471813"/>
                  </a:lnTo>
                  <a:lnTo>
                    <a:pt x="2988446" y="482686"/>
                  </a:lnTo>
                  <a:lnTo>
                    <a:pt x="2900551" y="493581"/>
                  </a:lnTo>
                  <a:lnTo>
                    <a:pt x="2812655" y="504499"/>
                  </a:lnTo>
                  <a:lnTo>
                    <a:pt x="2724760" y="515446"/>
                  </a:lnTo>
                  <a:lnTo>
                    <a:pt x="2636864" y="526426"/>
                  </a:lnTo>
                  <a:lnTo>
                    <a:pt x="2548969" y="537442"/>
                  </a:lnTo>
                  <a:lnTo>
                    <a:pt x="2461073" y="548503"/>
                  </a:lnTo>
                  <a:lnTo>
                    <a:pt x="2373178" y="559616"/>
                  </a:lnTo>
                  <a:lnTo>
                    <a:pt x="2285282" y="570791"/>
                  </a:lnTo>
                  <a:lnTo>
                    <a:pt x="2197387" y="582039"/>
                  </a:lnTo>
                  <a:lnTo>
                    <a:pt x="2109491" y="593376"/>
                  </a:lnTo>
                  <a:lnTo>
                    <a:pt x="2021596" y="604818"/>
                  </a:lnTo>
                  <a:lnTo>
                    <a:pt x="1933700" y="616390"/>
                  </a:lnTo>
                  <a:lnTo>
                    <a:pt x="1845805" y="628119"/>
                  </a:lnTo>
                  <a:lnTo>
                    <a:pt x="1757909" y="640038"/>
                  </a:lnTo>
                  <a:lnTo>
                    <a:pt x="1670014" y="652187"/>
                  </a:lnTo>
                  <a:lnTo>
                    <a:pt x="1582118" y="664612"/>
                  </a:lnTo>
                  <a:lnTo>
                    <a:pt x="1494223" y="677360"/>
                  </a:lnTo>
                  <a:lnTo>
                    <a:pt x="1406327" y="690477"/>
                  </a:lnTo>
                  <a:lnTo>
                    <a:pt x="1318432" y="704004"/>
                  </a:lnTo>
                  <a:lnTo>
                    <a:pt x="1230536" y="717962"/>
                  </a:lnTo>
                  <a:lnTo>
                    <a:pt x="1142641" y="732355"/>
                  </a:lnTo>
                  <a:lnTo>
                    <a:pt x="1054745" y="747166"/>
                  </a:lnTo>
                  <a:lnTo>
                    <a:pt x="966850" y="762358"/>
                  </a:lnTo>
                  <a:lnTo>
                    <a:pt x="878954" y="777887"/>
                  </a:lnTo>
                  <a:lnTo>
                    <a:pt x="791059" y="793705"/>
                  </a:lnTo>
                  <a:lnTo>
                    <a:pt x="703163" y="809765"/>
                  </a:lnTo>
                  <a:lnTo>
                    <a:pt x="615268" y="826025"/>
                  </a:lnTo>
                  <a:lnTo>
                    <a:pt x="527372" y="842452"/>
                  </a:lnTo>
                  <a:lnTo>
                    <a:pt x="439477" y="859014"/>
                  </a:lnTo>
                  <a:lnTo>
                    <a:pt x="351581" y="875689"/>
                  </a:lnTo>
                  <a:lnTo>
                    <a:pt x="263686" y="892457"/>
                  </a:lnTo>
                  <a:lnTo>
                    <a:pt x="175790" y="909303"/>
                  </a:lnTo>
                  <a:lnTo>
                    <a:pt x="87895" y="926213"/>
                  </a:lnTo>
                  <a:lnTo>
                    <a:pt x="0" y="943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1326279" y="2838263"/>
              <a:ext cx="6943744" cy="1107550"/>
            </a:xfrm>
            <a:custGeom>
              <a:avLst/>
              <a:pathLst>
                <a:path w="6943744" h="1107550">
                  <a:moveTo>
                    <a:pt x="0" y="1107550"/>
                  </a:moveTo>
                  <a:lnTo>
                    <a:pt x="87895" y="1093530"/>
                  </a:lnTo>
                  <a:lnTo>
                    <a:pt x="175790" y="1079511"/>
                  </a:lnTo>
                  <a:lnTo>
                    <a:pt x="263686" y="1065491"/>
                  </a:lnTo>
                  <a:lnTo>
                    <a:pt x="351581" y="1051471"/>
                  </a:lnTo>
                  <a:lnTo>
                    <a:pt x="439477" y="1037452"/>
                  </a:lnTo>
                  <a:lnTo>
                    <a:pt x="527372" y="1023432"/>
                  </a:lnTo>
                  <a:lnTo>
                    <a:pt x="615268" y="1009413"/>
                  </a:lnTo>
                  <a:lnTo>
                    <a:pt x="703163" y="995393"/>
                  </a:lnTo>
                  <a:lnTo>
                    <a:pt x="791059" y="981373"/>
                  </a:lnTo>
                  <a:lnTo>
                    <a:pt x="878954" y="967354"/>
                  </a:lnTo>
                  <a:lnTo>
                    <a:pt x="966850" y="953334"/>
                  </a:lnTo>
                  <a:lnTo>
                    <a:pt x="1054745" y="939314"/>
                  </a:lnTo>
                  <a:lnTo>
                    <a:pt x="1142641" y="925295"/>
                  </a:lnTo>
                  <a:lnTo>
                    <a:pt x="1230536" y="911275"/>
                  </a:lnTo>
                  <a:lnTo>
                    <a:pt x="1318432" y="897256"/>
                  </a:lnTo>
                  <a:lnTo>
                    <a:pt x="1406327" y="883236"/>
                  </a:lnTo>
                  <a:lnTo>
                    <a:pt x="1494223" y="869216"/>
                  </a:lnTo>
                  <a:lnTo>
                    <a:pt x="1582118" y="855197"/>
                  </a:lnTo>
                  <a:lnTo>
                    <a:pt x="1670014" y="841177"/>
                  </a:lnTo>
                  <a:lnTo>
                    <a:pt x="1757909" y="827157"/>
                  </a:lnTo>
                  <a:lnTo>
                    <a:pt x="1845805" y="813138"/>
                  </a:lnTo>
                  <a:lnTo>
                    <a:pt x="1933700" y="799118"/>
                  </a:lnTo>
                  <a:lnTo>
                    <a:pt x="2021596" y="785099"/>
                  </a:lnTo>
                  <a:lnTo>
                    <a:pt x="2109491" y="771079"/>
                  </a:lnTo>
                  <a:lnTo>
                    <a:pt x="2197387" y="757059"/>
                  </a:lnTo>
                  <a:lnTo>
                    <a:pt x="2285282" y="743040"/>
                  </a:lnTo>
                  <a:lnTo>
                    <a:pt x="2373178" y="729020"/>
                  </a:lnTo>
                  <a:lnTo>
                    <a:pt x="2461073" y="715000"/>
                  </a:lnTo>
                  <a:lnTo>
                    <a:pt x="2548969" y="700981"/>
                  </a:lnTo>
                  <a:lnTo>
                    <a:pt x="2636864" y="686961"/>
                  </a:lnTo>
                  <a:lnTo>
                    <a:pt x="2724760" y="672942"/>
                  </a:lnTo>
                  <a:lnTo>
                    <a:pt x="2812655" y="658922"/>
                  </a:lnTo>
                  <a:lnTo>
                    <a:pt x="2900551" y="644902"/>
                  </a:lnTo>
                  <a:lnTo>
                    <a:pt x="2988446" y="630883"/>
                  </a:lnTo>
                  <a:lnTo>
                    <a:pt x="3076342" y="616863"/>
                  </a:lnTo>
                  <a:lnTo>
                    <a:pt x="3164237" y="602843"/>
                  </a:lnTo>
                  <a:lnTo>
                    <a:pt x="3252133" y="588824"/>
                  </a:lnTo>
                  <a:lnTo>
                    <a:pt x="3340028" y="574804"/>
                  </a:lnTo>
                  <a:lnTo>
                    <a:pt x="3427924" y="560785"/>
                  </a:lnTo>
                  <a:lnTo>
                    <a:pt x="3515819" y="546765"/>
                  </a:lnTo>
                  <a:lnTo>
                    <a:pt x="3603715" y="532745"/>
                  </a:lnTo>
                  <a:lnTo>
                    <a:pt x="3691610" y="518726"/>
                  </a:lnTo>
                  <a:lnTo>
                    <a:pt x="3779506" y="504706"/>
                  </a:lnTo>
                  <a:lnTo>
                    <a:pt x="3867401" y="490686"/>
                  </a:lnTo>
                  <a:lnTo>
                    <a:pt x="3955297" y="476667"/>
                  </a:lnTo>
                  <a:lnTo>
                    <a:pt x="4043192" y="462647"/>
                  </a:lnTo>
                  <a:lnTo>
                    <a:pt x="4131088" y="448628"/>
                  </a:lnTo>
                  <a:lnTo>
                    <a:pt x="4218983" y="434608"/>
                  </a:lnTo>
                  <a:lnTo>
                    <a:pt x="4306879" y="420588"/>
                  </a:lnTo>
                  <a:lnTo>
                    <a:pt x="4394774" y="406569"/>
                  </a:lnTo>
                  <a:lnTo>
                    <a:pt x="4482670" y="392549"/>
                  </a:lnTo>
                  <a:lnTo>
                    <a:pt x="4570565" y="378529"/>
                  </a:lnTo>
                  <a:lnTo>
                    <a:pt x="4658461" y="364510"/>
                  </a:lnTo>
                  <a:lnTo>
                    <a:pt x="4746356" y="350490"/>
                  </a:lnTo>
                  <a:lnTo>
                    <a:pt x="4834252" y="336471"/>
                  </a:lnTo>
                  <a:lnTo>
                    <a:pt x="4922147" y="322451"/>
                  </a:lnTo>
                  <a:lnTo>
                    <a:pt x="5010043" y="308431"/>
                  </a:lnTo>
                  <a:lnTo>
                    <a:pt x="5097938" y="294412"/>
                  </a:lnTo>
                  <a:lnTo>
                    <a:pt x="5185834" y="280392"/>
                  </a:lnTo>
                  <a:lnTo>
                    <a:pt x="5273729" y="266372"/>
                  </a:lnTo>
                  <a:lnTo>
                    <a:pt x="5361625" y="252353"/>
                  </a:lnTo>
                  <a:lnTo>
                    <a:pt x="5449520" y="238333"/>
                  </a:lnTo>
                  <a:lnTo>
                    <a:pt x="5537416" y="224314"/>
                  </a:lnTo>
                  <a:lnTo>
                    <a:pt x="5625311" y="210294"/>
                  </a:lnTo>
                  <a:lnTo>
                    <a:pt x="5713207" y="196274"/>
                  </a:lnTo>
                  <a:lnTo>
                    <a:pt x="5801102" y="182255"/>
                  </a:lnTo>
                  <a:lnTo>
                    <a:pt x="5888998" y="168235"/>
                  </a:lnTo>
                  <a:lnTo>
                    <a:pt x="5976893" y="154215"/>
                  </a:lnTo>
                  <a:lnTo>
                    <a:pt x="6064789" y="140196"/>
                  </a:lnTo>
                  <a:lnTo>
                    <a:pt x="6152684" y="126176"/>
                  </a:lnTo>
                  <a:lnTo>
                    <a:pt x="6240580" y="112157"/>
                  </a:lnTo>
                  <a:lnTo>
                    <a:pt x="6328475" y="98137"/>
                  </a:lnTo>
                  <a:lnTo>
                    <a:pt x="6416371" y="84117"/>
                  </a:lnTo>
                  <a:lnTo>
                    <a:pt x="6504266" y="70098"/>
                  </a:lnTo>
                  <a:lnTo>
                    <a:pt x="6592162" y="56078"/>
                  </a:lnTo>
                  <a:lnTo>
                    <a:pt x="6680057" y="42058"/>
                  </a:lnTo>
                  <a:lnTo>
                    <a:pt x="6767953" y="28039"/>
                  </a:lnTo>
                  <a:lnTo>
                    <a:pt x="6855848" y="14019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tx620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621" name="tx621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622" name="tx622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23" name="tx623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4" name="tx624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25" name="tx625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627" name="tx627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629" name="tx629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630" name="tx630"/>
            <p:cNvSpPr/>
            <p:nvPr/>
          </p:nvSpPr>
          <p:spPr>
            <a:xfrm>
              <a:off x="979092" y="1669789"/>
              <a:ext cx="429182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2026-07-06T08:56:43Z</dcterms:modified>
  <cp:category/>
</cp:coreProperties>
</file>