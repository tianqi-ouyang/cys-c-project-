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9092" y="5140215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9092" y="4204857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9092" y="3269499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9092" y="2334141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9245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7459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5673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53887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79092" y="5607894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9092" y="4672536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9092" y="3737178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9092" y="2801820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83352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71566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59780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47994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1672859" y="38127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246903" y="28898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687117" y="39271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1723767" y="36329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1766139" y="36785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725448" y="36637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973811" y="36347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895110" y="40095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829572" y="34137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309576" y="42364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1760564" y="37759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800616" y="34673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1795160" y="45371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308969" y="41637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144860" y="31699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196225" y="37568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312515" y="39524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596211" y="38660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2500855" y="38760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156633" y="36906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817301" y="40509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2993114" y="36904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2166636" y="36234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1704661" y="40938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037380" y="37646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231771" y="38730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093098" y="39379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097428" y="37712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879130" y="38967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329886" y="34026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736869" y="37521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122625" y="38468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205465" y="42393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832093" y="39026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2013643" y="38796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1982579" y="37243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2285092" y="36584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271648" y="37443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541115" y="34966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1685410" y="35506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523799" y="40404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2049722" y="37820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1951978" y="42552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1497668" y="34946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700102" y="35264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1964662" y="40502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2014316" y="37924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2312110" y="39407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777059" y="33491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1725698" y="38743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834562" y="34001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2756183" y="38840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574629" y="37158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1983107" y="35292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328731" y="36901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1824905" y="39962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707556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2869171" y="38554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2062781" y="38657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1871185" y="41866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2386208" y="38222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1644420" y="41981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531899" y="37080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1857012" y="44216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2891510" y="39236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2709575" y="38623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137613" y="37867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1784482" y="35856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125391" y="29558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257941" y="38729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525460" y="38687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138653" y="37241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242474" y="35186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591515" y="37776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1720490" y="42749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1749422" y="40576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891574" y="35669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1696234" y="36931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1966651" y="36125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771204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2445505" y="39230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2940181" y="33985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257517" y="29259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080185" y="33627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1752914" y="38803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480857" y="3270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681347" y="37337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239856" y="42459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2764386" y="35621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309745" y="40872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628288" y="44980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1949600" y="36378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1911710" y="36294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012338" y="41049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2198852" y="39886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2721110" y="38316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2338279" y="38080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2509703" y="35604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2045395" y="39892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426283" y="37019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2316832" y="43732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3504296" y="32431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595102" y="3563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2389640" y="38335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1790443" y="38641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2618308" y="29759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682274" y="35969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348659" y="33709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538273" y="38125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862559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2200221" y="35818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2434461" y="30507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313999" y="36875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1806898" y="35295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2340166" y="32377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1701556" y="36965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2211618" y="40582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2186087" y="37521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1916252" y="43591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487101" y="35999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686611" y="38383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2286578" y="37488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2092061" y="36684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554122" y="34563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2628393" y="37101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2402799" y="39219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2044401" y="39968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2481109" y="37410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2531599" y="35058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2129648" y="38941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186464" y="36504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2232899" y="33687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2535412" y="36727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2412241" y="4109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2645995" y="37152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2705924" y="30029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1915577" y="39901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2143663" y="42441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2748301" y="38009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2077321" y="39861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2644825" y="39076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368634" y="33952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2314915" y="38944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1783391" y="40137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2288375" y="45157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2128570" y="40942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2824759" y="40553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2783317" y="39822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2797324" y="35843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2083125" y="38625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2801840" y="37566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2463975" y="36373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1533940" y="4154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2488996" y="35130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1538872" y="36254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096494" y="37660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3169587" y="26582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3517429" y="35019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2061406" y="38055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2013296" y="37662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1869367" y="38616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1997650" y="38621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3062638" y="36605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2879525" y="38924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2246050" y="36917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083647" y="37439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2215164" y="40019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1881139" y="42558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2153023" y="36675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2809003" y="3025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2416726" y="40583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245336" y="39415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2038048" y="39255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788212" y="36944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2713092" y="33676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2448007" y="40502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2421645" y="39615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1704281" y="37256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265761" y="36309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1857637" y="38528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1930115" y="38397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3068153" y="35068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727724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2087002" y="40496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2386516" y="32443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2454150" y="43281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2432876" y="39809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2285753" y="37388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2311718" y="41967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2564308" y="38648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2650154" y="40857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2968858" y="35017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2548185" y="39971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400769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782969" y="36438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2114400" y="42720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2167338" y="31072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2666972" y="36935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2072724" y="39410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3002804" y="36456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2532671" y="36922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2132485" y="35610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2413880" y="42244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2143562" y="44613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491820" y="40835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2720597" y="34080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2542945" y="34434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1401686" y="37776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2444971" y="33898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4268937" y="43671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2255559" y="41820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2832715" y="37406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2891829" y="38889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2342235" y="40088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2075325" y="36163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2373687" y="42476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1818633" y="3514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4080684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1801806" y="36109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2737235" y="35712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1636087" y="36891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2254687" y="37459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1789094" y="35746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2212442" y="42265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2307726" y="36540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182043" y="36590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2979770" y="33681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2630180" y="35609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1679490" y="36907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1878169" y="38872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1491728" y="36906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2483759" y="39381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2929401" y="35216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2741076" y="36760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2535848" y="37470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2998066" y="32815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2792168" y="36132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2071531" y="37665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3133124" y="30156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3165134" y="29840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1554357" y="36737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2797630" y="35648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2149939" y="38492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2982343" y="31854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2477819" y="36827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2788589" y="34147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2140694" y="37150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565642" y="41712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2329510" y="39296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2986853" y="31768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2629968" y="42684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2100249" y="39905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2961544" y="34527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1758634" y="38403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2764115" y="37183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1718324" y="37743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1756725" y="36241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2665210" y="35911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4238772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2921086" y="43417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2373778" y="39972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2310990" y="40604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2512350" y="38636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1455410" y="37464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2154411" y="37761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2594962" y="41972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1555689" y="36929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2219978" y="43375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2219554" y="38532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1760035" y="43621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2332259" y="37736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2647811" y="37248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2285102" y="38793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2128434" y="4040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2757309" y="33227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1942673" y="33041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2353830" y="38814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1763529" y="34020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739285" y="32363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2039463" y="34762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2550608" y="40376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2238609" y="35755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2146430" y="43761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2367121" y="37666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2215519" y="38936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2409739" y="36353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2658611" y="39578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2096040" y="42702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2686135" y="36111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2247110" y="40990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3914423" y="42396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1994039" y="36270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2132622" y="41827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2831940" y="31699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3042340" y="34276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706089" y="36180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2393784" y="28917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2975230" y="35330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3242769" y="34456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1821609" y="38840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2873117" y="45071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2541667" y="35184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2575249" y="41024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2164082" y="41716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2903192" y="35544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2350132" y="36136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2236293" y="40463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2319938" y="37298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3445437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1923383" y="43439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2231309" y="40093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2030101" y="40842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3167342" y="35894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1686428" y="39191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2137840" y="39011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2686133" y="34919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2249253" y="38316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2130249" y="43815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1603344" y="36070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2934702" y="42972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2250191" y="36651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042430" y="36875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2286925" y="38928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127298" y="39449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2176544" y="37462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3256958" y="36982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2960069" y="33953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2496395" y="35818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2692300" y="33791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4095662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2648812" y="38957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2760743" y="40208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3190026" y="20456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2302316" y="40146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2962831" y="35367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1830523" y="36227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2138363" y="37498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3524078" y="33024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2169295" y="37650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2188465" y="41336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1775216" y="34612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2721701" y="37324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3838270" y="30365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4116224" y="36290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2805929" y="37544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3359687" y="33776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3239124" y="33400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2549201" y="36881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2607995" y="35863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4174411" y="34363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2527674" y="35313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3181949" y="29477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2645827" y="41326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2443665" y="42832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2891007" y="35625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2102853" y="38586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2425588" y="38058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2637354" y="32914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3028029" y="32264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2526554" y="33986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1743865" y="37315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3427034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1753094" y="37998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2586968" y="36076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2829521" y="31573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2268798" y="35599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1899831" y="35866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2025072" y="38129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2115391" y="39245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2598770" y="38153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1970783" y="37422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2936223" y="37041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2347137" y="39603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2978262" y="32947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2975087" y="34809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2904741" y="34594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2536297" y="39541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1507986" y="37632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1697766" y="38479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2111871" y="38771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1860544" y="42260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1915339" y="38691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2422871" y="32420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2686006" y="38344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3377836" y="33493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2547118" y="39814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2605362" y="37876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2741790" y="35378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2552288" y="36842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1942912" y="38689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2479247" y="39423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2446989" y="37151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1683811" y="38002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2383958" y="37447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2504058" y="37956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2457912" y="38725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1905591" y="36983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3537068" y="34241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1488894" y="37895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2450383" y="30611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2864614" y="36480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2026815" y="43154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2878716" y="37512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2018016" y="37575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2619707" y="35763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3266090" y="35609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1966876" y="40460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042995" y="37638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2761989" y="40468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3612056" y="27196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2820913" y="33728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3816836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3020442" y="37308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2501694" y="34868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2090439" y="34400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2542235" y="40688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2253493" y="32263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3786454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3735194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1991560" y="34984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2027336" y="36250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2376239" y="40504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2260934" y="39385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2600215" y="43545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3596976" y="35663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3849850" y="32280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2725058" y="32001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3264412" y="35538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8245197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2711032" y="37581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2817591" y="36353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2814169" y="33800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3281018" y="35268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1931125" y="42854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1851629" y="38739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3718763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2248554" y="37033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2359918" y="37488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3535634" y="30052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3958550" y="36031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4373218" y="31322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2261097" y="39202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2597303" y="38365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2263775" y="36350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3448121" y="3042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1772988" y="40012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2513671" y="41943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1792196" y="37095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1945939" y="37068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3243121" y="38368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1956364" y="36227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3057870" y="27315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2874539" y="28912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1869721" y="3713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2081590" y="39049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3080637" y="37225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1830577" y="35484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2674652" y="37045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264094" y="34396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3559315" y="28824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2452074" y="34482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2766209" y="39152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2599270" y="34368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3322494" y="43326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2070460" y="37225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2808598" y="38796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2287113" y="37971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3184658" y="36873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2774422" y="36884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2576429" y="38486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1724393" y="39600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3372298" y="26314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2535430" y="33214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2200571" y="37358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2150722" y="37789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2176529" y="36097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4420646" y="30679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2676977" y="31627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860804" y="33683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4273790" y="37065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2670474" y="37560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2570843" y="38150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2808189" y="33850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2322432" y="37959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2079958" y="34273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2330215" y="39037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3157662" y="32055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3054349" y="35285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1810946" y="39914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3933318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4157721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2069697" y="40496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3117820" y="31488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2373625" y="38232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4073721" y="36855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2077632" y="39322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1987656" y="32854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2223864" y="34832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4079616" y="3010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2395863" y="35786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4572677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3926932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2096462" y="36742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2987459" y="30488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2957450" y="36289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2943444" y="38198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2460661" y="36156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3512654" y="36710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3080769" y="35269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1876819" y="33210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2444065" y="55243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1895627" y="41941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2376316" y="29702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2338972" y="37434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2477436" y="33325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2833048" y="32918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2370581" y="34512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3107595" y="41237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3258194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2606317" y="30752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2497969" y="34513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3286066" y="29917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2894901" y="38050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1862290" y="38571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1823396" y="42149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1864950" y="36923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1959820" y="37301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2634747" y="37809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2030521" y="42618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2050797" y="42594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4843637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1994922" y="30076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1301453" y="36836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2075012" y="39275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2168550" y="36976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3249102" y="35323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2093413" y="39390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2544103" y="43523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3571757" y="33342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3333161" y="35599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2235604" y="37162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4227287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2226301" y="37786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2580765" y="37730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2092993" y="38936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2112214" y="43386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2808949" y="44796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2695688" y="37934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3041662" y="39705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2554359" y="36748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2045696" y="36911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2619587" y="39199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1798854" y="41839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4272359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3576465" y="28707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2041166" y="39924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3785489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2657230" y="35097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3632527" y="33733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1652732" y="35139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2931606" y="40496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2167002" y="36778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2029080" y="36378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2487576" y="37173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2134571" y="39583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2213307" y="39552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1858733" y="39749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2196036" y="38072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2782431" y="34964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3509501" y="31700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2507250" y="42325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2795070" y="38625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2208011" y="37761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2141460" y="3399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2936494" y="33088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2396589" y="38256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2438628" y="37130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2950755" y="3314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1826912" y="36284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3824820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454896" y="35663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2927188" y="35901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2524684" y="42556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1622521" y="35241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3937030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2689346" y="41283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2324762" y="38513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3261275" y="35377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3412036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2588391" y="37076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2533415" y="37001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1927691" y="37127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3993794" y="30893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2312105" y="40014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2858693" y="32875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2993881" y="32785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1326279" y="2619041"/>
              <a:ext cx="6943744" cy="1381621"/>
            </a:xfrm>
            <a:custGeom>
              <a:avLst/>
              <a:pathLst>
                <a:path w="6943744" h="1381621">
                  <a:moveTo>
                    <a:pt x="0" y="1271923"/>
                  </a:moveTo>
                  <a:lnTo>
                    <a:pt x="87895" y="1260848"/>
                  </a:lnTo>
                  <a:lnTo>
                    <a:pt x="175790" y="1249719"/>
                  </a:lnTo>
                  <a:lnTo>
                    <a:pt x="263686" y="1238525"/>
                  </a:lnTo>
                  <a:lnTo>
                    <a:pt x="351581" y="1227254"/>
                  </a:lnTo>
                  <a:lnTo>
                    <a:pt x="439477" y="1215889"/>
                  </a:lnTo>
                  <a:lnTo>
                    <a:pt x="527372" y="1204413"/>
                  </a:lnTo>
                  <a:lnTo>
                    <a:pt x="615268" y="1192800"/>
                  </a:lnTo>
                  <a:lnTo>
                    <a:pt x="703163" y="1181021"/>
                  </a:lnTo>
                  <a:lnTo>
                    <a:pt x="791059" y="1169042"/>
                  </a:lnTo>
                  <a:lnTo>
                    <a:pt x="878954" y="1156820"/>
                  </a:lnTo>
                  <a:lnTo>
                    <a:pt x="966850" y="1144310"/>
                  </a:lnTo>
                  <a:lnTo>
                    <a:pt x="1054745" y="1131463"/>
                  </a:lnTo>
                  <a:lnTo>
                    <a:pt x="1142641" y="1118234"/>
                  </a:lnTo>
                  <a:lnTo>
                    <a:pt x="1230536" y="1104588"/>
                  </a:lnTo>
                  <a:lnTo>
                    <a:pt x="1318432" y="1090507"/>
                  </a:lnTo>
                  <a:lnTo>
                    <a:pt x="1406327" y="1075995"/>
                  </a:lnTo>
                  <a:lnTo>
                    <a:pt x="1494223" y="1061073"/>
                  </a:lnTo>
                  <a:lnTo>
                    <a:pt x="1582118" y="1045782"/>
                  </a:lnTo>
                  <a:lnTo>
                    <a:pt x="1670014" y="1030167"/>
                  </a:lnTo>
                  <a:lnTo>
                    <a:pt x="1757909" y="1014277"/>
                  </a:lnTo>
                  <a:lnTo>
                    <a:pt x="1845805" y="998157"/>
                  </a:lnTo>
                  <a:lnTo>
                    <a:pt x="1933700" y="981846"/>
                  </a:lnTo>
                  <a:lnTo>
                    <a:pt x="2021596" y="965379"/>
                  </a:lnTo>
                  <a:lnTo>
                    <a:pt x="2109491" y="948782"/>
                  </a:lnTo>
                  <a:lnTo>
                    <a:pt x="2197387" y="932079"/>
                  </a:lnTo>
                  <a:lnTo>
                    <a:pt x="2285282" y="915288"/>
                  </a:lnTo>
                  <a:lnTo>
                    <a:pt x="2373178" y="898424"/>
                  </a:lnTo>
                  <a:lnTo>
                    <a:pt x="2461073" y="881497"/>
                  </a:lnTo>
                  <a:lnTo>
                    <a:pt x="2548969" y="864519"/>
                  </a:lnTo>
                  <a:lnTo>
                    <a:pt x="2636864" y="847497"/>
                  </a:lnTo>
                  <a:lnTo>
                    <a:pt x="2724760" y="830437"/>
                  </a:lnTo>
                  <a:lnTo>
                    <a:pt x="2812655" y="813344"/>
                  </a:lnTo>
                  <a:lnTo>
                    <a:pt x="2900551" y="796224"/>
                  </a:lnTo>
                  <a:lnTo>
                    <a:pt x="2988446" y="779079"/>
                  </a:lnTo>
                  <a:lnTo>
                    <a:pt x="3076342" y="761913"/>
                  </a:lnTo>
                  <a:lnTo>
                    <a:pt x="3164237" y="744729"/>
                  </a:lnTo>
                  <a:lnTo>
                    <a:pt x="3252133" y="727528"/>
                  </a:lnTo>
                  <a:lnTo>
                    <a:pt x="3340028" y="710312"/>
                  </a:lnTo>
                  <a:lnTo>
                    <a:pt x="3427924" y="693083"/>
                  </a:lnTo>
                  <a:lnTo>
                    <a:pt x="3515819" y="675843"/>
                  </a:lnTo>
                  <a:lnTo>
                    <a:pt x="3603715" y="658593"/>
                  </a:lnTo>
                  <a:lnTo>
                    <a:pt x="3691610" y="641333"/>
                  </a:lnTo>
                  <a:lnTo>
                    <a:pt x="3779506" y="624065"/>
                  </a:lnTo>
                  <a:lnTo>
                    <a:pt x="3867401" y="606789"/>
                  </a:lnTo>
                  <a:lnTo>
                    <a:pt x="3955297" y="589506"/>
                  </a:lnTo>
                  <a:lnTo>
                    <a:pt x="4043192" y="572216"/>
                  </a:lnTo>
                  <a:lnTo>
                    <a:pt x="4131088" y="554921"/>
                  </a:lnTo>
                  <a:lnTo>
                    <a:pt x="4218983" y="537621"/>
                  </a:lnTo>
                  <a:lnTo>
                    <a:pt x="4306879" y="520316"/>
                  </a:lnTo>
                  <a:lnTo>
                    <a:pt x="4394774" y="503007"/>
                  </a:lnTo>
                  <a:lnTo>
                    <a:pt x="4482670" y="485693"/>
                  </a:lnTo>
                  <a:lnTo>
                    <a:pt x="4570565" y="468375"/>
                  </a:lnTo>
                  <a:lnTo>
                    <a:pt x="4658461" y="451054"/>
                  </a:lnTo>
                  <a:lnTo>
                    <a:pt x="4746356" y="433730"/>
                  </a:lnTo>
                  <a:lnTo>
                    <a:pt x="4834252" y="416403"/>
                  </a:lnTo>
                  <a:lnTo>
                    <a:pt x="4922147" y="399073"/>
                  </a:lnTo>
                  <a:lnTo>
                    <a:pt x="5010043" y="381740"/>
                  </a:lnTo>
                  <a:lnTo>
                    <a:pt x="5097938" y="364405"/>
                  </a:lnTo>
                  <a:lnTo>
                    <a:pt x="5185834" y="347068"/>
                  </a:lnTo>
                  <a:lnTo>
                    <a:pt x="5273729" y="329728"/>
                  </a:lnTo>
                  <a:lnTo>
                    <a:pt x="5361625" y="312387"/>
                  </a:lnTo>
                  <a:lnTo>
                    <a:pt x="5449520" y="295043"/>
                  </a:lnTo>
                  <a:lnTo>
                    <a:pt x="5537416" y="277698"/>
                  </a:lnTo>
                  <a:lnTo>
                    <a:pt x="5625311" y="260351"/>
                  </a:lnTo>
                  <a:lnTo>
                    <a:pt x="5713207" y="243003"/>
                  </a:lnTo>
                  <a:lnTo>
                    <a:pt x="5801102" y="225653"/>
                  </a:lnTo>
                  <a:lnTo>
                    <a:pt x="5888998" y="208301"/>
                  </a:lnTo>
                  <a:lnTo>
                    <a:pt x="5976893" y="190949"/>
                  </a:lnTo>
                  <a:lnTo>
                    <a:pt x="6064789" y="173595"/>
                  </a:lnTo>
                  <a:lnTo>
                    <a:pt x="6152684" y="156240"/>
                  </a:lnTo>
                  <a:lnTo>
                    <a:pt x="6240580" y="138883"/>
                  </a:lnTo>
                  <a:lnTo>
                    <a:pt x="6328475" y="121526"/>
                  </a:lnTo>
                  <a:lnTo>
                    <a:pt x="6416371" y="104168"/>
                  </a:lnTo>
                  <a:lnTo>
                    <a:pt x="6504266" y="86809"/>
                  </a:lnTo>
                  <a:lnTo>
                    <a:pt x="6592162" y="69448"/>
                  </a:lnTo>
                  <a:lnTo>
                    <a:pt x="6680057" y="52087"/>
                  </a:lnTo>
                  <a:lnTo>
                    <a:pt x="6767953" y="34726"/>
                  </a:lnTo>
                  <a:lnTo>
                    <a:pt x="6855848" y="17363"/>
                  </a:lnTo>
                  <a:lnTo>
                    <a:pt x="6943744" y="0"/>
                  </a:lnTo>
                  <a:lnTo>
                    <a:pt x="6943744" y="438443"/>
                  </a:lnTo>
                  <a:lnTo>
                    <a:pt x="6855848" y="449119"/>
                  </a:lnTo>
                  <a:lnTo>
                    <a:pt x="6767953" y="459796"/>
                  </a:lnTo>
                  <a:lnTo>
                    <a:pt x="6680057" y="470473"/>
                  </a:lnTo>
                  <a:lnTo>
                    <a:pt x="6592162" y="481151"/>
                  </a:lnTo>
                  <a:lnTo>
                    <a:pt x="6504266" y="491830"/>
                  </a:lnTo>
                  <a:lnTo>
                    <a:pt x="6416371" y="502510"/>
                  </a:lnTo>
                  <a:lnTo>
                    <a:pt x="6328475" y="513191"/>
                  </a:lnTo>
                  <a:lnTo>
                    <a:pt x="6240580" y="523873"/>
                  </a:lnTo>
                  <a:lnTo>
                    <a:pt x="6152684" y="534556"/>
                  </a:lnTo>
                  <a:lnTo>
                    <a:pt x="6064789" y="545241"/>
                  </a:lnTo>
                  <a:lnTo>
                    <a:pt x="5976893" y="555926"/>
                  </a:lnTo>
                  <a:lnTo>
                    <a:pt x="5888998" y="566612"/>
                  </a:lnTo>
                  <a:lnTo>
                    <a:pt x="5801102" y="577300"/>
                  </a:lnTo>
                  <a:lnTo>
                    <a:pt x="5713207" y="587990"/>
                  </a:lnTo>
                  <a:lnTo>
                    <a:pt x="5625311" y="598681"/>
                  </a:lnTo>
                  <a:lnTo>
                    <a:pt x="5537416" y="609373"/>
                  </a:lnTo>
                  <a:lnTo>
                    <a:pt x="5449520" y="620067"/>
                  </a:lnTo>
                  <a:lnTo>
                    <a:pt x="5361625" y="630763"/>
                  </a:lnTo>
                  <a:lnTo>
                    <a:pt x="5273729" y="641460"/>
                  </a:lnTo>
                  <a:lnTo>
                    <a:pt x="5185834" y="652160"/>
                  </a:lnTo>
                  <a:lnTo>
                    <a:pt x="5097938" y="662862"/>
                  </a:lnTo>
                  <a:lnTo>
                    <a:pt x="5010043" y="673566"/>
                  </a:lnTo>
                  <a:lnTo>
                    <a:pt x="4922147" y="684273"/>
                  </a:lnTo>
                  <a:lnTo>
                    <a:pt x="4834252" y="694982"/>
                  </a:lnTo>
                  <a:lnTo>
                    <a:pt x="4746356" y="705694"/>
                  </a:lnTo>
                  <a:lnTo>
                    <a:pt x="4658461" y="716409"/>
                  </a:lnTo>
                  <a:lnTo>
                    <a:pt x="4570565" y="727127"/>
                  </a:lnTo>
                  <a:lnTo>
                    <a:pt x="4482670" y="737849"/>
                  </a:lnTo>
                  <a:lnTo>
                    <a:pt x="4394774" y="748575"/>
                  </a:lnTo>
                  <a:lnTo>
                    <a:pt x="4306879" y="759304"/>
                  </a:lnTo>
                  <a:lnTo>
                    <a:pt x="4218983" y="770038"/>
                  </a:lnTo>
                  <a:lnTo>
                    <a:pt x="4131088" y="780777"/>
                  </a:lnTo>
                  <a:lnTo>
                    <a:pt x="4043192" y="791522"/>
                  </a:lnTo>
                  <a:lnTo>
                    <a:pt x="3955297" y="802272"/>
                  </a:lnTo>
                  <a:lnTo>
                    <a:pt x="3867401" y="813028"/>
                  </a:lnTo>
                  <a:lnTo>
                    <a:pt x="3779506" y="823791"/>
                  </a:lnTo>
                  <a:lnTo>
                    <a:pt x="3691610" y="834562"/>
                  </a:lnTo>
                  <a:lnTo>
                    <a:pt x="3603715" y="845342"/>
                  </a:lnTo>
                  <a:lnTo>
                    <a:pt x="3515819" y="856130"/>
                  </a:lnTo>
                  <a:lnTo>
                    <a:pt x="3427924" y="866929"/>
                  </a:lnTo>
                  <a:lnTo>
                    <a:pt x="3340028" y="877740"/>
                  </a:lnTo>
                  <a:lnTo>
                    <a:pt x="3252133" y="888564"/>
                  </a:lnTo>
                  <a:lnTo>
                    <a:pt x="3164237" y="899402"/>
                  </a:lnTo>
                  <a:lnTo>
                    <a:pt x="3076342" y="910257"/>
                  </a:lnTo>
                  <a:lnTo>
                    <a:pt x="2988446" y="921130"/>
                  </a:lnTo>
                  <a:lnTo>
                    <a:pt x="2900551" y="932024"/>
                  </a:lnTo>
                  <a:lnTo>
                    <a:pt x="2812655" y="942943"/>
                  </a:lnTo>
                  <a:lnTo>
                    <a:pt x="2724760" y="953890"/>
                  </a:lnTo>
                  <a:lnTo>
                    <a:pt x="2636864" y="964869"/>
                  </a:lnTo>
                  <a:lnTo>
                    <a:pt x="2548969" y="975886"/>
                  </a:lnTo>
                  <a:lnTo>
                    <a:pt x="2461073" y="986947"/>
                  </a:lnTo>
                  <a:lnTo>
                    <a:pt x="2373178" y="998060"/>
                  </a:lnTo>
                  <a:lnTo>
                    <a:pt x="2285282" y="1009235"/>
                  </a:lnTo>
                  <a:lnTo>
                    <a:pt x="2197387" y="1020483"/>
                  </a:lnTo>
                  <a:lnTo>
                    <a:pt x="2109491" y="1031819"/>
                  </a:lnTo>
                  <a:lnTo>
                    <a:pt x="2021596" y="1043262"/>
                  </a:lnTo>
                  <a:lnTo>
                    <a:pt x="1933700" y="1054834"/>
                  </a:lnTo>
                  <a:lnTo>
                    <a:pt x="1845805" y="1066563"/>
                  </a:lnTo>
                  <a:lnTo>
                    <a:pt x="1757909" y="1078482"/>
                  </a:lnTo>
                  <a:lnTo>
                    <a:pt x="1670014" y="1090631"/>
                  </a:lnTo>
                  <a:lnTo>
                    <a:pt x="1582118" y="1103056"/>
                  </a:lnTo>
                  <a:lnTo>
                    <a:pt x="1494223" y="1115803"/>
                  </a:lnTo>
                  <a:lnTo>
                    <a:pt x="1406327" y="1128921"/>
                  </a:lnTo>
                  <a:lnTo>
                    <a:pt x="1318432" y="1142447"/>
                  </a:lnTo>
                  <a:lnTo>
                    <a:pt x="1230536" y="1156406"/>
                  </a:lnTo>
                  <a:lnTo>
                    <a:pt x="1142641" y="1170799"/>
                  </a:lnTo>
                  <a:lnTo>
                    <a:pt x="1054745" y="1185609"/>
                  </a:lnTo>
                  <a:lnTo>
                    <a:pt x="966850" y="1200802"/>
                  </a:lnTo>
                  <a:lnTo>
                    <a:pt x="878954" y="1216331"/>
                  </a:lnTo>
                  <a:lnTo>
                    <a:pt x="791059" y="1232148"/>
                  </a:lnTo>
                  <a:lnTo>
                    <a:pt x="703163" y="1248208"/>
                  </a:lnTo>
                  <a:lnTo>
                    <a:pt x="615268" y="1264469"/>
                  </a:lnTo>
                  <a:lnTo>
                    <a:pt x="527372" y="1280895"/>
                  </a:lnTo>
                  <a:lnTo>
                    <a:pt x="439477" y="1297458"/>
                  </a:lnTo>
                  <a:lnTo>
                    <a:pt x="351581" y="1314133"/>
                  </a:lnTo>
                  <a:lnTo>
                    <a:pt x="263686" y="1330901"/>
                  </a:lnTo>
                  <a:lnTo>
                    <a:pt x="175790" y="1347747"/>
                  </a:lnTo>
                  <a:lnTo>
                    <a:pt x="87895" y="1364657"/>
                  </a:lnTo>
                  <a:lnTo>
                    <a:pt x="0" y="1381621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17" name="pl617"/>
            <p:cNvSpPr/>
            <p:nvPr/>
          </p:nvSpPr>
          <p:spPr>
            <a:xfrm>
              <a:off x="1326279" y="2619041"/>
              <a:ext cx="6943744" cy="1271923"/>
            </a:xfrm>
            <a:custGeom>
              <a:avLst/>
              <a:pathLst>
                <a:path w="6943744" h="1271923">
                  <a:moveTo>
                    <a:pt x="0" y="1271923"/>
                  </a:moveTo>
                  <a:lnTo>
                    <a:pt x="87895" y="1260848"/>
                  </a:lnTo>
                  <a:lnTo>
                    <a:pt x="175790" y="1249719"/>
                  </a:lnTo>
                  <a:lnTo>
                    <a:pt x="263686" y="1238525"/>
                  </a:lnTo>
                  <a:lnTo>
                    <a:pt x="351581" y="1227254"/>
                  </a:lnTo>
                  <a:lnTo>
                    <a:pt x="439477" y="1215889"/>
                  </a:lnTo>
                  <a:lnTo>
                    <a:pt x="527372" y="1204413"/>
                  </a:lnTo>
                  <a:lnTo>
                    <a:pt x="615268" y="1192800"/>
                  </a:lnTo>
                  <a:lnTo>
                    <a:pt x="703163" y="1181021"/>
                  </a:lnTo>
                  <a:lnTo>
                    <a:pt x="791059" y="1169042"/>
                  </a:lnTo>
                  <a:lnTo>
                    <a:pt x="878954" y="1156820"/>
                  </a:lnTo>
                  <a:lnTo>
                    <a:pt x="966850" y="1144310"/>
                  </a:lnTo>
                  <a:lnTo>
                    <a:pt x="1054745" y="1131463"/>
                  </a:lnTo>
                  <a:lnTo>
                    <a:pt x="1142641" y="1118234"/>
                  </a:lnTo>
                  <a:lnTo>
                    <a:pt x="1230536" y="1104588"/>
                  </a:lnTo>
                  <a:lnTo>
                    <a:pt x="1318432" y="1090507"/>
                  </a:lnTo>
                  <a:lnTo>
                    <a:pt x="1406327" y="1075995"/>
                  </a:lnTo>
                  <a:lnTo>
                    <a:pt x="1494223" y="1061073"/>
                  </a:lnTo>
                  <a:lnTo>
                    <a:pt x="1582118" y="1045782"/>
                  </a:lnTo>
                  <a:lnTo>
                    <a:pt x="1670014" y="1030167"/>
                  </a:lnTo>
                  <a:lnTo>
                    <a:pt x="1757909" y="1014277"/>
                  </a:lnTo>
                  <a:lnTo>
                    <a:pt x="1845805" y="998157"/>
                  </a:lnTo>
                  <a:lnTo>
                    <a:pt x="1933700" y="981846"/>
                  </a:lnTo>
                  <a:lnTo>
                    <a:pt x="2021596" y="965379"/>
                  </a:lnTo>
                  <a:lnTo>
                    <a:pt x="2109491" y="948782"/>
                  </a:lnTo>
                  <a:lnTo>
                    <a:pt x="2197387" y="932079"/>
                  </a:lnTo>
                  <a:lnTo>
                    <a:pt x="2285282" y="915288"/>
                  </a:lnTo>
                  <a:lnTo>
                    <a:pt x="2373178" y="898424"/>
                  </a:lnTo>
                  <a:lnTo>
                    <a:pt x="2461073" y="881497"/>
                  </a:lnTo>
                  <a:lnTo>
                    <a:pt x="2548969" y="864519"/>
                  </a:lnTo>
                  <a:lnTo>
                    <a:pt x="2636864" y="847497"/>
                  </a:lnTo>
                  <a:lnTo>
                    <a:pt x="2724760" y="830437"/>
                  </a:lnTo>
                  <a:lnTo>
                    <a:pt x="2812655" y="813344"/>
                  </a:lnTo>
                  <a:lnTo>
                    <a:pt x="2900551" y="796224"/>
                  </a:lnTo>
                  <a:lnTo>
                    <a:pt x="2988446" y="779079"/>
                  </a:lnTo>
                  <a:lnTo>
                    <a:pt x="3076342" y="761913"/>
                  </a:lnTo>
                  <a:lnTo>
                    <a:pt x="3164237" y="744729"/>
                  </a:lnTo>
                  <a:lnTo>
                    <a:pt x="3252133" y="727528"/>
                  </a:lnTo>
                  <a:lnTo>
                    <a:pt x="3340028" y="710312"/>
                  </a:lnTo>
                  <a:lnTo>
                    <a:pt x="3427924" y="693083"/>
                  </a:lnTo>
                  <a:lnTo>
                    <a:pt x="3515819" y="675843"/>
                  </a:lnTo>
                  <a:lnTo>
                    <a:pt x="3603715" y="658593"/>
                  </a:lnTo>
                  <a:lnTo>
                    <a:pt x="3691610" y="641333"/>
                  </a:lnTo>
                  <a:lnTo>
                    <a:pt x="3779506" y="624065"/>
                  </a:lnTo>
                  <a:lnTo>
                    <a:pt x="3867401" y="606789"/>
                  </a:lnTo>
                  <a:lnTo>
                    <a:pt x="3955297" y="589506"/>
                  </a:lnTo>
                  <a:lnTo>
                    <a:pt x="4043192" y="572216"/>
                  </a:lnTo>
                  <a:lnTo>
                    <a:pt x="4131088" y="554921"/>
                  </a:lnTo>
                  <a:lnTo>
                    <a:pt x="4218983" y="537621"/>
                  </a:lnTo>
                  <a:lnTo>
                    <a:pt x="4306879" y="520316"/>
                  </a:lnTo>
                  <a:lnTo>
                    <a:pt x="4394774" y="503007"/>
                  </a:lnTo>
                  <a:lnTo>
                    <a:pt x="4482670" y="485693"/>
                  </a:lnTo>
                  <a:lnTo>
                    <a:pt x="4570565" y="468375"/>
                  </a:lnTo>
                  <a:lnTo>
                    <a:pt x="4658461" y="451054"/>
                  </a:lnTo>
                  <a:lnTo>
                    <a:pt x="4746356" y="433730"/>
                  </a:lnTo>
                  <a:lnTo>
                    <a:pt x="4834252" y="416403"/>
                  </a:lnTo>
                  <a:lnTo>
                    <a:pt x="4922147" y="399073"/>
                  </a:lnTo>
                  <a:lnTo>
                    <a:pt x="5010043" y="381740"/>
                  </a:lnTo>
                  <a:lnTo>
                    <a:pt x="5097938" y="364405"/>
                  </a:lnTo>
                  <a:lnTo>
                    <a:pt x="5185834" y="347068"/>
                  </a:lnTo>
                  <a:lnTo>
                    <a:pt x="5273729" y="329728"/>
                  </a:lnTo>
                  <a:lnTo>
                    <a:pt x="5361625" y="312387"/>
                  </a:lnTo>
                  <a:lnTo>
                    <a:pt x="5449520" y="295043"/>
                  </a:lnTo>
                  <a:lnTo>
                    <a:pt x="5537416" y="277698"/>
                  </a:lnTo>
                  <a:lnTo>
                    <a:pt x="5625311" y="260351"/>
                  </a:lnTo>
                  <a:lnTo>
                    <a:pt x="5713207" y="243003"/>
                  </a:lnTo>
                  <a:lnTo>
                    <a:pt x="5801102" y="225653"/>
                  </a:lnTo>
                  <a:lnTo>
                    <a:pt x="5888998" y="208301"/>
                  </a:lnTo>
                  <a:lnTo>
                    <a:pt x="5976893" y="190949"/>
                  </a:lnTo>
                  <a:lnTo>
                    <a:pt x="6064789" y="173595"/>
                  </a:lnTo>
                  <a:lnTo>
                    <a:pt x="6152684" y="156240"/>
                  </a:lnTo>
                  <a:lnTo>
                    <a:pt x="6240580" y="138883"/>
                  </a:lnTo>
                  <a:lnTo>
                    <a:pt x="6328475" y="121526"/>
                  </a:lnTo>
                  <a:lnTo>
                    <a:pt x="6416371" y="104168"/>
                  </a:lnTo>
                  <a:lnTo>
                    <a:pt x="6504266" y="86809"/>
                  </a:lnTo>
                  <a:lnTo>
                    <a:pt x="6592162" y="69448"/>
                  </a:lnTo>
                  <a:lnTo>
                    <a:pt x="6680057" y="52087"/>
                  </a:lnTo>
                  <a:lnTo>
                    <a:pt x="6767953" y="34726"/>
                  </a:lnTo>
                  <a:lnTo>
                    <a:pt x="6855848" y="17363"/>
                  </a:lnTo>
                  <a:lnTo>
                    <a:pt x="694374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1326279" y="3057485"/>
              <a:ext cx="6943744" cy="943177"/>
            </a:xfrm>
            <a:custGeom>
              <a:avLst/>
              <a:pathLst>
                <a:path w="6943744" h="943177">
                  <a:moveTo>
                    <a:pt x="6943744" y="0"/>
                  </a:moveTo>
                  <a:lnTo>
                    <a:pt x="6855848" y="10675"/>
                  </a:lnTo>
                  <a:lnTo>
                    <a:pt x="6767953" y="21352"/>
                  </a:lnTo>
                  <a:lnTo>
                    <a:pt x="6680057" y="32029"/>
                  </a:lnTo>
                  <a:lnTo>
                    <a:pt x="6592162" y="42708"/>
                  </a:lnTo>
                  <a:lnTo>
                    <a:pt x="6504266" y="53387"/>
                  </a:lnTo>
                  <a:lnTo>
                    <a:pt x="6416371" y="64067"/>
                  </a:lnTo>
                  <a:lnTo>
                    <a:pt x="6328475" y="74748"/>
                  </a:lnTo>
                  <a:lnTo>
                    <a:pt x="6240580" y="85430"/>
                  </a:lnTo>
                  <a:lnTo>
                    <a:pt x="6152684" y="96113"/>
                  </a:lnTo>
                  <a:lnTo>
                    <a:pt x="6064789" y="106797"/>
                  </a:lnTo>
                  <a:lnTo>
                    <a:pt x="5976893" y="117482"/>
                  </a:lnTo>
                  <a:lnTo>
                    <a:pt x="5888998" y="128169"/>
                  </a:lnTo>
                  <a:lnTo>
                    <a:pt x="5801102" y="138857"/>
                  </a:lnTo>
                  <a:lnTo>
                    <a:pt x="5713207" y="149546"/>
                  </a:lnTo>
                  <a:lnTo>
                    <a:pt x="5625311" y="160237"/>
                  </a:lnTo>
                  <a:lnTo>
                    <a:pt x="5537416" y="170929"/>
                  </a:lnTo>
                  <a:lnTo>
                    <a:pt x="5449520" y="181623"/>
                  </a:lnTo>
                  <a:lnTo>
                    <a:pt x="5361625" y="192319"/>
                  </a:lnTo>
                  <a:lnTo>
                    <a:pt x="5273729" y="203017"/>
                  </a:lnTo>
                  <a:lnTo>
                    <a:pt x="5185834" y="213716"/>
                  </a:lnTo>
                  <a:lnTo>
                    <a:pt x="5097938" y="224418"/>
                  </a:lnTo>
                  <a:lnTo>
                    <a:pt x="5010043" y="235122"/>
                  </a:lnTo>
                  <a:lnTo>
                    <a:pt x="4922147" y="245829"/>
                  </a:lnTo>
                  <a:lnTo>
                    <a:pt x="4834252" y="256538"/>
                  </a:lnTo>
                  <a:lnTo>
                    <a:pt x="4746356" y="267250"/>
                  </a:lnTo>
                  <a:lnTo>
                    <a:pt x="4658461" y="277965"/>
                  </a:lnTo>
                  <a:lnTo>
                    <a:pt x="4570565" y="288683"/>
                  </a:lnTo>
                  <a:lnTo>
                    <a:pt x="4482670" y="299405"/>
                  </a:lnTo>
                  <a:lnTo>
                    <a:pt x="4394774" y="310131"/>
                  </a:lnTo>
                  <a:lnTo>
                    <a:pt x="4306879" y="320860"/>
                  </a:lnTo>
                  <a:lnTo>
                    <a:pt x="4218983" y="331595"/>
                  </a:lnTo>
                  <a:lnTo>
                    <a:pt x="4131088" y="342334"/>
                  </a:lnTo>
                  <a:lnTo>
                    <a:pt x="4043192" y="353078"/>
                  </a:lnTo>
                  <a:lnTo>
                    <a:pt x="3955297" y="363828"/>
                  </a:lnTo>
                  <a:lnTo>
                    <a:pt x="3867401" y="374584"/>
                  </a:lnTo>
                  <a:lnTo>
                    <a:pt x="3779506" y="385348"/>
                  </a:lnTo>
                  <a:lnTo>
                    <a:pt x="3691610" y="396118"/>
                  </a:lnTo>
                  <a:lnTo>
                    <a:pt x="3603715" y="406898"/>
                  </a:lnTo>
                  <a:lnTo>
                    <a:pt x="3515819" y="417687"/>
                  </a:lnTo>
                  <a:lnTo>
                    <a:pt x="3427924" y="428486"/>
                  </a:lnTo>
                  <a:lnTo>
                    <a:pt x="3340028" y="439296"/>
                  </a:lnTo>
                  <a:lnTo>
                    <a:pt x="3252133" y="450120"/>
                  </a:lnTo>
                  <a:lnTo>
                    <a:pt x="3164237" y="460958"/>
                  </a:lnTo>
                  <a:lnTo>
                    <a:pt x="3076342" y="471813"/>
                  </a:lnTo>
                  <a:lnTo>
                    <a:pt x="2988446" y="482686"/>
                  </a:lnTo>
                  <a:lnTo>
                    <a:pt x="2900551" y="493581"/>
                  </a:lnTo>
                  <a:lnTo>
                    <a:pt x="2812655" y="504499"/>
                  </a:lnTo>
                  <a:lnTo>
                    <a:pt x="2724760" y="515446"/>
                  </a:lnTo>
                  <a:lnTo>
                    <a:pt x="2636864" y="526426"/>
                  </a:lnTo>
                  <a:lnTo>
                    <a:pt x="2548969" y="537442"/>
                  </a:lnTo>
                  <a:lnTo>
                    <a:pt x="2461073" y="548503"/>
                  </a:lnTo>
                  <a:lnTo>
                    <a:pt x="2373178" y="559616"/>
                  </a:lnTo>
                  <a:lnTo>
                    <a:pt x="2285282" y="570791"/>
                  </a:lnTo>
                  <a:lnTo>
                    <a:pt x="2197387" y="582039"/>
                  </a:lnTo>
                  <a:lnTo>
                    <a:pt x="2109491" y="593376"/>
                  </a:lnTo>
                  <a:lnTo>
                    <a:pt x="2021596" y="604818"/>
                  </a:lnTo>
                  <a:lnTo>
                    <a:pt x="1933700" y="616390"/>
                  </a:lnTo>
                  <a:lnTo>
                    <a:pt x="1845805" y="628119"/>
                  </a:lnTo>
                  <a:lnTo>
                    <a:pt x="1757909" y="640038"/>
                  </a:lnTo>
                  <a:lnTo>
                    <a:pt x="1670014" y="652187"/>
                  </a:lnTo>
                  <a:lnTo>
                    <a:pt x="1582118" y="664612"/>
                  </a:lnTo>
                  <a:lnTo>
                    <a:pt x="1494223" y="677360"/>
                  </a:lnTo>
                  <a:lnTo>
                    <a:pt x="1406327" y="690477"/>
                  </a:lnTo>
                  <a:lnTo>
                    <a:pt x="1318432" y="704004"/>
                  </a:lnTo>
                  <a:lnTo>
                    <a:pt x="1230536" y="717962"/>
                  </a:lnTo>
                  <a:lnTo>
                    <a:pt x="1142641" y="732355"/>
                  </a:lnTo>
                  <a:lnTo>
                    <a:pt x="1054745" y="747166"/>
                  </a:lnTo>
                  <a:lnTo>
                    <a:pt x="966850" y="762358"/>
                  </a:lnTo>
                  <a:lnTo>
                    <a:pt x="878954" y="777887"/>
                  </a:lnTo>
                  <a:lnTo>
                    <a:pt x="791059" y="793705"/>
                  </a:lnTo>
                  <a:lnTo>
                    <a:pt x="703163" y="809765"/>
                  </a:lnTo>
                  <a:lnTo>
                    <a:pt x="615268" y="826025"/>
                  </a:lnTo>
                  <a:lnTo>
                    <a:pt x="527372" y="842452"/>
                  </a:lnTo>
                  <a:lnTo>
                    <a:pt x="439477" y="859014"/>
                  </a:lnTo>
                  <a:lnTo>
                    <a:pt x="351581" y="875689"/>
                  </a:lnTo>
                  <a:lnTo>
                    <a:pt x="263686" y="892457"/>
                  </a:lnTo>
                  <a:lnTo>
                    <a:pt x="175790" y="909303"/>
                  </a:lnTo>
                  <a:lnTo>
                    <a:pt x="87895" y="926213"/>
                  </a:lnTo>
                  <a:lnTo>
                    <a:pt x="0" y="94317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1326279" y="2838263"/>
              <a:ext cx="6943744" cy="1107550"/>
            </a:xfrm>
            <a:custGeom>
              <a:avLst/>
              <a:pathLst>
                <a:path w="6943744" h="1107550">
                  <a:moveTo>
                    <a:pt x="0" y="1107550"/>
                  </a:moveTo>
                  <a:lnTo>
                    <a:pt x="87895" y="1093530"/>
                  </a:lnTo>
                  <a:lnTo>
                    <a:pt x="175790" y="1079511"/>
                  </a:lnTo>
                  <a:lnTo>
                    <a:pt x="263686" y="1065491"/>
                  </a:lnTo>
                  <a:lnTo>
                    <a:pt x="351581" y="1051471"/>
                  </a:lnTo>
                  <a:lnTo>
                    <a:pt x="439477" y="1037452"/>
                  </a:lnTo>
                  <a:lnTo>
                    <a:pt x="527372" y="1023432"/>
                  </a:lnTo>
                  <a:lnTo>
                    <a:pt x="615268" y="1009413"/>
                  </a:lnTo>
                  <a:lnTo>
                    <a:pt x="703163" y="995393"/>
                  </a:lnTo>
                  <a:lnTo>
                    <a:pt x="791059" y="981373"/>
                  </a:lnTo>
                  <a:lnTo>
                    <a:pt x="878954" y="967354"/>
                  </a:lnTo>
                  <a:lnTo>
                    <a:pt x="966850" y="953334"/>
                  </a:lnTo>
                  <a:lnTo>
                    <a:pt x="1054745" y="939314"/>
                  </a:lnTo>
                  <a:lnTo>
                    <a:pt x="1142641" y="925295"/>
                  </a:lnTo>
                  <a:lnTo>
                    <a:pt x="1230536" y="911275"/>
                  </a:lnTo>
                  <a:lnTo>
                    <a:pt x="1318432" y="897256"/>
                  </a:lnTo>
                  <a:lnTo>
                    <a:pt x="1406327" y="883236"/>
                  </a:lnTo>
                  <a:lnTo>
                    <a:pt x="1494223" y="869216"/>
                  </a:lnTo>
                  <a:lnTo>
                    <a:pt x="1582118" y="855197"/>
                  </a:lnTo>
                  <a:lnTo>
                    <a:pt x="1670014" y="841177"/>
                  </a:lnTo>
                  <a:lnTo>
                    <a:pt x="1757909" y="827157"/>
                  </a:lnTo>
                  <a:lnTo>
                    <a:pt x="1845805" y="813138"/>
                  </a:lnTo>
                  <a:lnTo>
                    <a:pt x="1933700" y="799118"/>
                  </a:lnTo>
                  <a:lnTo>
                    <a:pt x="2021596" y="785099"/>
                  </a:lnTo>
                  <a:lnTo>
                    <a:pt x="2109491" y="771079"/>
                  </a:lnTo>
                  <a:lnTo>
                    <a:pt x="2197387" y="757059"/>
                  </a:lnTo>
                  <a:lnTo>
                    <a:pt x="2285282" y="743040"/>
                  </a:lnTo>
                  <a:lnTo>
                    <a:pt x="2373178" y="729020"/>
                  </a:lnTo>
                  <a:lnTo>
                    <a:pt x="2461073" y="715000"/>
                  </a:lnTo>
                  <a:lnTo>
                    <a:pt x="2548969" y="700981"/>
                  </a:lnTo>
                  <a:lnTo>
                    <a:pt x="2636864" y="686961"/>
                  </a:lnTo>
                  <a:lnTo>
                    <a:pt x="2724760" y="672942"/>
                  </a:lnTo>
                  <a:lnTo>
                    <a:pt x="2812655" y="658922"/>
                  </a:lnTo>
                  <a:lnTo>
                    <a:pt x="2900551" y="644902"/>
                  </a:lnTo>
                  <a:lnTo>
                    <a:pt x="2988446" y="630883"/>
                  </a:lnTo>
                  <a:lnTo>
                    <a:pt x="3076342" y="616863"/>
                  </a:lnTo>
                  <a:lnTo>
                    <a:pt x="3164237" y="602843"/>
                  </a:lnTo>
                  <a:lnTo>
                    <a:pt x="3252133" y="588824"/>
                  </a:lnTo>
                  <a:lnTo>
                    <a:pt x="3340028" y="574804"/>
                  </a:lnTo>
                  <a:lnTo>
                    <a:pt x="3427924" y="560785"/>
                  </a:lnTo>
                  <a:lnTo>
                    <a:pt x="3515819" y="546765"/>
                  </a:lnTo>
                  <a:lnTo>
                    <a:pt x="3603715" y="532745"/>
                  </a:lnTo>
                  <a:lnTo>
                    <a:pt x="3691610" y="518726"/>
                  </a:lnTo>
                  <a:lnTo>
                    <a:pt x="3779506" y="504706"/>
                  </a:lnTo>
                  <a:lnTo>
                    <a:pt x="3867401" y="490686"/>
                  </a:lnTo>
                  <a:lnTo>
                    <a:pt x="3955297" y="476667"/>
                  </a:lnTo>
                  <a:lnTo>
                    <a:pt x="4043192" y="462647"/>
                  </a:lnTo>
                  <a:lnTo>
                    <a:pt x="4131088" y="448628"/>
                  </a:lnTo>
                  <a:lnTo>
                    <a:pt x="4218983" y="434608"/>
                  </a:lnTo>
                  <a:lnTo>
                    <a:pt x="4306879" y="420588"/>
                  </a:lnTo>
                  <a:lnTo>
                    <a:pt x="4394774" y="406569"/>
                  </a:lnTo>
                  <a:lnTo>
                    <a:pt x="4482670" y="392549"/>
                  </a:lnTo>
                  <a:lnTo>
                    <a:pt x="4570565" y="378529"/>
                  </a:lnTo>
                  <a:lnTo>
                    <a:pt x="4658461" y="364510"/>
                  </a:lnTo>
                  <a:lnTo>
                    <a:pt x="4746356" y="350490"/>
                  </a:lnTo>
                  <a:lnTo>
                    <a:pt x="4834252" y="336471"/>
                  </a:lnTo>
                  <a:lnTo>
                    <a:pt x="4922147" y="322451"/>
                  </a:lnTo>
                  <a:lnTo>
                    <a:pt x="5010043" y="308431"/>
                  </a:lnTo>
                  <a:lnTo>
                    <a:pt x="5097938" y="294412"/>
                  </a:lnTo>
                  <a:lnTo>
                    <a:pt x="5185834" y="280392"/>
                  </a:lnTo>
                  <a:lnTo>
                    <a:pt x="5273729" y="266372"/>
                  </a:lnTo>
                  <a:lnTo>
                    <a:pt x="5361625" y="252353"/>
                  </a:lnTo>
                  <a:lnTo>
                    <a:pt x="5449520" y="238333"/>
                  </a:lnTo>
                  <a:lnTo>
                    <a:pt x="5537416" y="224314"/>
                  </a:lnTo>
                  <a:lnTo>
                    <a:pt x="5625311" y="210294"/>
                  </a:lnTo>
                  <a:lnTo>
                    <a:pt x="5713207" y="196274"/>
                  </a:lnTo>
                  <a:lnTo>
                    <a:pt x="5801102" y="182255"/>
                  </a:lnTo>
                  <a:lnTo>
                    <a:pt x="5888998" y="168235"/>
                  </a:lnTo>
                  <a:lnTo>
                    <a:pt x="5976893" y="154215"/>
                  </a:lnTo>
                  <a:lnTo>
                    <a:pt x="6064789" y="140196"/>
                  </a:lnTo>
                  <a:lnTo>
                    <a:pt x="6152684" y="126176"/>
                  </a:lnTo>
                  <a:lnTo>
                    <a:pt x="6240580" y="112157"/>
                  </a:lnTo>
                  <a:lnTo>
                    <a:pt x="6328475" y="98137"/>
                  </a:lnTo>
                  <a:lnTo>
                    <a:pt x="6416371" y="84117"/>
                  </a:lnTo>
                  <a:lnTo>
                    <a:pt x="6504266" y="70098"/>
                  </a:lnTo>
                  <a:lnTo>
                    <a:pt x="6592162" y="56078"/>
                  </a:lnTo>
                  <a:lnTo>
                    <a:pt x="6680057" y="42058"/>
                  </a:lnTo>
                  <a:lnTo>
                    <a:pt x="6767953" y="28039"/>
                  </a:lnTo>
                  <a:lnTo>
                    <a:pt x="6855848" y="14019"/>
                  </a:lnTo>
                  <a:lnTo>
                    <a:pt x="6943744" y="0"/>
                  </a:lnTo>
                </a:path>
              </a:pathLst>
            </a:custGeom>
            <a:ln w="27101" cap="flat">
              <a:solidFill>
                <a:srgbClr val="4682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tx620"/>
            <p:cNvSpPr/>
            <p:nvPr/>
          </p:nvSpPr>
          <p:spPr>
            <a:xfrm>
              <a:off x="692708" y="5567843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-400</a:t>
              </a:r>
            </a:p>
          </p:txBody>
        </p:sp>
        <p:sp>
          <p:nvSpPr>
            <p:cNvPr id="621" name="tx621"/>
            <p:cNvSpPr/>
            <p:nvPr/>
          </p:nvSpPr>
          <p:spPr>
            <a:xfrm>
              <a:off x="692708" y="4632485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-200</a:t>
              </a:r>
            </a:p>
          </p:txBody>
        </p:sp>
        <p:sp>
          <p:nvSpPr>
            <p:cNvPr id="622" name="tx622"/>
            <p:cNvSpPr/>
            <p:nvPr/>
          </p:nvSpPr>
          <p:spPr>
            <a:xfrm>
              <a:off x="854283" y="369712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23" name="tx623"/>
            <p:cNvSpPr/>
            <p:nvPr/>
          </p:nvSpPr>
          <p:spPr>
            <a:xfrm>
              <a:off x="729924" y="276176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624" name="tx624"/>
            <p:cNvSpPr/>
            <p:nvPr/>
          </p:nvSpPr>
          <p:spPr>
            <a:xfrm>
              <a:off x="274025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25" name="tx625"/>
            <p:cNvSpPr/>
            <p:nvPr/>
          </p:nvSpPr>
          <p:spPr>
            <a:xfrm>
              <a:off x="462239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626" name="tx626"/>
            <p:cNvSpPr/>
            <p:nvPr/>
          </p:nvSpPr>
          <p:spPr>
            <a:xfrm>
              <a:off x="650453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300</a:t>
              </a:r>
            </a:p>
          </p:txBody>
        </p:sp>
        <p:sp>
          <p:nvSpPr>
            <p:cNvPr id="627" name="tx627"/>
            <p:cNvSpPr/>
            <p:nvPr/>
          </p:nvSpPr>
          <p:spPr>
            <a:xfrm>
              <a:off x="838667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400</a:t>
              </a:r>
            </a:p>
          </p:txBody>
        </p:sp>
        <p:sp>
          <p:nvSpPr>
            <p:cNvPr id="628" name="tx628"/>
            <p:cNvSpPr/>
            <p:nvPr/>
          </p:nvSpPr>
          <p:spPr>
            <a:xfrm>
              <a:off x="3812382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629" name="tx629"/>
            <p:cNvSpPr/>
            <p:nvPr/>
          </p:nvSpPr>
          <p:spPr>
            <a:xfrm rot="-5400000">
              <a:off x="-152930" y="3759743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630" name="tx630"/>
            <p:cNvSpPr/>
            <p:nvPr/>
          </p:nvSpPr>
          <p:spPr>
            <a:xfrm>
              <a:off x="979092" y="1669789"/>
              <a:ext cx="429182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vs Cockcroft-Gault eGFR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2026-09-28T17:00:37Z</dcterms:modified>
  <cp:category/>
</cp:coreProperties>
</file>