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697896" y="1896563"/>
              <a:ext cx="6523404" cy="3650105"/>
            </a:xfrm>
            <a:custGeom>
              <a:avLst/>
              <a:pathLst>
                <a:path w="6523404" h="3650105">
                  <a:moveTo>
                    <a:pt x="1543666" y="0"/>
                  </a:moveTo>
                  <a:lnTo>
                    <a:pt x="1618921" y="380471"/>
                  </a:lnTo>
                  <a:lnTo>
                    <a:pt x="1695554" y="726890"/>
                  </a:lnTo>
                  <a:lnTo>
                    <a:pt x="1772186" y="1036634"/>
                  </a:lnTo>
                  <a:lnTo>
                    <a:pt x="1848819" y="1313586"/>
                  </a:lnTo>
                  <a:lnTo>
                    <a:pt x="1925452" y="1561218"/>
                  </a:lnTo>
                  <a:lnTo>
                    <a:pt x="2002084" y="1782633"/>
                  </a:lnTo>
                  <a:lnTo>
                    <a:pt x="2078717" y="1980608"/>
                  </a:lnTo>
                  <a:lnTo>
                    <a:pt x="2155349" y="2157623"/>
                  </a:lnTo>
                  <a:lnTo>
                    <a:pt x="2231982" y="2315898"/>
                  </a:lnTo>
                  <a:lnTo>
                    <a:pt x="2308614" y="2457417"/>
                  </a:lnTo>
                  <a:lnTo>
                    <a:pt x="2385247" y="2583953"/>
                  </a:lnTo>
                  <a:lnTo>
                    <a:pt x="2461879" y="2697093"/>
                  </a:lnTo>
                  <a:lnTo>
                    <a:pt x="2538512" y="2788946"/>
                  </a:lnTo>
                  <a:lnTo>
                    <a:pt x="2615144" y="2825734"/>
                  </a:lnTo>
                  <a:lnTo>
                    <a:pt x="2691777" y="2860955"/>
                  </a:lnTo>
                  <a:lnTo>
                    <a:pt x="2768410" y="2894676"/>
                  </a:lnTo>
                  <a:lnTo>
                    <a:pt x="2845042" y="2926960"/>
                  </a:lnTo>
                  <a:lnTo>
                    <a:pt x="2921675" y="2957870"/>
                  </a:lnTo>
                  <a:lnTo>
                    <a:pt x="2998307" y="2987463"/>
                  </a:lnTo>
                  <a:lnTo>
                    <a:pt x="3074940" y="3015795"/>
                  </a:lnTo>
                  <a:lnTo>
                    <a:pt x="3151572" y="3042921"/>
                  </a:lnTo>
                  <a:lnTo>
                    <a:pt x="3228205" y="3068891"/>
                  </a:lnTo>
                  <a:lnTo>
                    <a:pt x="3304837" y="3093756"/>
                  </a:lnTo>
                  <a:lnTo>
                    <a:pt x="3381470" y="3117561"/>
                  </a:lnTo>
                  <a:lnTo>
                    <a:pt x="3458103" y="3140352"/>
                  </a:lnTo>
                  <a:lnTo>
                    <a:pt x="3534735" y="3162172"/>
                  </a:lnTo>
                  <a:lnTo>
                    <a:pt x="3611368" y="3183063"/>
                  </a:lnTo>
                  <a:lnTo>
                    <a:pt x="3688000" y="3203064"/>
                  </a:lnTo>
                  <a:lnTo>
                    <a:pt x="3764633" y="3222213"/>
                  </a:lnTo>
                  <a:lnTo>
                    <a:pt x="3841265" y="3240547"/>
                  </a:lnTo>
                  <a:lnTo>
                    <a:pt x="3917898" y="3258100"/>
                  </a:lnTo>
                  <a:lnTo>
                    <a:pt x="3994530" y="3274905"/>
                  </a:lnTo>
                  <a:lnTo>
                    <a:pt x="4071163" y="3290994"/>
                  </a:lnTo>
                  <a:lnTo>
                    <a:pt x="4147795" y="3306398"/>
                  </a:lnTo>
                  <a:lnTo>
                    <a:pt x="4224428" y="3321146"/>
                  </a:lnTo>
                  <a:lnTo>
                    <a:pt x="4301061" y="3335266"/>
                  </a:lnTo>
                  <a:lnTo>
                    <a:pt x="4377693" y="3348784"/>
                  </a:lnTo>
                  <a:lnTo>
                    <a:pt x="4454326" y="3361726"/>
                  </a:lnTo>
                  <a:lnTo>
                    <a:pt x="4530958" y="3374118"/>
                  </a:lnTo>
                  <a:lnTo>
                    <a:pt x="4607591" y="3385981"/>
                  </a:lnTo>
                  <a:lnTo>
                    <a:pt x="4684223" y="3397339"/>
                  </a:lnTo>
                  <a:lnTo>
                    <a:pt x="4760856" y="3408213"/>
                  </a:lnTo>
                  <a:lnTo>
                    <a:pt x="4837488" y="3418625"/>
                  </a:lnTo>
                  <a:lnTo>
                    <a:pt x="4914121" y="3428592"/>
                  </a:lnTo>
                  <a:lnTo>
                    <a:pt x="4990753" y="3438136"/>
                  </a:lnTo>
                  <a:lnTo>
                    <a:pt x="5067386" y="3447272"/>
                  </a:lnTo>
                  <a:lnTo>
                    <a:pt x="5144019" y="3456020"/>
                  </a:lnTo>
                  <a:lnTo>
                    <a:pt x="5220651" y="3464395"/>
                  </a:lnTo>
                  <a:lnTo>
                    <a:pt x="5297284" y="3472413"/>
                  </a:lnTo>
                  <a:lnTo>
                    <a:pt x="5373916" y="3480090"/>
                  </a:lnTo>
                  <a:lnTo>
                    <a:pt x="5450549" y="3487439"/>
                  </a:lnTo>
                  <a:lnTo>
                    <a:pt x="5527181" y="3494476"/>
                  </a:lnTo>
                  <a:lnTo>
                    <a:pt x="5603814" y="3501213"/>
                  </a:lnTo>
                  <a:lnTo>
                    <a:pt x="5680446" y="3507663"/>
                  </a:lnTo>
                  <a:lnTo>
                    <a:pt x="5757079" y="3513838"/>
                  </a:lnTo>
                  <a:lnTo>
                    <a:pt x="5833712" y="3519750"/>
                  </a:lnTo>
                  <a:lnTo>
                    <a:pt x="5910344" y="3525411"/>
                  </a:lnTo>
                  <a:lnTo>
                    <a:pt x="5986977" y="3530830"/>
                  </a:lnTo>
                  <a:lnTo>
                    <a:pt x="6063609" y="3536018"/>
                  </a:lnTo>
                  <a:lnTo>
                    <a:pt x="6140242" y="3540986"/>
                  </a:lnTo>
                  <a:lnTo>
                    <a:pt x="6216874" y="3545742"/>
                  </a:lnTo>
                  <a:lnTo>
                    <a:pt x="6293507" y="3550295"/>
                  </a:lnTo>
                  <a:lnTo>
                    <a:pt x="6370139" y="3554655"/>
                  </a:lnTo>
                  <a:lnTo>
                    <a:pt x="6446772" y="3558828"/>
                  </a:lnTo>
                  <a:lnTo>
                    <a:pt x="6523404" y="3562824"/>
                  </a:lnTo>
                  <a:lnTo>
                    <a:pt x="6523404" y="3650105"/>
                  </a:lnTo>
                  <a:lnTo>
                    <a:pt x="6446772" y="3649805"/>
                  </a:lnTo>
                  <a:lnTo>
                    <a:pt x="6370139" y="3649468"/>
                  </a:lnTo>
                  <a:lnTo>
                    <a:pt x="6293507" y="3649092"/>
                  </a:lnTo>
                  <a:lnTo>
                    <a:pt x="6216874" y="3648672"/>
                  </a:lnTo>
                  <a:lnTo>
                    <a:pt x="6140242" y="3648202"/>
                  </a:lnTo>
                  <a:lnTo>
                    <a:pt x="6063609" y="3647676"/>
                  </a:lnTo>
                  <a:lnTo>
                    <a:pt x="5986977" y="3647088"/>
                  </a:lnTo>
                  <a:lnTo>
                    <a:pt x="5910344" y="3646430"/>
                  </a:lnTo>
                  <a:lnTo>
                    <a:pt x="5833712" y="3645694"/>
                  </a:lnTo>
                  <a:lnTo>
                    <a:pt x="5757079" y="3644872"/>
                  </a:lnTo>
                  <a:lnTo>
                    <a:pt x="5680446" y="3643951"/>
                  </a:lnTo>
                  <a:lnTo>
                    <a:pt x="5603814" y="3642922"/>
                  </a:lnTo>
                  <a:lnTo>
                    <a:pt x="5527181" y="3641771"/>
                  </a:lnTo>
                  <a:lnTo>
                    <a:pt x="5450549" y="3640484"/>
                  </a:lnTo>
                  <a:lnTo>
                    <a:pt x="5373916" y="3639044"/>
                  </a:lnTo>
                  <a:lnTo>
                    <a:pt x="5297284" y="3637434"/>
                  </a:lnTo>
                  <a:lnTo>
                    <a:pt x="5220651" y="3635633"/>
                  </a:lnTo>
                  <a:lnTo>
                    <a:pt x="5144019" y="3633619"/>
                  </a:lnTo>
                  <a:lnTo>
                    <a:pt x="5067386" y="3631366"/>
                  </a:lnTo>
                  <a:lnTo>
                    <a:pt x="4990753" y="3628847"/>
                  </a:lnTo>
                  <a:lnTo>
                    <a:pt x="4914121" y="3626030"/>
                  </a:lnTo>
                  <a:lnTo>
                    <a:pt x="4837488" y="3622879"/>
                  </a:lnTo>
                  <a:lnTo>
                    <a:pt x="4760856" y="3619354"/>
                  </a:lnTo>
                  <a:lnTo>
                    <a:pt x="4684223" y="3615413"/>
                  </a:lnTo>
                  <a:lnTo>
                    <a:pt x="4607591" y="3611005"/>
                  </a:lnTo>
                  <a:lnTo>
                    <a:pt x="4530958" y="3606074"/>
                  </a:lnTo>
                  <a:lnTo>
                    <a:pt x="4454326" y="3600561"/>
                  </a:lnTo>
                  <a:lnTo>
                    <a:pt x="4377693" y="3594394"/>
                  </a:lnTo>
                  <a:lnTo>
                    <a:pt x="4301061" y="3587497"/>
                  </a:lnTo>
                  <a:lnTo>
                    <a:pt x="4224428" y="3579783"/>
                  </a:lnTo>
                  <a:lnTo>
                    <a:pt x="4147795" y="3571156"/>
                  </a:lnTo>
                  <a:lnTo>
                    <a:pt x="4071163" y="3561508"/>
                  </a:lnTo>
                  <a:lnTo>
                    <a:pt x="3994530" y="3550717"/>
                  </a:lnTo>
                  <a:lnTo>
                    <a:pt x="3917898" y="3538649"/>
                  </a:lnTo>
                  <a:lnTo>
                    <a:pt x="3841265" y="3525152"/>
                  </a:lnTo>
                  <a:lnTo>
                    <a:pt x="3764633" y="3510056"/>
                  </a:lnTo>
                  <a:lnTo>
                    <a:pt x="3688000" y="3493174"/>
                  </a:lnTo>
                  <a:lnTo>
                    <a:pt x="3611368" y="3474292"/>
                  </a:lnTo>
                  <a:lnTo>
                    <a:pt x="3534735" y="3453174"/>
                  </a:lnTo>
                  <a:lnTo>
                    <a:pt x="3458103" y="3429557"/>
                  </a:lnTo>
                  <a:lnTo>
                    <a:pt x="3381470" y="3403142"/>
                  </a:lnTo>
                  <a:lnTo>
                    <a:pt x="3304837" y="3373601"/>
                  </a:lnTo>
                  <a:lnTo>
                    <a:pt x="3228205" y="3340561"/>
                  </a:lnTo>
                  <a:lnTo>
                    <a:pt x="3151572" y="3303610"/>
                  </a:lnTo>
                  <a:lnTo>
                    <a:pt x="3074940" y="3262283"/>
                  </a:lnTo>
                  <a:lnTo>
                    <a:pt x="2998307" y="3216063"/>
                  </a:lnTo>
                  <a:lnTo>
                    <a:pt x="2921675" y="3164370"/>
                  </a:lnTo>
                  <a:lnTo>
                    <a:pt x="2845042" y="3106557"/>
                  </a:lnTo>
                  <a:lnTo>
                    <a:pt x="2768410" y="3041899"/>
                  </a:lnTo>
                  <a:lnTo>
                    <a:pt x="2691777" y="2969585"/>
                  </a:lnTo>
                  <a:lnTo>
                    <a:pt x="2615144" y="2888708"/>
                  </a:lnTo>
                  <a:lnTo>
                    <a:pt x="2538512" y="2798256"/>
                  </a:lnTo>
                  <a:lnTo>
                    <a:pt x="2461879" y="2750521"/>
                  </a:lnTo>
                  <a:lnTo>
                    <a:pt x="2385247" y="2710387"/>
                  </a:lnTo>
                  <a:lnTo>
                    <a:pt x="2308614" y="2668467"/>
                  </a:lnTo>
                  <a:lnTo>
                    <a:pt x="2231982" y="2624683"/>
                  </a:lnTo>
                  <a:lnTo>
                    <a:pt x="2155349" y="2578950"/>
                  </a:lnTo>
                  <a:lnTo>
                    <a:pt x="2078717" y="2531183"/>
                  </a:lnTo>
                  <a:lnTo>
                    <a:pt x="2002084" y="2481291"/>
                  </a:lnTo>
                  <a:lnTo>
                    <a:pt x="1925452" y="2429179"/>
                  </a:lnTo>
                  <a:lnTo>
                    <a:pt x="1848819" y="2374749"/>
                  </a:lnTo>
                  <a:lnTo>
                    <a:pt x="1772186" y="2317897"/>
                  </a:lnTo>
                  <a:lnTo>
                    <a:pt x="1695554" y="2258516"/>
                  </a:lnTo>
                  <a:lnTo>
                    <a:pt x="1618921" y="2196493"/>
                  </a:lnTo>
                  <a:lnTo>
                    <a:pt x="1542289" y="2131711"/>
                  </a:lnTo>
                  <a:lnTo>
                    <a:pt x="1465656" y="2064047"/>
                  </a:lnTo>
                  <a:lnTo>
                    <a:pt x="1389024" y="1993372"/>
                  </a:lnTo>
                  <a:lnTo>
                    <a:pt x="1312391" y="1919554"/>
                  </a:lnTo>
                  <a:lnTo>
                    <a:pt x="1235759" y="1842451"/>
                  </a:lnTo>
                  <a:lnTo>
                    <a:pt x="1159126" y="1761918"/>
                  </a:lnTo>
                  <a:lnTo>
                    <a:pt x="1082493" y="1677802"/>
                  </a:lnTo>
                  <a:lnTo>
                    <a:pt x="1005861" y="1589944"/>
                  </a:lnTo>
                  <a:lnTo>
                    <a:pt x="929228" y="1498178"/>
                  </a:lnTo>
                  <a:lnTo>
                    <a:pt x="852596" y="1402329"/>
                  </a:lnTo>
                  <a:lnTo>
                    <a:pt x="775963" y="1302215"/>
                  </a:lnTo>
                  <a:lnTo>
                    <a:pt x="699331" y="1197648"/>
                  </a:lnTo>
                  <a:lnTo>
                    <a:pt x="622698" y="1088429"/>
                  </a:lnTo>
                  <a:lnTo>
                    <a:pt x="546066" y="974350"/>
                  </a:lnTo>
                  <a:lnTo>
                    <a:pt x="469433" y="855197"/>
                  </a:lnTo>
                  <a:lnTo>
                    <a:pt x="392801" y="730742"/>
                  </a:lnTo>
                  <a:lnTo>
                    <a:pt x="316168" y="600751"/>
                  </a:lnTo>
                  <a:lnTo>
                    <a:pt x="239535" y="464977"/>
                  </a:lnTo>
                  <a:lnTo>
                    <a:pt x="162903" y="323162"/>
                  </a:lnTo>
                  <a:lnTo>
                    <a:pt x="86270" y="175038"/>
                  </a:lnTo>
                  <a:lnTo>
                    <a:pt x="9638" y="203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41562" y="1896563"/>
              <a:ext cx="4979738" cy="3562824"/>
            </a:xfrm>
            <a:custGeom>
              <a:avLst/>
              <a:pathLst>
                <a:path w="4979738" h="3562824">
                  <a:moveTo>
                    <a:pt x="0" y="0"/>
                  </a:moveTo>
                  <a:lnTo>
                    <a:pt x="75254" y="380471"/>
                  </a:lnTo>
                  <a:lnTo>
                    <a:pt x="151887" y="726890"/>
                  </a:lnTo>
                  <a:lnTo>
                    <a:pt x="228520" y="1036634"/>
                  </a:lnTo>
                  <a:lnTo>
                    <a:pt x="305152" y="1313586"/>
                  </a:lnTo>
                  <a:lnTo>
                    <a:pt x="381785" y="1561218"/>
                  </a:lnTo>
                  <a:lnTo>
                    <a:pt x="458417" y="1782633"/>
                  </a:lnTo>
                  <a:lnTo>
                    <a:pt x="535050" y="1980608"/>
                  </a:lnTo>
                  <a:lnTo>
                    <a:pt x="611682" y="2157623"/>
                  </a:lnTo>
                  <a:lnTo>
                    <a:pt x="688315" y="2315898"/>
                  </a:lnTo>
                  <a:lnTo>
                    <a:pt x="764947" y="2457417"/>
                  </a:lnTo>
                  <a:lnTo>
                    <a:pt x="841580" y="2583953"/>
                  </a:lnTo>
                  <a:lnTo>
                    <a:pt x="918213" y="2697093"/>
                  </a:lnTo>
                  <a:lnTo>
                    <a:pt x="994845" y="2788946"/>
                  </a:lnTo>
                  <a:lnTo>
                    <a:pt x="1071478" y="2825734"/>
                  </a:lnTo>
                  <a:lnTo>
                    <a:pt x="1148110" y="2860955"/>
                  </a:lnTo>
                  <a:lnTo>
                    <a:pt x="1224743" y="2894676"/>
                  </a:lnTo>
                  <a:lnTo>
                    <a:pt x="1301375" y="2926960"/>
                  </a:lnTo>
                  <a:lnTo>
                    <a:pt x="1378008" y="2957870"/>
                  </a:lnTo>
                  <a:lnTo>
                    <a:pt x="1454640" y="2987463"/>
                  </a:lnTo>
                  <a:lnTo>
                    <a:pt x="1531273" y="3015795"/>
                  </a:lnTo>
                  <a:lnTo>
                    <a:pt x="1607905" y="3042921"/>
                  </a:lnTo>
                  <a:lnTo>
                    <a:pt x="1684538" y="3068891"/>
                  </a:lnTo>
                  <a:lnTo>
                    <a:pt x="1761171" y="3093756"/>
                  </a:lnTo>
                  <a:lnTo>
                    <a:pt x="1837803" y="3117561"/>
                  </a:lnTo>
                  <a:lnTo>
                    <a:pt x="1914436" y="3140352"/>
                  </a:lnTo>
                  <a:lnTo>
                    <a:pt x="1991068" y="3162172"/>
                  </a:lnTo>
                  <a:lnTo>
                    <a:pt x="2067701" y="3183063"/>
                  </a:lnTo>
                  <a:lnTo>
                    <a:pt x="2144333" y="3203064"/>
                  </a:lnTo>
                  <a:lnTo>
                    <a:pt x="2220966" y="3222213"/>
                  </a:lnTo>
                  <a:lnTo>
                    <a:pt x="2297598" y="3240547"/>
                  </a:lnTo>
                  <a:lnTo>
                    <a:pt x="2374231" y="3258100"/>
                  </a:lnTo>
                  <a:lnTo>
                    <a:pt x="2450863" y="3274905"/>
                  </a:lnTo>
                  <a:lnTo>
                    <a:pt x="2527496" y="3290994"/>
                  </a:lnTo>
                  <a:lnTo>
                    <a:pt x="2604129" y="3306398"/>
                  </a:lnTo>
                  <a:lnTo>
                    <a:pt x="2680761" y="3321146"/>
                  </a:lnTo>
                  <a:lnTo>
                    <a:pt x="2757394" y="3335266"/>
                  </a:lnTo>
                  <a:lnTo>
                    <a:pt x="2834026" y="3348784"/>
                  </a:lnTo>
                  <a:lnTo>
                    <a:pt x="2910659" y="3361726"/>
                  </a:lnTo>
                  <a:lnTo>
                    <a:pt x="2987291" y="3374118"/>
                  </a:lnTo>
                  <a:lnTo>
                    <a:pt x="3063924" y="3385981"/>
                  </a:lnTo>
                  <a:lnTo>
                    <a:pt x="3140556" y="3397339"/>
                  </a:lnTo>
                  <a:lnTo>
                    <a:pt x="3217189" y="3408213"/>
                  </a:lnTo>
                  <a:lnTo>
                    <a:pt x="3293822" y="3418625"/>
                  </a:lnTo>
                  <a:lnTo>
                    <a:pt x="3370454" y="3428592"/>
                  </a:lnTo>
                  <a:lnTo>
                    <a:pt x="3447087" y="3438136"/>
                  </a:lnTo>
                  <a:lnTo>
                    <a:pt x="3523719" y="3447272"/>
                  </a:lnTo>
                  <a:lnTo>
                    <a:pt x="3600352" y="3456020"/>
                  </a:lnTo>
                  <a:lnTo>
                    <a:pt x="3676984" y="3464395"/>
                  </a:lnTo>
                  <a:lnTo>
                    <a:pt x="3753617" y="3472413"/>
                  </a:lnTo>
                  <a:lnTo>
                    <a:pt x="3830249" y="3480090"/>
                  </a:lnTo>
                  <a:lnTo>
                    <a:pt x="3906882" y="3487439"/>
                  </a:lnTo>
                  <a:lnTo>
                    <a:pt x="3983514" y="3494476"/>
                  </a:lnTo>
                  <a:lnTo>
                    <a:pt x="4060147" y="3501213"/>
                  </a:lnTo>
                  <a:lnTo>
                    <a:pt x="4136780" y="3507663"/>
                  </a:lnTo>
                  <a:lnTo>
                    <a:pt x="4213412" y="3513838"/>
                  </a:lnTo>
                  <a:lnTo>
                    <a:pt x="4290045" y="3519750"/>
                  </a:lnTo>
                  <a:lnTo>
                    <a:pt x="4366677" y="3525411"/>
                  </a:lnTo>
                  <a:lnTo>
                    <a:pt x="4443310" y="3530830"/>
                  </a:lnTo>
                  <a:lnTo>
                    <a:pt x="4519942" y="3536018"/>
                  </a:lnTo>
                  <a:lnTo>
                    <a:pt x="4596575" y="3540986"/>
                  </a:lnTo>
                  <a:lnTo>
                    <a:pt x="4673207" y="3545742"/>
                  </a:lnTo>
                  <a:lnTo>
                    <a:pt x="4749840" y="3550295"/>
                  </a:lnTo>
                  <a:lnTo>
                    <a:pt x="4826473" y="3554655"/>
                  </a:lnTo>
                  <a:lnTo>
                    <a:pt x="4903105" y="3558828"/>
                  </a:lnTo>
                  <a:lnTo>
                    <a:pt x="4979738" y="3562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97896" y="1896563"/>
              <a:ext cx="6523404" cy="3650105"/>
            </a:xfrm>
            <a:custGeom>
              <a:avLst/>
              <a:pathLst>
                <a:path w="6523404" h="3650105">
                  <a:moveTo>
                    <a:pt x="6523404" y="3650105"/>
                  </a:moveTo>
                  <a:lnTo>
                    <a:pt x="6446772" y="3649805"/>
                  </a:lnTo>
                  <a:lnTo>
                    <a:pt x="6370139" y="3649468"/>
                  </a:lnTo>
                  <a:lnTo>
                    <a:pt x="6293507" y="3649092"/>
                  </a:lnTo>
                  <a:lnTo>
                    <a:pt x="6216874" y="3648672"/>
                  </a:lnTo>
                  <a:lnTo>
                    <a:pt x="6140242" y="3648202"/>
                  </a:lnTo>
                  <a:lnTo>
                    <a:pt x="6063609" y="3647676"/>
                  </a:lnTo>
                  <a:lnTo>
                    <a:pt x="5986977" y="3647088"/>
                  </a:lnTo>
                  <a:lnTo>
                    <a:pt x="5910344" y="3646430"/>
                  </a:lnTo>
                  <a:lnTo>
                    <a:pt x="5833712" y="3645694"/>
                  </a:lnTo>
                  <a:lnTo>
                    <a:pt x="5757079" y="3644872"/>
                  </a:lnTo>
                  <a:lnTo>
                    <a:pt x="5680446" y="3643951"/>
                  </a:lnTo>
                  <a:lnTo>
                    <a:pt x="5603814" y="3642922"/>
                  </a:lnTo>
                  <a:lnTo>
                    <a:pt x="5527181" y="3641771"/>
                  </a:lnTo>
                  <a:lnTo>
                    <a:pt x="5450549" y="3640484"/>
                  </a:lnTo>
                  <a:lnTo>
                    <a:pt x="5373916" y="3639044"/>
                  </a:lnTo>
                  <a:lnTo>
                    <a:pt x="5297284" y="3637434"/>
                  </a:lnTo>
                  <a:lnTo>
                    <a:pt x="5220651" y="3635633"/>
                  </a:lnTo>
                  <a:lnTo>
                    <a:pt x="5144019" y="3633619"/>
                  </a:lnTo>
                  <a:lnTo>
                    <a:pt x="5067386" y="3631366"/>
                  </a:lnTo>
                  <a:lnTo>
                    <a:pt x="4990753" y="3628847"/>
                  </a:lnTo>
                  <a:lnTo>
                    <a:pt x="4914121" y="3626030"/>
                  </a:lnTo>
                  <a:lnTo>
                    <a:pt x="4837488" y="3622879"/>
                  </a:lnTo>
                  <a:lnTo>
                    <a:pt x="4760856" y="3619354"/>
                  </a:lnTo>
                  <a:lnTo>
                    <a:pt x="4684223" y="3615413"/>
                  </a:lnTo>
                  <a:lnTo>
                    <a:pt x="4607591" y="3611005"/>
                  </a:lnTo>
                  <a:lnTo>
                    <a:pt x="4530958" y="3606074"/>
                  </a:lnTo>
                  <a:lnTo>
                    <a:pt x="4454326" y="3600561"/>
                  </a:lnTo>
                  <a:lnTo>
                    <a:pt x="4377693" y="3594394"/>
                  </a:lnTo>
                  <a:lnTo>
                    <a:pt x="4301061" y="3587497"/>
                  </a:lnTo>
                  <a:lnTo>
                    <a:pt x="4224428" y="3579783"/>
                  </a:lnTo>
                  <a:lnTo>
                    <a:pt x="4147795" y="3571156"/>
                  </a:lnTo>
                  <a:lnTo>
                    <a:pt x="4071163" y="3561508"/>
                  </a:lnTo>
                  <a:lnTo>
                    <a:pt x="3994530" y="3550717"/>
                  </a:lnTo>
                  <a:lnTo>
                    <a:pt x="3917898" y="3538649"/>
                  </a:lnTo>
                  <a:lnTo>
                    <a:pt x="3841265" y="3525152"/>
                  </a:lnTo>
                  <a:lnTo>
                    <a:pt x="3764633" y="3510056"/>
                  </a:lnTo>
                  <a:lnTo>
                    <a:pt x="3688000" y="3493174"/>
                  </a:lnTo>
                  <a:lnTo>
                    <a:pt x="3611368" y="3474292"/>
                  </a:lnTo>
                  <a:lnTo>
                    <a:pt x="3534735" y="3453174"/>
                  </a:lnTo>
                  <a:lnTo>
                    <a:pt x="3458103" y="3429557"/>
                  </a:lnTo>
                  <a:lnTo>
                    <a:pt x="3381470" y="3403142"/>
                  </a:lnTo>
                  <a:lnTo>
                    <a:pt x="3304837" y="3373601"/>
                  </a:lnTo>
                  <a:lnTo>
                    <a:pt x="3228205" y="3340561"/>
                  </a:lnTo>
                  <a:lnTo>
                    <a:pt x="3151572" y="3303610"/>
                  </a:lnTo>
                  <a:lnTo>
                    <a:pt x="3074940" y="3262283"/>
                  </a:lnTo>
                  <a:lnTo>
                    <a:pt x="2998307" y="3216063"/>
                  </a:lnTo>
                  <a:lnTo>
                    <a:pt x="2921675" y="3164370"/>
                  </a:lnTo>
                  <a:lnTo>
                    <a:pt x="2845042" y="3106557"/>
                  </a:lnTo>
                  <a:lnTo>
                    <a:pt x="2768410" y="3041899"/>
                  </a:lnTo>
                  <a:lnTo>
                    <a:pt x="2691777" y="2969585"/>
                  </a:lnTo>
                  <a:lnTo>
                    <a:pt x="2615144" y="2888708"/>
                  </a:lnTo>
                  <a:lnTo>
                    <a:pt x="2538512" y="2798256"/>
                  </a:lnTo>
                  <a:lnTo>
                    <a:pt x="2461879" y="2750521"/>
                  </a:lnTo>
                  <a:lnTo>
                    <a:pt x="2385247" y="2710387"/>
                  </a:lnTo>
                  <a:lnTo>
                    <a:pt x="2308614" y="2668467"/>
                  </a:lnTo>
                  <a:lnTo>
                    <a:pt x="2231982" y="2624683"/>
                  </a:lnTo>
                  <a:lnTo>
                    <a:pt x="2155349" y="2578950"/>
                  </a:lnTo>
                  <a:lnTo>
                    <a:pt x="2078717" y="2531183"/>
                  </a:lnTo>
                  <a:lnTo>
                    <a:pt x="2002084" y="2481291"/>
                  </a:lnTo>
                  <a:lnTo>
                    <a:pt x="1925452" y="2429179"/>
                  </a:lnTo>
                  <a:lnTo>
                    <a:pt x="1848819" y="2374749"/>
                  </a:lnTo>
                  <a:lnTo>
                    <a:pt x="1772186" y="2317897"/>
                  </a:lnTo>
                  <a:lnTo>
                    <a:pt x="1695554" y="2258516"/>
                  </a:lnTo>
                  <a:lnTo>
                    <a:pt x="1618921" y="2196493"/>
                  </a:lnTo>
                  <a:lnTo>
                    <a:pt x="1542289" y="2131711"/>
                  </a:lnTo>
                  <a:lnTo>
                    <a:pt x="1465656" y="2064047"/>
                  </a:lnTo>
                  <a:lnTo>
                    <a:pt x="1389024" y="1993372"/>
                  </a:lnTo>
                  <a:lnTo>
                    <a:pt x="1312391" y="1919554"/>
                  </a:lnTo>
                  <a:lnTo>
                    <a:pt x="1235759" y="1842451"/>
                  </a:lnTo>
                  <a:lnTo>
                    <a:pt x="1159126" y="1761918"/>
                  </a:lnTo>
                  <a:lnTo>
                    <a:pt x="1082493" y="1677802"/>
                  </a:lnTo>
                  <a:lnTo>
                    <a:pt x="1005861" y="1589944"/>
                  </a:lnTo>
                  <a:lnTo>
                    <a:pt x="929228" y="1498178"/>
                  </a:lnTo>
                  <a:lnTo>
                    <a:pt x="852596" y="1402329"/>
                  </a:lnTo>
                  <a:lnTo>
                    <a:pt x="775963" y="1302215"/>
                  </a:lnTo>
                  <a:lnTo>
                    <a:pt x="699331" y="1197648"/>
                  </a:lnTo>
                  <a:lnTo>
                    <a:pt x="622698" y="1088429"/>
                  </a:lnTo>
                  <a:lnTo>
                    <a:pt x="546066" y="974350"/>
                  </a:lnTo>
                  <a:lnTo>
                    <a:pt x="469433" y="855197"/>
                  </a:lnTo>
                  <a:lnTo>
                    <a:pt x="392801" y="730742"/>
                  </a:lnTo>
                  <a:lnTo>
                    <a:pt x="316168" y="600751"/>
                  </a:lnTo>
                  <a:lnTo>
                    <a:pt x="239535" y="464977"/>
                  </a:lnTo>
                  <a:lnTo>
                    <a:pt x="162903" y="323162"/>
                  </a:lnTo>
                  <a:lnTo>
                    <a:pt x="86270" y="175038"/>
                  </a:lnTo>
                  <a:lnTo>
                    <a:pt x="9638" y="203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09861" y="1896563"/>
              <a:ext cx="5411439" cy="3637544"/>
            </a:xfrm>
            <a:custGeom>
              <a:avLst/>
              <a:pathLst>
                <a:path w="5411439" h="3637544">
                  <a:moveTo>
                    <a:pt x="0" y="0"/>
                  </a:moveTo>
                  <a:lnTo>
                    <a:pt x="47161" y="173057"/>
                  </a:lnTo>
                  <a:lnTo>
                    <a:pt x="123794" y="433231"/>
                  </a:lnTo>
                  <a:lnTo>
                    <a:pt x="200426" y="673952"/>
                  </a:lnTo>
                  <a:lnTo>
                    <a:pt x="277059" y="896674"/>
                  </a:lnTo>
                  <a:lnTo>
                    <a:pt x="353691" y="1102742"/>
                  </a:lnTo>
                  <a:lnTo>
                    <a:pt x="430324" y="1293403"/>
                  </a:lnTo>
                  <a:lnTo>
                    <a:pt x="506956" y="1469807"/>
                  </a:lnTo>
                  <a:lnTo>
                    <a:pt x="583589" y="1633021"/>
                  </a:lnTo>
                  <a:lnTo>
                    <a:pt x="660221" y="1784032"/>
                  </a:lnTo>
                  <a:lnTo>
                    <a:pt x="736854" y="1923751"/>
                  </a:lnTo>
                  <a:lnTo>
                    <a:pt x="813487" y="2053023"/>
                  </a:lnTo>
                  <a:lnTo>
                    <a:pt x="890119" y="2172629"/>
                  </a:lnTo>
                  <a:lnTo>
                    <a:pt x="966752" y="2283292"/>
                  </a:lnTo>
                  <a:lnTo>
                    <a:pt x="1043384" y="2385681"/>
                  </a:lnTo>
                  <a:lnTo>
                    <a:pt x="1120017" y="2480414"/>
                  </a:lnTo>
                  <a:lnTo>
                    <a:pt x="1196649" y="2568063"/>
                  </a:lnTo>
                  <a:lnTo>
                    <a:pt x="1273282" y="2649159"/>
                  </a:lnTo>
                  <a:lnTo>
                    <a:pt x="1349914" y="2724191"/>
                  </a:lnTo>
                  <a:lnTo>
                    <a:pt x="1426547" y="2793613"/>
                  </a:lnTo>
                  <a:lnTo>
                    <a:pt x="1503179" y="2857844"/>
                  </a:lnTo>
                  <a:lnTo>
                    <a:pt x="1579812" y="2917273"/>
                  </a:lnTo>
                  <a:lnTo>
                    <a:pt x="1656445" y="2972258"/>
                  </a:lnTo>
                  <a:lnTo>
                    <a:pt x="1733077" y="3023131"/>
                  </a:lnTo>
                  <a:lnTo>
                    <a:pt x="1809710" y="3070201"/>
                  </a:lnTo>
                  <a:lnTo>
                    <a:pt x="1886342" y="3113751"/>
                  </a:lnTo>
                  <a:lnTo>
                    <a:pt x="1962975" y="3154045"/>
                  </a:lnTo>
                  <a:lnTo>
                    <a:pt x="2039607" y="3191326"/>
                  </a:lnTo>
                  <a:lnTo>
                    <a:pt x="2116240" y="3225819"/>
                  </a:lnTo>
                  <a:lnTo>
                    <a:pt x="2192872" y="3257734"/>
                  </a:lnTo>
                  <a:lnTo>
                    <a:pt x="2269505" y="3287262"/>
                  </a:lnTo>
                  <a:lnTo>
                    <a:pt x="2346137" y="3314582"/>
                  </a:lnTo>
                  <a:lnTo>
                    <a:pt x="2422770" y="3339859"/>
                  </a:lnTo>
                  <a:lnTo>
                    <a:pt x="2499403" y="3363247"/>
                  </a:lnTo>
                  <a:lnTo>
                    <a:pt x="2576035" y="3384885"/>
                  </a:lnTo>
                  <a:lnTo>
                    <a:pt x="2652668" y="3404906"/>
                  </a:lnTo>
                  <a:lnTo>
                    <a:pt x="2729300" y="3423430"/>
                  </a:lnTo>
                  <a:lnTo>
                    <a:pt x="2805933" y="3440569"/>
                  </a:lnTo>
                  <a:lnTo>
                    <a:pt x="2882565" y="3456426"/>
                  </a:lnTo>
                  <a:lnTo>
                    <a:pt x="2959198" y="3471097"/>
                  </a:lnTo>
                  <a:lnTo>
                    <a:pt x="3035830" y="3484672"/>
                  </a:lnTo>
                  <a:lnTo>
                    <a:pt x="3112463" y="3497231"/>
                  </a:lnTo>
                  <a:lnTo>
                    <a:pt x="3189096" y="3508852"/>
                  </a:lnTo>
                  <a:lnTo>
                    <a:pt x="3265728" y="3519603"/>
                  </a:lnTo>
                  <a:lnTo>
                    <a:pt x="3342361" y="3529551"/>
                  </a:lnTo>
                  <a:lnTo>
                    <a:pt x="3418993" y="3538755"/>
                  </a:lnTo>
                  <a:lnTo>
                    <a:pt x="3495626" y="3547270"/>
                  </a:lnTo>
                  <a:lnTo>
                    <a:pt x="3572258" y="3555149"/>
                  </a:lnTo>
                  <a:lnTo>
                    <a:pt x="3648891" y="3562439"/>
                  </a:lnTo>
                  <a:lnTo>
                    <a:pt x="3725523" y="3569184"/>
                  </a:lnTo>
                  <a:lnTo>
                    <a:pt x="3802156" y="3575424"/>
                  </a:lnTo>
                  <a:lnTo>
                    <a:pt x="3878788" y="3581198"/>
                  </a:lnTo>
                  <a:lnTo>
                    <a:pt x="3955421" y="3586540"/>
                  </a:lnTo>
                  <a:lnTo>
                    <a:pt x="4032054" y="3591483"/>
                  </a:lnTo>
                  <a:lnTo>
                    <a:pt x="4108686" y="3596056"/>
                  </a:lnTo>
                  <a:lnTo>
                    <a:pt x="4185319" y="3600287"/>
                  </a:lnTo>
                  <a:lnTo>
                    <a:pt x="4261951" y="3604202"/>
                  </a:lnTo>
                  <a:lnTo>
                    <a:pt x="4338584" y="3607824"/>
                  </a:lnTo>
                  <a:lnTo>
                    <a:pt x="4415216" y="3611175"/>
                  </a:lnTo>
                  <a:lnTo>
                    <a:pt x="4491849" y="3614276"/>
                  </a:lnTo>
                  <a:lnTo>
                    <a:pt x="4568481" y="3617144"/>
                  </a:lnTo>
                  <a:lnTo>
                    <a:pt x="4645114" y="3619799"/>
                  </a:lnTo>
                  <a:lnTo>
                    <a:pt x="4721747" y="3622255"/>
                  </a:lnTo>
                  <a:lnTo>
                    <a:pt x="4798379" y="3624527"/>
                  </a:lnTo>
                  <a:lnTo>
                    <a:pt x="4875012" y="3626629"/>
                  </a:lnTo>
                  <a:lnTo>
                    <a:pt x="4951644" y="3628574"/>
                  </a:lnTo>
                  <a:lnTo>
                    <a:pt x="5028277" y="3630374"/>
                  </a:lnTo>
                  <a:lnTo>
                    <a:pt x="5104909" y="3632039"/>
                  </a:lnTo>
                  <a:lnTo>
                    <a:pt x="5181542" y="3633580"/>
                  </a:lnTo>
                  <a:lnTo>
                    <a:pt x="5258174" y="3635005"/>
                  </a:lnTo>
                  <a:lnTo>
                    <a:pt x="5334807" y="3636324"/>
                  </a:lnTo>
                  <a:lnTo>
                    <a:pt x="5411439" y="36375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2026-05-21T09:04:05Z</dcterms:modified>
  <cp:category/>
</cp:coreProperties>
</file>