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1543666" y="0"/>
                  </a:moveTo>
                  <a:lnTo>
                    <a:pt x="1618921" y="362878"/>
                  </a:lnTo>
                  <a:lnTo>
                    <a:pt x="1695554" y="693279"/>
                  </a:lnTo>
                  <a:lnTo>
                    <a:pt x="1772186" y="988700"/>
                  </a:lnTo>
                  <a:lnTo>
                    <a:pt x="1848819" y="1252846"/>
                  </a:lnTo>
                  <a:lnTo>
                    <a:pt x="1925452" y="1489028"/>
                  </a:lnTo>
                  <a:lnTo>
                    <a:pt x="2002084" y="1700205"/>
                  </a:lnTo>
                  <a:lnTo>
                    <a:pt x="2078717" y="1889025"/>
                  </a:lnTo>
                  <a:lnTo>
                    <a:pt x="2155349" y="2057855"/>
                  </a:lnTo>
                  <a:lnTo>
                    <a:pt x="2231982" y="2208812"/>
                  </a:lnTo>
                  <a:lnTo>
                    <a:pt x="2308614" y="2343787"/>
                  </a:lnTo>
                  <a:lnTo>
                    <a:pt x="2385247" y="2464472"/>
                  </a:lnTo>
                  <a:lnTo>
                    <a:pt x="2461879" y="2572381"/>
                  </a:lnTo>
                  <a:lnTo>
                    <a:pt x="2538512" y="2659986"/>
                  </a:lnTo>
                  <a:lnTo>
                    <a:pt x="2615144" y="2695073"/>
                  </a:lnTo>
                  <a:lnTo>
                    <a:pt x="2691777" y="2728665"/>
                  </a:lnTo>
                  <a:lnTo>
                    <a:pt x="2768410" y="2760827"/>
                  </a:lnTo>
                  <a:lnTo>
                    <a:pt x="2845042" y="2791619"/>
                  </a:lnTo>
                  <a:lnTo>
                    <a:pt x="2921675" y="2821099"/>
                  </a:lnTo>
                  <a:lnTo>
                    <a:pt x="2998307" y="2849324"/>
                  </a:lnTo>
                  <a:lnTo>
                    <a:pt x="3074940" y="2876346"/>
                  </a:lnTo>
                  <a:lnTo>
                    <a:pt x="3151572" y="2902218"/>
                  </a:lnTo>
                  <a:lnTo>
                    <a:pt x="3228205" y="2926987"/>
                  </a:lnTo>
                  <a:lnTo>
                    <a:pt x="3304837" y="2950701"/>
                  </a:lnTo>
                  <a:lnTo>
                    <a:pt x="3381470" y="2973406"/>
                  </a:lnTo>
                  <a:lnTo>
                    <a:pt x="3458103" y="2995143"/>
                  </a:lnTo>
                  <a:lnTo>
                    <a:pt x="3534735" y="3015954"/>
                  </a:lnTo>
                  <a:lnTo>
                    <a:pt x="3611368" y="3035879"/>
                  </a:lnTo>
                  <a:lnTo>
                    <a:pt x="3688000" y="3054956"/>
                  </a:lnTo>
                  <a:lnTo>
                    <a:pt x="3764633" y="3073219"/>
                  </a:lnTo>
                  <a:lnTo>
                    <a:pt x="3841265" y="3090705"/>
                  </a:lnTo>
                  <a:lnTo>
                    <a:pt x="3917898" y="3107446"/>
                  </a:lnTo>
                  <a:lnTo>
                    <a:pt x="3994530" y="3123474"/>
                  </a:lnTo>
                  <a:lnTo>
                    <a:pt x="4071163" y="3138820"/>
                  </a:lnTo>
                  <a:lnTo>
                    <a:pt x="4147795" y="3153511"/>
                  </a:lnTo>
                  <a:lnTo>
                    <a:pt x="4224428" y="3167577"/>
                  </a:lnTo>
                  <a:lnTo>
                    <a:pt x="4301061" y="3181044"/>
                  </a:lnTo>
                  <a:lnTo>
                    <a:pt x="4377693" y="3193937"/>
                  </a:lnTo>
                  <a:lnTo>
                    <a:pt x="4454326" y="3206281"/>
                  </a:lnTo>
                  <a:lnTo>
                    <a:pt x="4530958" y="3218100"/>
                  </a:lnTo>
                  <a:lnTo>
                    <a:pt x="4607591" y="3229414"/>
                  </a:lnTo>
                  <a:lnTo>
                    <a:pt x="4684223" y="3240247"/>
                  </a:lnTo>
                  <a:lnTo>
                    <a:pt x="4760856" y="3250619"/>
                  </a:lnTo>
                  <a:lnTo>
                    <a:pt x="4837488" y="3260549"/>
                  </a:lnTo>
                  <a:lnTo>
                    <a:pt x="4914121" y="3270056"/>
                  </a:lnTo>
                  <a:lnTo>
                    <a:pt x="4990753" y="3279157"/>
                  </a:lnTo>
                  <a:lnTo>
                    <a:pt x="5067386" y="3287872"/>
                  </a:lnTo>
                  <a:lnTo>
                    <a:pt x="5144019" y="3296215"/>
                  </a:lnTo>
                  <a:lnTo>
                    <a:pt x="5220651" y="3304202"/>
                  </a:lnTo>
                  <a:lnTo>
                    <a:pt x="5297284" y="3311850"/>
                  </a:lnTo>
                  <a:lnTo>
                    <a:pt x="5373916" y="3319171"/>
                  </a:lnTo>
                  <a:lnTo>
                    <a:pt x="5450549" y="3326181"/>
                  </a:lnTo>
                  <a:lnTo>
                    <a:pt x="5527181" y="3332893"/>
                  </a:lnTo>
                  <a:lnTo>
                    <a:pt x="5603814" y="3339318"/>
                  </a:lnTo>
                  <a:lnTo>
                    <a:pt x="5680446" y="3345470"/>
                  </a:lnTo>
                  <a:lnTo>
                    <a:pt x="5757079" y="3351359"/>
                  </a:lnTo>
                  <a:lnTo>
                    <a:pt x="5833712" y="3356998"/>
                  </a:lnTo>
                  <a:lnTo>
                    <a:pt x="5910344" y="3362397"/>
                  </a:lnTo>
                  <a:lnTo>
                    <a:pt x="5986977" y="3367566"/>
                  </a:lnTo>
                  <a:lnTo>
                    <a:pt x="6063609" y="3372514"/>
                  </a:lnTo>
                  <a:lnTo>
                    <a:pt x="6140242" y="3377252"/>
                  </a:lnTo>
                  <a:lnTo>
                    <a:pt x="6216874" y="3381788"/>
                  </a:lnTo>
                  <a:lnTo>
                    <a:pt x="6293507" y="3386131"/>
                  </a:lnTo>
                  <a:lnTo>
                    <a:pt x="6370139" y="3390289"/>
                  </a:lnTo>
                  <a:lnTo>
                    <a:pt x="6446772" y="3394269"/>
                  </a:lnTo>
                  <a:lnTo>
                    <a:pt x="6523404" y="3398080"/>
                  </a:lnTo>
                  <a:lnTo>
                    <a:pt x="6523404" y="3481326"/>
                  </a:ln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562" y="2073503"/>
              <a:ext cx="4979738" cy="3398080"/>
            </a:xfrm>
            <a:custGeom>
              <a:avLst/>
              <a:pathLst>
                <a:path w="4979738" h="3398080">
                  <a:moveTo>
                    <a:pt x="0" y="0"/>
                  </a:moveTo>
                  <a:lnTo>
                    <a:pt x="75254" y="362878"/>
                  </a:lnTo>
                  <a:lnTo>
                    <a:pt x="151887" y="693279"/>
                  </a:lnTo>
                  <a:lnTo>
                    <a:pt x="228520" y="988700"/>
                  </a:lnTo>
                  <a:lnTo>
                    <a:pt x="305152" y="1252846"/>
                  </a:lnTo>
                  <a:lnTo>
                    <a:pt x="381785" y="1489028"/>
                  </a:lnTo>
                  <a:lnTo>
                    <a:pt x="458417" y="1700205"/>
                  </a:lnTo>
                  <a:lnTo>
                    <a:pt x="535050" y="1889025"/>
                  </a:lnTo>
                  <a:lnTo>
                    <a:pt x="611682" y="2057855"/>
                  </a:lnTo>
                  <a:lnTo>
                    <a:pt x="688315" y="2208812"/>
                  </a:lnTo>
                  <a:lnTo>
                    <a:pt x="764947" y="2343787"/>
                  </a:lnTo>
                  <a:lnTo>
                    <a:pt x="841580" y="2464472"/>
                  </a:lnTo>
                  <a:lnTo>
                    <a:pt x="918213" y="2572381"/>
                  </a:lnTo>
                  <a:lnTo>
                    <a:pt x="994845" y="2659986"/>
                  </a:lnTo>
                  <a:lnTo>
                    <a:pt x="1071478" y="2695073"/>
                  </a:lnTo>
                  <a:lnTo>
                    <a:pt x="1148110" y="2728665"/>
                  </a:lnTo>
                  <a:lnTo>
                    <a:pt x="1224743" y="2760827"/>
                  </a:lnTo>
                  <a:lnTo>
                    <a:pt x="1301375" y="2791619"/>
                  </a:lnTo>
                  <a:lnTo>
                    <a:pt x="1378008" y="2821099"/>
                  </a:lnTo>
                  <a:lnTo>
                    <a:pt x="1454640" y="2849324"/>
                  </a:lnTo>
                  <a:lnTo>
                    <a:pt x="1531273" y="2876346"/>
                  </a:lnTo>
                  <a:lnTo>
                    <a:pt x="1607905" y="2902218"/>
                  </a:lnTo>
                  <a:lnTo>
                    <a:pt x="1684538" y="2926987"/>
                  </a:lnTo>
                  <a:lnTo>
                    <a:pt x="1761171" y="2950701"/>
                  </a:lnTo>
                  <a:lnTo>
                    <a:pt x="1837803" y="2973406"/>
                  </a:lnTo>
                  <a:lnTo>
                    <a:pt x="1914436" y="2995143"/>
                  </a:lnTo>
                  <a:lnTo>
                    <a:pt x="1991068" y="3015954"/>
                  </a:lnTo>
                  <a:lnTo>
                    <a:pt x="2067701" y="3035879"/>
                  </a:lnTo>
                  <a:lnTo>
                    <a:pt x="2144333" y="3054956"/>
                  </a:lnTo>
                  <a:lnTo>
                    <a:pt x="2220966" y="3073219"/>
                  </a:lnTo>
                  <a:lnTo>
                    <a:pt x="2297598" y="3090705"/>
                  </a:lnTo>
                  <a:lnTo>
                    <a:pt x="2374231" y="3107446"/>
                  </a:lnTo>
                  <a:lnTo>
                    <a:pt x="2450863" y="3123474"/>
                  </a:lnTo>
                  <a:lnTo>
                    <a:pt x="2527496" y="3138820"/>
                  </a:lnTo>
                  <a:lnTo>
                    <a:pt x="2604129" y="3153511"/>
                  </a:lnTo>
                  <a:lnTo>
                    <a:pt x="2680761" y="3167577"/>
                  </a:lnTo>
                  <a:lnTo>
                    <a:pt x="2757394" y="3181044"/>
                  </a:lnTo>
                  <a:lnTo>
                    <a:pt x="2834026" y="3193937"/>
                  </a:lnTo>
                  <a:lnTo>
                    <a:pt x="2910659" y="3206281"/>
                  </a:lnTo>
                  <a:lnTo>
                    <a:pt x="2987291" y="3218100"/>
                  </a:lnTo>
                  <a:lnTo>
                    <a:pt x="3063924" y="3229414"/>
                  </a:lnTo>
                  <a:lnTo>
                    <a:pt x="3140556" y="3240247"/>
                  </a:lnTo>
                  <a:lnTo>
                    <a:pt x="3217189" y="3250619"/>
                  </a:lnTo>
                  <a:lnTo>
                    <a:pt x="3293822" y="3260549"/>
                  </a:lnTo>
                  <a:lnTo>
                    <a:pt x="3370454" y="3270056"/>
                  </a:lnTo>
                  <a:lnTo>
                    <a:pt x="3447087" y="3279157"/>
                  </a:lnTo>
                  <a:lnTo>
                    <a:pt x="3523719" y="3287872"/>
                  </a:lnTo>
                  <a:lnTo>
                    <a:pt x="3600352" y="3296215"/>
                  </a:lnTo>
                  <a:lnTo>
                    <a:pt x="3676984" y="3304202"/>
                  </a:lnTo>
                  <a:lnTo>
                    <a:pt x="3753617" y="3311850"/>
                  </a:lnTo>
                  <a:lnTo>
                    <a:pt x="3830249" y="3319171"/>
                  </a:lnTo>
                  <a:lnTo>
                    <a:pt x="3906882" y="3326181"/>
                  </a:lnTo>
                  <a:lnTo>
                    <a:pt x="3983514" y="3332893"/>
                  </a:lnTo>
                  <a:lnTo>
                    <a:pt x="4060147" y="3339318"/>
                  </a:lnTo>
                  <a:lnTo>
                    <a:pt x="4136780" y="3345470"/>
                  </a:lnTo>
                  <a:lnTo>
                    <a:pt x="4213412" y="3351359"/>
                  </a:lnTo>
                  <a:lnTo>
                    <a:pt x="4290045" y="3356998"/>
                  </a:lnTo>
                  <a:lnTo>
                    <a:pt x="4366677" y="3362397"/>
                  </a:lnTo>
                  <a:lnTo>
                    <a:pt x="4443310" y="3367566"/>
                  </a:lnTo>
                  <a:lnTo>
                    <a:pt x="4519942" y="3372514"/>
                  </a:lnTo>
                  <a:lnTo>
                    <a:pt x="4596575" y="3377252"/>
                  </a:lnTo>
                  <a:lnTo>
                    <a:pt x="4673207" y="3381788"/>
                  </a:lnTo>
                  <a:lnTo>
                    <a:pt x="4749840" y="3386131"/>
                  </a:lnTo>
                  <a:lnTo>
                    <a:pt x="4826473" y="3390289"/>
                  </a:lnTo>
                  <a:lnTo>
                    <a:pt x="4903105" y="3394269"/>
                  </a:lnTo>
                  <a:lnTo>
                    <a:pt x="4979738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6523404" y="3481326"/>
                  </a:move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9861" y="2073503"/>
              <a:ext cx="5411439" cy="3469345"/>
            </a:xfrm>
            <a:custGeom>
              <a:avLst/>
              <a:pathLst>
                <a:path w="5411439" h="3469345">
                  <a:moveTo>
                    <a:pt x="0" y="0"/>
                  </a:moveTo>
                  <a:lnTo>
                    <a:pt x="47161" y="165055"/>
                  </a:lnTo>
                  <a:lnTo>
                    <a:pt x="123794" y="413199"/>
                  </a:lnTo>
                  <a:lnTo>
                    <a:pt x="200426" y="642789"/>
                  </a:lnTo>
                  <a:lnTo>
                    <a:pt x="277059" y="855212"/>
                  </a:lnTo>
                  <a:lnTo>
                    <a:pt x="353691" y="1051752"/>
                  </a:lnTo>
                  <a:lnTo>
                    <a:pt x="430324" y="1233596"/>
                  </a:lnTo>
                  <a:lnTo>
                    <a:pt x="506956" y="1401844"/>
                  </a:lnTo>
                  <a:lnTo>
                    <a:pt x="583589" y="1557511"/>
                  </a:lnTo>
                  <a:lnTo>
                    <a:pt x="660221" y="1701539"/>
                  </a:lnTo>
                  <a:lnTo>
                    <a:pt x="736854" y="1834797"/>
                  </a:lnTo>
                  <a:lnTo>
                    <a:pt x="813487" y="1958092"/>
                  </a:lnTo>
                  <a:lnTo>
                    <a:pt x="890119" y="2072168"/>
                  </a:lnTo>
                  <a:lnTo>
                    <a:pt x="966752" y="2177714"/>
                  </a:lnTo>
                  <a:lnTo>
                    <a:pt x="1043384" y="2275368"/>
                  </a:lnTo>
                  <a:lnTo>
                    <a:pt x="1120017" y="2365721"/>
                  </a:lnTo>
                  <a:lnTo>
                    <a:pt x="1196649" y="2449317"/>
                  </a:lnTo>
                  <a:lnTo>
                    <a:pt x="1273282" y="2526663"/>
                  </a:lnTo>
                  <a:lnTo>
                    <a:pt x="1349914" y="2598226"/>
                  </a:lnTo>
                  <a:lnTo>
                    <a:pt x="1426547" y="2664438"/>
                  </a:lnTo>
                  <a:lnTo>
                    <a:pt x="1503179" y="2725699"/>
                  </a:lnTo>
                  <a:lnTo>
                    <a:pt x="1579812" y="2782379"/>
                  </a:lnTo>
                  <a:lnTo>
                    <a:pt x="1656445" y="2834822"/>
                  </a:lnTo>
                  <a:lnTo>
                    <a:pt x="1733077" y="2883343"/>
                  </a:lnTo>
                  <a:lnTo>
                    <a:pt x="1809710" y="2928236"/>
                  </a:lnTo>
                  <a:lnTo>
                    <a:pt x="1886342" y="2969772"/>
                  </a:lnTo>
                  <a:lnTo>
                    <a:pt x="1962975" y="3008203"/>
                  </a:lnTo>
                  <a:lnTo>
                    <a:pt x="2039607" y="3043760"/>
                  </a:lnTo>
                  <a:lnTo>
                    <a:pt x="2116240" y="3076659"/>
                  </a:lnTo>
                  <a:lnTo>
                    <a:pt x="2192872" y="3107097"/>
                  </a:lnTo>
                  <a:lnTo>
                    <a:pt x="2269505" y="3135260"/>
                  </a:lnTo>
                  <a:lnTo>
                    <a:pt x="2346137" y="3161317"/>
                  </a:lnTo>
                  <a:lnTo>
                    <a:pt x="2422770" y="3185426"/>
                  </a:lnTo>
                  <a:lnTo>
                    <a:pt x="2499403" y="3207732"/>
                  </a:lnTo>
                  <a:lnTo>
                    <a:pt x="2576035" y="3228370"/>
                  </a:lnTo>
                  <a:lnTo>
                    <a:pt x="2652668" y="3247465"/>
                  </a:lnTo>
                  <a:lnTo>
                    <a:pt x="2729300" y="3265132"/>
                  </a:lnTo>
                  <a:lnTo>
                    <a:pt x="2805933" y="3281478"/>
                  </a:lnTo>
                  <a:lnTo>
                    <a:pt x="2882565" y="3296602"/>
                  </a:lnTo>
                  <a:lnTo>
                    <a:pt x="2959198" y="3310595"/>
                  </a:lnTo>
                  <a:lnTo>
                    <a:pt x="3035830" y="3323542"/>
                  </a:lnTo>
                  <a:lnTo>
                    <a:pt x="3112463" y="3335521"/>
                  </a:lnTo>
                  <a:lnTo>
                    <a:pt x="3189096" y="3346604"/>
                  </a:lnTo>
                  <a:lnTo>
                    <a:pt x="3265728" y="3356858"/>
                  </a:lnTo>
                  <a:lnTo>
                    <a:pt x="3342361" y="3366346"/>
                  </a:lnTo>
                  <a:lnTo>
                    <a:pt x="3418993" y="3375124"/>
                  </a:lnTo>
                  <a:lnTo>
                    <a:pt x="3495626" y="3383246"/>
                  </a:lnTo>
                  <a:lnTo>
                    <a:pt x="3572258" y="3390760"/>
                  </a:lnTo>
                  <a:lnTo>
                    <a:pt x="3648891" y="3397713"/>
                  </a:lnTo>
                  <a:lnTo>
                    <a:pt x="3725523" y="3404146"/>
                  </a:lnTo>
                  <a:lnTo>
                    <a:pt x="3802156" y="3410098"/>
                  </a:lnTo>
                  <a:lnTo>
                    <a:pt x="3878788" y="3415605"/>
                  </a:lnTo>
                  <a:lnTo>
                    <a:pt x="3955421" y="3420700"/>
                  </a:lnTo>
                  <a:lnTo>
                    <a:pt x="4032054" y="3425414"/>
                  </a:lnTo>
                  <a:lnTo>
                    <a:pt x="4108686" y="3429775"/>
                  </a:lnTo>
                  <a:lnTo>
                    <a:pt x="4185319" y="3433811"/>
                  </a:lnTo>
                  <a:lnTo>
                    <a:pt x="4261951" y="3437545"/>
                  </a:lnTo>
                  <a:lnTo>
                    <a:pt x="4338584" y="3440999"/>
                  </a:lnTo>
                  <a:lnTo>
                    <a:pt x="4415216" y="3444196"/>
                  </a:lnTo>
                  <a:lnTo>
                    <a:pt x="4491849" y="3447153"/>
                  </a:lnTo>
                  <a:lnTo>
                    <a:pt x="4568481" y="3449889"/>
                  </a:lnTo>
                  <a:lnTo>
                    <a:pt x="4645114" y="3452421"/>
                  </a:lnTo>
                  <a:lnTo>
                    <a:pt x="4721747" y="3454763"/>
                  </a:lnTo>
                  <a:lnTo>
                    <a:pt x="4798379" y="3456930"/>
                  </a:lnTo>
                  <a:lnTo>
                    <a:pt x="4875012" y="3458935"/>
                  </a:lnTo>
                  <a:lnTo>
                    <a:pt x="4951644" y="3460790"/>
                  </a:lnTo>
                  <a:lnTo>
                    <a:pt x="5028277" y="3462507"/>
                  </a:lnTo>
                  <a:lnTo>
                    <a:pt x="5104909" y="3464095"/>
                  </a:lnTo>
                  <a:lnTo>
                    <a:pt x="5181542" y="3465564"/>
                  </a:lnTo>
                  <a:lnTo>
                    <a:pt x="5258174" y="3466924"/>
                  </a:lnTo>
                  <a:lnTo>
                    <a:pt x="5334807" y="3468182"/>
                  </a:lnTo>
                  <a:lnTo>
                    <a:pt x="5411439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2.46 (1.65-3.65), p_Bonf = &lt;0.001 (n = 6)  |  per IQR decline (Δ = 0.30): 14.72 (4.51-48.03)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2026-07-07T08:49:09Z</dcterms:modified>
  <cp:category/>
</cp:coreProperties>
</file>