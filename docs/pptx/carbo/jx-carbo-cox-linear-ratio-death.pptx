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2165756" y="2073503"/>
              <a:ext cx="6096922" cy="3481326"/>
            </a:xfrm>
            <a:custGeom>
              <a:avLst/>
              <a:pathLst>
                <a:path w="6096922" h="3481326">
                  <a:moveTo>
                    <a:pt x="1442746" y="0"/>
                  </a:moveTo>
                  <a:lnTo>
                    <a:pt x="1513081" y="362878"/>
                  </a:lnTo>
                  <a:lnTo>
                    <a:pt x="1584703" y="693279"/>
                  </a:lnTo>
                  <a:lnTo>
                    <a:pt x="1656326" y="988700"/>
                  </a:lnTo>
                  <a:lnTo>
                    <a:pt x="1727948" y="1252846"/>
                  </a:lnTo>
                  <a:lnTo>
                    <a:pt x="1799571" y="1489028"/>
                  </a:lnTo>
                  <a:lnTo>
                    <a:pt x="1871193" y="1700205"/>
                  </a:lnTo>
                  <a:lnTo>
                    <a:pt x="1942816" y="1889025"/>
                  </a:lnTo>
                  <a:lnTo>
                    <a:pt x="2014438" y="2057855"/>
                  </a:lnTo>
                  <a:lnTo>
                    <a:pt x="2086061" y="2208812"/>
                  </a:lnTo>
                  <a:lnTo>
                    <a:pt x="2157683" y="2343787"/>
                  </a:lnTo>
                  <a:lnTo>
                    <a:pt x="2229306" y="2464472"/>
                  </a:lnTo>
                  <a:lnTo>
                    <a:pt x="2300929" y="2572381"/>
                  </a:lnTo>
                  <a:lnTo>
                    <a:pt x="2372551" y="2659986"/>
                  </a:lnTo>
                  <a:lnTo>
                    <a:pt x="2444174" y="2695073"/>
                  </a:lnTo>
                  <a:lnTo>
                    <a:pt x="2515796" y="2728665"/>
                  </a:lnTo>
                  <a:lnTo>
                    <a:pt x="2587419" y="2760827"/>
                  </a:lnTo>
                  <a:lnTo>
                    <a:pt x="2659041" y="2791619"/>
                  </a:lnTo>
                  <a:lnTo>
                    <a:pt x="2730664" y="2821099"/>
                  </a:lnTo>
                  <a:lnTo>
                    <a:pt x="2802286" y="2849324"/>
                  </a:lnTo>
                  <a:lnTo>
                    <a:pt x="2873909" y="2876346"/>
                  </a:lnTo>
                  <a:lnTo>
                    <a:pt x="2945531" y="2902218"/>
                  </a:lnTo>
                  <a:lnTo>
                    <a:pt x="3017154" y="2926987"/>
                  </a:lnTo>
                  <a:lnTo>
                    <a:pt x="3088776" y="2950701"/>
                  </a:lnTo>
                  <a:lnTo>
                    <a:pt x="3160399" y="2973406"/>
                  </a:lnTo>
                  <a:lnTo>
                    <a:pt x="3232021" y="2995143"/>
                  </a:lnTo>
                  <a:lnTo>
                    <a:pt x="3303644" y="3015954"/>
                  </a:lnTo>
                  <a:lnTo>
                    <a:pt x="3375266" y="3035879"/>
                  </a:lnTo>
                  <a:lnTo>
                    <a:pt x="3446889" y="3054956"/>
                  </a:lnTo>
                  <a:lnTo>
                    <a:pt x="3518511" y="3073219"/>
                  </a:lnTo>
                  <a:lnTo>
                    <a:pt x="3590134" y="3090705"/>
                  </a:lnTo>
                  <a:lnTo>
                    <a:pt x="3661757" y="3107446"/>
                  </a:lnTo>
                  <a:lnTo>
                    <a:pt x="3733379" y="3123474"/>
                  </a:lnTo>
                  <a:lnTo>
                    <a:pt x="3805002" y="3138820"/>
                  </a:lnTo>
                  <a:lnTo>
                    <a:pt x="3876624" y="3153511"/>
                  </a:lnTo>
                  <a:lnTo>
                    <a:pt x="3948247" y="3167577"/>
                  </a:lnTo>
                  <a:lnTo>
                    <a:pt x="4019869" y="3181044"/>
                  </a:lnTo>
                  <a:lnTo>
                    <a:pt x="4091492" y="3193937"/>
                  </a:lnTo>
                  <a:lnTo>
                    <a:pt x="4163114" y="3206281"/>
                  </a:lnTo>
                  <a:lnTo>
                    <a:pt x="4234737" y="3218100"/>
                  </a:lnTo>
                  <a:lnTo>
                    <a:pt x="4306359" y="3229414"/>
                  </a:lnTo>
                  <a:lnTo>
                    <a:pt x="4377982" y="3240247"/>
                  </a:lnTo>
                  <a:lnTo>
                    <a:pt x="4449604" y="3250619"/>
                  </a:lnTo>
                  <a:lnTo>
                    <a:pt x="4521227" y="3260549"/>
                  </a:lnTo>
                  <a:lnTo>
                    <a:pt x="4592849" y="3270056"/>
                  </a:lnTo>
                  <a:lnTo>
                    <a:pt x="4664472" y="3279157"/>
                  </a:lnTo>
                  <a:lnTo>
                    <a:pt x="4736094" y="3287872"/>
                  </a:lnTo>
                  <a:lnTo>
                    <a:pt x="4807717" y="3296215"/>
                  </a:lnTo>
                  <a:lnTo>
                    <a:pt x="4879339" y="3304202"/>
                  </a:lnTo>
                  <a:lnTo>
                    <a:pt x="4950962" y="3311850"/>
                  </a:lnTo>
                  <a:lnTo>
                    <a:pt x="5022585" y="3319171"/>
                  </a:lnTo>
                  <a:lnTo>
                    <a:pt x="5094207" y="3326181"/>
                  </a:lnTo>
                  <a:lnTo>
                    <a:pt x="5165830" y="3332893"/>
                  </a:lnTo>
                  <a:lnTo>
                    <a:pt x="5237452" y="3339318"/>
                  </a:lnTo>
                  <a:lnTo>
                    <a:pt x="5309075" y="3345470"/>
                  </a:lnTo>
                  <a:lnTo>
                    <a:pt x="5380697" y="3351359"/>
                  </a:lnTo>
                  <a:lnTo>
                    <a:pt x="5452320" y="3356998"/>
                  </a:lnTo>
                  <a:lnTo>
                    <a:pt x="5523942" y="3362397"/>
                  </a:lnTo>
                  <a:lnTo>
                    <a:pt x="5595565" y="3367566"/>
                  </a:lnTo>
                  <a:lnTo>
                    <a:pt x="5667187" y="3372514"/>
                  </a:lnTo>
                  <a:lnTo>
                    <a:pt x="5738810" y="3377252"/>
                  </a:lnTo>
                  <a:lnTo>
                    <a:pt x="5810432" y="3381788"/>
                  </a:lnTo>
                  <a:lnTo>
                    <a:pt x="5882055" y="3386131"/>
                  </a:lnTo>
                  <a:lnTo>
                    <a:pt x="5953677" y="3390289"/>
                  </a:lnTo>
                  <a:lnTo>
                    <a:pt x="6025300" y="3394269"/>
                  </a:lnTo>
                  <a:lnTo>
                    <a:pt x="6096922" y="3398080"/>
                  </a:lnTo>
                  <a:lnTo>
                    <a:pt x="6096922" y="3481326"/>
                  </a:lnTo>
                  <a:lnTo>
                    <a:pt x="6025300" y="3481039"/>
                  </a:lnTo>
                  <a:lnTo>
                    <a:pt x="5953677" y="3480718"/>
                  </a:lnTo>
                  <a:lnTo>
                    <a:pt x="5882055" y="3480360"/>
                  </a:lnTo>
                  <a:lnTo>
                    <a:pt x="5810432" y="3479959"/>
                  </a:lnTo>
                  <a:lnTo>
                    <a:pt x="5738810" y="3479510"/>
                  </a:lnTo>
                  <a:lnTo>
                    <a:pt x="5667187" y="3479009"/>
                  </a:lnTo>
                  <a:lnTo>
                    <a:pt x="5595565" y="3478448"/>
                  </a:lnTo>
                  <a:lnTo>
                    <a:pt x="5523942" y="3477820"/>
                  </a:lnTo>
                  <a:lnTo>
                    <a:pt x="5452320" y="3477119"/>
                  </a:lnTo>
                  <a:lnTo>
                    <a:pt x="5380697" y="3476334"/>
                  </a:lnTo>
                  <a:lnTo>
                    <a:pt x="5309075" y="3475456"/>
                  </a:lnTo>
                  <a:lnTo>
                    <a:pt x="5237452" y="3474475"/>
                  </a:lnTo>
                  <a:lnTo>
                    <a:pt x="5165830" y="3473377"/>
                  </a:lnTo>
                  <a:lnTo>
                    <a:pt x="5094207" y="3472149"/>
                  </a:lnTo>
                  <a:lnTo>
                    <a:pt x="5022585" y="3470776"/>
                  </a:lnTo>
                  <a:lnTo>
                    <a:pt x="4950962" y="3469240"/>
                  </a:lnTo>
                  <a:lnTo>
                    <a:pt x="4879339" y="3467523"/>
                  </a:lnTo>
                  <a:lnTo>
                    <a:pt x="4807717" y="3465602"/>
                  </a:lnTo>
                  <a:lnTo>
                    <a:pt x="4736094" y="3463453"/>
                  </a:lnTo>
                  <a:lnTo>
                    <a:pt x="4664472" y="3461051"/>
                  </a:lnTo>
                  <a:lnTo>
                    <a:pt x="4592849" y="3458363"/>
                  </a:lnTo>
                  <a:lnTo>
                    <a:pt x="4521227" y="3455358"/>
                  </a:lnTo>
                  <a:lnTo>
                    <a:pt x="4449604" y="3451997"/>
                  </a:lnTo>
                  <a:lnTo>
                    <a:pt x="4377982" y="3448237"/>
                  </a:lnTo>
                  <a:lnTo>
                    <a:pt x="4306359" y="3444033"/>
                  </a:lnTo>
                  <a:lnTo>
                    <a:pt x="4234737" y="3439331"/>
                  </a:lnTo>
                  <a:lnTo>
                    <a:pt x="4163114" y="3434072"/>
                  </a:lnTo>
                  <a:lnTo>
                    <a:pt x="4091492" y="3428190"/>
                  </a:lnTo>
                  <a:lnTo>
                    <a:pt x="4019869" y="3421612"/>
                  </a:lnTo>
                  <a:lnTo>
                    <a:pt x="3948247" y="3414255"/>
                  </a:lnTo>
                  <a:lnTo>
                    <a:pt x="3876624" y="3406027"/>
                  </a:lnTo>
                  <a:lnTo>
                    <a:pt x="3805002" y="3396825"/>
                  </a:lnTo>
                  <a:lnTo>
                    <a:pt x="3733379" y="3386534"/>
                  </a:lnTo>
                  <a:lnTo>
                    <a:pt x="3661757" y="3375023"/>
                  </a:lnTo>
                  <a:lnTo>
                    <a:pt x="3590134" y="3362150"/>
                  </a:lnTo>
                  <a:lnTo>
                    <a:pt x="3518511" y="3347753"/>
                  </a:lnTo>
                  <a:lnTo>
                    <a:pt x="3446889" y="3331650"/>
                  </a:lnTo>
                  <a:lnTo>
                    <a:pt x="3375266" y="3313642"/>
                  </a:lnTo>
                  <a:lnTo>
                    <a:pt x="3303644" y="3293501"/>
                  </a:lnTo>
                  <a:lnTo>
                    <a:pt x="3232021" y="3270975"/>
                  </a:lnTo>
                  <a:lnTo>
                    <a:pt x="3160399" y="3245782"/>
                  </a:lnTo>
                  <a:lnTo>
                    <a:pt x="3088776" y="3217607"/>
                  </a:lnTo>
                  <a:lnTo>
                    <a:pt x="3017154" y="3186095"/>
                  </a:lnTo>
                  <a:lnTo>
                    <a:pt x="2945531" y="3150852"/>
                  </a:lnTo>
                  <a:lnTo>
                    <a:pt x="2873909" y="3111436"/>
                  </a:lnTo>
                  <a:lnTo>
                    <a:pt x="2802286" y="3067353"/>
                  </a:lnTo>
                  <a:lnTo>
                    <a:pt x="2730664" y="3018051"/>
                  </a:lnTo>
                  <a:lnTo>
                    <a:pt x="2659041" y="2962911"/>
                  </a:lnTo>
                  <a:lnTo>
                    <a:pt x="2587419" y="2901242"/>
                  </a:lnTo>
                  <a:lnTo>
                    <a:pt x="2515796" y="2832272"/>
                  </a:lnTo>
                  <a:lnTo>
                    <a:pt x="2444174" y="2755135"/>
                  </a:lnTo>
                  <a:lnTo>
                    <a:pt x="2372551" y="2668865"/>
                  </a:lnTo>
                  <a:lnTo>
                    <a:pt x="2300929" y="2623338"/>
                  </a:lnTo>
                  <a:lnTo>
                    <a:pt x="2229306" y="2585060"/>
                  </a:lnTo>
                  <a:lnTo>
                    <a:pt x="2157683" y="2545078"/>
                  </a:lnTo>
                  <a:lnTo>
                    <a:pt x="2086061" y="2503318"/>
                  </a:lnTo>
                  <a:lnTo>
                    <a:pt x="2014438" y="2459700"/>
                  </a:lnTo>
                  <a:lnTo>
                    <a:pt x="1942816" y="2414142"/>
                  </a:lnTo>
                  <a:lnTo>
                    <a:pt x="1871193" y="2366557"/>
                  </a:lnTo>
                  <a:lnTo>
                    <a:pt x="1799571" y="2316855"/>
                  </a:lnTo>
                  <a:lnTo>
                    <a:pt x="1727948" y="2264941"/>
                  </a:lnTo>
                  <a:lnTo>
                    <a:pt x="1656326" y="2210718"/>
                  </a:lnTo>
                  <a:lnTo>
                    <a:pt x="1584703" y="2154083"/>
                  </a:lnTo>
                  <a:lnTo>
                    <a:pt x="1513081" y="2094928"/>
                  </a:lnTo>
                  <a:lnTo>
                    <a:pt x="1441458" y="2033141"/>
                  </a:lnTo>
                  <a:lnTo>
                    <a:pt x="1369836" y="1968606"/>
                  </a:lnTo>
                  <a:lnTo>
                    <a:pt x="1298213" y="1901200"/>
                  </a:lnTo>
                  <a:lnTo>
                    <a:pt x="1226591" y="1830794"/>
                  </a:lnTo>
                  <a:lnTo>
                    <a:pt x="1154968" y="1757257"/>
                  </a:lnTo>
                  <a:lnTo>
                    <a:pt x="1083346" y="1680448"/>
                  </a:lnTo>
                  <a:lnTo>
                    <a:pt x="1011723" y="1600221"/>
                  </a:lnTo>
                  <a:lnTo>
                    <a:pt x="940101" y="1516426"/>
                  </a:lnTo>
                  <a:lnTo>
                    <a:pt x="868478" y="1428903"/>
                  </a:lnTo>
                  <a:lnTo>
                    <a:pt x="796855" y="1337486"/>
                  </a:lnTo>
                  <a:lnTo>
                    <a:pt x="725233" y="1242001"/>
                  </a:lnTo>
                  <a:lnTo>
                    <a:pt x="653610" y="1142269"/>
                  </a:lnTo>
                  <a:lnTo>
                    <a:pt x="581988" y="1038100"/>
                  </a:lnTo>
                  <a:lnTo>
                    <a:pt x="510365" y="929297"/>
                  </a:lnTo>
                  <a:lnTo>
                    <a:pt x="438743" y="815653"/>
                  </a:lnTo>
                  <a:lnTo>
                    <a:pt x="367120" y="696953"/>
                  </a:lnTo>
                  <a:lnTo>
                    <a:pt x="295498" y="572973"/>
                  </a:lnTo>
                  <a:lnTo>
                    <a:pt x="223875" y="443476"/>
                  </a:lnTo>
                  <a:lnTo>
                    <a:pt x="152253" y="308219"/>
                  </a:lnTo>
                  <a:lnTo>
                    <a:pt x="80630" y="166944"/>
                  </a:lnTo>
                  <a:lnTo>
                    <a:pt x="9008" y="19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08502" y="2073503"/>
              <a:ext cx="4654176" cy="3398080"/>
            </a:xfrm>
            <a:custGeom>
              <a:avLst/>
              <a:pathLst>
                <a:path w="4654176" h="3398080">
                  <a:moveTo>
                    <a:pt x="0" y="0"/>
                  </a:moveTo>
                  <a:lnTo>
                    <a:pt x="70335" y="362878"/>
                  </a:lnTo>
                  <a:lnTo>
                    <a:pt x="141957" y="693279"/>
                  </a:lnTo>
                  <a:lnTo>
                    <a:pt x="213580" y="988700"/>
                  </a:lnTo>
                  <a:lnTo>
                    <a:pt x="285202" y="1252846"/>
                  </a:lnTo>
                  <a:lnTo>
                    <a:pt x="356825" y="1489028"/>
                  </a:lnTo>
                  <a:lnTo>
                    <a:pt x="428447" y="1700205"/>
                  </a:lnTo>
                  <a:lnTo>
                    <a:pt x="500070" y="1889025"/>
                  </a:lnTo>
                  <a:lnTo>
                    <a:pt x="571692" y="2057855"/>
                  </a:lnTo>
                  <a:lnTo>
                    <a:pt x="643315" y="2208812"/>
                  </a:lnTo>
                  <a:lnTo>
                    <a:pt x="714937" y="2343787"/>
                  </a:lnTo>
                  <a:lnTo>
                    <a:pt x="786560" y="2464472"/>
                  </a:lnTo>
                  <a:lnTo>
                    <a:pt x="858182" y="2572381"/>
                  </a:lnTo>
                  <a:lnTo>
                    <a:pt x="929805" y="2659986"/>
                  </a:lnTo>
                  <a:lnTo>
                    <a:pt x="1001427" y="2695073"/>
                  </a:lnTo>
                  <a:lnTo>
                    <a:pt x="1073050" y="2728665"/>
                  </a:lnTo>
                  <a:lnTo>
                    <a:pt x="1144672" y="2760827"/>
                  </a:lnTo>
                  <a:lnTo>
                    <a:pt x="1216295" y="2791619"/>
                  </a:lnTo>
                  <a:lnTo>
                    <a:pt x="1287917" y="2821099"/>
                  </a:lnTo>
                  <a:lnTo>
                    <a:pt x="1359540" y="2849324"/>
                  </a:lnTo>
                  <a:lnTo>
                    <a:pt x="1431163" y="2876346"/>
                  </a:lnTo>
                  <a:lnTo>
                    <a:pt x="1502785" y="2902218"/>
                  </a:lnTo>
                  <a:lnTo>
                    <a:pt x="1574408" y="2926987"/>
                  </a:lnTo>
                  <a:lnTo>
                    <a:pt x="1646030" y="2950701"/>
                  </a:lnTo>
                  <a:lnTo>
                    <a:pt x="1717653" y="2973406"/>
                  </a:lnTo>
                  <a:lnTo>
                    <a:pt x="1789275" y="2995143"/>
                  </a:lnTo>
                  <a:lnTo>
                    <a:pt x="1860898" y="3015954"/>
                  </a:lnTo>
                  <a:lnTo>
                    <a:pt x="1932520" y="3035879"/>
                  </a:lnTo>
                  <a:lnTo>
                    <a:pt x="2004143" y="3054956"/>
                  </a:lnTo>
                  <a:lnTo>
                    <a:pt x="2075765" y="3073219"/>
                  </a:lnTo>
                  <a:lnTo>
                    <a:pt x="2147388" y="3090705"/>
                  </a:lnTo>
                  <a:lnTo>
                    <a:pt x="2219010" y="3107446"/>
                  </a:lnTo>
                  <a:lnTo>
                    <a:pt x="2290633" y="3123474"/>
                  </a:lnTo>
                  <a:lnTo>
                    <a:pt x="2362255" y="3138820"/>
                  </a:lnTo>
                  <a:lnTo>
                    <a:pt x="2433878" y="3153511"/>
                  </a:lnTo>
                  <a:lnTo>
                    <a:pt x="2505500" y="3167577"/>
                  </a:lnTo>
                  <a:lnTo>
                    <a:pt x="2577123" y="3181044"/>
                  </a:lnTo>
                  <a:lnTo>
                    <a:pt x="2648745" y="3193937"/>
                  </a:lnTo>
                  <a:lnTo>
                    <a:pt x="2720368" y="3206281"/>
                  </a:lnTo>
                  <a:lnTo>
                    <a:pt x="2791991" y="3218100"/>
                  </a:lnTo>
                  <a:lnTo>
                    <a:pt x="2863613" y="3229414"/>
                  </a:lnTo>
                  <a:lnTo>
                    <a:pt x="2935236" y="3240247"/>
                  </a:lnTo>
                  <a:lnTo>
                    <a:pt x="3006858" y="3250619"/>
                  </a:lnTo>
                  <a:lnTo>
                    <a:pt x="3078481" y="3260549"/>
                  </a:lnTo>
                  <a:lnTo>
                    <a:pt x="3150103" y="3270056"/>
                  </a:lnTo>
                  <a:lnTo>
                    <a:pt x="3221726" y="3279157"/>
                  </a:lnTo>
                  <a:lnTo>
                    <a:pt x="3293348" y="3287872"/>
                  </a:lnTo>
                  <a:lnTo>
                    <a:pt x="3364971" y="3296215"/>
                  </a:lnTo>
                  <a:lnTo>
                    <a:pt x="3436593" y="3304202"/>
                  </a:lnTo>
                  <a:lnTo>
                    <a:pt x="3508216" y="3311850"/>
                  </a:lnTo>
                  <a:lnTo>
                    <a:pt x="3579838" y="3319171"/>
                  </a:lnTo>
                  <a:lnTo>
                    <a:pt x="3651461" y="3326181"/>
                  </a:lnTo>
                  <a:lnTo>
                    <a:pt x="3723083" y="3332893"/>
                  </a:lnTo>
                  <a:lnTo>
                    <a:pt x="3794706" y="3339318"/>
                  </a:lnTo>
                  <a:lnTo>
                    <a:pt x="3866328" y="3345470"/>
                  </a:lnTo>
                  <a:lnTo>
                    <a:pt x="3937951" y="3351359"/>
                  </a:lnTo>
                  <a:lnTo>
                    <a:pt x="4009573" y="3356998"/>
                  </a:lnTo>
                  <a:lnTo>
                    <a:pt x="4081196" y="3362397"/>
                  </a:lnTo>
                  <a:lnTo>
                    <a:pt x="4152819" y="3367566"/>
                  </a:lnTo>
                  <a:lnTo>
                    <a:pt x="4224441" y="3372514"/>
                  </a:lnTo>
                  <a:lnTo>
                    <a:pt x="4296064" y="3377252"/>
                  </a:lnTo>
                  <a:lnTo>
                    <a:pt x="4367686" y="3381788"/>
                  </a:lnTo>
                  <a:lnTo>
                    <a:pt x="4439309" y="3386131"/>
                  </a:lnTo>
                  <a:lnTo>
                    <a:pt x="4510931" y="3390289"/>
                  </a:lnTo>
                  <a:lnTo>
                    <a:pt x="4582554" y="3394269"/>
                  </a:lnTo>
                  <a:lnTo>
                    <a:pt x="4654176" y="33980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165756" y="2073503"/>
              <a:ext cx="6096922" cy="3481326"/>
            </a:xfrm>
            <a:custGeom>
              <a:avLst/>
              <a:pathLst>
                <a:path w="6096922" h="3481326">
                  <a:moveTo>
                    <a:pt x="6096922" y="3481326"/>
                  </a:moveTo>
                  <a:lnTo>
                    <a:pt x="6025300" y="3481039"/>
                  </a:lnTo>
                  <a:lnTo>
                    <a:pt x="5953677" y="3480718"/>
                  </a:lnTo>
                  <a:lnTo>
                    <a:pt x="5882055" y="3480360"/>
                  </a:lnTo>
                  <a:lnTo>
                    <a:pt x="5810432" y="3479959"/>
                  </a:lnTo>
                  <a:lnTo>
                    <a:pt x="5738810" y="3479510"/>
                  </a:lnTo>
                  <a:lnTo>
                    <a:pt x="5667187" y="3479009"/>
                  </a:lnTo>
                  <a:lnTo>
                    <a:pt x="5595565" y="3478448"/>
                  </a:lnTo>
                  <a:lnTo>
                    <a:pt x="5523942" y="3477820"/>
                  </a:lnTo>
                  <a:lnTo>
                    <a:pt x="5452320" y="3477119"/>
                  </a:lnTo>
                  <a:lnTo>
                    <a:pt x="5380697" y="3476334"/>
                  </a:lnTo>
                  <a:lnTo>
                    <a:pt x="5309075" y="3475456"/>
                  </a:lnTo>
                  <a:lnTo>
                    <a:pt x="5237452" y="3474475"/>
                  </a:lnTo>
                  <a:lnTo>
                    <a:pt x="5165830" y="3473377"/>
                  </a:lnTo>
                  <a:lnTo>
                    <a:pt x="5094207" y="3472149"/>
                  </a:lnTo>
                  <a:lnTo>
                    <a:pt x="5022585" y="3470776"/>
                  </a:lnTo>
                  <a:lnTo>
                    <a:pt x="4950962" y="3469240"/>
                  </a:lnTo>
                  <a:lnTo>
                    <a:pt x="4879339" y="3467523"/>
                  </a:lnTo>
                  <a:lnTo>
                    <a:pt x="4807717" y="3465602"/>
                  </a:lnTo>
                  <a:lnTo>
                    <a:pt x="4736094" y="3463453"/>
                  </a:lnTo>
                  <a:lnTo>
                    <a:pt x="4664472" y="3461051"/>
                  </a:lnTo>
                  <a:lnTo>
                    <a:pt x="4592849" y="3458363"/>
                  </a:lnTo>
                  <a:lnTo>
                    <a:pt x="4521227" y="3455358"/>
                  </a:lnTo>
                  <a:lnTo>
                    <a:pt x="4449604" y="3451997"/>
                  </a:lnTo>
                  <a:lnTo>
                    <a:pt x="4377982" y="3448237"/>
                  </a:lnTo>
                  <a:lnTo>
                    <a:pt x="4306359" y="3444033"/>
                  </a:lnTo>
                  <a:lnTo>
                    <a:pt x="4234737" y="3439331"/>
                  </a:lnTo>
                  <a:lnTo>
                    <a:pt x="4163114" y="3434072"/>
                  </a:lnTo>
                  <a:lnTo>
                    <a:pt x="4091492" y="3428190"/>
                  </a:lnTo>
                  <a:lnTo>
                    <a:pt x="4019869" y="3421612"/>
                  </a:lnTo>
                  <a:lnTo>
                    <a:pt x="3948247" y="3414255"/>
                  </a:lnTo>
                  <a:lnTo>
                    <a:pt x="3876624" y="3406027"/>
                  </a:lnTo>
                  <a:lnTo>
                    <a:pt x="3805002" y="3396825"/>
                  </a:lnTo>
                  <a:lnTo>
                    <a:pt x="3733379" y="3386534"/>
                  </a:lnTo>
                  <a:lnTo>
                    <a:pt x="3661757" y="3375023"/>
                  </a:lnTo>
                  <a:lnTo>
                    <a:pt x="3590134" y="3362150"/>
                  </a:lnTo>
                  <a:lnTo>
                    <a:pt x="3518511" y="3347753"/>
                  </a:lnTo>
                  <a:lnTo>
                    <a:pt x="3446889" y="3331650"/>
                  </a:lnTo>
                  <a:lnTo>
                    <a:pt x="3375266" y="3313642"/>
                  </a:lnTo>
                  <a:lnTo>
                    <a:pt x="3303644" y="3293501"/>
                  </a:lnTo>
                  <a:lnTo>
                    <a:pt x="3232021" y="3270975"/>
                  </a:lnTo>
                  <a:lnTo>
                    <a:pt x="3160399" y="3245782"/>
                  </a:lnTo>
                  <a:lnTo>
                    <a:pt x="3088776" y="3217607"/>
                  </a:lnTo>
                  <a:lnTo>
                    <a:pt x="3017154" y="3186095"/>
                  </a:lnTo>
                  <a:lnTo>
                    <a:pt x="2945531" y="3150852"/>
                  </a:lnTo>
                  <a:lnTo>
                    <a:pt x="2873909" y="3111436"/>
                  </a:lnTo>
                  <a:lnTo>
                    <a:pt x="2802286" y="3067353"/>
                  </a:lnTo>
                  <a:lnTo>
                    <a:pt x="2730664" y="3018051"/>
                  </a:lnTo>
                  <a:lnTo>
                    <a:pt x="2659041" y="2962911"/>
                  </a:lnTo>
                  <a:lnTo>
                    <a:pt x="2587419" y="2901242"/>
                  </a:lnTo>
                  <a:lnTo>
                    <a:pt x="2515796" y="2832272"/>
                  </a:lnTo>
                  <a:lnTo>
                    <a:pt x="2444174" y="2755135"/>
                  </a:lnTo>
                  <a:lnTo>
                    <a:pt x="2372551" y="2668865"/>
                  </a:lnTo>
                  <a:lnTo>
                    <a:pt x="2300929" y="2623338"/>
                  </a:lnTo>
                  <a:lnTo>
                    <a:pt x="2229306" y="2585060"/>
                  </a:lnTo>
                  <a:lnTo>
                    <a:pt x="2157683" y="2545078"/>
                  </a:lnTo>
                  <a:lnTo>
                    <a:pt x="2086061" y="2503318"/>
                  </a:lnTo>
                  <a:lnTo>
                    <a:pt x="2014438" y="2459700"/>
                  </a:lnTo>
                  <a:lnTo>
                    <a:pt x="1942816" y="2414142"/>
                  </a:lnTo>
                  <a:lnTo>
                    <a:pt x="1871193" y="2366557"/>
                  </a:lnTo>
                  <a:lnTo>
                    <a:pt x="1799571" y="2316855"/>
                  </a:lnTo>
                  <a:lnTo>
                    <a:pt x="1727948" y="2264941"/>
                  </a:lnTo>
                  <a:lnTo>
                    <a:pt x="1656326" y="2210718"/>
                  </a:lnTo>
                  <a:lnTo>
                    <a:pt x="1584703" y="2154083"/>
                  </a:lnTo>
                  <a:lnTo>
                    <a:pt x="1513081" y="2094928"/>
                  </a:lnTo>
                  <a:lnTo>
                    <a:pt x="1441458" y="2033141"/>
                  </a:lnTo>
                  <a:lnTo>
                    <a:pt x="1369836" y="1968606"/>
                  </a:lnTo>
                  <a:lnTo>
                    <a:pt x="1298213" y="1901200"/>
                  </a:lnTo>
                  <a:lnTo>
                    <a:pt x="1226591" y="1830794"/>
                  </a:lnTo>
                  <a:lnTo>
                    <a:pt x="1154968" y="1757257"/>
                  </a:lnTo>
                  <a:lnTo>
                    <a:pt x="1083346" y="1680448"/>
                  </a:lnTo>
                  <a:lnTo>
                    <a:pt x="1011723" y="1600221"/>
                  </a:lnTo>
                  <a:lnTo>
                    <a:pt x="940101" y="1516426"/>
                  </a:lnTo>
                  <a:lnTo>
                    <a:pt x="868478" y="1428903"/>
                  </a:lnTo>
                  <a:lnTo>
                    <a:pt x="796855" y="1337486"/>
                  </a:lnTo>
                  <a:lnTo>
                    <a:pt x="725233" y="1242001"/>
                  </a:lnTo>
                  <a:lnTo>
                    <a:pt x="653610" y="1142269"/>
                  </a:lnTo>
                  <a:lnTo>
                    <a:pt x="581988" y="1038100"/>
                  </a:lnTo>
                  <a:lnTo>
                    <a:pt x="510365" y="929297"/>
                  </a:lnTo>
                  <a:lnTo>
                    <a:pt x="438743" y="815653"/>
                  </a:lnTo>
                  <a:lnTo>
                    <a:pt x="367120" y="696953"/>
                  </a:lnTo>
                  <a:lnTo>
                    <a:pt x="295498" y="572973"/>
                  </a:lnTo>
                  <a:lnTo>
                    <a:pt x="223875" y="443476"/>
                  </a:lnTo>
                  <a:lnTo>
                    <a:pt x="152253" y="308219"/>
                  </a:lnTo>
                  <a:lnTo>
                    <a:pt x="80630" y="166944"/>
                  </a:lnTo>
                  <a:lnTo>
                    <a:pt x="9008" y="1938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205024" y="2073503"/>
              <a:ext cx="5057655" cy="3469345"/>
            </a:xfrm>
            <a:custGeom>
              <a:avLst/>
              <a:pathLst>
                <a:path w="5057655" h="3469345">
                  <a:moveTo>
                    <a:pt x="0" y="0"/>
                  </a:moveTo>
                  <a:lnTo>
                    <a:pt x="44078" y="165055"/>
                  </a:lnTo>
                  <a:lnTo>
                    <a:pt x="115700" y="413199"/>
                  </a:lnTo>
                  <a:lnTo>
                    <a:pt x="187323" y="642789"/>
                  </a:lnTo>
                  <a:lnTo>
                    <a:pt x="258945" y="855212"/>
                  </a:lnTo>
                  <a:lnTo>
                    <a:pt x="330568" y="1051752"/>
                  </a:lnTo>
                  <a:lnTo>
                    <a:pt x="402190" y="1233596"/>
                  </a:lnTo>
                  <a:lnTo>
                    <a:pt x="473813" y="1401844"/>
                  </a:lnTo>
                  <a:lnTo>
                    <a:pt x="545435" y="1557511"/>
                  </a:lnTo>
                  <a:lnTo>
                    <a:pt x="617058" y="1701539"/>
                  </a:lnTo>
                  <a:lnTo>
                    <a:pt x="688680" y="1834797"/>
                  </a:lnTo>
                  <a:lnTo>
                    <a:pt x="760303" y="1958092"/>
                  </a:lnTo>
                  <a:lnTo>
                    <a:pt x="831926" y="2072168"/>
                  </a:lnTo>
                  <a:lnTo>
                    <a:pt x="903548" y="2177714"/>
                  </a:lnTo>
                  <a:lnTo>
                    <a:pt x="975171" y="2275368"/>
                  </a:lnTo>
                  <a:lnTo>
                    <a:pt x="1046793" y="2365721"/>
                  </a:lnTo>
                  <a:lnTo>
                    <a:pt x="1118416" y="2449317"/>
                  </a:lnTo>
                  <a:lnTo>
                    <a:pt x="1190038" y="2526663"/>
                  </a:lnTo>
                  <a:lnTo>
                    <a:pt x="1261661" y="2598226"/>
                  </a:lnTo>
                  <a:lnTo>
                    <a:pt x="1333283" y="2664438"/>
                  </a:lnTo>
                  <a:lnTo>
                    <a:pt x="1404906" y="2725699"/>
                  </a:lnTo>
                  <a:lnTo>
                    <a:pt x="1476528" y="2782379"/>
                  </a:lnTo>
                  <a:lnTo>
                    <a:pt x="1548151" y="2834822"/>
                  </a:lnTo>
                  <a:lnTo>
                    <a:pt x="1619773" y="2883343"/>
                  </a:lnTo>
                  <a:lnTo>
                    <a:pt x="1691396" y="2928236"/>
                  </a:lnTo>
                  <a:lnTo>
                    <a:pt x="1763018" y="2969772"/>
                  </a:lnTo>
                  <a:lnTo>
                    <a:pt x="1834641" y="3008203"/>
                  </a:lnTo>
                  <a:lnTo>
                    <a:pt x="1906263" y="3043760"/>
                  </a:lnTo>
                  <a:lnTo>
                    <a:pt x="1977886" y="3076659"/>
                  </a:lnTo>
                  <a:lnTo>
                    <a:pt x="2049508" y="3107097"/>
                  </a:lnTo>
                  <a:lnTo>
                    <a:pt x="2121131" y="3135260"/>
                  </a:lnTo>
                  <a:lnTo>
                    <a:pt x="2192754" y="3161317"/>
                  </a:lnTo>
                  <a:lnTo>
                    <a:pt x="2264376" y="3185426"/>
                  </a:lnTo>
                  <a:lnTo>
                    <a:pt x="2335999" y="3207732"/>
                  </a:lnTo>
                  <a:lnTo>
                    <a:pt x="2407621" y="3228370"/>
                  </a:lnTo>
                  <a:lnTo>
                    <a:pt x="2479244" y="3247465"/>
                  </a:lnTo>
                  <a:lnTo>
                    <a:pt x="2550866" y="3265132"/>
                  </a:lnTo>
                  <a:lnTo>
                    <a:pt x="2622489" y="3281478"/>
                  </a:lnTo>
                  <a:lnTo>
                    <a:pt x="2694111" y="3296602"/>
                  </a:lnTo>
                  <a:lnTo>
                    <a:pt x="2765734" y="3310595"/>
                  </a:lnTo>
                  <a:lnTo>
                    <a:pt x="2837356" y="3323542"/>
                  </a:lnTo>
                  <a:lnTo>
                    <a:pt x="2908979" y="3335521"/>
                  </a:lnTo>
                  <a:lnTo>
                    <a:pt x="2980601" y="3346604"/>
                  </a:lnTo>
                  <a:lnTo>
                    <a:pt x="3052224" y="3356858"/>
                  </a:lnTo>
                  <a:lnTo>
                    <a:pt x="3123846" y="3366346"/>
                  </a:lnTo>
                  <a:lnTo>
                    <a:pt x="3195469" y="3375124"/>
                  </a:lnTo>
                  <a:lnTo>
                    <a:pt x="3267091" y="3383246"/>
                  </a:lnTo>
                  <a:lnTo>
                    <a:pt x="3338714" y="3390760"/>
                  </a:lnTo>
                  <a:lnTo>
                    <a:pt x="3410336" y="3397713"/>
                  </a:lnTo>
                  <a:lnTo>
                    <a:pt x="3481959" y="3404146"/>
                  </a:lnTo>
                  <a:lnTo>
                    <a:pt x="3553582" y="3410098"/>
                  </a:lnTo>
                  <a:lnTo>
                    <a:pt x="3625204" y="3415605"/>
                  </a:lnTo>
                  <a:lnTo>
                    <a:pt x="3696827" y="3420700"/>
                  </a:lnTo>
                  <a:lnTo>
                    <a:pt x="3768449" y="3425414"/>
                  </a:lnTo>
                  <a:lnTo>
                    <a:pt x="3840072" y="3429775"/>
                  </a:lnTo>
                  <a:lnTo>
                    <a:pt x="3911694" y="3433811"/>
                  </a:lnTo>
                  <a:lnTo>
                    <a:pt x="3983317" y="3437545"/>
                  </a:lnTo>
                  <a:lnTo>
                    <a:pt x="4054939" y="3440999"/>
                  </a:lnTo>
                  <a:lnTo>
                    <a:pt x="4126562" y="3444196"/>
                  </a:lnTo>
                  <a:lnTo>
                    <a:pt x="4198184" y="3447153"/>
                  </a:lnTo>
                  <a:lnTo>
                    <a:pt x="4269807" y="3449889"/>
                  </a:lnTo>
                  <a:lnTo>
                    <a:pt x="4341429" y="3452421"/>
                  </a:lnTo>
                  <a:lnTo>
                    <a:pt x="4413052" y="3454763"/>
                  </a:lnTo>
                  <a:lnTo>
                    <a:pt x="4484674" y="3456930"/>
                  </a:lnTo>
                  <a:lnTo>
                    <a:pt x="4556297" y="3458935"/>
                  </a:lnTo>
                  <a:lnTo>
                    <a:pt x="4627919" y="3460790"/>
                  </a:lnTo>
                  <a:lnTo>
                    <a:pt x="4699542" y="3462507"/>
                  </a:lnTo>
                  <a:lnTo>
                    <a:pt x="4771164" y="3464095"/>
                  </a:lnTo>
                  <a:lnTo>
                    <a:pt x="4842787" y="3465564"/>
                  </a:lnTo>
                  <a:lnTo>
                    <a:pt x="4914410" y="3466924"/>
                  </a:lnTo>
                  <a:lnTo>
                    <a:pt x="4986032" y="3468182"/>
                  </a:lnTo>
                  <a:lnTo>
                    <a:pt x="5057655" y="346934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949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2.46 (1.65-3.65), p_Bonf = &lt;0.001 (n = 6)  |  per IQR decline (Δ = 29.9 %): 14.72 (4.51-48.03)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78379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2026-09-28T17:00:28Z</dcterms:modified>
  <cp:category/>
</cp:coreProperties>
</file>