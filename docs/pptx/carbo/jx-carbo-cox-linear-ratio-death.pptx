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211287" y="2143092"/>
              <a:ext cx="5988129" cy="1256328"/>
            </a:xfrm>
            <a:custGeom>
              <a:avLst/>
              <a:pathLst>
                <a:path w="5988129" h="1256328">
                  <a:moveTo>
                    <a:pt x="1417001" y="0"/>
                  </a:moveTo>
                  <a:lnTo>
                    <a:pt x="1486081" y="130954"/>
                  </a:lnTo>
                  <a:lnTo>
                    <a:pt x="1556426" y="250188"/>
                  </a:lnTo>
                  <a:lnTo>
                    <a:pt x="1626770" y="356798"/>
                  </a:lnTo>
                  <a:lnTo>
                    <a:pt x="1697115" y="452122"/>
                  </a:lnTo>
                  <a:lnTo>
                    <a:pt x="1767459" y="537355"/>
                  </a:lnTo>
                  <a:lnTo>
                    <a:pt x="1837804" y="613564"/>
                  </a:lnTo>
                  <a:lnTo>
                    <a:pt x="1908148" y="681704"/>
                  </a:lnTo>
                  <a:lnTo>
                    <a:pt x="1978493" y="742631"/>
                  </a:lnTo>
                  <a:lnTo>
                    <a:pt x="2048837" y="797108"/>
                  </a:lnTo>
                  <a:lnTo>
                    <a:pt x="2119182" y="845817"/>
                  </a:lnTo>
                  <a:lnTo>
                    <a:pt x="2189526" y="889370"/>
                  </a:lnTo>
                  <a:lnTo>
                    <a:pt x="2259871" y="928311"/>
                  </a:lnTo>
                  <a:lnTo>
                    <a:pt x="2330215" y="959926"/>
                  </a:lnTo>
                  <a:lnTo>
                    <a:pt x="2400560" y="972588"/>
                  </a:lnTo>
                  <a:lnTo>
                    <a:pt x="2470904" y="984711"/>
                  </a:lnTo>
                  <a:lnTo>
                    <a:pt x="2541249" y="996317"/>
                  </a:lnTo>
                  <a:lnTo>
                    <a:pt x="2611593" y="1007429"/>
                  </a:lnTo>
                  <a:lnTo>
                    <a:pt x="2681938" y="1018068"/>
                  </a:lnTo>
                  <a:lnTo>
                    <a:pt x="2752282" y="1028254"/>
                  </a:lnTo>
                  <a:lnTo>
                    <a:pt x="2822627" y="1038005"/>
                  </a:lnTo>
                  <a:lnTo>
                    <a:pt x="2892971" y="1047342"/>
                  </a:lnTo>
                  <a:lnTo>
                    <a:pt x="2963316" y="1056280"/>
                  </a:lnTo>
                  <a:lnTo>
                    <a:pt x="3033660" y="1064838"/>
                  </a:lnTo>
                  <a:lnTo>
                    <a:pt x="3104005" y="1073032"/>
                  </a:lnTo>
                  <a:lnTo>
                    <a:pt x="3174349" y="1080876"/>
                  </a:lnTo>
                  <a:lnTo>
                    <a:pt x="3244693" y="1088387"/>
                  </a:lnTo>
                  <a:lnTo>
                    <a:pt x="3315038" y="1095577"/>
                  </a:lnTo>
                  <a:lnTo>
                    <a:pt x="3385382" y="1102461"/>
                  </a:lnTo>
                  <a:lnTo>
                    <a:pt x="3455727" y="1109052"/>
                  </a:lnTo>
                  <a:lnTo>
                    <a:pt x="3526071" y="1115363"/>
                  </a:lnTo>
                  <a:lnTo>
                    <a:pt x="3596416" y="1121404"/>
                  </a:lnTo>
                  <a:lnTo>
                    <a:pt x="3666760" y="1127188"/>
                  </a:lnTo>
                  <a:lnTo>
                    <a:pt x="3737105" y="1132726"/>
                  </a:lnTo>
                  <a:lnTo>
                    <a:pt x="3807449" y="1138028"/>
                  </a:lnTo>
                  <a:lnTo>
                    <a:pt x="3877794" y="1143104"/>
                  </a:lnTo>
                  <a:lnTo>
                    <a:pt x="3948138" y="1147964"/>
                  </a:lnTo>
                  <a:lnTo>
                    <a:pt x="4018483" y="1152617"/>
                  </a:lnTo>
                  <a:lnTo>
                    <a:pt x="4088827" y="1157071"/>
                  </a:lnTo>
                  <a:lnTo>
                    <a:pt x="4159172" y="1161336"/>
                  </a:lnTo>
                  <a:lnTo>
                    <a:pt x="4229516" y="1165419"/>
                  </a:lnTo>
                  <a:lnTo>
                    <a:pt x="4299861" y="1169329"/>
                  </a:lnTo>
                  <a:lnTo>
                    <a:pt x="4370205" y="1173072"/>
                  </a:lnTo>
                  <a:lnTo>
                    <a:pt x="4440550" y="1176655"/>
                  </a:lnTo>
                  <a:lnTo>
                    <a:pt x="4510894" y="1180086"/>
                  </a:lnTo>
                  <a:lnTo>
                    <a:pt x="4581239" y="1183370"/>
                  </a:lnTo>
                  <a:lnTo>
                    <a:pt x="4651583" y="1186515"/>
                  </a:lnTo>
                  <a:lnTo>
                    <a:pt x="4721928" y="1189526"/>
                  </a:lnTo>
                  <a:lnTo>
                    <a:pt x="4792272" y="1192409"/>
                  </a:lnTo>
                  <a:lnTo>
                    <a:pt x="4862617" y="1195168"/>
                  </a:lnTo>
                  <a:lnTo>
                    <a:pt x="4932961" y="1197811"/>
                  </a:lnTo>
                  <a:lnTo>
                    <a:pt x="5003306" y="1200340"/>
                  </a:lnTo>
                  <a:lnTo>
                    <a:pt x="5073650" y="1202762"/>
                  </a:lnTo>
                  <a:lnTo>
                    <a:pt x="5143995" y="1205081"/>
                  </a:lnTo>
                  <a:lnTo>
                    <a:pt x="5214339" y="1207301"/>
                  </a:lnTo>
                  <a:lnTo>
                    <a:pt x="5284684" y="1209426"/>
                  </a:lnTo>
                  <a:lnTo>
                    <a:pt x="5355028" y="1211461"/>
                  </a:lnTo>
                  <a:lnTo>
                    <a:pt x="5425373" y="1213410"/>
                  </a:lnTo>
                  <a:lnTo>
                    <a:pt x="5495717" y="1215275"/>
                  </a:lnTo>
                  <a:lnTo>
                    <a:pt x="5566062" y="1217061"/>
                  </a:lnTo>
                  <a:lnTo>
                    <a:pt x="5636406" y="1218770"/>
                  </a:lnTo>
                  <a:lnTo>
                    <a:pt x="5706751" y="1220407"/>
                  </a:lnTo>
                  <a:lnTo>
                    <a:pt x="5777095" y="1221975"/>
                  </a:lnTo>
                  <a:lnTo>
                    <a:pt x="5847440" y="1223475"/>
                  </a:lnTo>
                  <a:lnTo>
                    <a:pt x="5917784" y="1224912"/>
                  </a:lnTo>
                  <a:lnTo>
                    <a:pt x="5988129" y="1226287"/>
                  </a:lnTo>
                  <a:lnTo>
                    <a:pt x="5988129" y="1256328"/>
                  </a:lnTo>
                  <a:lnTo>
                    <a:pt x="5917784" y="1256225"/>
                  </a:lnTo>
                  <a:lnTo>
                    <a:pt x="5847440" y="1256109"/>
                  </a:lnTo>
                  <a:lnTo>
                    <a:pt x="5777095" y="1255980"/>
                  </a:lnTo>
                  <a:lnTo>
                    <a:pt x="5706751" y="1255835"/>
                  </a:lnTo>
                  <a:lnTo>
                    <a:pt x="5636406" y="1255673"/>
                  </a:lnTo>
                  <a:lnTo>
                    <a:pt x="5566062" y="1255492"/>
                  </a:lnTo>
                  <a:lnTo>
                    <a:pt x="5495717" y="1255290"/>
                  </a:lnTo>
                  <a:lnTo>
                    <a:pt x="5425373" y="1255063"/>
                  </a:lnTo>
                  <a:lnTo>
                    <a:pt x="5355028" y="1254810"/>
                  </a:lnTo>
                  <a:lnTo>
                    <a:pt x="5284684" y="1254527"/>
                  </a:lnTo>
                  <a:lnTo>
                    <a:pt x="5214339" y="1254210"/>
                  </a:lnTo>
                  <a:lnTo>
                    <a:pt x="5143995" y="1253856"/>
                  </a:lnTo>
                  <a:lnTo>
                    <a:pt x="5073650" y="1253460"/>
                  </a:lnTo>
                  <a:lnTo>
                    <a:pt x="5003306" y="1253017"/>
                  </a:lnTo>
                  <a:lnTo>
                    <a:pt x="4932961" y="1252521"/>
                  </a:lnTo>
                  <a:lnTo>
                    <a:pt x="4862617" y="1251967"/>
                  </a:lnTo>
                  <a:lnTo>
                    <a:pt x="4792272" y="1251347"/>
                  </a:lnTo>
                  <a:lnTo>
                    <a:pt x="4721928" y="1250654"/>
                  </a:lnTo>
                  <a:lnTo>
                    <a:pt x="4651583" y="1249879"/>
                  </a:lnTo>
                  <a:lnTo>
                    <a:pt x="4581239" y="1249011"/>
                  </a:lnTo>
                  <a:lnTo>
                    <a:pt x="4510894" y="1248042"/>
                  </a:lnTo>
                  <a:lnTo>
                    <a:pt x="4440550" y="1246957"/>
                  </a:lnTo>
                  <a:lnTo>
                    <a:pt x="4370205" y="1245744"/>
                  </a:lnTo>
                  <a:lnTo>
                    <a:pt x="4299861" y="1244387"/>
                  </a:lnTo>
                  <a:lnTo>
                    <a:pt x="4229516" y="1242870"/>
                  </a:lnTo>
                  <a:lnTo>
                    <a:pt x="4159172" y="1241173"/>
                  </a:lnTo>
                  <a:lnTo>
                    <a:pt x="4088827" y="1239275"/>
                  </a:lnTo>
                  <a:lnTo>
                    <a:pt x="4018483" y="1237153"/>
                  </a:lnTo>
                  <a:lnTo>
                    <a:pt x="3948138" y="1234779"/>
                  </a:lnTo>
                  <a:lnTo>
                    <a:pt x="3877794" y="1232124"/>
                  </a:lnTo>
                  <a:lnTo>
                    <a:pt x="3807449" y="1229155"/>
                  </a:lnTo>
                  <a:lnTo>
                    <a:pt x="3737105" y="1225834"/>
                  </a:lnTo>
                  <a:lnTo>
                    <a:pt x="3666760" y="1222120"/>
                  </a:lnTo>
                  <a:lnTo>
                    <a:pt x="3596416" y="1217966"/>
                  </a:lnTo>
                  <a:lnTo>
                    <a:pt x="3526071" y="1213321"/>
                  </a:lnTo>
                  <a:lnTo>
                    <a:pt x="3455727" y="1208125"/>
                  </a:lnTo>
                  <a:lnTo>
                    <a:pt x="3385382" y="1202314"/>
                  </a:lnTo>
                  <a:lnTo>
                    <a:pt x="3315038" y="1195815"/>
                  </a:lnTo>
                  <a:lnTo>
                    <a:pt x="3244693" y="1188547"/>
                  </a:lnTo>
                  <a:lnTo>
                    <a:pt x="3174349" y="1180418"/>
                  </a:lnTo>
                  <a:lnTo>
                    <a:pt x="3104005" y="1171326"/>
                  </a:lnTo>
                  <a:lnTo>
                    <a:pt x="3033660" y="1161158"/>
                  </a:lnTo>
                  <a:lnTo>
                    <a:pt x="2963316" y="1149786"/>
                  </a:lnTo>
                  <a:lnTo>
                    <a:pt x="2892971" y="1137068"/>
                  </a:lnTo>
                  <a:lnTo>
                    <a:pt x="2822627" y="1122844"/>
                  </a:lnTo>
                  <a:lnTo>
                    <a:pt x="2752282" y="1106935"/>
                  </a:lnTo>
                  <a:lnTo>
                    <a:pt x="2681938" y="1089143"/>
                  </a:lnTo>
                  <a:lnTo>
                    <a:pt x="2611593" y="1069245"/>
                  </a:lnTo>
                  <a:lnTo>
                    <a:pt x="2541249" y="1046990"/>
                  </a:lnTo>
                  <a:lnTo>
                    <a:pt x="2470904" y="1022100"/>
                  </a:lnTo>
                  <a:lnTo>
                    <a:pt x="2400560" y="994263"/>
                  </a:lnTo>
                  <a:lnTo>
                    <a:pt x="2330215" y="963130"/>
                  </a:lnTo>
                  <a:lnTo>
                    <a:pt x="2259871" y="946701"/>
                  </a:lnTo>
                  <a:lnTo>
                    <a:pt x="2189526" y="932887"/>
                  </a:lnTo>
                  <a:lnTo>
                    <a:pt x="2119182" y="918459"/>
                  </a:lnTo>
                  <a:lnTo>
                    <a:pt x="2048837" y="903388"/>
                  </a:lnTo>
                  <a:lnTo>
                    <a:pt x="1978493" y="887648"/>
                  </a:lnTo>
                  <a:lnTo>
                    <a:pt x="1908148" y="871207"/>
                  </a:lnTo>
                  <a:lnTo>
                    <a:pt x="1837804" y="854034"/>
                  </a:lnTo>
                  <a:lnTo>
                    <a:pt x="1767459" y="836098"/>
                  </a:lnTo>
                  <a:lnTo>
                    <a:pt x="1697115" y="817364"/>
                  </a:lnTo>
                  <a:lnTo>
                    <a:pt x="1626770" y="797796"/>
                  </a:lnTo>
                  <a:lnTo>
                    <a:pt x="1556426" y="777358"/>
                  </a:lnTo>
                  <a:lnTo>
                    <a:pt x="1486081" y="756010"/>
                  </a:lnTo>
                  <a:lnTo>
                    <a:pt x="1415737" y="733713"/>
                  </a:lnTo>
                  <a:lnTo>
                    <a:pt x="1345392" y="710423"/>
                  </a:lnTo>
                  <a:lnTo>
                    <a:pt x="1275048" y="686098"/>
                  </a:lnTo>
                  <a:lnTo>
                    <a:pt x="1204703" y="660690"/>
                  </a:lnTo>
                  <a:lnTo>
                    <a:pt x="1134359" y="634152"/>
                  </a:lnTo>
                  <a:lnTo>
                    <a:pt x="1064014" y="606434"/>
                  </a:lnTo>
                  <a:lnTo>
                    <a:pt x="993670" y="577482"/>
                  </a:lnTo>
                  <a:lnTo>
                    <a:pt x="923325" y="547242"/>
                  </a:lnTo>
                  <a:lnTo>
                    <a:pt x="852981" y="515657"/>
                  </a:lnTo>
                  <a:lnTo>
                    <a:pt x="782636" y="482667"/>
                  </a:lnTo>
                  <a:lnTo>
                    <a:pt x="712292" y="448209"/>
                  </a:lnTo>
                  <a:lnTo>
                    <a:pt x="641947" y="412218"/>
                  </a:lnTo>
                  <a:lnTo>
                    <a:pt x="571603" y="374626"/>
                  </a:lnTo>
                  <a:lnTo>
                    <a:pt x="501258" y="335361"/>
                  </a:lnTo>
                  <a:lnTo>
                    <a:pt x="430914" y="294350"/>
                  </a:lnTo>
                  <a:lnTo>
                    <a:pt x="360569" y="251514"/>
                  </a:lnTo>
                  <a:lnTo>
                    <a:pt x="290225" y="206772"/>
                  </a:lnTo>
                  <a:lnTo>
                    <a:pt x="219880" y="160040"/>
                  </a:lnTo>
                  <a:lnTo>
                    <a:pt x="149536" y="111229"/>
                  </a:lnTo>
                  <a:lnTo>
                    <a:pt x="79191" y="60246"/>
                  </a:lnTo>
                  <a:lnTo>
                    <a:pt x="8847" y="69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28289" y="2143092"/>
              <a:ext cx="4571127" cy="1226287"/>
            </a:xfrm>
            <a:custGeom>
              <a:avLst/>
              <a:pathLst>
                <a:path w="4571127" h="1226287">
                  <a:moveTo>
                    <a:pt x="0" y="0"/>
                  </a:moveTo>
                  <a:lnTo>
                    <a:pt x="69079" y="130954"/>
                  </a:lnTo>
                  <a:lnTo>
                    <a:pt x="139424" y="250188"/>
                  </a:lnTo>
                  <a:lnTo>
                    <a:pt x="209768" y="356798"/>
                  </a:lnTo>
                  <a:lnTo>
                    <a:pt x="280113" y="452122"/>
                  </a:lnTo>
                  <a:lnTo>
                    <a:pt x="350457" y="537355"/>
                  </a:lnTo>
                  <a:lnTo>
                    <a:pt x="420802" y="613564"/>
                  </a:lnTo>
                  <a:lnTo>
                    <a:pt x="491146" y="681704"/>
                  </a:lnTo>
                  <a:lnTo>
                    <a:pt x="561491" y="742631"/>
                  </a:lnTo>
                  <a:lnTo>
                    <a:pt x="631835" y="797108"/>
                  </a:lnTo>
                  <a:lnTo>
                    <a:pt x="702180" y="845817"/>
                  </a:lnTo>
                  <a:lnTo>
                    <a:pt x="772524" y="889370"/>
                  </a:lnTo>
                  <a:lnTo>
                    <a:pt x="842869" y="928311"/>
                  </a:lnTo>
                  <a:lnTo>
                    <a:pt x="913213" y="959926"/>
                  </a:lnTo>
                  <a:lnTo>
                    <a:pt x="983558" y="972588"/>
                  </a:lnTo>
                  <a:lnTo>
                    <a:pt x="1053902" y="984711"/>
                  </a:lnTo>
                  <a:lnTo>
                    <a:pt x="1124247" y="996317"/>
                  </a:lnTo>
                  <a:lnTo>
                    <a:pt x="1194591" y="1007429"/>
                  </a:lnTo>
                  <a:lnTo>
                    <a:pt x="1264936" y="1018068"/>
                  </a:lnTo>
                  <a:lnTo>
                    <a:pt x="1335280" y="1028254"/>
                  </a:lnTo>
                  <a:lnTo>
                    <a:pt x="1405625" y="1038005"/>
                  </a:lnTo>
                  <a:lnTo>
                    <a:pt x="1475969" y="1047342"/>
                  </a:lnTo>
                  <a:lnTo>
                    <a:pt x="1546314" y="1056280"/>
                  </a:lnTo>
                  <a:lnTo>
                    <a:pt x="1616658" y="1064838"/>
                  </a:lnTo>
                  <a:lnTo>
                    <a:pt x="1687003" y="1073032"/>
                  </a:lnTo>
                  <a:lnTo>
                    <a:pt x="1757347" y="1080876"/>
                  </a:lnTo>
                  <a:lnTo>
                    <a:pt x="1827692" y="1088387"/>
                  </a:lnTo>
                  <a:lnTo>
                    <a:pt x="1898036" y="1095577"/>
                  </a:lnTo>
                  <a:lnTo>
                    <a:pt x="1968381" y="1102461"/>
                  </a:lnTo>
                  <a:lnTo>
                    <a:pt x="2038725" y="1109052"/>
                  </a:lnTo>
                  <a:lnTo>
                    <a:pt x="2109070" y="1115363"/>
                  </a:lnTo>
                  <a:lnTo>
                    <a:pt x="2179414" y="1121404"/>
                  </a:lnTo>
                  <a:lnTo>
                    <a:pt x="2249759" y="1127188"/>
                  </a:lnTo>
                  <a:lnTo>
                    <a:pt x="2320103" y="1132726"/>
                  </a:lnTo>
                  <a:lnTo>
                    <a:pt x="2390448" y="1138028"/>
                  </a:lnTo>
                  <a:lnTo>
                    <a:pt x="2460792" y="1143104"/>
                  </a:lnTo>
                  <a:lnTo>
                    <a:pt x="2531137" y="1147964"/>
                  </a:lnTo>
                  <a:lnTo>
                    <a:pt x="2601481" y="1152617"/>
                  </a:lnTo>
                  <a:lnTo>
                    <a:pt x="2671826" y="1157071"/>
                  </a:lnTo>
                  <a:lnTo>
                    <a:pt x="2742170" y="1161336"/>
                  </a:lnTo>
                  <a:lnTo>
                    <a:pt x="2812515" y="1165419"/>
                  </a:lnTo>
                  <a:lnTo>
                    <a:pt x="2882859" y="1169329"/>
                  </a:lnTo>
                  <a:lnTo>
                    <a:pt x="2953204" y="1173072"/>
                  </a:lnTo>
                  <a:lnTo>
                    <a:pt x="3023548" y="1176655"/>
                  </a:lnTo>
                  <a:lnTo>
                    <a:pt x="3093893" y="1180086"/>
                  </a:lnTo>
                  <a:lnTo>
                    <a:pt x="3164237" y="1183370"/>
                  </a:lnTo>
                  <a:lnTo>
                    <a:pt x="3234582" y="1186515"/>
                  </a:lnTo>
                  <a:lnTo>
                    <a:pt x="3304926" y="1189526"/>
                  </a:lnTo>
                  <a:lnTo>
                    <a:pt x="3375271" y="1192409"/>
                  </a:lnTo>
                  <a:lnTo>
                    <a:pt x="3445615" y="1195168"/>
                  </a:lnTo>
                  <a:lnTo>
                    <a:pt x="3515959" y="1197811"/>
                  </a:lnTo>
                  <a:lnTo>
                    <a:pt x="3586304" y="1200340"/>
                  </a:lnTo>
                  <a:lnTo>
                    <a:pt x="3656648" y="1202762"/>
                  </a:lnTo>
                  <a:lnTo>
                    <a:pt x="3726993" y="1205081"/>
                  </a:lnTo>
                  <a:lnTo>
                    <a:pt x="3797337" y="1207301"/>
                  </a:lnTo>
                  <a:lnTo>
                    <a:pt x="3867682" y="1209426"/>
                  </a:lnTo>
                  <a:lnTo>
                    <a:pt x="3938026" y="1211461"/>
                  </a:lnTo>
                  <a:lnTo>
                    <a:pt x="4008371" y="1213410"/>
                  </a:lnTo>
                  <a:lnTo>
                    <a:pt x="4078715" y="1215275"/>
                  </a:lnTo>
                  <a:lnTo>
                    <a:pt x="4149060" y="1217061"/>
                  </a:lnTo>
                  <a:lnTo>
                    <a:pt x="4219404" y="1218770"/>
                  </a:lnTo>
                  <a:lnTo>
                    <a:pt x="4289749" y="1220407"/>
                  </a:lnTo>
                  <a:lnTo>
                    <a:pt x="4360093" y="1221975"/>
                  </a:lnTo>
                  <a:lnTo>
                    <a:pt x="4430438" y="1223475"/>
                  </a:lnTo>
                  <a:lnTo>
                    <a:pt x="4500782" y="1224912"/>
                  </a:lnTo>
                  <a:lnTo>
                    <a:pt x="4571127" y="12262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11287" y="2143092"/>
              <a:ext cx="5988129" cy="1256328"/>
            </a:xfrm>
            <a:custGeom>
              <a:avLst/>
              <a:pathLst>
                <a:path w="5988129" h="1256328">
                  <a:moveTo>
                    <a:pt x="5988129" y="1256328"/>
                  </a:moveTo>
                  <a:lnTo>
                    <a:pt x="5917784" y="1256225"/>
                  </a:lnTo>
                  <a:lnTo>
                    <a:pt x="5847440" y="1256109"/>
                  </a:lnTo>
                  <a:lnTo>
                    <a:pt x="5777095" y="1255980"/>
                  </a:lnTo>
                  <a:lnTo>
                    <a:pt x="5706751" y="1255835"/>
                  </a:lnTo>
                  <a:lnTo>
                    <a:pt x="5636406" y="1255673"/>
                  </a:lnTo>
                  <a:lnTo>
                    <a:pt x="5566062" y="1255492"/>
                  </a:lnTo>
                  <a:lnTo>
                    <a:pt x="5495717" y="1255290"/>
                  </a:lnTo>
                  <a:lnTo>
                    <a:pt x="5425373" y="1255063"/>
                  </a:lnTo>
                  <a:lnTo>
                    <a:pt x="5355028" y="1254810"/>
                  </a:lnTo>
                  <a:lnTo>
                    <a:pt x="5284684" y="1254527"/>
                  </a:lnTo>
                  <a:lnTo>
                    <a:pt x="5214339" y="1254210"/>
                  </a:lnTo>
                  <a:lnTo>
                    <a:pt x="5143995" y="1253856"/>
                  </a:lnTo>
                  <a:lnTo>
                    <a:pt x="5073650" y="1253460"/>
                  </a:lnTo>
                  <a:lnTo>
                    <a:pt x="5003306" y="1253017"/>
                  </a:lnTo>
                  <a:lnTo>
                    <a:pt x="4932961" y="1252521"/>
                  </a:lnTo>
                  <a:lnTo>
                    <a:pt x="4862617" y="1251967"/>
                  </a:lnTo>
                  <a:lnTo>
                    <a:pt x="4792272" y="1251347"/>
                  </a:lnTo>
                  <a:lnTo>
                    <a:pt x="4721928" y="1250654"/>
                  </a:lnTo>
                  <a:lnTo>
                    <a:pt x="4651583" y="1249879"/>
                  </a:lnTo>
                  <a:lnTo>
                    <a:pt x="4581239" y="1249011"/>
                  </a:lnTo>
                  <a:lnTo>
                    <a:pt x="4510894" y="1248042"/>
                  </a:lnTo>
                  <a:lnTo>
                    <a:pt x="4440550" y="1246957"/>
                  </a:lnTo>
                  <a:lnTo>
                    <a:pt x="4370205" y="1245744"/>
                  </a:lnTo>
                  <a:lnTo>
                    <a:pt x="4299861" y="1244387"/>
                  </a:lnTo>
                  <a:lnTo>
                    <a:pt x="4229516" y="1242870"/>
                  </a:lnTo>
                  <a:lnTo>
                    <a:pt x="4159172" y="1241173"/>
                  </a:lnTo>
                  <a:lnTo>
                    <a:pt x="4088827" y="1239275"/>
                  </a:lnTo>
                  <a:lnTo>
                    <a:pt x="4018483" y="1237153"/>
                  </a:lnTo>
                  <a:lnTo>
                    <a:pt x="3948138" y="1234779"/>
                  </a:lnTo>
                  <a:lnTo>
                    <a:pt x="3877794" y="1232124"/>
                  </a:lnTo>
                  <a:lnTo>
                    <a:pt x="3807449" y="1229155"/>
                  </a:lnTo>
                  <a:lnTo>
                    <a:pt x="3737105" y="1225834"/>
                  </a:lnTo>
                  <a:lnTo>
                    <a:pt x="3666760" y="1222120"/>
                  </a:lnTo>
                  <a:lnTo>
                    <a:pt x="3596416" y="1217966"/>
                  </a:lnTo>
                  <a:lnTo>
                    <a:pt x="3526071" y="1213321"/>
                  </a:lnTo>
                  <a:lnTo>
                    <a:pt x="3455727" y="1208125"/>
                  </a:lnTo>
                  <a:lnTo>
                    <a:pt x="3385382" y="1202314"/>
                  </a:lnTo>
                  <a:lnTo>
                    <a:pt x="3315038" y="1195815"/>
                  </a:lnTo>
                  <a:lnTo>
                    <a:pt x="3244693" y="1188547"/>
                  </a:lnTo>
                  <a:lnTo>
                    <a:pt x="3174349" y="1180418"/>
                  </a:lnTo>
                  <a:lnTo>
                    <a:pt x="3104005" y="1171326"/>
                  </a:lnTo>
                  <a:lnTo>
                    <a:pt x="3033660" y="1161158"/>
                  </a:lnTo>
                  <a:lnTo>
                    <a:pt x="2963316" y="1149786"/>
                  </a:lnTo>
                  <a:lnTo>
                    <a:pt x="2892971" y="1137068"/>
                  </a:lnTo>
                  <a:lnTo>
                    <a:pt x="2822627" y="1122844"/>
                  </a:lnTo>
                  <a:lnTo>
                    <a:pt x="2752282" y="1106935"/>
                  </a:lnTo>
                  <a:lnTo>
                    <a:pt x="2681938" y="1089143"/>
                  </a:lnTo>
                  <a:lnTo>
                    <a:pt x="2611593" y="1069245"/>
                  </a:lnTo>
                  <a:lnTo>
                    <a:pt x="2541249" y="1046990"/>
                  </a:lnTo>
                  <a:lnTo>
                    <a:pt x="2470904" y="1022100"/>
                  </a:lnTo>
                  <a:lnTo>
                    <a:pt x="2400560" y="994263"/>
                  </a:lnTo>
                  <a:lnTo>
                    <a:pt x="2330215" y="963130"/>
                  </a:lnTo>
                  <a:lnTo>
                    <a:pt x="2259871" y="946701"/>
                  </a:lnTo>
                  <a:lnTo>
                    <a:pt x="2189526" y="932887"/>
                  </a:lnTo>
                  <a:lnTo>
                    <a:pt x="2119182" y="918459"/>
                  </a:lnTo>
                  <a:lnTo>
                    <a:pt x="2048837" y="903388"/>
                  </a:lnTo>
                  <a:lnTo>
                    <a:pt x="1978493" y="887648"/>
                  </a:lnTo>
                  <a:lnTo>
                    <a:pt x="1908148" y="871207"/>
                  </a:lnTo>
                  <a:lnTo>
                    <a:pt x="1837804" y="854034"/>
                  </a:lnTo>
                  <a:lnTo>
                    <a:pt x="1767459" y="836098"/>
                  </a:lnTo>
                  <a:lnTo>
                    <a:pt x="1697115" y="817364"/>
                  </a:lnTo>
                  <a:lnTo>
                    <a:pt x="1626770" y="797796"/>
                  </a:lnTo>
                  <a:lnTo>
                    <a:pt x="1556426" y="777358"/>
                  </a:lnTo>
                  <a:lnTo>
                    <a:pt x="1486081" y="756010"/>
                  </a:lnTo>
                  <a:lnTo>
                    <a:pt x="1415737" y="733713"/>
                  </a:lnTo>
                  <a:lnTo>
                    <a:pt x="1345392" y="710423"/>
                  </a:lnTo>
                  <a:lnTo>
                    <a:pt x="1275048" y="686098"/>
                  </a:lnTo>
                  <a:lnTo>
                    <a:pt x="1204703" y="660690"/>
                  </a:lnTo>
                  <a:lnTo>
                    <a:pt x="1134359" y="634152"/>
                  </a:lnTo>
                  <a:lnTo>
                    <a:pt x="1064014" y="606434"/>
                  </a:lnTo>
                  <a:lnTo>
                    <a:pt x="993670" y="577482"/>
                  </a:lnTo>
                  <a:lnTo>
                    <a:pt x="923325" y="547242"/>
                  </a:lnTo>
                  <a:lnTo>
                    <a:pt x="852981" y="515657"/>
                  </a:lnTo>
                  <a:lnTo>
                    <a:pt x="782636" y="482667"/>
                  </a:lnTo>
                  <a:lnTo>
                    <a:pt x="712292" y="448209"/>
                  </a:lnTo>
                  <a:lnTo>
                    <a:pt x="641947" y="412218"/>
                  </a:lnTo>
                  <a:lnTo>
                    <a:pt x="571603" y="374626"/>
                  </a:lnTo>
                  <a:lnTo>
                    <a:pt x="501258" y="335361"/>
                  </a:lnTo>
                  <a:lnTo>
                    <a:pt x="430914" y="294350"/>
                  </a:lnTo>
                  <a:lnTo>
                    <a:pt x="360569" y="251514"/>
                  </a:lnTo>
                  <a:lnTo>
                    <a:pt x="290225" y="206772"/>
                  </a:lnTo>
                  <a:lnTo>
                    <a:pt x="219880" y="160040"/>
                  </a:lnTo>
                  <a:lnTo>
                    <a:pt x="149536" y="111229"/>
                  </a:lnTo>
                  <a:lnTo>
                    <a:pt x="79191" y="60246"/>
                  </a:lnTo>
                  <a:lnTo>
                    <a:pt x="8847" y="69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32010" y="2143092"/>
              <a:ext cx="4967406" cy="1252005"/>
            </a:xfrm>
            <a:custGeom>
              <a:avLst/>
              <a:pathLst>
                <a:path w="4967406" h="1252005">
                  <a:moveTo>
                    <a:pt x="0" y="0"/>
                  </a:moveTo>
                  <a:lnTo>
                    <a:pt x="43291" y="59564"/>
                  </a:lnTo>
                  <a:lnTo>
                    <a:pt x="113636" y="149113"/>
                  </a:lnTo>
                  <a:lnTo>
                    <a:pt x="183980" y="231967"/>
                  </a:lnTo>
                  <a:lnTo>
                    <a:pt x="254325" y="308626"/>
                  </a:lnTo>
                  <a:lnTo>
                    <a:pt x="324669" y="379552"/>
                  </a:lnTo>
                  <a:lnTo>
                    <a:pt x="395014" y="445176"/>
                  </a:lnTo>
                  <a:lnTo>
                    <a:pt x="465358" y="505892"/>
                  </a:lnTo>
                  <a:lnTo>
                    <a:pt x="535703" y="562069"/>
                  </a:lnTo>
                  <a:lnTo>
                    <a:pt x="606047" y="614045"/>
                  </a:lnTo>
                  <a:lnTo>
                    <a:pt x="676392" y="662135"/>
                  </a:lnTo>
                  <a:lnTo>
                    <a:pt x="746736" y="706629"/>
                  </a:lnTo>
                  <a:lnTo>
                    <a:pt x="817081" y="747796"/>
                  </a:lnTo>
                  <a:lnTo>
                    <a:pt x="887425" y="785885"/>
                  </a:lnTo>
                  <a:lnTo>
                    <a:pt x="957770" y="821126"/>
                  </a:lnTo>
                  <a:lnTo>
                    <a:pt x="1028114" y="853733"/>
                  </a:lnTo>
                  <a:lnTo>
                    <a:pt x="1098459" y="883901"/>
                  </a:lnTo>
                  <a:lnTo>
                    <a:pt x="1168803" y="911813"/>
                  </a:lnTo>
                  <a:lnTo>
                    <a:pt x="1239148" y="937638"/>
                  </a:lnTo>
                  <a:lnTo>
                    <a:pt x="1309492" y="961533"/>
                  </a:lnTo>
                  <a:lnTo>
                    <a:pt x="1379837" y="983640"/>
                  </a:lnTo>
                  <a:lnTo>
                    <a:pt x="1450181" y="1004095"/>
                  </a:lnTo>
                  <a:lnTo>
                    <a:pt x="1520526" y="1023020"/>
                  </a:lnTo>
                  <a:lnTo>
                    <a:pt x="1590870" y="1040530"/>
                  </a:lnTo>
                  <a:lnTo>
                    <a:pt x="1661214" y="1056731"/>
                  </a:lnTo>
                  <a:lnTo>
                    <a:pt x="1731559" y="1071721"/>
                  </a:lnTo>
                  <a:lnTo>
                    <a:pt x="1801903" y="1085589"/>
                  </a:lnTo>
                  <a:lnTo>
                    <a:pt x="1872248" y="1098421"/>
                  </a:lnTo>
                  <a:lnTo>
                    <a:pt x="1942592" y="1110293"/>
                  </a:lnTo>
                  <a:lnTo>
                    <a:pt x="2012937" y="1121278"/>
                  </a:lnTo>
                  <a:lnTo>
                    <a:pt x="2083281" y="1131441"/>
                  </a:lnTo>
                  <a:lnTo>
                    <a:pt x="2153626" y="1140845"/>
                  </a:lnTo>
                  <a:lnTo>
                    <a:pt x="2223970" y="1149545"/>
                  </a:lnTo>
                  <a:lnTo>
                    <a:pt x="2294315" y="1157595"/>
                  </a:lnTo>
                  <a:lnTo>
                    <a:pt x="2364659" y="1165042"/>
                  </a:lnTo>
                  <a:lnTo>
                    <a:pt x="2435004" y="1171933"/>
                  </a:lnTo>
                  <a:lnTo>
                    <a:pt x="2505348" y="1178309"/>
                  </a:lnTo>
                  <a:lnTo>
                    <a:pt x="2575693" y="1184208"/>
                  </a:lnTo>
                  <a:lnTo>
                    <a:pt x="2646037" y="1189666"/>
                  </a:lnTo>
                  <a:lnTo>
                    <a:pt x="2716382" y="1194716"/>
                  </a:lnTo>
                  <a:lnTo>
                    <a:pt x="2786726" y="1199388"/>
                  </a:lnTo>
                  <a:lnTo>
                    <a:pt x="2857071" y="1203711"/>
                  </a:lnTo>
                  <a:lnTo>
                    <a:pt x="2927415" y="1207710"/>
                  </a:lnTo>
                  <a:lnTo>
                    <a:pt x="2997760" y="1211411"/>
                  </a:lnTo>
                  <a:lnTo>
                    <a:pt x="3068104" y="1214835"/>
                  </a:lnTo>
                  <a:lnTo>
                    <a:pt x="3138449" y="1218003"/>
                  </a:lnTo>
                  <a:lnTo>
                    <a:pt x="3208793" y="1220934"/>
                  </a:lnTo>
                  <a:lnTo>
                    <a:pt x="3279138" y="1223645"/>
                  </a:lnTo>
                  <a:lnTo>
                    <a:pt x="3349482" y="1226154"/>
                  </a:lnTo>
                  <a:lnTo>
                    <a:pt x="3419827" y="1228476"/>
                  </a:lnTo>
                  <a:lnTo>
                    <a:pt x="3490171" y="1230624"/>
                  </a:lnTo>
                  <a:lnTo>
                    <a:pt x="3560516" y="1232611"/>
                  </a:lnTo>
                  <a:lnTo>
                    <a:pt x="3630860" y="1234450"/>
                  </a:lnTo>
                  <a:lnTo>
                    <a:pt x="3701205" y="1236151"/>
                  </a:lnTo>
                  <a:lnTo>
                    <a:pt x="3771549" y="1237725"/>
                  </a:lnTo>
                  <a:lnTo>
                    <a:pt x="3841894" y="1239181"/>
                  </a:lnTo>
                  <a:lnTo>
                    <a:pt x="3912238" y="1240529"/>
                  </a:lnTo>
                  <a:lnTo>
                    <a:pt x="3982583" y="1241775"/>
                  </a:lnTo>
                  <a:lnTo>
                    <a:pt x="4052927" y="1242929"/>
                  </a:lnTo>
                  <a:lnTo>
                    <a:pt x="4123272" y="1243996"/>
                  </a:lnTo>
                  <a:lnTo>
                    <a:pt x="4193616" y="1244983"/>
                  </a:lnTo>
                  <a:lnTo>
                    <a:pt x="4263961" y="1245897"/>
                  </a:lnTo>
                  <a:lnTo>
                    <a:pt x="4334305" y="1246742"/>
                  </a:lnTo>
                  <a:lnTo>
                    <a:pt x="4404650" y="1247524"/>
                  </a:lnTo>
                  <a:lnTo>
                    <a:pt x="4474994" y="1248248"/>
                  </a:lnTo>
                  <a:lnTo>
                    <a:pt x="4545339" y="1248917"/>
                  </a:lnTo>
                  <a:lnTo>
                    <a:pt x="4615683" y="1249537"/>
                  </a:lnTo>
                  <a:lnTo>
                    <a:pt x="4686028" y="1250110"/>
                  </a:lnTo>
                  <a:lnTo>
                    <a:pt x="4756372" y="1250640"/>
                  </a:lnTo>
                  <a:lnTo>
                    <a:pt x="4826717" y="1251131"/>
                  </a:lnTo>
                  <a:lnTo>
                    <a:pt x="4897061" y="1251585"/>
                  </a:lnTo>
                  <a:lnTo>
                    <a:pt x="4967406" y="12520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250689" y="2751517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2.46 (1.65-3.65), p_Bonf = &lt;0.001 (n = 6)  |  per IQR decline (Δ = 29.9 %): 14.72 (4.51-48.03)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2211287" y="4336484"/>
              <a:ext cx="5988129" cy="1256328"/>
            </a:xfrm>
            <a:custGeom>
              <a:avLst/>
              <a:pathLst>
                <a:path w="5988129" h="1256328">
                  <a:moveTo>
                    <a:pt x="1417001" y="0"/>
                  </a:moveTo>
                  <a:lnTo>
                    <a:pt x="1486081" y="130954"/>
                  </a:lnTo>
                  <a:lnTo>
                    <a:pt x="1556426" y="250188"/>
                  </a:lnTo>
                  <a:lnTo>
                    <a:pt x="1626770" y="356798"/>
                  </a:lnTo>
                  <a:lnTo>
                    <a:pt x="1697115" y="452122"/>
                  </a:lnTo>
                  <a:lnTo>
                    <a:pt x="1767459" y="537355"/>
                  </a:lnTo>
                  <a:lnTo>
                    <a:pt x="1837804" y="613564"/>
                  </a:lnTo>
                  <a:lnTo>
                    <a:pt x="1908148" y="681704"/>
                  </a:lnTo>
                  <a:lnTo>
                    <a:pt x="1978493" y="742631"/>
                  </a:lnTo>
                  <a:lnTo>
                    <a:pt x="2048837" y="797108"/>
                  </a:lnTo>
                  <a:lnTo>
                    <a:pt x="2119182" y="845817"/>
                  </a:lnTo>
                  <a:lnTo>
                    <a:pt x="2189526" y="889370"/>
                  </a:lnTo>
                  <a:lnTo>
                    <a:pt x="2259871" y="928311"/>
                  </a:lnTo>
                  <a:lnTo>
                    <a:pt x="2330215" y="959926"/>
                  </a:lnTo>
                  <a:lnTo>
                    <a:pt x="2400560" y="972588"/>
                  </a:lnTo>
                  <a:lnTo>
                    <a:pt x="2470904" y="984711"/>
                  </a:lnTo>
                  <a:lnTo>
                    <a:pt x="2541249" y="996317"/>
                  </a:lnTo>
                  <a:lnTo>
                    <a:pt x="2611593" y="1007429"/>
                  </a:lnTo>
                  <a:lnTo>
                    <a:pt x="2681938" y="1018068"/>
                  </a:lnTo>
                  <a:lnTo>
                    <a:pt x="2752282" y="1028254"/>
                  </a:lnTo>
                  <a:lnTo>
                    <a:pt x="2822627" y="1038005"/>
                  </a:lnTo>
                  <a:lnTo>
                    <a:pt x="2892971" y="1047342"/>
                  </a:lnTo>
                  <a:lnTo>
                    <a:pt x="2963316" y="1056280"/>
                  </a:lnTo>
                  <a:lnTo>
                    <a:pt x="3033660" y="1064838"/>
                  </a:lnTo>
                  <a:lnTo>
                    <a:pt x="3104005" y="1073032"/>
                  </a:lnTo>
                  <a:lnTo>
                    <a:pt x="3174349" y="1080876"/>
                  </a:lnTo>
                  <a:lnTo>
                    <a:pt x="3244693" y="1088387"/>
                  </a:lnTo>
                  <a:lnTo>
                    <a:pt x="3315038" y="1095577"/>
                  </a:lnTo>
                  <a:lnTo>
                    <a:pt x="3385382" y="1102461"/>
                  </a:lnTo>
                  <a:lnTo>
                    <a:pt x="3455727" y="1109052"/>
                  </a:lnTo>
                  <a:lnTo>
                    <a:pt x="3526071" y="1115363"/>
                  </a:lnTo>
                  <a:lnTo>
                    <a:pt x="3596416" y="1121404"/>
                  </a:lnTo>
                  <a:lnTo>
                    <a:pt x="3666760" y="1127188"/>
                  </a:lnTo>
                  <a:lnTo>
                    <a:pt x="3737105" y="1132726"/>
                  </a:lnTo>
                  <a:lnTo>
                    <a:pt x="3807449" y="1138028"/>
                  </a:lnTo>
                  <a:lnTo>
                    <a:pt x="3877794" y="1143104"/>
                  </a:lnTo>
                  <a:lnTo>
                    <a:pt x="3948138" y="1147964"/>
                  </a:lnTo>
                  <a:lnTo>
                    <a:pt x="4018483" y="1152617"/>
                  </a:lnTo>
                  <a:lnTo>
                    <a:pt x="4088827" y="1157071"/>
                  </a:lnTo>
                  <a:lnTo>
                    <a:pt x="4159172" y="1161336"/>
                  </a:lnTo>
                  <a:lnTo>
                    <a:pt x="4229516" y="1165419"/>
                  </a:lnTo>
                  <a:lnTo>
                    <a:pt x="4299861" y="1169329"/>
                  </a:lnTo>
                  <a:lnTo>
                    <a:pt x="4370205" y="1173072"/>
                  </a:lnTo>
                  <a:lnTo>
                    <a:pt x="4440550" y="1176655"/>
                  </a:lnTo>
                  <a:lnTo>
                    <a:pt x="4510894" y="1180086"/>
                  </a:lnTo>
                  <a:lnTo>
                    <a:pt x="4581239" y="1183370"/>
                  </a:lnTo>
                  <a:lnTo>
                    <a:pt x="4651583" y="1186515"/>
                  </a:lnTo>
                  <a:lnTo>
                    <a:pt x="4721928" y="1189526"/>
                  </a:lnTo>
                  <a:lnTo>
                    <a:pt x="4792272" y="1192409"/>
                  </a:lnTo>
                  <a:lnTo>
                    <a:pt x="4862617" y="1195168"/>
                  </a:lnTo>
                  <a:lnTo>
                    <a:pt x="4932961" y="1197811"/>
                  </a:lnTo>
                  <a:lnTo>
                    <a:pt x="5003306" y="1200340"/>
                  </a:lnTo>
                  <a:lnTo>
                    <a:pt x="5073650" y="1202762"/>
                  </a:lnTo>
                  <a:lnTo>
                    <a:pt x="5143995" y="1205081"/>
                  </a:lnTo>
                  <a:lnTo>
                    <a:pt x="5214339" y="1207301"/>
                  </a:lnTo>
                  <a:lnTo>
                    <a:pt x="5284684" y="1209426"/>
                  </a:lnTo>
                  <a:lnTo>
                    <a:pt x="5355028" y="1211461"/>
                  </a:lnTo>
                  <a:lnTo>
                    <a:pt x="5425373" y="1213410"/>
                  </a:lnTo>
                  <a:lnTo>
                    <a:pt x="5495717" y="1215275"/>
                  </a:lnTo>
                  <a:lnTo>
                    <a:pt x="5566062" y="1217061"/>
                  </a:lnTo>
                  <a:lnTo>
                    <a:pt x="5636406" y="1218770"/>
                  </a:lnTo>
                  <a:lnTo>
                    <a:pt x="5706751" y="1220407"/>
                  </a:lnTo>
                  <a:lnTo>
                    <a:pt x="5777095" y="1221975"/>
                  </a:lnTo>
                  <a:lnTo>
                    <a:pt x="5847440" y="1223475"/>
                  </a:lnTo>
                  <a:lnTo>
                    <a:pt x="5917784" y="1224912"/>
                  </a:lnTo>
                  <a:lnTo>
                    <a:pt x="5988129" y="1226287"/>
                  </a:lnTo>
                  <a:lnTo>
                    <a:pt x="5988129" y="1256328"/>
                  </a:lnTo>
                  <a:lnTo>
                    <a:pt x="5917784" y="1256225"/>
                  </a:lnTo>
                  <a:lnTo>
                    <a:pt x="5847440" y="1256109"/>
                  </a:lnTo>
                  <a:lnTo>
                    <a:pt x="5777095" y="1255980"/>
                  </a:lnTo>
                  <a:lnTo>
                    <a:pt x="5706751" y="1255835"/>
                  </a:lnTo>
                  <a:lnTo>
                    <a:pt x="5636406" y="1255673"/>
                  </a:lnTo>
                  <a:lnTo>
                    <a:pt x="5566062" y="1255492"/>
                  </a:lnTo>
                  <a:lnTo>
                    <a:pt x="5495717" y="1255290"/>
                  </a:lnTo>
                  <a:lnTo>
                    <a:pt x="5425373" y="1255063"/>
                  </a:lnTo>
                  <a:lnTo>
                    <a:pt x="5355028" y="1254810"/>
                  </a:lnTo>
                  <a:lnTo>
                    <a:pt x="5284684" y="1254527"/>
                  </a:lnTo>
                  <a:lnTo>
                    <a:pt x="5214339" y="1254210"/>
                  </a:lnTo>
                  <a:lnTo>
                    <a:pt x="5143995" y="1253856"/>
                  </a:lnTo>
                  <a:lnTo>
                    <a:pt x="5073650" y="1253460"/>
                  </a:lnTo>
                  <a:lnTo>
                    <a:pt x="5003306" y="1253017"/>
                  </a:lnTo>
                  <a:lnTo>
                    <a:pt x="4932961" y="1252521"/>
                  </a:lnTo>
                  <a:lnTo>
                    <a:pt x="4862617" y="1251967"/>
                  </a:lnTo>
                  <a:lnTo>
                    <a:pt x="4792272" y="1251347"/>
                  </a:lnTo>
                  <a:lnTo>
                    <a:pt x="4721928" y="1250654"/>
                  </a:lnTo>
                  <a:lnTo>
                    <a:pt x="4651583" y="1249879"/>
                  </a:lnTo>
                  <a:lnTo>
                    <a:pt x="4581239" y="1249011"/>
                  </a:lnTo>
                  <a:lnTo>
                    <a:pt x="4510894" y="1248042"/>
                  </a:lnTo>
                  <a:lnTo>
                    <a:pt x="4440550" y="1246957"/>
                  </a:lnTo>
                  <a:lnTo>
                    <a:pt x="4370205" y="1245744"/>
                  </a:lnTo>
                  <a:lnTo>
                    <a:pt x="4299861" y="1244387"/>
                  </a:lnTo>
                  <a:lnTo>
                    <a:pt x="4229516" y="1242870"/>
                  </a:lnTo>
                  <a:lnTo>
                    <a:pt x="4159172" y="1241173"/>
                  </a:lnTo>
                  <a:lnTo>
                    <a:pt x="4088827" y="1239275"/>
                  </a:lnTo>
                  <a:lnTo>
                    <a:pt x="4018483" y="1237153"/>
                  </a:lnTo>
                  <a:lnTo>
                    <a:pt x="3948138" y="1234779"/>
                  </a:lnTo>
                  <a:lnTo>
                    <a:pt x="3877794" y="1232124"/>
                  </a:lnTo>
                  <a:lnTo>
                    <a:pt x="3807449" y="1229155"/>
                  </a:lnTo>
                  <a:lnTo>
                    <a:pt x="3737105" y="1225834"/>
                  </a:lnTo>
                  <a:lnTo>
                    <a:pt x="3666760" y="1222120"/>
                  </a:lnTo>
                  <a:lnTo>
                    <a:pt x="3596416" y="1217966"/>
                  </a:lnTo>
                  <a:lnTo>
                    <a:pt x="3526071" y="1213321"/>
                  </a:lnTo>
                  <a:lnTo>
                    <a:pt x="3455727" y="1208125"/>
                  </a:lnTo>
                  <a:lnTo>
                    <a:pt x="3385382" y="1202314"/>
                  </a:lnTo>
                  <a:lnTo>
                    <a:pt x="3315038" y="1195815"/>
                  </a:lnTo>
                  <a:lnTo>
                    <a:pt x="3244693" y="1188547"/>
                  </a:lnTo>
                  <a:lnTo>
                    <a:pt x="3174349" y="1180418"/>
                  </a:lnTo>
                  <a:lnTo>
                    <a:pt x="3104005" y="1171326"/>
                  </a:lnTo>
                  <a:lnTo>
                    <a:pt x="3033660" y="1161158"/>
                  </a:lnTo>
                  <a:lnTo>
                    <a:pt x="2963316" y="1149786"/>
                  </a:lnTo>
                  <a:lnTo>
                    <a:pt x="2892971" y="1137068"/>
                  </a:lnTo>
                  <a:lnTo>
                    <a:pt x="2822627" y="1122844"/>
                  </a:lnTo>
                  <a:lnTo>
                    <a:pt x="2752282" y="1106935"/>
                  </a:lnTo>
                  <a:lnTo>
                    <a:pt x="2681938" y="1089143"/>
                  </a:lnTo>
                  <a:lnTo>
                    <a:pt x="2611593" y="1069245"/>
                  </a:lnTo>
                  <a:lnTo>
                    <a:pt x="2541249" y="1046990"/>
                  </a:lnTo>
                  <a:lnTo>
                    <a:pt x="2470904" y="1022100"/>
                  </a:lnTo>
                  <a:lnTo>
                    <a:pt x="2400560" y="994263"/>
                  </a:lnTo>
                  <a:lnTo>
                    <a:pt x="2330215" y="963130"/>
                  </a:lnTo>
                  <a:lnTo>
                    <a:pt x="2259871" y="946701"/>
                  </a:lnTo>
                  <a:lnTo>
                    <a:pt x="2189526" y="932887"/>
                  </a:lnTo>
                  <a:lnTo>
                    <a:pt x="2119182" y="918459"/>
                  </a:lnTo>
                  <a:lnTo>
                    <a:pt x="2048837" y="903388"/>
                  </a:lnTo>
                  <a:lnTo>
                    <a:pt x="1978493" y="887648"/>
                  </a:lnTo>
                  <a:lnTo>
                    <a:pt x="1908148" y="871207"/>
                  </a:lnTo>
                  <a:lnTo>
                    <a:pt x="1837804" y="854034"/>
                  </a:lnTo>
                  <a:lnTo>
                    <a:pt x="1767459" y="836098"/>
                  </a:lnTo>
                  <a:lnTo>
                    <a:pt x="1697115" y="817364"/>
                  </a:lnTo>
                  <a:lnTo>
                    <a:pt x="1626770" y="797796"/>
                  </a:lnTo>
                  <a:lnTo>
                    <a:pt x="1556426" y="777358"/>
                  </a:lnTo>
                  <a:lnTo>
                    <a:pt x="1486081" y="756010"/>
                  </a:lnTo>
                  <a:lnTo>
                    <a:pt x="1415737" y="733713"/>
                  </a:lnTo>
                  <a:lnTo>
                    <a:pt x="1345392" y="710423"/>
                  </a:lnTo>
                  <a:lnTo>
                    <a:pt x="1275048" y="686098"/>
                  </a:lnTo>
                  <a:lnTo>
                    <a:pt x="1204703" y="660690"/>
                  </a:lnTo>
                  <a:lnTo>
                    <a:pt x="1134359" y="634152"/>
                  </a:lnTo>
                  <a:lnTo>
                    <a:pt x="1064014" y="606434"/>
                  </a:lnTo>
                  <a:lnTo>
                    <a:pt x="993670" y="577482"/>
                  </a:lnTo>
                  <a:lnTo>
                    <a:pt x="923325" y="547242"/>
                  </a:lnTo>
                  <a:lnTo>
                    <a:pt x="852981" y="515657"/>
                  </a:lnTo>
                  <a:lnTo>
                    <a:pt x="782636" y="482667"/>
                  </a:lnTo>
                  <a:lnTo>
                    <a:pt x="712292" y="448209"/>
                  </a:lnTo>
                  <a:lnTo>
                    <a:pt x="641947" y="412218"/>
                  </a:lnTo>
                  <a:lnTo>
                    <a:pt x="571603" y="374626"/>
                  </a:lnTo>
                  <a:lnTo>
                    <a:pt x="501258" y="335361"/>
                  </a:lnTo>
                  <a:lnTo>
                    <a:pt x="430914" y="294350"/>
                  </a:lnTo>
                  <a:lnTo>
                    <a:pt x="360569" y="251514"/>
                  </a:lnTo>
                  <a:lnTo>
                    <a:pt x="290225" y="206772"/>
                  </a:lnTo>
                  <a:lnTo>
                    <a:pt x="219880" y="160040"/>
                  </a:lnTo>
                  <a:lnTo>
                    <a:pt x="149536" y="111229"/>
                  </a:lnTo>
                  <a:lnTo>
                    <a:pt x="79191" y="60246"/>
                  </a:lnTo>
                  <a:lnTo>
                    <a:pt x="8847" y="69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628289" y="4336484"/>
              <a:ext cx="4571127" cy="1226287"/>
            </a:xfrm>
            <a:custGeom>
              <a:avLst/>
              <a:pathLst>
                <a:path w="4571127" h="1226287">
                  <a:moveTo>
                    <a:pt x="0" y="0"/>
                  </a:moveTo>
                  <a:lnTo>
                    <a:pt x="69079" y="130954"/>
                  </a:lnTo>
                  <a:lnTo>
                    <a:pt x="139424" y="250188"/>
                  </a:lnTo>
                  <a:lnTo>
                    <a:pt x="209768" y="356798"/>
                  </a:lnTo>
                  <a:lnTo>
                    <a:pt x="280113" y="452122"/>
                  </a:lnTo>
                  <a:lnTo>
                    <a:pt x="350457" y="537355"/>
                  </a:lnTo>
                  <a:lnTo>
                    <a:pt x="420802" y="613564"/>
                  </a:lnTo>
                  <a:lnTo>
                    <a:pt x="491146" y="681704"/>
                  </a:lnTo>
                  <a:lnTo>
                    <a:pt x="561491" y="742631"/>
                  </a:lnTo>
                  <a:lnTo>
                    <a:pt x="631835" y="797108"/>
                  </a:lnTo>
                  <a:lnTo>
                    <a:pt x="702180" y="845817"/>
                  </a:lnTo>
                  <a:lnTo>
                    <a:pt x="772524" y="889370"/>
                  </a:lnTo>
                  <a:lnTo>
                    <a:pt x="842869" y="928311"/>
                  </a:lnTo>
                  <a:lnTo>
                    <a:pt x="913213" y="959926"/>
                  </a:lnTo>
                  <a:lnTo>
                    <a:pt x="983558" y="972588"/>
                  </a:lnTo>
                  <a:lnTo>
                    <a:pt x="1053902" y="984711"/>
                  </a:lnTo>
                  <a:lnTo>
                    <a:pt x="1124247" y="996317"/>
                  </a:lnTo>
                  <a:lnTo>
                    <a:pt x="1194591" y="1007429"/>
                  </a:lnTo>
                  <a:lnTo>
                    <a:pt x="1264936" y="1018068"/>
                  </a:lnTo>
                  <a:lnTo>
                    <a:pt x="1335280" y="1028254"/>
                  </a:lnTo>
                  <a:lnTo>
                    <a:pt x="1405625" y="1038005"/>
                  </a:lnTo>
                  <a:lnTo>
                    <a:pt x="1475969" y="1047342"/>
                  </a:lnTo>
                  <a:lnTo>
                    <a:pt x="1546314" y="1056280"/>
                  </a:lnTo>
                  <a:lnTo>
                    <a:pt x="1616658" y="1064838"/>
                  </a:lnTo>
                  <a:lnTo>
                    <a:pt x="1687003" y="1073032"/>
                  </a:lnTo>
                  <a:lnTo>
                    <a:pt x="1757347" y="1080876"/>
                  </a:lnTo>
                  <a:lnTo>
                    <a:pt x="1827692" y="1088387"/>
                  </a:lnTo>
                  <a:lnTo>
                    <a:pt x="1898036" y="1095577"/>
                  </a:lnTo>
                  <a:lnTo>
                    <a:pt x="1968381" y="1102461"/>
                  </a:lnTo>
                  <a:lnTo>
                    <a:pt x="2038725" y="1109052"/>
                  </a:lnTo>
                  <a:lnTo>
                    <a:pt x="2109070" y="1115363"/>
                  </a:lnTo>
                  <a:lnTo>
                    <a:pt x="2179414" y="1121404"/>
                  </a:lnTo>
                  <a:lnTo>
                    <a:pt x="2249759" y="1127188"/>
                  </a:lnTo>
                  <a:lnTo>
                    <a:pt x="2320103" y="1132726"/>
                  </a:lnTo>
                  <a:lnTo>
                    <a:pt x="2390448" y="1138028"/>
                  </a:lnTo>
                  <a:lnTo>
                    <a:pt x="2460792" y="1143104"/>
                  </a:lnTo>
                  <a:lnTo>
                    <a:pt x="2531137" y="1147964"/>
                  </a:lnTo>
                  <a:lnTo>
                    <a:pt x="2601481" y="1152617"/>
                  </a:lnTo>
                  <a:lnTo>
                    <a:pt x="2671826" y="1157071"/>
                  </a:lnTo>
                  <a:lnTo>
                    <a:pt x="2742170" y="1161336"/>
                  </a:lnTo>
                  <a:lnTo>
                    <a:pt x="2812515" y="1165419"/>
                  </a:lnTo>
                  <a:lnTo>
                    <a:pt x="2882859" y="1169329"/>
                  </a:lnTo>
                  <a:lnTo>
                    <a:pt x="2953204" y="1173072"/>
                  </a:lnTo>
                  <a:lnTo>
                    <a:pt x="3023548" y="1176655"/>
                  </a:lnTo>
                  <a:lnTo>
                    <a:pt x="3093893" y="1180086"/>
                  </a:lnTo>
                  <a:lnTo>
                    <a:pt x="3164237" y="1183370"/>
                  </a:lnTo>
                  <a:lnTo>
                    <a:pt x="3234582" y="1186515"/>
                  </a:lnTo>
                  <a:lnTo>
                    <a:pt x="3304926" y="1189526"/>
                  </a:lnTo>
                  <a:lnTo>
                    <a:pt x="3375271" y="1192409"/>
                  </a:lnTo>
                  <a:lnTo>
                    <a:pt x="3445615" y="1195168"/>
                  </a:lnTo>
                  <a:lnTo>
                    <a:pt x="3515959" y="1197811"/>
                  </a:lnTo>
                  <a:lnTo>
                    <a:pt x="3586304" y="1200340"/>
                  </a:lnTo>
                  <a:lnTo>
                    <a:pt x="3656648" y="1202762"/>
                  </a:lnTo>
                  <a:lnTo>
                    <a:pt x="3726993" y="1205081"/>
                  </a:lnTo>
                  <a:lnTo>
                    <a:pt x="3797337" y="1207301"/>
                  </a:lnTo>
                  <a:lnTo>
                    <a:pt x="3867682" y="1209426"/>
                  </a:lnTo>
                  <a:lnTo>
                    <a:pt x="3938026" y="1211461"/>
                  </a:lnTo>
                  <a:lnTo>
                    <a:pt x="4008371" y="1213410"/>
                  </a:lnTo>
                  <a:lnTo>
                    <a:pt x="4078715" y="1215275"/>
                  </a:lnTo>
                  <a:lnTo>
                    <a:pt x="4149060" y="1217061"/>
                  </a:lnTo>
                  <a:lnTo>
                    <a:pt x="4219404" y="1218770"/>
                  </a:lnTo>
                  <a:lnTo>
                    <a:pt x="4289749" y="1220407"/>
                  </a:lnTo>
                  <a:lnTo>
                    <a:pt x="4360093" y="1221975"/>
                  </a:lnTo>
                  <a:lnTo>
                    <a:pt x="4430438" y="1223475"/>
                  </a:lnTo>
                  <a:lnTo>
                    <a:pt x="4500782" y="1224912"/>
                  </a:lnTo>
                  <a:lnTo>
                    <a:pt x="4571127" y="12262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211287" y="4336484"/>
              <a:ext cx="5988129" cy="1256328"/>
            </a:xfrm>
            <a:custGeom>
              <a:avLst/>
              <a:pathLst>
                <a:path w="5988129" h="1256328">
                  <a:moveTo>
                    <a:pt x="5988129" y="1256328"/>
                  </a:moveTo>
                  <a:lnTo>
                    <a:pt x="5917784" y="1256225"/>
                  </a:lnTo>
                  <a:lnTo>
                    <a:pt x="5847440" y="1256109"/>
                  </a:lnTo>
                  <a:lnTo>
                    <a:pt x="5777095" y="1255980"/>
                  </a:lnTo>
                  <a:lnTo>
                    <a:pt x="5706751" y="1255835"/>
                  </a:lnTo>
                  <a:lnTo>
                    <a:pt x="5636406" y="1255673"/>
                  </a:lnTo>
                  <a:lnTo>
                    <a:pt x="5566062" y="1255492"/>
                  </a:lnTo>
                  <a:lnTo>
                    <a:pt x="5495717" y="1255290"/>
                  </a:lnTo>
                  <a:lnTo>
                    <a:pt x="5425373" y="1255063"/>
                  </a:lnTo>
                  <a:lnTo>
                    <a:pt x="5355028" y="1254810"/>
                  </a:lnTo>
                  <a:lnTo>
                    <a:pt x="5284684" y="1254527"/>
                  </a:lnTo>
                  <a:lnTo>
                    <a:pt x="5214339" y="1254210"/>
                  </a:lnTo>
                  <a:lnTo>
                    <a:pt x="5143995" y="1253856"/>
                  </a:lnTo>
                  <a:lnTo>
                    <a:pt x="5073650" y="1253460"/>
                  </a:lnTo>
                  <a:lnTo>
                    <a:pt x="5003306" y="1253017"/>
                  </a:lnTo>
                  <a:lnTo>
                    <a:pt x="4932961" y="1252521"/>
                  </a:lnTo>
                  <a:lnTo>
                    <a:pt x="4862617" y="1251967"/>
                  </a:lnTo>
                  <a:lnTo>
                    <a:pt x="4792272" y="1251347"/>
                  </a:lnTo>
                  <a:lnTo>
                    <a:pt x="4721928" y="1250654"/>
                  </a:lnTo>
                  <a:lnTo>
                    <a:pt x="4651583" y="1249879"/>
                  </a:lnTo>
                  <a:lnTo>
                    <a:pt x="4581239" y="1249011"/>
                  </a:lnTo>
                  <a:lnTo>
                    <a:pt x="4510894" y="1248042"/>
                  </a:lnTo>
                  <a:lnTo>
                    <a:pt x="4440550" y="1246957"/>
                  </a:lnTo>
                  <a:lnTo>
                    <a:pt x="4370205" y="1245744"/>
                  </a:lnTo>
                  <a:lnTo>
                    <a:pt x="4299861" y="1244387"/>
                  </a:lnTo>
                  <a:lnTo>
                    <a:pt x="4229516" y="1242870"/>
                  </a:lnTo>
                  <a:lnTo>
                    <a:pt x="4159172" y="1241173"/>
                  </a:lnTo>
                  <a:lnTo>
                    <a:pt x="4088827" y="1239275"/>
                  </a:lnTo>
                  <a:lnTo>
                    <a:pt x="4018483" y="1237153"/>
                  </a:lnTo>
                  <a:lnTo>
                    <a:pt x="3948138" y="1234779"/>
                  </a:lnTo>
                  <a:lnTo>
                    <a:pt x="3877794" y="1232124"/>
                  </a:lnTo>
                  <a:lnTo>
                    <a:pt x="3807449" y="1229155"/>
                  </a:lnTo>
                  <a:lnTo>
                    <a:pt x="3737105" y="1225834"/>
                  </a:lnTo>
                  <a:lnTo>
                    <a:pt x="3666760" y="1222120"/>
                  </a:lnTo>
                  <a:lnTo>
                    <a:pt x="3596416" y="1217966"/>
                  </a:lnTo>
                  <a:lnTo>
                    <a:pt x="3526071" y="1213321"/>
                  </a:lnTo>
                  <a:lnTo>
                    <a:pt x="3455727" y="1208125"/>
                  </a:lnTo>
                  <a:lnTo>
                    <a:pt x="3385382" y="1202314"/>
                  </a:lnTo>
                  <a:lnTo>
                    <a:pt x="3315038" y="1195815"/>
                  </a:lnTo>
                  <a:lnTo>
                    <a:pt x="3244693" y="1188547"/>
                  </a:lnTo>
                  <a:lnTo>
                    <a:pt x="3174349" y="1180418"/>
                  </a:lnTo>
                  <a:lnTo>
                    <a:pt x="3104005" y="1171326"/>
                  </a:lnTo>
                  <a:lnTo>
                    <a:pt x="3033660" y="1161158"/>
                  </a:lnTo>
                  <a:lnTo>
                    <a:pt x="2963316" y="1149786"/>
                  </a:lnTo>
                  <a:lnTo>
                    <a:pt x="2892971" y="1137068"/>
                  </a:lnTo>
                  <a:lnTo>
                    <a:pt x="2822627" y="1122844"/>
                  </a:lnTo>
                  <a:lnTo>
                    <a:pt x="2752282" y="1106935"/>
                  </a:lnTo>
                  <a:lnTo>
                    <a:pt x="2681938" y="1089143"/>
                  </a:lnTo>
                  <a:lnTo>
                    <a:pt x="2611593" y="1069245"/>
                  </a:lnTo>
                  <a:lnTo>
                    <a:pt x="2541249" y="1046990"/>
                  </a:lnTo>
                  <a:lnTo>
                    <a:pt x="2470904" y="1022100"/>
                  </a:lnTo>
                  <a:lnTo>
                    <a:pt x="2400560" y="994263"/>
                  </a:lnTo>
                  <a:lnTo>
                    <a:pt x="2330215" y="963130"/>
                  </a:lnTo>
                  <a:lnTo>
                    <a:pt x="2259871" y="946701"/>
                  </a:lnTo>
                  <a:lnTo>
                    <a:pt x="2189526" y="932887"/>
                  </a:lnTo>
                  <a:lnTo>
                    <a:pt x="2119182" y="918459"/>
                  </a:lnTo>
                  <a:lnTo>
                    <a:pt x="2048837" y="903388"/>
                  </a:lnTo>
                  <a:lnTo>
                    <a:pt x="1978493" y="887648"/>
                  </a:lnTo>
                  <a:lnTo>
                    <a:pt x="1908148" y="871207"/>
                  </a:lnTo>
                  <a:lnTo>
                    <a:pt x="1837804" y="854034"/>
                  </a:lnTo>
                  <a:lnTo>
                    <a:pt x="1767459" y="836098"/>
                  </a:lnTo>
                  <a:lnTo>
                    <a:pt x="1697115" y="817364"/>
                  </a:lnTo>
                  <a:lnTo>
                    <a:pt x="1626770" y="797796"/>
                  </a:lnTo>
                  <a:lnTo>
                    <a:pt x="1556426" y="777358"/>
                  </a:lnTo>
                  <a:lnTo>
                    <a:pt x="1486081" y="756010"/>
                  </a:lnTo>
                  <a:lnTo>
                    <a:pt x="1415737" y="733713"/>
                  </a:lnTo>
                  <a:lnTo>
                    <a:pt x="1345392" y="710423"/>
                  </a:lnTo>
                  <a:lnTo>
                    <a:pt x="1275048" y="686098"/>
                  </a:lnTo>
                  <a:lnTo>
                    <a:pt x="1204703" y="660690"/>
                  </a:lnTo>
                  <a:lnTo>
                    <a:pt x="1134359" y="634152"/>
                  </a:lnTo>
                  <a:lnTo>
                    <a:pt x="1064014" y="606434"/>
                  </a:lnTo>
                  <a:lnTo>
                    <a:pt x="993670" y="577482"/>
                  </a:lnTo>
                  <a:lnTo>
                    <a:pt x="923325" y="547242"/>
                  </a:lnTo>
                  <a:lnTo>
                    <a:pt x="852981" y="515657"/>
                  </a:lnTo>
                  <a:lnTo>
                    <a:pt x="782636" y="482667"/>
                  </a:lnTo>
                  <a:lnTo>
                    <a:pt x="712292" y="448209"/>
                  </a:lnTo>
                  <a:lnTo>
                    <a:pt x="641947" y="412218"/>
                  </a:lnTo>
                  <a:lnTo>
                    <a:pt x="571603" y="374626"/>
                  </a:lnTo>
                  <a:lnTo>
                    <a:pt x="501258" y="335361"/>
                  </a:lnTo>
                  <a:lnTo>
                    <a:pt x="430914" y="294350"/>
                  </a:lnTo>
                  <a:lnTo>
                    <a:pt x="360569" y="251514"/>
                  </a:lnTo>
                  <a:lnTo>
                    <a:pt x="290225" y="206772"/>
                  </a:lnTo>
                  <a:lnTo>
                    <a:pt x="219880" y="160040"/>
                  </a:lnTo>
                  <a:lnTo>
                    <a:pt x="149536" y="111229"/>
                  </a:lnTo>
                  <a:lnTo>
                    <a:pt x="79191" y="60246"/>
                  </a:lnTo>
                  <a:lnTo>
                    <a:pt x="8847" y="69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232010" y="4336484"/>
              <a:ext cx="4967406" cy="1252005"/>
            </a:xfrm>
            <a:custGeom>
              <a:avLst/>
              <a:pathLst>
                <a:path w="4967406" h="1252005">
                  <a:moveTo>
                    <a:pt x="0" y="0"/>
                  </a:moveTo>
                  <a:lnTo>
                    <a:pt x="43291" y="59564"/>
                  </a:lnTo>
                  <a:lnTo>
                    <a:pt x="113636" y="149113"/>
                  </a:lnTo>
                  <a:lnTo>
                    <a:pt x="183980" y="231967"/>
                  </a:lnTo>
                  <a:lnTo>
                    <a:pt x="254325" y="308626"/>
                  </a:lnTo>
                  <a:lnTo>
                    <a:pt x="324669" y="379552"/>
                  </a:lnTo>
                  <a:lnTo>
                    <a:pt x="395014" y="445176"/>
                  </a:lnTo>
                  <a:lnTo>
                    <a:pt x="465358" y="505892"/>
                  </a:lnTo>
                  <a:lnTo>
                    <a:pt x="535703" y="562069"/>
                  </a:lnTo>
                  <a:lnTo>
                    <a:pt x="606047" y="614045"/>
                  </a:lnTo>
                  <a:lnTo>
                    <a:pt x="676392" y="662135"/>
                  </a:lnTo>
                  <a:lnTo>
                    <a:pt x="746736" y="706629"/>
                  </a:lnTo>
                  <a:lnTo>
                    <a:pt x="817081" y="747796"/>
                  </a:lnTo>
                  <a:lnTo>
                    <a:pt x="887425" y="785885"/>
                  </a:lnTo>
                  <a:lnTo>
                    <a:pt x="957770" y="821126"/>
                  </a:lnTo>
                  <a:lnTo>
                    <a:pt x="1028114" y="853733"/>
                  </a:lnTo>
                  <a:lnTo>
                    <a:pt x="1098459" y="883901"/>
                  </a:lnTo>
                  <a:lnTo>
                    <a:pt x="1168803" y="911813"/>
                  </a:lnTo>
                  <a:lnTo>
                    <a:pt x="1239148" y="937638"/>
                  </a:lnTo>
                  <a:lnTo>
                    <a:pt x="1309492" y="961533"/>
                  </a:lnTo>
                  <a:lnTo>
                    <a:pt x="1379837" y="983640"/>
                  </a:lnTo>
                  <a:lnTo>
                    <a:pt x="1450181" y="1004095"/>
                  </a:lnTo>
                  <a:lnTo>
                    <a:pt x="1520526" y="1023020"/>
                  </a:lnTo>
                  <a:lnTo>
                    <a:pt x="1590870" y="1040530"/>
                  </a:lnTo>
                  <a:lnTo>
                    <a:pt x="1661214" y="1056731"/>
                  </a:lnTo>
                  <a:lnTo>
                    <a:pt x="1731559" y="1071721"/>
                  </a:lnTo>
                  <a:lnTo>
                    <a:pt x="1801903" y="1085589"/>
                  </a:lnTo>
                  <a:lnTo>
                    <a:pt x="1872248" y="1098421"/>
                  </a:lnTo>
                  <a:lnTo>
                    <a:pt x="1942592" y="1110293"/>
                  </a:lnTo>
                  <a:lnTo>
                    <a:pt x="2012937" y="1121278"/>
                  </a:lnTo>
                  <a:lnTo>
                    <a:pt x="2083281" y="1131441"/>
                  </a:lnTo>
                  <a:lnTo>
                    <a:pt x="2153626" y="1140845"/>
                  </a:lnTo>
                  <a:lnTo>
                    <a:pt x="2223970" y="1149545"/>
                  </a:lnTo>
                  <a:lnTo>
                    <a:pt x="2294315" y="1157595"/>
                  </a:lnTo>
                  <a:lnTo>
                    <a:pt x="2364659" y="1165042"/>
                  </a:lnTo>
                  <a:lnTo>
                    <a:pt x="2435004" y="1171933"/>
                  </a:lnTo>
                  <a:lnTo>
                    <a:pt x="2505348" y="1178309"/>
                  </a:lnTo>
                  <a:lnTo>
                    <a:pt x="2575693" y="1184208"/>
                  </a:lnTo>
                  <a:lnTo>
                    <a:pt x="2646037" y="1189666"/>
                  </a:lnTo>
                  <a:lnTo>
                    <a:pt x="2716382" y="1194716"/>
                  </a:lnTo>
                  <a:lnTo>
                    <a:pt x="2786726" y="1199388"/>
                  </a:lnTo>
                  <a:lnTo>
                    <a:pt x="2857071" y="1203711"/>
                  </a:lnTo>
                  <a:lnTo>
                    <a:pt x="2927415" y="1207710"/>
                  </a:lnTo>
                  <a:lnTo>
                    <a:pt x="2997760" y="1211411"/>
                  </a:lnTo>
                  <a:lnTo>
                    <a:pt x="3068104" y="1214835"/>
                  </a:lnTo>
                  <a:lnTo>
                    <a:pt x="3138449" y="1218003"/>
                  </a:lnTo>
                  <a:lnTo>
                    <a:pt x="3208793" y="1220934"/>
                  </a:lnTo>
                  <a:lnTo>
                    <a:pt x="3279138" y="1223645"/>
                  </a:lnTo>
                  <a:lnTo>
                    <a:pt x="3349482" y="1226154"/>
                  </a:lnTo>
                  <a:lnTo>
                    <a:pt x="3419827" y="1228476"/>
                  </a:lnTo>
                  <a:lnTo>
                    <a:pt x="3490171" y="1230624"/>
                  </a:lnTo>
                  <a:lnTo>
                    <a:pt x="3560516" y="1232611"/>
                  </a:lnTo>
                  <a:lnTo>
                    <a:pt x="3630860" y="1234450"/>
                  </a:lnTo>
                  <a:lnTo>
                    <a:pt x="3701205" y="1236151"/>
                  </a:lnTo>
                  <a:lnTo>
                    <a:pt x="3771549" y="1237725"/>
                  </a:lnTo>
                  <a:lnTo>
                    <a:pt x="3841894" y="1239181"/>
                  </a:lnTo>
                  <a:lnTo>
                    <a:pt x="3912238" y="1240529"/>
                  </a:lnTo>
                  <a:lnTo>
                    <a:pt x="3982583" y="1241775"/>
                  </a:lnTo>
                  <a:lnTo>
                    <a:pt x="4052927" y="1242929"/>
                  </a:lnTo>
                  <a:lnTo>
                    <a:pt x="4123272" y="1243996"/>
                  </a:lnTo>
                  <a:lnTo>
                    <a:pt x="4193616" y="1244983"/>
                  </a:lnTo>
                  <a:lnTo>
                    <a:pt x="4263961" y="1245897"/>
                  </a:lnTo>
                  <a:lnTo>
                    <a:pt x="4334305" y="1246742"/>
                  </a:lnTo>
                  <a:lnTo>
                    <a:pt x="4404650" y="1247524"/>
                  </a:lnTo>
                  <a:lnTo>
                    <a:pt x="4474994" y="1248248"/>
                  </a:lnTo>
                  <a:lnTo>
                    <a:pt x="4545339" y="1248917"/>
                  </a:lnTo>
                  <a:lnTo>
                    <a:pt x="4615683" y="1249537"/>
                  </a:lnTo>
                  <a:lnTo>
                    <a:pt x="4686028" y="1250110"/>
                  </a:lnTo>
                  <a:lnTo>
                    <a:pt x="4756372" y="1250640"/>
                  </a:lnTo>
                  <a:lnTo>
                    <a:pt x="4826717" y="1251131"/>
                  </a:lnTo>
                  <a:lnTo>
                    <a:pt x="4897061" y="1251585"/>
                  </a:lnTo>
                  <a:lnTo>
                    <a:pt x="4967406" y="12520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250689" y="4944909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2.46 (1.65-3.65), p_Bonf = &lt;0.001 (n = 6)  |  per IQR decline (Δ = 29.9 %): 14.72 (4.51-48.03)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2026-07-22T07:57:18Z</dcterms:modified>
  <cp:category/>
</cp:coreProperties>
</file>