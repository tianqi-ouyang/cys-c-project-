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199622" y="2073503"/>
              <a:ext cx="6063057" cy="3426870"/>
            </a:xfrm>
            <a:custGeom>
              <a:avLst/>
              <a:pathLst>
                <a:path w="6063057" h="3426870">
                  <a:moveTo>
                    <a:pt x="2291439" y="0"/>
                  </a:moveTo>
                  <a:lnTo>
                    <a:pt x="2338685" y="177246"/>
                  </a:lnTo>
                  <a:lnTo>
                    <a:pt x="2410308" y="425749"/>
                  </a:lnTo>
                  <a:lnTo>
                    <a:pt x="2481930" y="655576"/>
                  </a:lnTo>
                  <a:lnTo>
                    <a:pt x="2553553" y="868130"/>
                  </a:lnTo>
                  <a:lnTo>
                    <a:pt x="2625175" y="1064709"/>
                  </a:lnTo>
                  <a:lnTo>
                    <a:pt x="2696798" y="1246514"/>
                  </a:lnTo>
                  <a:lnTo>
                    <a:pt x="2768420" y="1414656"/>
                  </a:lnTo>
                  <a:lnTo>
                    <a:pt x="2840043" y="1570160"/>
                  </a:lnTo>
                  <a:lnTo>
                    <a:pt x="2911665" y="1713978"/>
                  </a:lnTo>
                  <a:lnTo>
                    <a:pt x="2983288" y="1846986"/>
                  </a:lnTo>
                  <a:lnTo>
                    <a:pt x="3054911" y="1969999"/>
                  </a:lnTo>
                  <a:lnTo>
                    <a:pt x="3126533" y="2083766"/>
                  </a:lnTo>
                  <a:lnTo>
                    <a:pt x="3198156" y="2188983"/>
                  </a:lnTo>
                  <a:lnTo>
                    <a:pt x="3269778" y="2286292"/>
                  </a:lnTo>
                  <a:lnTo>
                    <a:pt x="3341401" y="2376288"/>
                  </a:lnTo>
                  <a:lnTo>
                    <a:pt x="3413023" y="2459520"/>
                  </a:lnTo>
                  <a:lnTo>
                    <a:pt x="3484646" y="2536497"/>
                  </a:lnTo>
                  <a:lnTo>
                    <a:pt x="3556268" y="2607688"/>
                  </a:lnTo>
                  <a:lnTo>
                    <a:pt x="3627891" y="2661356"/>
                  </a:lnTo>
                  <a:lnTo>
                    <a:pt x="3699513" y="2684462"/>
                  </a:lnTo>
                  <a:lnTo>
                    <a:pt x="3771136" y="2706919"/>
                  </a:lnTo>
                  <a:lnTo>
                    <a:pt x="3842758" y="2728746"/>
                  </a:lnTo>
                  <a:lnTo>
                    <a:pt x="3914381" y="2749959"/>
                  </a:lnTo>
                  <a:lnTo>
                    <a:pt x="3986003" y="2770576"/>
                  </a:lnTo>
                  <a:lnTo>
                    <a:pt x="4057626" y="2790613"/>
                  </a:lnTo>
                  <a:lnTo>
                    <a:pt x="4129248" y="2810088"/>
                  </a:lnTo>
                  <a:lnTo>
                    <a:pt x="4200871" y="2829016"/>
                  </a:lnTo>
                  <a:lnTo>
                    <a:pt x="4272493" y="2847411"/>
                  </a:lnTo>
                  <a:lnTo>
                    <a:pt x="4344116" y="2865290"/>
                  </a:lnTo>
                  <a:lnTo>
                    <a:pt x="4415739" y="2882667"/>
                  </a:lnTo>
                  <a:lnTo>
                    <a:pt x="4487361" y="2899555"/>
                  </a:lnTo>
                  <a:lnTo>
                    <a:pt x="4558984" y="2915969"/>
                  </a:lnTo>
                  <a:lnTo>
                    <a:pt x="4630606" y="2931922"/>
                  </a:lnTo>
                  <a:lnTo>
                    <a:pt x="4702229" y="2947426"/>
                  </a:lnTo>
                  <a:lnTo>
                    <a:pt x="4773851" y="2962495"/>
                  </a:lnTo>
                  <a:lnTo>
                    <a:pt x="4845474" y="2977141"/>
                  </a:lnTo>
                  <a:lnTo>
                    <a:pt x="4917096" y="2991374"/>
                  </a:lnTo>
                  <a:lnTo>
                    <a:pt x="4988719" y="3005208"/>
                  </a:lnTo>
                  <a:lnTo>
                    <a:pt x="5060341" y="3018654"/>
                  </a:lnTo>
                  <a:lnTo>
                    <a:pt x="5131964" y="3031721"/>
                  </a:lnTo>
                  <a:lnTo>
                    <a:pt x="5203586" y="3044422"/>
                  </a:lnTo>
                  <a:lnTo>
                    <a:pt x="5275209" y="3056765"/>
                  </a:lnTo>
                  <a:lnTo>
                    <a:pt x="5346831" y="3068762"/>
                  </a:lnTo>
                  <a:lnTo>
                    <a:pt x="5418454" y="3080422"/>
                  </a:lnTo>
                  <a:lnTo>
                    <a:pt x="5490076" y="3091754"/>
                  </a:lnTo>
                  <a:lnTo>
                    <a:pt x="5561699" y="3102768"/>
                  </a:lnTo>
                  <a:lnTo>
                    <a:pt x="5633321" y="3113472"/>
                  </a:lnTo>
                  <a:lnTo>
                    <a:pt x="5704944" y="3123875"/>
                  </a:lnTo>
                  <a:lnTo>
                    <a:pt x="5776567" y="3133987"/>
                  </a:lnTo>
                  <a:lnTo>
                    <a:pt x="5848189" y="3143814"/>
                  </a:lnTo>
                  <a:lnTo>
                    <a:pt x="5919812" y="3153365"/>
                  </a:lnTo>
                  <a:lnTo>
                    <a:pt x="5991434" y="3162647"/>
                  </a:lnTo>
                  <a:lnTo>
                    <a:pt x="6063057" y="3171669"/>
                  </a:lnTo>
                  <a:lnTo>
                    <a:pt x="6063057" y="3426870"/>
                  </a:lnTo>
                  <a:lnTo>
                    <a:pt x="5991434" y="3422248"/>
                  </a:lnTo>
                  <a:lnTo>
                    <a:pt x="5919812" y="3417251"/>
                  </a:lnTo>
                  <a:lnTo>
                    <a:pt x="5848189" y="3411847"/>
                  </a:lnTo>
                  <a:lnTo>
                    <a:pt x="5776567" y="3406004"/>
                  </a:lnTo>
                  <a:lnTo>
                    <a:pt x="5704944" y="3399687"/>
                  </a:lnTo>
                  <a:lnTo>
                    <a:pt x="5633321" y="3392856"/>
                  </a:lnTo>
                  <a:lnTo>
                    <a:pt x="5561699" y="3385470"/>
                  </a:lnTo>
                  <a:lnTo>
                    <a:pt x="5490076" y="3377483"/>
                  </a:lnTo>
                  <a:lnTo>
                    <a:pt x="5418454" y="3368848"/>
                  </a:lnTo>
                  <a:lnTo>
                    <a:pt x="5346831" y="3359511"/>
                  </a:lnTo>
                  <a:lnTo>
                    <a:pt x="5275209" y="3349415"/>
                  </a:lnTo>
                  <a:lnTo>
                    <a:pt x="5203586" y="3338499"/>
                  </a:lnTo>
                  <a:lnTo>
                    <a:pt x="5131964" y="3326696"/>
                  </a:lnTo>
                  <a:lnTo>
                    <a:pt x="5060341" y="3313933"/>
                  </a:lnTo>
                  <a:lnTo>
                    <a:pt x="4988719" y="3300134"/>
                  </a:lnTo>
                  <a:lnTo>
                    <a:pt x="4917096" y="3285213"/>
                  </a:lnTo>
                  <a:lnTo>
                    <a:pt x="4845474" y="3269079"/>
                  </a:lnTo>
                  <a:lnTo>
                    <a:pt x="4773851" y="3251634"/>
                  </a:lnTo>
                  <a:lnTo>
                    <a:pt x="4702229" y="3232772"/>
                  </a:lnTo>
                  <a:lnTo>
                    <a:pt x="4630606" y="3212377"/>
                  </a:lnTo>
                  <a:lnTo>
                    <a:pt x="4558984" y="3190325"/>
                  </a:lnTo>
                  <a:lnTo>
                    <a:pt x="4487361" y="3166480"/>
                  </a:lnTo>
                  <a:lnTo>
                    <a:pt x="4415739" y="3140698"/>
                  </a:lnTo>
                  <a:lnTo>
                    <a:pt x="4344116" y="3112821"/>
                  </a:lnTo>
                  <a:lnTo>
                    <a:pt x="4272493" y="3082678"/>
                  </a:lnTo>
                  <a:lnTo>
                    <a:pt x="4200871" y="3050086"/>
                  </a:lnTo>
                  <a:lnTo>
                    <a:pt x="4129248" y="3014846"/>
                  </a:lnTo>
                  <a:lnTo>
                    <a:pt x="4057626" y="2976741"/>
                  </a:lnTo>
                  <a:lnTo>
                    <a:pt x="3986003" y="2935540"/>
                  </a:lnTo>
                  <a:lnTo>
                    <a:pt x="3914381" y="2890991"/>
                  </a:lnTo>
                  <a:lnTo>
                    <a:pt x="3842758" y="2842822"/>
                  </a:lnTo>
                  <a:lnTo>
                    <a:pt x="3771136" y="2790738"/>
                  </a:lnTo>
                  <a:lnTo>
                    <a:pt x="3699513" y="2734422"/>
                  </a:lnTo>
                  <a:lnTo>
                    <a:pt x="3627891" y="2673529"/>
                  </a:lnTo>
                  <a:lnTo>
                    <a:pt x="3556268" y="2637581"/>
                  </a:lnTo>
                  <a:lnTo>
                    <a:pt x="3484646" y="2613119"/>
                  </a:lnTo>
                  <a:lnTo>
                    <a:pt x="3413023" y="2587950"/>
                  </a:lnTo>
                  <a:lnTo>
                    <a:pt x="3341401" y="2562054"/>
                  </a:lnTo>
                  <a:lnTo>
                    <a:pt x="3269778" y="2535409"/>
                  </a:lnTo>
                  <a:lnTo>
                    <a:pt x="3198156" y="2507993"/>
                  </a:lnTo>
                  <a:lnTo>
                    <a:pt x="3126533" y="2479785"/>
                  </a:lnTo>
                  <a:lnTo>
                    <a:pt x="3054911" y="2450762"/>
                  </a:lnTo>
                  <a:lnTo>
                    <a:pt x="2983288" y="2420899"/>
                  </a:lnTo>
                  <a:lnTo>
                    <a:pt x="2911665" y="2390174"/>
                  </a:lnTo>
                  <a:lnTo>
                    <a:pt x="2840043" y="2358560"/>
                  </a:lnTo>
                  <a:lnTo>
                    <a:pt x="2768420" y="2326032"/>
                  </a:lnTo>
                  <a:lnTo>
                    <a:pt x="2696798" y="2292563"/>
                  </a:lnTo>
                  <a:lnTo>
                    <a:pt x="2625175" y="2258127"/>
                  </a:lnTo>
                  <a:lnTo>
                    <a:pt x="2553553" y="2222696"/>
                  </a:lnTo>
                  <a:lnTo>
                    <a:pt x="2481930" y="2186240"/>
                  </a:lnTo>
                  <a:lnTo>
                    <a:pt x="2410308" y="2148731"/>
                  </a:lnTo>
                  <a:lnTo>
                    <a:pt x="2338685" y="2110137"/>
                  </a:lnTo>
                  <a:lnTo>
                    <a:pt x="2267063" y="2070427"/>
                  </a:lnTo>
                  <a:lnTo>
                    <a:pt x="2195440" y="2029570"/>
                  </a:lnTo>
                  <a:lnTo>
                    <a:pt x="2123818" y="1987531"/>
                  </a:lnTo>
                  <a:lnTo>
                    <a:pt x="2052195" y="1944277"/>
                  </a:lnTo>
                  <a:lnTo>
                    <a:pt x="1980573" y="1899773"/>
                  </a:lnTo>
                  <a:lnTo>
                    <a:pt x="1908950" y="1853982"/>
                  </a:lnTo>
                  <a:lnTo>
                    <a:pt x="1837328" y="1806867"/>
                  </a:lnTo>
                  <a:lnTo>
                    <a:pt x="1765705" y="1758390"/>
                  </a:lnTo>
                  <a:lnTo>
                    <a:pt x="1694083" y="1708512"/>
                  </a:lnTo>
                  <a:lnTo>
                    <a:pt x="1622460" y="1657192"/>
                  </a:lnTo>
                  <a:lnTo>
                    <a:pt x="1550837" y="1604388"/>
                  </a:lnTo>
                  <a:lnTo>
                    <a:pt x="1479215" y="1550058"/>
                  </a:lnTo>
                  <a:lnTo>
                    <a:pt x="1407592" y="1494157"/>
                  </a:lnTo>
                  <a:lnTo>
                    <a:pt x="1335970" y="1436640"/>
                  </a:lnTo>
                  <a:lnTo>
                    <a:pt x="1264347" y="1377460"/>
                  </a:lnTo>
                  <a:lnTo>
                    <a:pt x="1192725" y="1316570"/>
                  </a:lnTo>
                  <a:lnTo>
                    <a:pt x="1121102" y="1253919"/>
                  </a:lnTo>
                  <a:lnTo>
                    <a:pt x="1049480" y="1189457"/>
                  </a:lnTo>
                  <a:lnTo>
                    <a:pt x="977857" y="1123132"/>
                  </a:lnTo>
                  <a:lnTo>
                    <a:pt x="906235" y="1054889"/>
                  </a:lnTo>
                  <a:lnTo>
                    <a:pt x="834612" y="984673"/>
                  </a:lnTo>
                  <a:lnTo>
                    <a:pt x="762990" y="912427"/>
                  </a:lnTo>
                  <a:lnTo>
                    <a:pt x="691367" y="838093"/>
                  </a:lnTo>
                  <a:lnTo>
                    <a:pt x="619745" y="761610"/>
                  </a:lnTo>
                  <a:lnTo>
                    <a:pt x="548122" y="682916"/>
                  </a:lnTo>
                  <a:lnTo>
                    <a:pt x="476500" y="601947"/>
                  </a:lnTo>
                  <a:lnTo>
                    <a:pt x="404877" y="518637"/>
                  </a:lnTo>
                  <a:lnTo>
                    <a:pt x="333255" y="432919"/>
                  </a:lnTo>
                  <a:lnTo>
                    <a:pt x="261632" y="344723"/>
                  </a:lnTo>
                  <a:lnTo>
                    <a:pt x="190009" y="253977"/>
                  </a:lnTo>
                  <a:lnTo>
                    <a:pt x="118387" y="160608"/>
                  </a:lnTo>
                  <a:lnTo>
                    <a:pt x="46764" y="64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491062" y="2073503"/>
              <a:ext cx="3771617" cy="3171669"/>
            </a:xfrm>
            <a:custGeom>
              <a:avLst/>
              <a:pathLst>
                <a:path w="3771617" h="3171669">
                  <a:moveTo>
                    <a:pt x="0" y="0"/>
                  </a:moveTo>
                  <a:lnTo>
                    <a:pt x="47245" y="177246"/>
                  </a:lnTo>
                  <a:lnTo>
                    <a:pt x="118868" y="425749"/>
                  </a:lnTo>
                  <a:lnTo>
                    <a:pt x="190490" y="655576"/>
                  </a:lnTo>
                  <a:lnTo>
                    <a:pt x="262113" y="868130"/>
                  </a:lnTo>
                  <a:lnTo>
                    <a:pt x="333735" y="1064709"/>
                  </a:lnTo>
                  <a:lnTo>
                    <a:pt x="405358" y="1246514"/>
                  </a:lnTo>
                  <a:lnTo>
                    <a:pt x="476981" y="1414656"/>
                  </a:lnTo>
                  <a:lnTo>
                    <a:pt x="548603" y="1570160"/>
                  </a:lnTo>
                  <a:lnTo>
                    <a:pt x="620226" y="1713978"/>
                  </a:lnTo>
                  <a:lnTo>
                    <a:pt x="691848" y="1846986"/>
                  </a:lnTo>
                  <a:lnTo>
                    <a:pt x="763471" y="1969999"/>
                  </a:lnTo>
                  <a:lnTo>
                    <a:pt x="835093" y="2083766"/>
                  </a:lnTo>
                  <a:lnTo>
                    <a:pt x="906716" y="2188983"/>
                  </a:lnTo>
                  <a:lnTo>
                    <a:pt x="978338" y="2286292"/>
                  </a:lnTo>
                  <a:lnTo>
                    <a:pt x="1049961" y="2376288"/>
                  </a:lnTo>
                  <a:lnTo>
                    <a:pt x="1121583" y="2459520"/>
                  </a:lnTo>
                  <a:lnTo>
                    <a:pt x="1193206" y="2536497"/>
                  </a:lnTo>
                  <a:lnTo>
                    <a:pt x="1264828" y="2607688"/>
                  </a:lnTo>
                  <a:lnTo>
                    <a:pt x="1336451" y="2661356"/>
                  </a:lnTo>
                  <a:lnTo>
                    <a:pt x="1408073" y="2684462"/>
                  </a:lnTo>
                  <a:lnTo>
                    <a:pt x="1479696" y="2706919"/>
                  </a:lnTo>
                  <a:lnTo>
                    <a:pt x="1551318" y="2728746"/>
                  </a:lnTo>
                  <a:lnTo>
                    <a:pt x="1622941" y="2749959"/>
                  </a:lnTo>
                  <a:lnTo>
                    <a:pt x="1694563" y="2770576"/>
                  </a:lnTo>
                  <a:lnTo>
                    <a:pt x="1766186" y="2790613"/>
                  </a:lnTo>
                  <a:lnTo>
                    <a:pt x="1837809" y="2810088"/>
                  </a:lnTo>
                  <a:lnTo>
                    <a:pt x="1909431" y="2829016"/>
                  </a:lnTo>
                  <a:lnTo>
                    <a:pt x="1981054" y="2847411"/>
                  </a:lnTo>
                  <a:lnTo>
                    <a:pt x="2052676" y="2865290"/>
                  </a:lnTo>
                  <a:lnTo>
                    <a:pt x="2124299" y="2882667"/>
                  </a:lnTo>
                  <a:lnTo>
                    <a:pt x="2195921" y="2899555"/>
                  </a:lnTo>
                  <a:lnTo>
                    <a:pt x="2267544" y="2915969"/>
                  </a:lnTo>
                  <a:lnTo>
                    <a:pt x="2339166" y="2931922"/>
                  </a:lnTo>
                  <a:lnTo>
                    <a:pt x="2410789" y="2947426"/>
                  </a:lnTo>
                  <a:lnTo>
                    <a:pt x="2482411" y="2962495"/>
                  </a:lnTo>
                  <a:lnTo>
                    <a:pt x="2554034" y="2977141"/>
                  </a:lnTo>
                  <a:lnTo>
                    <a:pt x="2625656" y="2991374"/>
                  </a:lnTo>
                  <a:lnTo>
                    <a:pt x="2697279" y="3005208"/>
                  </a:lnTo>
                  <a:lnTo>
                    <a:pt x="2768901" y="3018654"/>
                  </a:lnTo>
                  <a:lnTo>
                    <a:pt x="2840524" y="3031721"/>
                  </a:lnTo>
                  <a:lnTo>
                    <a:pt x="2912146" y="3044422"/>
                  </a:lnTo>
                  <a:lnTo>
                    <a:pt x="2983769" y="3056765"/>
                  </a:lnTo>
                  <a:lnTo>
                    <a:pt x="3055391" y="3068762"/>
                  </a:lnTo>
                  <a:lnTo>
                    <a:pt x="3127014" y="3080422"/>
                  </a:lnTo>
                  <a:lnTo>
                    <a:pt x="3198637" y="3091754"/>
                  </a:lnTo>
                  <a:lnTo>
                    <a:pt x="3270259" y="3102768"/>
                  </a:lnTo>
                  <a:lnTo>
                    <a:pt x="3341882" y="3113472"/>
                  </a:lnTo>
                  <a:lnTo>
                    <a:pt x="3413504" y="3123875"/>
                  </a:lnTo>
                  <a:lnTo>
                    <a:pt x="3485127" y="3133987"/>
                  </a:lnTo>
                  <a:lnTo>
                    <a:pt x="3556749" y="3143814"/>
                  </a:lnTo>
                  <a:lnTo>
                    <a:pt x="3628372" y="3153365"/>
                  </a:lnTo>
                  <a:lnTo>
                    <a:pt x="3699994" y="3162647"/>
                  </a:lnTo>
                  <a:lnTo>
                    <a:pt x="3771617" y="31716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99622" y="2073503"/>
              <a:ext cx="6063057" cy="3426870"/>
            </a:xfrm>
            <a:custGeom>
              <a:avLst/>
              <a:pathLst>
                <a:path w="6063057" h="3426870">
                  <a:moveTo>
                    <a:pt x="6063057" y="3426870"/>
                  </a:moveTo>
                  <a:lnTo>
                    <a:pt x="5991434" y="3422248"/>
                  </a:lnTo>
                  <a:lnTo>
                    <a:pt x="5919812" y="3417251"/>
                  </a:lnTo>
                  <a:lnTo>
                    <a:pt x="5848189" y="3411847"/>
                  </a:lnTo>
                  <a:lnTo>
                    <a:pt x="5776567" y="3406004"/>
                  </a:lnTo>
                  <a:lnTo>
                    <a:pt x="5704944" y="3399687"/>
                  </a:lnTo>
                  <a:lnTo>
                    <a:pt x="5633321" y="3392856"/>
                  </a:lnTo>
                  <a:lnTo>
                    <a:pt x="5561699" y="3385470"/>
                  </a:lnTo>
                  <a:lnTo>
                    <a:pt x="5490076" y="3377483"/>
                  </a:lnTo>
                  <a:lnTo>
                    <a:pt x="5418454" y="3368848"/>
                  </a:lnTo>
                  <a:lnTo>
                    <a:pt x="5346831" y="3359511"/>
                  </a:lnTo>
                  <a:lnTo>
                    <a:pt x="5275209" y="3349415"/>
                  </a:lnTo>
                  <a:lnTo>
                    <a:pt x="5203586" y="3338499"/>
                  </a:lnTo>
                  <a:lnTo>
                    <a:pt x="5131964" y="3326696"/>
                  </a:lnTo>
                  <a:lnTo>
                    <a:pt x="5060341" y="3313933"/>
                  </a:lnTo>
                  <a:lnTo>
                    <a:pt x="4988719" y="3300134"/>
                  </a:lnTo>
                  <a:lnTo>
                    <a:pt x="4917096" y="3285213"/>
                  </a:lnTo>
                  <a:lnTo>
                    <a:pt x="4845474" y="3269079"/>
                  </a:lnTo>
                  <a:lnTo>
                    <a:pt x="4773851" y="3251634"/>
                  </a:lnTo>
                  <a:lnTo>
                    <a:pt x="4702229" y="3232772"/>
                  </a:lnTo>
                  <a:lnTo>
                    <a:pt x="4630606" y="3212377"/>
                  </a:lnTo>
                  <a:lnTo>
                    <a:pt x="4558984" y="3190325"/>
                  </a:lnTo>
                  <a:lnTo>
                    <a:pt x="4487361" y="3166480"/>
                  </a:lnTo>
                  <a:lnTo>
                    <a:pt x="4415739" y="3140698"/>
                  </a:lnTo>
                  <a:lnTo>
                    <a:pt x="4344116" y="3112821"/>
                  </a:lnTo>
                  <a:lnTo>
                    <a:pt x="4272493" y="3082678"/>
                  </a:lnTo>
                  <a:lnTo>
                    <a:pt x="4200871" y="3050086"/>
                  </a:lnTo>
                  <a:lnTo>
                    <a:pt x="4129248" y="3014846"/>
                  </a:lnTo>
                  <a:lnTo>
                    <a:pt x="4057626" y="2976741"/>
                  </a:lnTo>
                  <a:lnTo>
                    <a:pt x="3986003" y="2935540"/>
                  </a:lnTo>
                  <a:lnTo>
                    <a:pt x="3914381" y="2890991"/>
                  </a:lnTo>
                  <a:lnTo>
                    <a:pt x="3842758" y="2842822"/>
                  </a:lnTo>
                  <a:lnTo>
                    <a:pt x="3771136" y="2790738"/>
                  </a:lnTo>
                  <a:lnTo>
                    <a:pt x="3699513" y="2734422"/>
                  </a:lnTo>
                  <a:lnTo>
                    <a:pt x="3627891" y="2673529"/>
                  </a:lnTo>
                  <a:lnTo>
                    <a:pt x="3556268" y="2637581"/>
                  </a:lnTo>
                  <a:lnTo>
                    <a:pt x="3484646" y="2613119"/>
                  </a:lnTo>
                  <a:lnTo>
                    <a:pt x="3413023" y="2587950"/>
                  </a:lnTo>
                  <a:lnTo>
                    <a:pt x="3341401" y="2562054"/>
                  </a:lnTo>
                  <a:lnTo>
                    <a:pt x="3269778" y="2535409"/>
                  </a:lnTo>
                  <a:lnTo>
                    <a:pt x="3198156" y="2507993"/>
                  </a:lnTo>
                  <a:lnTo>
                    <a:pt x="3126533" y="2479785"/>
                  </a:lnTo>
                  <a:lnTo>
                    <a:pt x="3054911" y="2450762"/>
                  </a:lnTo>
                  <a:lnTo>
                    <a:pt x="2983288" y="2420899"/>
                  </a:lnTo>
                  <a:lnTo>
                    <a:pt x="2911665" y="2390174"/>
                  </a:lnTo>
                  <a:lnTo>
                    <a:pt x="2840043" y="2358560"/>
                  </a:lnTo>
                  <a:lnTo>
                    <a:pt x="2768420" y="2326032"/>
                  </a:lnTo>
                  <a:lnTo>
                    <a:pt x="2696798" y="2292563"/>
                  </a:lnTo>
                  <a:lnTo>
                    <a:pt x="2625175" y="2258127"/>
                  </a:lnTo>
                  <a:lnTo>
                    <a:pt x="2553553" y="2222696"/>
                  </a:lnTo>
                  <a:lnTo>
                    <a:pt x="2481930" y="2186240"/>
                  </a:lnTo>
                  <a:lnTo>
                    <a:pt x="2410308" y="2148731"/>
                  </a:lnTo>
                  <a:lnTo>
                    <a:pt x="2338685" y="2110137"/>
                  </a:lnTo>
                  <a:lnTo>
                    <a:pt x="2267063" y="2070427"/>
                  </a:lnTo>
                  <a:lnTo>
                    <a:pt x="2195440" y="2029570"/>
                  </a:lnTo>
                  <a:lnTo>
                    <a:pt x="2123818" y="1987531"/>
                  </a:lnTo>
                  <a:lnTo>
                    <a:pt x="2052195" y="1944277"/>
                  </a:lnTo>
                  <a:lnTo>
                    <a:pt x="1980573" y="1899773"/>
                  </a:lnTo>
                  <a:lnTo>
                    <a:pt x="1908950" y="1853982"/>
                  </a:lnTo>
                  <a:lnTo>
                    <a:pt x="1837328" y="1806867"/>
                  </a:lnTo>
                  <a:lnTo>
                    <a:pt x="1765705" y="1758390"/>
                  </a:lnTo>
                  <a:lnTo>
                    <a:pt x="1694083" y="1708512"/>
                  </a:lnTo>
                  <a:lnTo>
                    <a:pt x="1622460" y="1657192"/>
                  </a:lnTo>
                  <a:lnTo>
                    <a:pt x="1550837" y="1604388"/>
                  </a:lnTo>
                  <a:lnTo>
                    <a:pt x="1479215" y="1550058"/>
                  </a:lnTo>
                  <a:lnTo>
                    <a:pt x="1407592" y="1494157"/>
                  </a:lnTo>
                  <a:lnTo>
                    <a:pt x="1335970" y="1436640"/>
                  </a:lnTo>
                  <a:lnTo>
                    <a:pt x="1264347" y="1377460"/>
                  </a:lnTo>
                  <a:lnTo>
                    <a:pt x="1192725" y="1316570"/>
                  </a:lnTo>
                  <a:lnTo>
                    <a:pt x="1121102" y="1253919"/>
                  </a:lnTo>
                  <a:lnTo>
                    <a:pt x="1049480" y="1189457"/>
                  </a:lnTo>
                  <a:lnTo>
                    <a:pt x="977857" y="1123132"/>
                  </a:lnTo>
                  <a:lnTo>
                    <a:pt x="906235" y="1054889"/>
                  </a:lnTo>
                  <a:lnTo>
                    <a:pt x="834612" y="984673"/>
                  </a:lnTo>
                  <a:lnTo>
                    <a:pt x="762990" y="912427"/>
                  </a:lnTo>
                  <a:lnTo>
                    <a:pt x="691367" y="838093"/>
                  </a:lnTo>
                  <a:lnTo>
                    <a:pt x="619745" y="761610"/>
                  </a:lnTo>
                  <a:lnTo>
                    <a:pt x="548122" y="682916"/>
                  </a:lnTo>
                  <a:lnTo>
                    <a:pt x="476500" y="601947"/>
                  </a:lnTo>
                  <a:lnTo>
                    <a:pt x="404877" y="518637"/>
                  </a:lnTo>
                  <a:lnTo>
                    <a:pt x="333255" y="432919"/>
                  </a:lnTo>
                  <a:lnTo>
                    <a:pt x="261632" y="344723"/>
                  </a:lnTo>
                  <a:lnTo>
                    <a:pt x="190009" y="253977"/>
                  </a:lnTo>
                  <a:lnTo>
                    <a:pt x="118387" y="160608"/>
                  </a:lnTo>
                  <a:lnTo>
                    <a:pt x="46764" y="645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878430" y="2073503"/>
              <a:ext cx="4384248" cy="3350518"/>
            </a:xfrm>
            <a:custGeom>
              <a:avLst/>
              <a:pathLst>
                <a:path w="4384248" h="3350518">
                  <a:moveTo>
                    <a:pt x="0" y="0"/>
                  </a:moveTo>
                  <a:lnTo>
                    <a:pt x="15274" y="40216"/>
                  </a:lnTo>
                  <a:lnTo>
                    <a:pt x="86897" y="218998"/>
                  </a:lnTo>
                  <a:lnTo>
                    <a:pt x="158519" y="388498"/>
                  </a:lnTo>
                  <a:lnTo>
                    <a:pt x="230142" y="549198"/>
                  </a:lnTo>
                  <a:lnTo>
                    <a:pt x="301764" y="701555"/>
                  </a:lnTo>
                  <a:lnTo>
                    <a:pt x="373387" y="846002"/>
                  </a:lnTo>
                  <a:lnTo>
                    <a:pt x="445010" y="982949"/>
                  </a:lnTo>
                  <a:lnTo>
                    <a:pt x="516632" y="1112786"/>
                  </a:lnTo>
                  <a:lnTo>
                    <a:pt x="588255" y="1235882"/>
                  </a:lnTo>
                  <a:lnTo>
                    <a:pt x="659877" y="1352587"/>
                  </a:lnTo>
                  <a:lnTo>
                    <a:pt x="731500" y="1463233"/>
                  </a:lnTo>
                  <a:lnTo>
                    <a:pt x="803122" y="1568135"/>
                  </a:lnTo>
                  <a:lnTo>
                    <a:pt x="874745" y="1667590"/>
                  </a:lnTo>
                  <a:lnTo>
                    <a:pt x="946367" y="1761882"/>
                  </a:lnTo>
                  <a:lnTo>
                    <a:pt x="1017990" y="1851278"/>
                  </a:lnTo>
                  <a:lnTo>
                    <a:pt x="1089612" y="1936033"/>
                  </a:lnTo>
                  <a:lnTo>
                    <a:pt x="1161235" y="2016388"/>
                  </a:lnTo>
                  <a:lnTo>
                    <a:pt x="1232857" y="2092570"/>
                  </a:lnTo>
                  <a:lnTo>
                    <a:pt x="1304480" y="2164798"/>
                  </a:lnTo>
                  <a:lnTo>
                    <a:pt x="1376102" y="2233275"/>
                  </a:lnTo>
                  <a:lnTo>
                    <a:pt x="1447725" y="2298198"/>
                  </a:lnTo>
                  <a:lnTo>
                    <a:pt x="1519347" y="2359749"/>
                  </a:lnTo>
                  <a:lnTo>
                    <a:pt x="1590970" y="2418105"/>
                  </a:lnTo>
                  <a:lnTo>
                    <a:pt x="1662592" y="2473431"/>
                  </a:lnTo>
                  <a:lnTo>
                    <a:pt x="1734215" y="2525885"/>
                  </a:lnTo>
                  <a:lnTo>
                    <a:pt x="1805838" y="2575616"/>
                  </a:lnTo>
                  <a:lnTo>
                    <a:pt x="1877460" y="2622764"/>
                  </a:lnTo>
                  <a:lnTo>
                    <a:pt x="1949083" y="2667465"/>
                  </a:lnTo>
                  <a:lnTo>
                    <a:pt x="2020705" y="2709845"/>
                  </a:lnTo>
                  <a:lnTo>
                    <a:pt x="2092328" y="2750025"/>
                  </a:lnTo>
                  <a:lnTo>
                    <a:pt x="2163950" y="2788118"/>
                  </a:lnTo>
                  <a:lnTo>
                    <a:pt x="2235573" y="2824234"/>
                  </a:lnTo>
                  <a:lnTo>
                    <a:pt x="2307195" y="2858475"/>
                  </a:lnTo>
                  <a:lnTo>
                    <a:pt x="2378818" y="2890938"/>
                  </a:lnTo>
                  <a:lnTo>
                    <a:pt x="2450440" y="2921715"/>
                  </a:lnTo>
                  <a:lnTo>
                    <a:pt x="2522063" y="2950895"/>
                  </a:lnTo>
                  <a:lnTo>
                    <a:pt x="2593685" y="2978560"/>
                  </a:lnTo>
                  <a:lnTo>
                    <a:pt x="2665308" y="3004788"/>
                  </a:lnTo>
                  <a:lnTo>
                    <a:pt x="2736930" y="3029655"/>
                  </a:lnTo>
                  <a:lnTo>
                    <a:pt x="2808553" y="3053230"/>
                  </a:lnTo>
                  <a:lnTo>
                    <a:pt x="2880175" y="3075582"/>
                  </a:lnTo>
                  <a:lnTo>
                    <a:pt x="2951798" y="3096773"/>
                  </a:lnTo>
                  <a:lnTo>
                    <a:pt x="3023420" y="3116864"/>
                  </a:lnTo>
                  <a:lnTo>
                    <a:pt x="3095043" y="3135912"/>
                  </a:lnTo>
                  <a:lnTo>
                    <a:pt x="3166666" y="3153971"/>
                  </a:lnTo>
                  <a:lnTo>
                    <a:pt x="3238288" y="3171092"/>
                  </a:lnTo>
                  <a:lnTo>
                    <a:pt x="3309911" y="3187325"/>
                  </a:lnTo>
                  <a:lnTo>
                    <a:pt x="3381533" y="3202715"/>
                  </a:lnTo>
                  <a:lnTo>
                    <a:pt x="3453156" y="3217305"/>
                  </a:lnTo>
                  <a:lnTo>
                    <a:pt x="3524778" y="3231138"/>
                  </a:lnTo>
                  <a:lnTo>
                    <a:pt x="3596401" y="3244253"/>
                  </a:lnTo>
                  <a:lnTo>
                    <a:pt x="3668023" y="3256687"/>
                  </a:lnTo>
                  <a:lnTo>
                    <a:pt x="3739646" y="3268476"/>
                  </a:lnTo>
                  <a:lnTo>
                    <a:pt x="3811268" y="3279652"/>
                  </a:lnTo>
                  <a:lnTo>
                    <a:pt x="3882891" y="3290249"/>
                  </a:lnTo>
                  <a:lnTo>
                    <a:pt x="3954513" y="3300295"/>
                  </a:lnTo>
                  <a:lnTo>
                    <a:pt x="4026136" y="3309819"/>
                  </a:lnTo>
                  <a:lnTo>
                    <a:pt x="4097758" y="3318849"/>
                  </a:lnTo>
                  <a:lnTo>
                    <a:pt x="4169381" y="3327410"/>
                  </a:lnTo>
                  <a:lnTo>
                    <a:pt x="4241003" y="3335527"/>
                  </a:lnTo>
                  <a:lnTo>
                    <a:pt x="4312626" y="3343222"/>
                  </a:lnTo>
                  <a:lnTo>
                    <a:pt x="4384248" y="33505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742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1.92 (1.42-2.59), p_Bonf = &lt;0.001 (n = 6)  |  per IQR decline (Δ = 23.1): 4.50 (2.23-9.06)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2026-09-28T17:00:31Z</dcterms:modified>
  <cp:category/>
</cp:coreProperties>
</file>