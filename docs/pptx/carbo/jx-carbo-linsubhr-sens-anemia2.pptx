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67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2780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82882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298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08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7729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783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67933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8035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235312" y="2803271"/>
              <a:ext cx="6964104" cy="473147"/>
            </a:xfrm>
            <a:custGeom>
              <a:avLst/>
              <a:pathLst>
                <a:path w="6964104" h="473147">
                  <a:moveTo>
                    <a:pt x="0" y="0"/>
                  </a:moveTo>
                  <a:lnTo>
                    <a:pt x="70344" y="9409"/>
                  </a:lnTo>
                  <a:lnTo>
                    <a:pt x="140688" y="18670"/>
                  </a:lnTo>
                  <a:lnTo>
                    <a:pt x="211033" y="27784"/>
                  </a:lnTo>
                  <a:lnTo>
                    <a:pt x="281377" y="36756"/>
                  </a:lnTo>
                  <a:lnTo>
                    <a:pt x="351722" y="45586"/>
                  </a:lnTo>
                  <a:lnTo>
                    <a:pt x="422066" y="54276"/>
                  </a:lnTo>
                  <a:lnTo>
                    <a:pt x="492411" y="62830"/>
                  </a:lnTo>
                  <a:lnTo>
                    <a:pt x="562755" y="71249"/>
                  </a:lnTo>
                  <a:lnTo>
                    <a:pt x="633100" y="79535"/>
                  </a:lnTo>
                  <a:lnTo>
                    <a:pt x="703444" y="87691"/>
                  </a:lnTo>
                  <a:lnTo>
                    <a:pt x="773789" y="95718"/>
                  </a:lnTo>
                  <a:lnTo>
                    <a:pt x="844133" y="103619"/>
                  </a:lnTo>
                  <a:lnTo>
                    <a:pt x="914478" y="111395"/>
                  </a:lnTo>
                  <a:lnTo>
                    <a:pt x="984822" y="119048"/>
                  </a:lnTo>
                  <a:lnTo>
                    <a:pt x="1055167" y="126581"/>
                  </a:lnTo>
                  <a:lnTo>
                    <a:pt x="1125511" y="133996"/>
                  </a:lnTo>
                  <a:lnTo>
                    <a:pt x="1195856" y="141293"/>
                  </a:lnTo>
                  <a:lnTo>
                    <a:pt x="1266200" y="148475"/>
                  </a:lnTo>
                  <a:lnTo>
                    <a:pt x="1336545" y="155544"/>
                  </a:lnTo>
                  <a:lnTo>
                    <a:pt x="1406889" y="162502"/>
                  </a:lnTo>
                  <a:lnTo>
                    <a:pt x="1477234" y="169350"/>
                  </a:lnTo>
                  <a:lnTo>
                    <a:pt x="1547578" y="176091"/>
                  </a:lnTo>
                  <a:lnTo>
                    <a:pt x="1617923" y="182724"/>
                  </a:lnTo>
                  <a:lnTo>
                    <a:pt x="1688267" y="189254"/>
                  </a:lnTo>
                  <a:lnTo>
                    <a:pt x="1758612" y="195680"/>
                  </a:lnTo>
                  <a:lnTo>
                    <a:pt x="1828956" y="202006"/>
                  </a:lnTo>
                  <a:lnTo>
                    <a:pt x="1899301" y="208231"/>
                  </a:lnTo>
                  <a:lnTo>
                    <a:pt x="1969645" y="214358"/>
                  </a:lnTo>
                  <a:lnTo>
                    <a:pt x="2039990" y="220389"/>
                  </a:lnTo>
                  <a:lnTo>
                    <a:pt x="2110334" y="226325"/>
                  </a:lnTo>
                  <a:lnTo>
                    <a:pt x="2180679" y="232167"/>
                  </a:lnTo>
                  <a:lnTo>
                    <a:pt x="2251023" y="237918"/>
                  </a:lnTo>
                  <a:lnTo>
                    <a:pt x="2321368" y="243577"/>
                  </a:lnTo>
                  <a:lnTo>
                    <a:pt x="2391712" y="249147"/>
                  </a:lnTo>
                  <a:lnTo>
                    <a:pt x="2462057" y="254630"/>
                  </a:lnTo>
                  <a:lnTo>
                    <a:pt x="2532401" y="260026"/>
                  </a:lnTo>
                  <a:lnTo>
                    <a:pt x="2602746" y="265337"/>
                  </a:lnTo>
                  <a:lnTo>
                    <a:pt x="2673090" y="270565"/>
                  </a:lnTo>
                  <a:lnTo>
                    <a:pt x="2743435" y="275710"/>
                  </a:lnTo>
                  <a:lnTo>
                    <a:pt x="2813779" y="280774"/>
                  </a:lnTo>
                  <a:lnTo>
                    <a:pt x="2884124" y="285758"/>
                  </a:lnTo>
                  <a:lnTo>
                    <a:pt x="2954468" y="290663"/>
                  </a:lnTo>
                  <a:lnTo>
                    <a:pt x="3024813" y="295492"/>
                  </a:lnTo>
                  <a:lnTo>
                    <a:pt x="3095157" y="298305"/>
                  </a:lnTo>
                  <a:lnTo>
                    <a:pt x="3165502" y="299446"/>
                  </a:lnTo>
                  <a:lnTo>
                    <a:pt x="3235846" y="300582"/>
                  </a:lnTo>
                  <a:lnTo>
                    <a:pt x="3306191" y="301713"/>
                  </a:lnTo>
                  <a:lnTo>
                    <a:pt x="3376535" y="302840"/>
                  </a:lnTo>
                  <a:lnTo>
                    <a:pt x="3446880" y="303963"/>
                  </a:lnTo>
                  <a:lnTo>
                    <a:pt x="3517224" y="305082"/>
                  </a:lnTo>
                  <a:lnTo>
                    <a:pt x="3587569" y="306197"/>
                  </a:lnTo>
                  <a:lnTo>
                    <a:pt x="3657913" y="307307"/>
                  </a:lnTo>
                  <a:lnTo>
                    <a:pt x="3728257" y="308413"/>
                  </a:lnTo>
                  <a:lnTo>
                    <a:pt x="3798602" y="309514"/>
                  </a:lnTo>
                  <a:lnTo>
                    <a:pt x="3868946" y="310612"/>
                  </a:lnTo>
                  <a:lnTo>
                    <a:pt x="3939291" y="311705"/>
                  </a:lnTo>
                  <a:lnTo>
                    <a:pt x="4009635" y="312794"/>
                  </a:lnTo>
                  <a:lnTo>
                    <a:pt x="4079980" y="313879"/>
                  </a:lnTo>
                  <a:lnTo>
                    <a:pt x="4150324" y="314960"/>
                  </a:lnTo>
                  <a:lnTo>
                    <a:pt x="4220669" y="316037"/>
                  </a:lnTo>
                  <a:lnTo>
                    <a:pt x="4291013" y="317109"/>
                  </a:lnTo>
                  <a:lnTo>
                    <a:pt x="4361358" y="318178"/>
                  </a:lnTo>
                  <a:lnTo>
                    <a:pt x="4431702" y="319242"/>
                  </a:lnTo>
                  <a:lnTo>
                    <a:pt x="4502047" y="320303"/>
                  </a:lnTo>
                  <a:lnTo>
                    <a:pt x="4572391" y="321359"/>
                  </a:lnTo>
                  <a:lnTo>
                    <a:pt x="4642736" y="322411"/>
                  </a:lnTo>
                  <a:lnTo>
                    <a:pt x="4713080" y="323460"/>
                  </a:lnTo>
                  <a:lnTo>
                    <a:pt x="4783425" y="324504"/>
                  </a:lnTo>
                  <a:lnTo>
                    <a:pt x="4853769" y="325544"/>
                  </a:lnTo>
                  <a:lnTo>
                    <a:pt x="4924114" y="326581"/>
                  </a:lnTo>
                  <a:lnTo>
                    <a:pt x="4994458" y="327613"/>
                  </a:lnTo>
                  <a:lnTo>
                    <a:pt x="5064803" y="328641"/>
                  </a:lnTo>
                  <a:lnTo>
                    <a:pt x="5135147" y="329666"/>
                  </a:lnTo>
                  <a:lnTo>
                    <a:pt x="5205492" y="330686"/>
                  </a:lnTo>
                  <a:lnTo>
                    <a:pt x="5275836" y="331703"/>
                  </a:lnTo>
                  <a:lnTo>
                    <a:pt x="5346181" y="332716"/>
                  </a:lnTo>
                  <a:lnTo>
                    <a:pt x="5416525" y="333725"/>
                  </a:lnTo>
                  <a:lnTo>
                    <a:pt x="5486870" y="334730"/>
                  </a:lnTo>
                  <a:lnTo>
                    <a:pt x="5557214" y="335731"/>
                  </a:lnTo>
                  <a:lnTo>
                    <a:pt x="5627559" y="336729"/>
                  </a:lnTo>
                  <a:lnTo>
                    <a:pt x="5697903" y="337722"/>
                  </a:lnTo>
                  <a:lnTo>
                    <a:pt x="5768248" y="338712"/>
                  </a:lnTo>
                  <a:lnTo>
                    <a:pt x="5838592" y="339698"/>
                  </a:lnTo>
                  <a:lnTo>
                    <a:pt x="5908937" y="340680"/>
                  </a:lnTo>
                  <a:lnTo>
                    <a:pt x="5979281" y="341659"/>
                  </a:lnTo>
                  <a:lnTo>
                    <a:pt x="6049626" y="342634"/>
                  </a:lnTo>
                  <a:lnTo>
                    <a:pt x="6119970" y="343605"/>
                  </a:lnTo>
                  <a:lnTo>
                    <a:pt x="6190315" y="344572"/>
                  </a:lnTo>
                  <a:lnTo>
                    <a:pt x="6260659" y="345536"/>
                  </a:lnTo>
                  <a:lnTo>
                    <a:pt x="6331004" y="346496"/>
                  </a:lnTo>
                  <a:lnTo>
                    <a:pt x="6401348" y="347452"/>
                  </a:lnTo>
                  <a:lnTo>
                    <a:pt x="6471693" y="348405"/>
                  </a:lnTo>
                  <a:lnTo>
                    <a:pt x="6542037" y="349354"/>
                  </a:lnTo>
                  <a:lnTo>
                    <a:pt x="6612382" y="350299"/>
                  </a:lnTo>
                  <a:lnTo>
                    <a:pt x="6682726" y="351241"/>
                  </a:lnTo>
                  <a:lnTo>
                    <a:pt x="6753071" y="352179"/>
                  </a:lnTo>
                  <a:lnTo>
                    <a:pt x="6823415" y="353114"/>
                  </a:lnTo>
                  <a:lnTo>
                    <a:pt x="6893760" y="354045"/>
                  </a:lnTo>
                  <a:lnTo>
                    <a:pt x="6964104" y="354972"/>
                  </a:lnTo>
                  <a:lnTo>
                    <a:pt x="6964104" y="473147"/>
                  </a:lnTo>
                  <a:lnTo>
                    <a:pt x="6893760" y="471163"/>
                  </a:lnTo>
                  <a:lnTo>
                    <a:pt x="6823415" y="469148"/>
                  </a:lnTo>
                  <a:lnTo>
                    <a:pt x="6753071" y="467100"/>
                  </a:lnTo>
                  <a:lnTo>
                    <a:pt x="6682726" y="465020"/>
                  </a:lnTo>
                  <a:lnTo>
                    <a:pt x="6612382" y="462906"/>
                  </a:lnTo>
                  <a:lnTo>
                    <a:pt x="6542037" y="460759"/>
                  </a:lnTo>
                  <a:lnTo>
                    <a:pt x="6471693" y="458577"/>
                  </a:lnTo>
                  <a:lnTo>
                    <a:pt x="6401348" y="456360"/>
                  </a:lnTo>
                  <a:lnTo>
                    <a:pt x="6331004" y="454108"/>
                  </a:lnTo>
                  <a:lnTo>
                    <a:pt x="6260659" y="451819"/>
                  </a:lnTo>
                  <a:lnTo>
                    <a:pt x="6190315" y="449494"/>
                  </a:lnTo>
                  <a:lnTo>
                    <a:pt x="6119970" y="447132"/>
                  </a:lnTo>
                  <a:lnTo>
                    <a:pt x="6049626" y="444732"/>
                  </a:lnTo>
                  <a:lnTo>
                    <a:pt x="5979281" y="442293"/>
                  </a:lnTo>
                  <a:lnTo>
                    <a:pt x="5908937" y="439816"/>
                  </a:lnTo>
                  <a:lnTo>
                    <a:pt x="5838592" y="437298"/>
                  </a:lnTo>
                  <a:lnTo>
                    <a:pt x="5768248" y="434741"/>
                  </a:lnTo>
                  <a:lnTo>
                    <a:pt x="5697903" y="432142"/>
                  </a:lnTo>
                  <a:lnTo>
                    <a:pt x="5627559" y="429502"/>
                  </a:lnTo>
                  <a:lnTo>
                    <a:pt x="5557214" y="426820"/>
                  </a:lnTo>
                  <a:lnTo>
                    <a:pt x="5486870" y="424094"/>
                  </a:lnTo>
                  <a:lnTo>
                    <a:pt x="5416525" y="421325"/>
                  </a:lnTo>
                  <a:lnTo>
                    <a:pt x="5346181" y="418512"/>
                  </a:lnTo>
                  <a:lnTo>
                    <a:pt x="5275836" y="415654"/>
                  </a:lnTo>
                  <a:lnTo>
                    <a:pt x="5205492" y="412750"/>
                  </a:lnTo>
                  <a:lnTo>
                    <a:pt x="5135147" y="409799"/>
                  </a:lnTo>
                  <a:lnTo>
                    <a:pt x="5064803" y="406801"/>
                  </a:lnTo>
                  <a:lnTo>
                    <a:pt x="4994458" y="403755"/>
                  </a:lnTo>
                  <a:lnTo>
                    <a:pt x="4924114" y="400660"/>
                  </a:lnTo>
                  <a:lnTo>
                    <a:pt x="4853769" y="397516"/>
                  </a:lnTo>
                  <a:lnTo>
                    <a:pt x="4783425" y="394322"/>
                  </a:lnTo>
                  <a:lnTo>
                    <a:pt x="4713080" y="391076"/>
                  </a:lnTo>
                  <a:lnTo>
                    <a:pt x="4642736" y="387778"/>
                  </a:lnTo>
                  <a:lnTo>
                    <a:pt x="4572391" y="384428"/>
                  </a:lnTo>
                  <a:lnTo>
                    <a:pt x="4502047" y="381023"/>
                  </a:lnTo>
                  <a:lnTo>
                    <a:pt x="4431702" y="377565"/>
                  </a:lnTo>
                  <a:lnTo>
                    <a:pt x="4361358" y="374051"/>
                  </a:lnTo>
                  <a:lnTo>
                    <a:pt x="4291013" y="370480"/>
                  </a:lnTo>
                  <a:lnTo>
                    <a:pt x="4220669" y="366853"/>
                  </a:lnTo>
                  <a:lnTo>
                    <a:pt x="4150324" y="363167"/>
                  </a:lnTo>
                  <a:lnTo>
                    <a:pt x="4079980" y="359423"/>
                  </a:lnTo>
                  <a:lnTo>
                    <a:pt x="4009635" y="355618"/>
                  </a:lnTo>
                  <a:lnTo>
                    <a:pt x="3939291" y="351753"/>
                  </a:lnTo>
                  <a:lnTo>
                    <a:pt x="3868946" y="347825"/>
                  </a:lnTo>
                  <a:lnTo>
                    <a:pt x="3798602" y="343835"/>
                  </a:lnTo>
                  <a:lnTo>
                    <a:pt x="3728257" y="339781"/>
                  </a:lnTo>
                  <a:lnTo>
                    <a:pt x="3657913" y="335662"/>
                  </a:lnTo>
                  <a:lnTo>
                    <a:pt x="3587569" y="331477"/>
                  </a:lnTo>
                  <a:lnTo>
                    <a:pt x="3517224" y="327225"/>
                  </a:lnTo>
                  <a:lnTo>
                    <a:pt x="3446880" y="322904"/>
                  </a:lnTo>
                  <a:lnTo>
                    <a:pt x="3376535" y="318515"/>
                  </a:lnTo>
                  <a:lnTo>
                    <a:pt x="3306191" y="314056"/>
                  </a:lnTo>
                  <a:lnTo>
                    <a:pt x="3235846" y="309525"/>
                  </a:lnTo>
                  <a:lnTo>
                    <a:pt x="3165502" y="304921"/>
                  </a:lnTo>
                  <a:lnTo>
                    <a:pt x="3095157" y="300244"/>
                  </a:lnTo>
                  <a:lnTo>
                    <a:pt x="3024813" y="297161"/>
                  </a:lnTo>
                  <a:lnTo>
                    <a:pt x="2954468" y="296012"/>
                  </a:lnTo>
                  <a:lnTo>
                    <a:pt x="2884124" y="294858"/>
                  </a:lnTo>
                  <a:lnTo>
                    <a:pt x="2813779" y="293700"/>
                  </a:lnTo>
                  <a:lnTo>
                    <a:pt x="2743435" y="292538"/>
                  </a:lnTo>
                  <a:lnTo>
                    <a:pt x="2673090" y="291371"/>
                  </a:lnTo>
                  <a:lnTo>
                    <a:pt x="2602746" y="290200"/>
                  </a:lnTo>
                  <a:lnTo>
                    <a:pt x="2532401" y="289024"/>
                  </a:lnTo>
                  <a:lnTo>
                    <a:pt x="2462057" y="287844"/>
                  </a:lnTo>
                  <a:lnTo>
                    <a:pt x="2391712" y="286659"/>
                  </a:lnTo>
                  <a:lnTo>
                    <a:pt x="2321368" y="285470"/>
                  </a:lnTo>
                  <a:lnTo>
                    <a:pt x="2251023" y="284276"/>
                  </a:lnTo>
                  <a:lnTo>
                    <a:pt x="2180679" y="283078"/>
                  </a:lnTo>
                  <a:lnTo>
                    <a:pt x="2110334" y="281875"/>
                  </a:lnTo>
                  <a:lnTo>
                    <a:pt x="2039990" y="280667"/>
                  </a:lnTo>
                  <a:lnTo>
                    <a:pt x="1969645" y="279455"/>
                  </a:lnTo>
                  <a:lnTo>
                    <a:pt x="1899301" y="278238"/>
                  </a:lnTo>
                  <a:lnTo>
                    <a:pt x="1828956" y="277016"/>
                  </a:lnTo>
                  <a:lnTo>
                    <a:pt x="1758612" y="275790"/>
                  </a:lnTo>
                  <a:lnTo>
                    <a:pt x="1688267" y="274559"/>
                  </a:lnTo>
                  <a:lnTo>
                    <a:pt x="1617923" y="273324"/>
                  </a:lnTo>
                  <a:lnTo>
                    <a:pt x="1547578" y="272083"/>
                  </a:lnTo>
                  <a:lnTo>
                    <a:pt x="1477234" y="270838"/>
                  </a:lnTo>
                  <a:lnTo>
                    <a:pt x="1406889" y="269588"/>
                  </a:lnTo>
                  <a:lnTo>
                    <a:pt x="1336545" y="268334"/>
                  </a:lnTo>
                  <a:lnTo>
                    <a:pt x="1266200" y="267074"/>
                  </a:lnTo>
                  <a:lnTo>
                    <a:pt x="1195856" y="265810"/>
                  </a:lnTo>
                  <a:lnTo>
                    <a:pt x="1125511" y="264540"/>
                  </a:lnTo>
                  <a:lnTo>
                    <a:pt x="1055167" y="263266"/>
                  </a:lnTo>
                  <a:lnTo>
                    <a:pt x="984822" y="261988"/>
                  </a:lnTo>
                  <a:lnTo>
                    <a:pt x="914478" y="260704"/>
                  </a:lnTo>
                  <a:lnTo>
                    <a:pt x="844133" y="259415"/>
                  </a:lnTo>
                  <a:lnTo>
                    <a:pt x="773789" y="258121"/>
                  </a:lnTo>
                  <a:lnTo>
                    <a:pt x="703444" y="256823"/>
                  </a:lnTo>
                  <a:lnTo>
                    <a:pt x="633100" y="255519"/>
                  </a:lnTo>
                  <a:lnTo>
                    <a:pt x="562755" y="254210"/>
                  </a:lnTo>
                  <a:lnTo>
                    <a:pt x="492411" y="252897"/>
                  </a:lnTo>
                  <a:lnTo>
                    <a:pt x="422066" y="251578"/>
                  </a:lnTo>
                  <a:lnTo>
                    <a:pt x="351722" y="250254"/>
                  </a:lnTo>
                  <a:lnTo>
                    <a:pt x="281377" y="248926"/>
                  </a:lnTo>
                  <a:lnTo>
                    <a:pt x="211033" y="247592"/>
                  </a:lnTo>
                  <a:lnTo>
                    <a:pt x="140688" y="246253"/>
                  </a:lnTo>
                  <a:lnTo>
                    <a:pt x="70344" y="244909"/>
                  </a:lnTo>
                  <a:lnTo>
                    <a:pt x="0" y="243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03271"/>
              <a:ext cx="6964104" cy="354972"/>
            </a:xfrm>
            <a:custGeom>
              <a:avLst/>
              <a:pathLst>
                <a:path w="6964104" h="354972">
                  <a:moveTo>
                    <a:pt x="0" y="0"/>
                  </a:moveTo>
                  <a:lnTo>
                    <a:pt x="70344" y="9409"/>
                  </a:lnTo>
                  <a:lnTo>
                    <a:pt x="140688" y="18670"/>
                  </a:lnTo>
                  <a:lnTo>
                    <a:pt x="211033" y="27784"/>
                  </a:lnTo>
                  <a:lnTo>
                    <a:pt x="281377" y="36756"/>
                  </a:lnTo>
                  <a:lnTo>
                    <a:pt x="351722" y="45586"/>
                  </a:lnTo>
                  <a:lnTo>
                    <a:pt x="422066" y="54276"/>
                  </a:lnTo>
                  <a:lnTo>
                    <a:pt x="492411" y="62830"/>
                  </a:lnTo>
                  <a:lnTo>
                    <a:pt x="562755" y="71249"/>
                  </a:lnTo>
                  <a:lnTo>
                    <a:pt x="633100" y="79535"/>
                  </a:lnTo>
                  <a:lnTo>
                    <a:pt x="703444" y="87691"/>
                  </a:lnTo>
                  <a:lnTo>
                    <a:pt x="773789" y="95718"/>
                  </a:lnTo>
                  <a:lnTo>
                    <a:pt x="844133" y="103619"/>
                  </a:lnTo>
                  <a:lnTo>
                    <a:pt x="914478" y="111395"/>
                  </a:lnTo>
                  <a:lnTo>
                    <a:pt x="984822" y="119048"/>
                  </a:lnTo>
                  <a:lnTo>
                    <a:pt x="1055167" y="126581"/>
                  </a:lnTo>
                  <a:lnTo>
                    <a:pt x="1125511" y="133996"/>
                  </a:lnTo>
                  <a:lnTo>
                    <a:pt x="1195856" y="141293"/>
                  </a:lnTo>
                  <a:lnTo>
                    <a:pt x="1266200" y="148475"/>
                  </a:lnTo>
                  <a:lnTo>
                    <a:pt x="1336545" y="155544"/>
                  </a:lnTo>
                  <a:lnTo>
                    <a:pt x="1406889" y="162502"/>
                  </a:lnTo>
                  <a:lnTo>
                    <a:pt x="1477234" y="169350"/>
                  </a:lnTo>
                  <a:lnTo>
                    <a:pt x="1547578" y="176091"/>
                  </a:lnTo>
                  <a:lnTo>
                    <a:pt x="1617923" y="182724"/>
                  </a:lnTo>
                  <a:lnTo>
                    <a:pt x="1688267" y="189254"/>
                  </a:lnTo>
                  <a:lnTo>
                    <a:pt x="1758612" y="195680"/>
                  </a:lnTo>
                  <a:lnTo>
                    <a:pt x="1828956" y="202006"/>
                  </a:lnTo>
                  <a:lnTo>
                    <a:pt x="1899301" y="208231"/>
                  </a:lnTo>
                  <a:lnTo>
                    <a:pt x="1969645" y="214358"/>
                  </a:lnTo>
                  <a:lnTo>
                    <a:pt x="2039990" y="220389"/>
                  </a:lnTo>
                  <a:lnTo>
                    <a:pt x="2110334" y="226325"/>
                  </a:lnTo>
                  <a:lnTo>
                    <a:pt x="2180679" y="232167"/>
                  </a:lnTo>
                  <a:lnTo>
                    <a:pt x="2251023" y="237918"/>
                  </a:lnTo>
                  <a:lnTo>
                    <a:pt x="2321368" y="243577"/>
                  </a:lnTo>
                  <a:lnTo>
                    <a:pt x="2391712" y="249147"/>
                  </a:lnTo>
                  <a:lnTo>
                    <a:pt x="2462057" y="254630"/>
                  </a:lnTo>
                  <a:lnTo>
                    <a:pt x="2532401" y="260026"/>
                  </a:lnTo>
                  <a:lnTo>
                    <a:pt x="2602746" y="265337"/>
                  </a:lnTo>
                  <a:lnTo>
                    <a:pt x="2673090" y="270565"/>
                  </a:lnTo>
                  <a:lnTo>
                    <a:pt x="2743435" y="275710"/>
                  </a:lnTo>
                  <a:lnTo>
                    <a:pt x="2813779" y="280774"/>
                  </a:lnTo>
                  <a:lnTo>
                    <a:pt x="2884124" y="285758"/>
                  </a:lnTo>
                  <a:lnTo>
                    <a:pt x="2954468" y="290663"/>
                  </a:lnTo>
                  <a:lnTo>
                    <a:pt x="3024813" y="295492"/>
                  </a:lnTo>
                  <a:lnTo>
                    <a:pt x="3095157" y="298305"/>
                  </a:lnTo>
                  <a:lnTo>
                    <a:pt x="3165502" y="299446"/>
                  </a:lnTo>
                  <a:lnTo>
                    <a:pt x="3235846" y="300582"/>
                  </a:lnTo>
                  <a:lnTo>
                    <a:pt x="3306191" y="301713"/>
                  </a:lnTo>
                  <a:lnTo>
                    <a:pt x="3376535" y="302840"/>
                  </a:lnTo>
                  <a:lnTo>
                    <a:pt x="3446880" y="303963"/>
                  </a:lnTo>
                  <a:lnTo>
                    <a:pt x="3517224" y="305082"/>
                  </a:lnTo>
                  <a:lnTo>
                    <a:pt x="3587569" y="306197"/>
                  </a:lnTo>
                  <a:lnTo>
                    <a:pt x="3657913" y="307307"/>
                  </a:lnTo>
                  <a:lnTo>
                    <a:pt x="3728257" y="308413"/>
                  </a:lnTo>
                  <a:lnTo>
                    <a:pt x="3798602" y="309514"/>
                  </a:lnTo>
                  <a:lnTo>
                    <a:pt x="3868946" y="310612"/>
                  </a:lnTo>
                  <a:lnTo>
                    <a:pt x="3939291" y="311705"/>
                  </a:lnTo>
                  <a:lnTo>
                    <a:pt x="4009635" y="312794"/>
                  </a:lnTo>
                  <a:lnTo>
                    <a:pt x="4079980" y="313879"/>
                  </a:lnTo>
                  <a:lnTo>
                    <a:pt x="4150324" y="314960"/>
                  </a:lnTo>
                  <a:lnTo>
                    <a:pt x="4220669" y="316037"/>
                  </a:lnTo>
                  <a:lnTo>
                    <a:pt x="4291013" y="317109"/>
                  </a:lnTo>
                  <a:lnTo>
                    <a:pt x="4361358" y="318178"/>
                  </a:lnTo>
                  <a:lnTo>
                    <a:pt x="4431702" y="319242"/>
                  </a:lnTo>
                  <a:lnTo>
                    <a:pt x="4502047" y="320303"/>
                  </a:lnTo>
                  <a:lnTo>
                    <a:pt x="4572391" y="321359"/>
                  </a:lnTo>
                  <a:lnTo>
                    <a:pt x="4642736" y="322411"/>
                  </a:lnTo>
                  <a:lnTo>
                    <a:pt x="4713080" y="323460"/>
                  </a:lnTo>
                  <a:lnTo>
                    <a:pt x="4783425" y="324504"/>
                  </a:lnTo>
                  <a:lnTo>
                    <a:pt x="4853769" y="325544"/>
                  </a:lnTo>
                  <a:lnTo>
                    <a:pt x="4924114" y="326581"/>
                  </a:lnTo>
                  <a:lnTo>
                    <a:pt x="4994458" y="327613"/>
                  </a:lnTo>
                  <a:lnTo>
                    <a:pt x="5064803" y="328641"/>
                  </a:lnTo>
                  <a:lnTo>
                    <a:pt x="5135147" y="329666"/>
                  </a:lnTo>
                  <a:lnTo>
                    <a:pt x="5205492" y="330686"/>
                  </a:lnTo>
                  <a:lnTo>
                    <a:pt x="5275836" y="331703"/>
                  </a:lnTo>
                  <a:lnTo>
                    <a:pt x="5346181" y="332716"/>
                  </a:lnTo>
                  <a:lnTo>
                    <a:pt x="5416525" y="333725"/>
                  </a:lnTo>
                  <a:lnTo>
                    <a:pt x="5486870" y="334730"/>
                  </a:lnTo>
                  <a:lnTo>
                    <a:pt x="5557214" y="335731"/>
                  </a:lnTo>
                  <a:lnTo>
                    <a:pt x="5627559" y="336729"/>
                  </a:lnTo>
                  <a:lnTo>
                    <a:pt x="5697903" y="337722"/>
                  </a:lnTo>
                  <a:lnTo>
                    <a:pt x="5768248" y="338712"/>
                  </a:lnTo>
                  <a:lnTo>
                    <a:pt x="5838592" y="339698"/>
                  </a:lnTo>
                  <a:lnTo>
                    <a:pt x="5908937" y="340680"/>
                  </a:lnTo>
                  <a:lnTo>
                    <a:pt x="5979281" y="341659"/>
                  </a:lnTo>
                  <a:lnTo>
                    <a:pt x="6049626" y="342634"/>
                  </a:lnTo>
                  <a:lnTo>
                    <a:pt x="6119970" y="343605"/>
                  </a:lnTo>
                  <a:lnTo>
                    <a:pt x="6190315" y="344572"/>
                  </a:lnTo>
                  <a:lnTo>
                    <a:pt x="6260659" y="345536"/>
                  </a:lnTo>
                  <a:lnTo>
                    <a:pt x="6331004" y="346496"/>
                  </a:lnTo>
                  <a:lnTo>
                    <a:pt x="6401348" y="347452"/>
                  </a:lnTo>
                  <a:lnTo>
                    <a:pt x="6471693" y="348405"/>
                  </a:lnTo>
                  <a:lnTo>
                    <a:pt x="6542037" y="349354"/>
                  </a:lnTo>
                  <a:lnTo>
                    <a:pt x="6612382" y="350299"/>
                  </a:lnTo>
                  <a:lnTo>
                    <a:pt x="6682726" y="351241"/>
                  </a:lnTo>
                  <a:lnTo>
                    <a:pt x="6753071" y="352179"/>
                  </a:lnTo>
                  <a:lnTo>
                    <a:pt x="6823415" y="353114"/>
                  </a:lnTo>
                  <a:lnTo>
                    <a:pt x="6893760" y="354045"/>
                  </a:lnTo>
                  <a:lnTo>
                    <a:pt x="6964104" y="354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35312" y="3046831"/>
              <a:ext cx="6964104" cy="229587"/>
            </a:xfrm>
            <a:custGeom>
              <a:avLst/>
              <a:pathLst>
                <a:path w="6964104" h="229587">
                  <a:moveTo>
                    <a:pt x="6964104" y="229587"/>
                  </a:moveTo>
                  <a:lnTo>
                    <a:pt x="6893760" y="227604"/>
                  </a:lnTo>
                  <a:lnTo>
                    <a:pt x="6823415" y="225588"/>
                  </a:lnTo>
                  <a:lnTo>
                    <a:pt x="6753071" y="223541"/>
                  </a:lnTo>
                  <a:lnTo>
                    <a:pt x="6682726" y="221460"/>
                  </a:lnTo>
                  <a:lnTo>
                    <a:pt x="6612382" y="219347"/>
                  </a:lnTo>
                  <a:lnTo>
                    <a:pt x="6542037" y="217199"/>
                  </a:lnTo>
                  <a:lnTo>
                    <a:pt x="6471693" y="215017"/>
                  </a:lnTo>
                  <a:lnTo>
                    <a:pt x="6401348" y="212800"/>
                  </a:lnTo>
                  <a:lnTo>
                    <a:pt x="6331004" y="210548"/>
                  </a:lnTo>
                  <a:lnTo>
                    <a:pt x="6260659" y="208260"/>
                  </a:lnTo>
                  <a:lnTo>
                    <a:pt x="6190315" y="205934"/>
                  </a:lnTo>
                  <a:lnTo>
                    <a:pt x="6119970" y="203572"/>
                  </a:lnTo>
                  <a:lnTo>
                    <a:pt x="6049626" y="201172"/>
                  </a:lnTo>
                  <a:lnTo>
                    <a:pt x="5979281" y="198734"/>
                  </a:lnTo>
                  <a:lnTo>
                    <a:pt x="5908937" y="196256"/>
                  </a:lnTo>
                  <a:lnTo>
                    <a:pt x="5838592" y="193739"/>
                  </a:lnTo>
                  <a:lnTo>
                    <a:pt x="5768248" y="191181"/>
                  </a:lnTo>
                  <a:lnTo>
                    <a:pt x="5697903" y="188583"/>
                  </a:lnTo>
                  <a:lnTo>
                    <a:pt x="5627559" y="185942"/>
                  </a:lnTo>
                  <a:lnTo>
                    <a:pt x="5557214" y="183260"/>
                  </a:lnTo>
                  <a:lnTo>
                    <a:pt x="5486870" y="180535"/>
                  </a:lnTo>
                  <a:lnTo>
                    <a:pt x="5416525" y="177766"/>
                  </a:lnTo>
                  <a:lnTo>
                    <a:pt x="5346181" y="174952"/>
                  </a:lnTo>
                  <a:lnTo>
                    <a:pt x="5275836" y="172094"/>
                  </a:lnTo>
                  <a:lnTo>
                    <a:pt x="5205492" y="169190"/>
                  </a:lnTo>
                  <a:lnTo>
                    <a:pt x="5135147" y="166239"/>
                  </a:lnTo>
                  <a:lnTo>
                    <a:pt x="5064803" y="163241"/>
                  </a:lnTo>
                  <a:lnTo>
                    <a:pt x="4994458" y="160195"/>
                  </a:lnTo>
                  <a:lnTo>
                    <a:pt x="4924114" y="157101"/>
                  </a:lnTo>
                  <a:lnTo>
                    <a:pt x="4853769" y="153956"/>
                  </a:lnTo>
                  <a:lnTo>
                    <a:pt x="4783425" y="150762"/>
                  </a:lnTo>
                  <a:lnTo>
                    <a:pt x="4713080" y="147516"/>
                  </a:lnTo>
                  <a:lnTo>
                    <a:pt x="4642736" y="144218"/>
                  </a:lnTo>
                  <a:lnTo>
                    <a:pt x="4572391" y="140868"/>
                  </a:lnTo>
                  <a:lnTo>
                    <a:pt x="4502047" y="137464"/>
                  </a:lnTo>
                  <a:lnTo>
                    <a:pt x="4431702" y="134005"/>
                  </a:lnTo>
                  <a:lnTo>
                    <a:pt x="4361358" y="130491"/>
                  </a:lnTo>
                  <a:lnTo>
                    <a:pt x="4291013" y="126920"/>
                  </a:lnTo>
                  <a:lnTo>
                    <a:pt x="4220669" y="123293"/>
                  </a:lnTo>
                  <a:lnTo>
                    <a:pt x="4150324" y="119607"/>
                  </a:lnTo>
                  <a:lnTo>
                    <a:pt x="4079980" y="115863"/>
                  </a:lnTo>
                  <a:lnTo>
                    <a:pt x="4009635" y="112058"/>
                  </a:lnTo>
                  <a:lnTo>
                    <a:pt x="3939291" y="108193"/>
                  </a:lnTo>
                  <a:lnTo>
                    <a:pt x="3868946" y="104265"/>
                  </a:lnTo>
                  <a:lnTo>
                    <a:pt x="3798602" y="100275"/>
                  </a:lnTo>
                  <a:lnTo>
                    <a:pt x="3728257" y="96221"/>
                  </a:lnTo>
                  <a:lnTo>
                    <a:pt x="3657913" y="92102"/>
                  </a:lnTo>
                  <a:lnTo>
                    <a:pt x="3587569" y="87917"/>
                  </a:lnTo>
                  <a:lnTo>
                    <a:pt x="3517224" y="83665"/>
                  </a:lnTo>
                  <a:lnTo>
                    <a:pt x="3446880" y="79345"/>
                  </a:lnTo>
                  <a:lnTo>
                    <a:pt x="3376535" y="74955"/>
                  </a:lnTo>
                  <a:lnTo>
                    <a:pt x="3306191" y="70496"/>
                  </a:lnTo>
                  <a:lnTo>
                    <a:pt x="3235846" y="65965"/>
                  </a:lnTo>
                  <a:lnTo>
                    <a:pt x="3165502" y="61361"/>
                  </a:lnTo>
                  <a:lnTo>
                    <a:pt x="3095157" y="56684"/>
                  </a:lnTo>
                  <a:lnTo>
                    <a:pt x="3024813" y="53601"/>
                  </a:lnTo>
                  <a:lnTo>
                    <a:pt x="2954468" y="52452"/>
                  </a:lnTo>
                  <a:lnTo>
                    <a:pt x="2884124" y="51298"/>
                  </a:lnTo>
                  <a:lnTo>
                    <a:pt x="2813779" y="50141"/>
                  </a:lnTo>
                  <a:lnTo>
                    <a:pt x="2743435" y="48978"/>
                  </a:lnTo>
                  <a:lnTo>
                    <a:pt x="2673090" y="47811"/>
                  </a:lnTo>
                  <a:lnTo>
                    <a:pt x="2602746" y="46640"/>
                  </a:lnTo>
                  <a:lnTo>
                    <a:pt x="2532401" y="45465"/>
                  </a:lnTo>
                  <a:lnTo>
                    <a:pt x="2462057" y="44284"/>
                  </a:lnTo>
                  <a:lnTo>
                    <a:pt x="2391712" y="43100"/>
                  </a:lnTo>
                  <a:lnTo>
                    <a:pt x="2321368" y="41910"/>
                  </a:lnTo>
                  <a:lnTo>
                    <a:pt x="2251023" y="40716"/>
                  </a:lnTo>
                  <a:lnTo>
                    <a:pt x="2180679" y="39518"/>
                  </a:lnTo>
                  <a:lnTo>
                    <a:pt x="2110334" y="38315"/>
                  </a:lnTo>
                  <a:lnTo>
                    <a:pt x="2039990" y="37107"/>
                  </a:lnTo>
                  <a:lnTo>
                    <a:pt x="1969645" y="35895"/>
                  </a:lnTo>
                  <a:lnTo>
                    <a:pt x="1899301" y="34678"/>
                  </a:lnTo>
                  <a:lnTo>
                    <a:pt x="1828956" y="33457"/>
                  </a:lnTo>
                  <a:lnTo>
                    <a:pt x="1758612" y="32230"/>
                  </a:lnTo>
                  <a:lnTo>
                    <a:pt x="1688267" y="30999"/>
                  </a:lnTo>
                  <a:lnTo>
                    <a:pt x="1617923" y="29764"/>
                  </a:lnTo>
                  <a:lnTo>
                    <a:pt x="1547578" y="28523"/>
                  </a:lnTo>
                  <a:lnTo>
                    <a:pt x="1477234" y="27278"/>
                  </a:lnTo>
                  <a:lnTo>
                    <a:pt x="1406889" y="26028"/>
                  </a:lnTo>
                  <a:lnTo>
                    <a:pt x="1336545" y="24774"/>
                  </a:lnTo>
                  <a:lnTo>
                    <a:pt x="1266200" y="23514"/>
                  </a:lnTo>
                  <a:lnTo>
                    <a:pt x="1195856" y="22250"/>
                  </a:lnTo>
                  <a:lnTo>
                    <a:pt x="1125511" y="20981"/>
                  </a:lnTo>
                  <a:lnTo>
                    <a:pt x="1055167" y="19707"/>
                  </a:lnTo>
                  <a:lnTo>
                    <a:pt x="984822" y="18428"/>
                  </a:lnTo>
                  <a:lnTo>
                    <a:pt x="914478" y="17144"/>
                  </a:lnTo>
                  <a:lnTo>
                    <a:pt x="844133" y="15855"/>
                  </a:lnTo>
                  <a:lnTo>
                    <a:pt x="773789" y="14561"/>
                  </a:lnTo>
                  <a:lnTo>
                    <a:pt x="703444" y="13263"/>
                  </a:lnTo>
                  <a:lnTo>
                    <a:pt x="633100" y="11959"/>
                  </a:lnTo>
                  <a:lnTo>
                    <a:pt x="562755" y="10651"/>
                  </a:lnTo>
                  <a:lnTo>
                    <a:pt x="492411" y="9337"/>
                  </a:lnTo>
                  <a:lnTo>
                    <a:pt x="422066" y="8018"/>
                  </a:lnTo>
                  <a:lnTo>
                    <a:pt x="351722" y="6695"/>
                  </a:lnTo>
                  <a:lnTo>
                    <a:pt x="281377" y="5366"/>
                  </a:lnTo>
                  <a:lnTo>
                    <a:pt x="211033" y="4032"/>
                  </a:lnTo>
                  <a:lnTo>
                    <a:pt x="140688" y="2693"/>
                  </a:lnTo>
                  <a:lnTo>
                    <a:pt x="70344" y="13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35312" y="2940919"/>
              <a:ext cx="6964104" cy="286216"/>
            </a:xfrm>
            <a:custGeom>
              <a:avLst/>
              <a:pathLst>
                <a:path w="6964104" h="286216">
                  <a:moveTo>
                    <a:pt x="0" y="0"/>
                  </a:moveTo>
                  <a:lnTo>
                    <a:pt x="70344" y="4504"/>
                  </a:lnTo>
                  <a:lnTo>
                    <a:pt x="140688" y="8965"/>
                  </a:lnTo>
                  <a:lnTo>
                    <a:pt x="211033" y="13382"/>
                  </a:lnTo>
                  <a:lnTo>
                    <a:pt x="281377" y="17756"/>
                  </a:lnTo>
                  <a:lnTo>
                    <a:pt x="351722" y="22087"/>
                  </a:lnTo>
                  <a:lnTo>
                    <a:pt x="422066" y="26375"/>
                  </a:lnTo>
                  <a:lnTo>
                    <a:pt x="492411" y="30622"/>
                  </a:lnTo>
                  <a:lnTo>
                    <a:pt x="562755" y="34826"/>
                  </a:lnTo>
                  <a:lnTo>
                    <a:pt x="633100" y="38990"/>
                  </a:lnTo>
                  <a:lnTo>
                    <a:pt x="703444" y="43112"/>
                  </a:lnTo>
                  <a:lnTo>
                    <a:pt x="773789" y="47194"/>
                  </a:lnTo>
                  <a:lnTo>
                    <a:pt x="844133" y="51237"/>
                  </a:lnTo>
                  <a:lnTo>
                    <a:pt x="914478" y="55239"/>
                  </a:lnTo>
                  <a:lnTo>
                    <a:pt x="984822" y="59202"/>
                  </a:lnTo>
                  <a:lnTo>
                    <a:pt x="1055167" y="63127"/>
                  </a:lnTo>
                  <a:lnTo>
                    <a:pt x="1125511" y="67013"/>
                  </a:lnTo>
                  <a:lnTo>
                    <a:pt x="1195856" y="70860"/>
                  </a:lnTo>
                  <a:lnTo>
                    <a:pt x="1266200" y="74670"/>
                  </a:lnTo>
                  <a:lnTo>
                    <a:pt x="1336545" y="78443"/>
                  </a:lnTo>
                  <a:lnTo>
                    <a:pt x="1406889" y="82179"/>
                  </a:lnTo>
                  <a:lnTo>
                    <a:pt x="1477234" y="85878"/>
                  </a:lnTo>
                  <a:lnTo>
                    <a:pt x="1547578" y="89541"/>
                  </a:lnTo>
                  <a:lnTo>
                    <a:pt x="1617923" y="93167"/>
                  </a:lnTo>
                  <a:lnTo>
                    <a:pt x="1688267" y="96759"/>
                  </a:lnTo>
                  <a:lnTo>
                    <a:pt x="1758612" y="100315"/>
                  </a:lnTo>
                  <a:lnTo>
                    <a:pt x="1828956" y="103836"/>
                  </a:lnTo>
                  <a:lnTo>
                    <a:pt x="1899301" y="107323"/>
                  </a:lnTo>
                  <a:lnTo>
                    <a:pt x="1969645" y="110775"/>
                  </a:lnTo>
                  <a:lnTo>
                    <a:pt x="2039990" y="114194"/>
                  </a:lnTo>
                  <a:lnTo>
                    <a:pt x="2110334" y="117579"/>
                  </a:lnTo>
                  <a:lnTo>
                    <a:pt x="2180679" y="120931"/>
                  </a:lnTo>
                  <a:lnTo>
                    <a:pt x="2251023" y="124250"/>
                  </a:lnTo>
                  <a:lnTo>
                    <a:pt x="2321368" y="127536"/>
                  </a:lnTo>
                  <a:lnTo>
                    <a:pt x="2391712" y="130791"/>
                  </a:lnTo>
                  <a:lnTo>
                    <a:pt x="2462057" y="134013"/>
                  </a:lnTo>
                  <a:lnTo>
                    <a:pt x="2532401" y="137204"/>
                  </a:lnTo>
                  <a:lnTo>
                    <a:pt x="2602746" y="140363"/>
                  </a:lnTo>
                  <a:lnTo>
                    <a:pt x="2673090" y="143491"/>
                  </a:lnTo>
                  <a:lnTo>
                    <a:pt x="2743435" y="146589"/>
                  </a:lnTo>
                  <a:lnTo>
                    <a:pt x="2813779" y="149657"/>
                  </a:lnTo>
                  <a:lnTo>
                    <a:pt x="2884124" y="152694"/>
                  </a:lnTo>
                  <a:lnTo>
                    <a:pt x="2954468" y="155702"/>
                  </a:lnTo>
                  <a:lnTo>
                    <a:pt x="3024813" y="158680"/>
                  </a:lnTo>
                  <a:lnTo>
                    <a:pt x="3095157" y="161628"/>
                  </a:lnTo>
                  <a:lnTo>
                    <a:pt x="3165502" y="164548"/>
                  </a:lnTo>
                  <a:lnTo>
                    <a:pt x="3235846" y="167440"/>
                  </a:lnTo>
                  <a:lnTo>
                    <a:pt x="3306191" y="170302"/>
                  </a:lnTo>
                  <a:lnTo>
                    <a:pt x="3376535" y="173137"/>
                  </a:lnTo>
                  <a:lnTo>
                    <a:pt x="3446880" y="175944"/>
                  </a:lnTo>
                  <a:lnTo>
                    <a:pt x="3517224" y="178724"/>
                  </a:lnTo>
                  <a:lnTo>
                    <a:pt x="3587569" y="181476"/>
                  </a:lnTo>
                  <a:lnTo>
                    <a:pt x="3657913" y="184201"/>
                  </a:lnTo>
                  <a:lnTo>
                    <a:pt x="3728257" y="186900"/>
                  </a:lnTo>
                  <a:lnTo>
                    <a:pt x="3798602" y="189572"/>
                  </a:lnTo>
                  <a:lnTo>
                    <a:pt x="3868946" y="192218"/>
                  </a:lnTo>
                  <a:lnTo>
                    <a:pt x="3939291" y="194838"/>
                  </a:lnTo>
                  <a:lnTo>
                    <a:pt x="4009635" y="197432"/>
                  </a:lnTo>
                  <a:lnTo>
                    <a:pt x="4079980" y="200001"/>
                  </a:lnTo>
                  <a:lnTo>
                    <a:pt x="4150324" y="202545"/>
                  </a:lnTo>
                  <a:lnTo>
                    <a:pt x="4220669" y="205063"/>
                  </a:lnTo>
                  <a:lnTo>
                    <a:pt x="4291013" y="207557"/>
                  </a:lnTo>
                  <a:lnTo>
                    <a:pt x="4361358" y="210027"/>
                  </a:lnTo>
                  <a:lnTo>
                    <a:pt x="4431702" y="212472"/>
                  </a:lnTo>
                  <a:lnTo>
                    <a:pt x="4502047" y="214893"/>
                  </a:lnTo>
                  <a:lnTo>
                    <a:pt x="4572391" y="217291"/>
                  </a:lnTo>
                  <a:lnTo>
                    <a:pt x="4642736" y="219665"/>
                  </a:lnTo>
                  <a:lnTo>
                    <a:pt x="4713080" y="222016"/>
                  </a:lnTo>
                  <a:lnTo>
                    <a:pt x="4783425" y="224343"/>
                  </a:lnTo>
                  <a:lnTo>
                    <a:pt x="4853769" y="226648"/>
                  </a:lnTo>
                  <a:lnTo>
                    <a:pt x="4924114" y="228930"/>
                  </a:lnTo>
                  <a:lnTo>
                    <a:pt x="4994458" y="231190"/>
                  </a:lnTo>
                  <a:lnTo>
                    <a:pt x="5064803" y="233428"/>
                  </a:lnTo>
                  <a:lnTo>
                    <a:pt x="5135147" y="235644"/>
                  </a:lnTo>
                  <a:lnTo>
                    <a:pt x="5205492" y="237838"/>
                  </a:lnTo>
                  <a:lnTo>
                    <a:pt x="5275836" y="240011"/>
                  </a:lnTo>
                  <a:lnTo>
                    <a:pt x="5346181" y="242162"/>
                  </a:lnTo>
                  <a:lnTo>
                    <a:pt x="5416525" y="244292"/>
                  </a:lnTo>
                  <a:lnTo>
                    <a:pt x="5486870" y="246401"/>
                  </a:lnTo>
                  <a:lnTo>
                    <a:pt x="5557214" y="248490"/>
                  </a:lnTo>
                  <a:lnTo>
                    <a:pt x="5627559" y="250558"/>
                  </a:lnTo>
                  <a:lnTo>
                    <a:pt x="5697903" y="252606"/>
                  </a:lnTo>
                  <a:lnTo>
                    <a:pt x="5768248" y="254633"/>
                  </a:lnTo>
                  <a:lnTo>
                    <a:pt x="5838592" y="256641"/>
                  </a:lnTo>
                  <a:lnTo>
                    <a:pt x="5908937" y="258629"/>
                  </a:lnTo>
                  <a:lnTo>
                    <a:pt x="5979281" y="260598"/>
                  </a:lnTo>
                  <a:lnTo>
                    <a:pt x="6049626" y="262547"/>
                  </a:lnTo>
                  <a:lnTo>
                    <a:pt x="6119970" y="264478"/>
                  </a:lnTo>
                  <a:lnTo>
                    <a:pt x="6190315" y="266389"/>
                  </a:lnTo>
                  <a:lnTo>
                    <a:pt x="6260659" y="268281"/>
                  </a:lnTo>
                  <a:lnTo>
                    <a:pt x="6331004" y="270155"/>
                  </a:lnTo>
                  <a:lnTo>
                    <a:pt x="6401348" y="272011"/>
                  </a:lnTo>
                  <a:lnTo>
                    <a:pt x="6471693" y="273848"/>
                  </a:lnTo>
                  <a:lnTo>
                    <a:pt x="6542037" y="275668"/>
                  </a:lnTo>
                  <a:lnTo>
                    <a:pt x="6612382" y="277469"/>
                  </a:lnTo>
                  <a:lnTo>
                    <a:pt x="6682726" y="279253"/>
                  </a:lnTo>
                  <a:lnTo>
                    <a:pt x="6753071" y="281020"/>
                  </a:lnTo>
                  <a:lnTo>
                    <a:pt x="6823415" y="282769"/>
                  </a:lnTo>
                  <a:lnTo>
                    <a:pt x="6893760" y="284501"/>
                  </a:lnTo>
                  <a:lnTo>
                    <a:pt x="6964104" y="286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9250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12483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5085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19651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897531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64824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31817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561815" y="3662467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87106" y="1966152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87106" y="1739378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  <p:sp>
          <p:nvSpPr>
            <p:cNvPr id="44" name="pl44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0153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185204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7025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355306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440357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540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6104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695510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8056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14267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2772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31278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397831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82882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567933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65298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738035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308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235312" y="4996664"/>
              <a:ext cx="6964104" cy="473147"/>
            </a:xfrm>
            <a:custGeom>
              <a:avLst/>
              <a:pathLst>
                <a:path w="6964104" h="473147">
                  <a:moveTo>
                    <a:pt x="0" y="0"/>
                  </a:moveTo>
                  <a:lnTo>
                    <a:pt x="70344" y="9409"/>
                  </a:lnTo>
                  <a:lnTo>
                    <a:pt x="140688" y="18670"/>
                  </a:lnTo>
                  <a:lnTo>
                    <a:pt x="211033" y="27784"/>
                  </a:lnTo>
                  <a:lnTo>
                    <a:pt x="281377" y="36756"/>
                  </a:lnTo>
                  <a:lnTo>
                    <a:pt x="351722" y="45586"/>
                  </a:lnTo>
                  <a:lnTo>
                    <a:pt x="422066" y="54276"/>
                  </a:lnTo>
                  <a:lnTo>
                    <a:pt x="492411" y="62830"/>
                  </a:lnTo>
                  <a:lnTo>
                    <a:pt x="562755" y="71249"/>
                  </a:lnTo>
                  <a:lnTo>
                    <a:pt x="633100" y="79535"/>
                  </a:lnTo>
                  <a:lnTo>
                    <a:pt x="703444" y="87691"/>
                  </a:lnTo>
                  <a:lnTo>
                    <a:pt x="773789" y="95718"/>
                  </a:lnTo>
                  <a:lnTo>
                    <a:pt x="844133" y="103619"/>
                  </a:lnTo>
                  <a:lnTo>
                    <a:pt x="914478" y="111395"/>
                  </a:lnTo>
                  <a:lnTo>
                    <a:pt x="984822" y="119048"/>
                  </a:lnTo>
                  <a:lnTo>
                    <a:pt x="1055167" y="126581"/>
                  </a:lnTo>
                  <a:lnTo>
                    <a:pt x="1125511" y="133996"/>
                  </a:lnTo>
                  <a:lnTo>
                    <a:pt x="1195856" y="141293"/>
                  </a:lnTo>
                  <a:lnTo>
                    <a:pt x="1266200" y="148475"/>
                  </a:lnTo>
                  <a:lnTo>
                    <a:pt x="1336545" y="155544"/>
                  </a:lnTo>
                  <a:lnTo>
                    <a:pt x="1406889" y="162502"/>
                  </a:lnTo>
                  <a:lnTo>
                    <a:pt x="1477234" y="169350"/>
                  </a:lnTo>
                  <a:lnTo>
                    <a:pt x="1547578" y="176091"/>
                  </a:lnTo>
                  <a:lnTo>
                    <a:pt x="1617923" y="182724"/>
                  </a:lnTo>
                  <a:lnTo>
                    <a:pt x="1688267" y="189254"/>
                  </a:lnTo>
                  <a:lnTo>
                    <a:pt x="1758612" y="195680"/>
                  </a:lnTo>
                  <a:lnTo>
                    <a:pt x="1828956" y="202006"/>
                  </a:lnTo>
                  <a:lnTo>
                    <a:pt x="1899301" y="208231"/>
                  </a:lnTo>
                  <a:lnTo>
                    <a:pt x="1969645" y="214358"/>
                  </a:lnTo>
                  <a:lnTo>
                    <a:pt x="2039990" y="220389"/>
                  </a:lnTo>
                  <a:lnTo>
                    <a:pt x="2110334" y="226325"/>
                  </a:lnTo>
                  <a:lnTo>
                    <a:pt x="2180679" y="232167"/>
                  </a:lnTo>
                  <a:lnTo>
                    <a:pt x="2251023" y="237918"/>
                  </a:lnTo>
                  <a:lnTo>
                    <a:pt x="2321368" y="243577"/>
                  </a:lnTo>
                  <a:lnTo>
                    <a:pt x="2391712" y="249147"/>
                  </a:lnTo>
                  <a:lnTo>
                    <a:pt x="2462057" y="254630"/>
                  </a:lnTo>
                  <a:lnTo>
                    <a:pt x="2532401" y="260026"/>
                  </a:lnTo>
                  <a:lnTo>
                    <a:pt x="2602746" y="265337"/>
                  </a:lnTo>
                  <a:lnTo>
                    <a:pt x="2673090" y="270565"/>
                  </a:lnTo>
                  <a:lnTo>
                    <a:pt x="2743435" y="275710"/>
                  </a:lnTo>
                  <a:lnTo>
                    <a:pt x="2813779" y="280774"/>
                  </a:lnTo>
                  <a:lnTo>
                    <a:pt x="2884124" y="285758"/>
                  </a:lnTo>
                  <a:lnTo>
                    <a:pt x="2954468" y="290663"/>
                  </a:lnTo>
                  <a:lnTo>
                    <a:pt x="3024813" y="295492"/>
                  </a:lnTo>
                  <a:lnTo>
                    <a:pt x="3095157" y="298305"/>
                  </a:lnTo>
                  <a:lnTo>
                    <a:pt x="3165502" y="299446"/>
                  </a:lnTo>
                  <a:lnTo>
                    <a:pt x="3235846" y="300582"/>
                  </a:lnTo>
                  <a:lnTo>
                    <a:pt x="3306191" y="301713"/>
                  </a:lnTo>
                  <a:lnTo>
                    <a:pt x="3376535" y="302840"/>
                  </a:lnTo>
                  <a:lnTo>
                    <a:pt x="3446880" y="303963"/>
                  </a:lnTo>
                  <a:lnTo>
                    <a:pt x="3517224" y="305082"/>
                  </a:lnTo>
                  <a:lnTo>
                    <a:pt x="3587569" y="306197"/>
                  </a:lnTo>
                  <a:lnTo>
                    <a:pt x="3657913" y="307307"/>
                  </a:lnTo>
                  <a:lnTo>
                    <a:pt x="3728257" y="308413"/>
                  </a:lnTo>
                  <a:lnTo>
                    <a:pt x="3798602" y="309514"/>
                  </a:lnTo>
                  <a:lnTo>
                    <a:pt x="3868946" y="310612"/>
                  </a:lnTo>
                  <a:lnTo>
                    <a:pt x="3939291" y="311705"/>
                  </a:lnTo>
                  <a:lnTo>
                    <a:pt x="4009635" y="312794"/>
                  </a:lnTo>
                  <a:lnTo>
                    <a:pt x="4079980" y="313879"/>
                  </a:lnTo>
                  <a:lnTo>
                    <a:pt x="4150324" y="314960"/>
                  </a:lnTo>
                  <a:lnTo>
                    <a:pt x="4220669" y="316037"/>
                  </a:lnTo>
                  <a:lnTo>
                    <a:pt x="4291013" y="317109"/>
                  </a:lnTo>
                  <a:lnTo>
                    <a:pt x="4361358" y="318178"/>
                  </a:lnTo>
                  <a:lnTo>
                    <a:pt x="4431702" y="319242"/>
                  </a:lnTo>
                  <a:lnTo>
                    <a:pt x="4502047" y="320303"/>
                  </a:lnTo>
                  <a:lnTo>
                    <a:pt x="4572391" y="321359"/>
                  </a:lnTo>
                  <a:lnTo>
                    <a:pt x="4642736" y="322411"/>
                  </a:lnTo>
                  <a:lnTo>
                    <a:pt x="4713080" y="323460"/>
                  </a:lnTo>
                  <a:lnTo>
                    <a:pt x="4783425" y="324504"/>
                  </a:lnTo>
                  <a:lnTo>
                    <a:pt x="4853769" y="325544"/>
                  </a:lnTo>
                  <a:lnTo>
                    <a:pt x="4924114" y="326581"/>
                  </a:lnTo>
                  <a:lnTo>
                    <a:pt x="4994458" y="327613"/>
                  </a:lnTo>
                  <a:lnTo>
                    <a:pt x="5064803" y="328641"/>
                  </a:lnTo>
                  <a:lnTo>
                    <a:pt x="5135147" y="329666"/>
                  </a:lnTo>
                  <a:lnTo>
                    <a:pt x="5205492" y="330686"/>
                  </a:lnTo>
                  <a:lnTo>
                    <a:pt x="5275836" y="331703"/>
                  </a:lnTo>
                  <a:lnTo>
                    <a:pt x="5346181" y="332716"/>
                  </a:lnTo>
                  <a:lnTo>
                    <a:pt x="5416525" y="333725"/>
                  </a:lnTo>
                  <a:lnTo>
                    <a:pt x="5486870" y="334730"/>
                  </a:lnTo>
                  <a:lnTo>
                    <a:pt x="5557214" y="335731"/>
                  </a:lnTo>
                  <a:lnTo>
                    <a:pt x="5627559" y="336729"/>
                  </a:lnTo>
                  <a:lnTo>
                    <a:pt x="5697903" y="337722"/>
                  </a:lnTo>
                  <a:lnTo>
                    <a:pt x="5768248" y="338712"/>
                  </a:lnTo>
                  <a:lnTo>
                    <a:pt x="5838592" y="339698"/>
                  </a:lnTo>
                  <a:lnTo>
                    <a:pt x="5908937" y="340680"/>
                  </a:lnTo>
                  <a:lnTo>
                    <a:pt x="5979281" y="341659"/>
                  </a:lnTo>
                  <a:lnTo>
                    <a:pt x="6049626" y="342634"/>
                  </a:lnTo>
                  <a:lnTo>
                    <a:pt x="6119970" y="343605"/>
                  </a:lnTo>
                  <a:lnTo>
                    <a:pt x="6190315" y="344572"/>
                  </a:lnTo>
                  <a:lnTo>
                    <a:pt x="6260659" y="345536"/>
                  </a:lnTo>
                  <a:lnTo>
                    <a:pt x="6331004" y="346496"/>
                  </a:lnTo>
                  <a:lnTo>
                    <a:pt x="6401348" y="347452"/>
                  </a:lnTo>
                  <a:lnTo>
                    <a:pt x="6471693" y="348405"/>
                  </a:lnTo>
                  <a:lnTo>
                    <a:pt x="6542037" y="349354"/>
                  </a:lnTo>
                  <a:lnTo>
                    <a:pt x="6612382" y="350299"/>
                  </a:lnTo>
                  <a:lnTo>
                    <a:pt x="6682726" y="351241"/>
                  </a:lnTo>
                  <a:lnTo>
                    <a:pt x="6753071" y="352179"/>
                  </a:lnTo>
                  <a:lnTo>
                    <a:pt x="6823415" y="353114"/>
                  </a:lnTo>
                  <a:lnTo>
                    <a:pt x="6893760" y="354045"/>
                  </a:lnTo>
                  <a:lnTo>
                    <a:pt x="6964104" y="354972"/>
                  </a:lnTo>
                  <a:lnTo>
                    <a:pt x="6964104" y="473147"/>
                  </a:lnTo>
                  <a:lnTo>
                    <a:pt x="6893760" y="471163"/>
                  </a:lnTo>
                  <a:lnTo>
                    <a:pt x="6823415" y="469148"/>
                  </a:lnTo>
                  <a:lnTo>
                    <a:pt x="6753071" y="467100"/>
                  </a:lnTo>
                  <a:lnTo>
                    <a:pt x="6682726" y="465020"/>
                  </a:lnTo>
                  <a:lnTo>
                    <a:pt x="6612382" y="462906"/>
                  </a:lnTo>
                  <a:lnTo>
                    <a:pt x="6542037" y="460759"/>
                  </a:lnTo>
                  <a:lnTo>
                    <a:pt x="6471693" y="458577"/>
                  </a:lnTo>
                  <a:lnTo>
                    <a:pt x="6401348" y="456360"/>
                  </a:lnTo>
                  <a:lnTo>
                    <a:pt x="6331004" y="454108"/>
                  </a:lnTo>
                  <a:lnTo>
                    <a:pt x="6260659" y="451819"/>
                  </a:lnTo>
                  <a:lnTo>
                    <a:pt x="6190315" y="449494"/>
                  </a:lnTo>
                  <a:lnTo>
                    <a:pt x="6119970" y="447132"/>
                  </a:lnTo>
                  <a:lnTo>
                    <a:pt x="6049626" y="444732"/>
                  </a:lnTo>
                  <a:lnTo>
                    <a:pt x="5979281" y="442293"/>
                  </a:lnTo>
                  <a:lnTo>
                    <a:pt x="5908937" y="439816"/>
                  </a:lnTo>
                  <a:lnTo>
                    <a:pt x="5838592" y="437298"/>
                  </a:lnTo>
                  <a:lnTo>
                    <a:pt x="5768248" y="434741"/>
                  </a:lnTo>
                  <a:lnTo>
                    <a:pt x="5697903" y="432142"/>
                  </a:lnTo>
                  <a:lnTo>
                    <a:pt x="5627559" y="429502"/>
                  </a:lnTo>
                  <a:lnTo>
                    <a:pt x="5557214" y="426820"/>
                  </a:lnTo>
                  <a:lnTo>
                    <a:pt x="5486870" y="424094"/>
                  </a:lnTo>
                  <a:lnTo>
                    <a:pt x="5416525" y="421325"/>
                  </a:lnTo>
                  <a:lnTo>
                    <a:pt x="5346181" y="418512"/>
                  </a:lnTo>
                  <a:lnTo>
                    <a:pt x="5275836" y="415654"/>
                  </a:lnTo>
                  <a:lnTo>
                    <a:pt x="5205492" y="412750"/>
                  </a:lnTo>
                  <a:lnTo>
                    <a:pt x="5135147" y="409799"/>
                  </a:lnTo>
                  <a:lnTo>
                    <a:pt x="5064803" y="406801"/>
                  </a:lnTo>
                  <a:lnTo>
                    <a:pt x="4994458" y="403755"/>
                  </a:lnTo>
                  <a:lnTo>
                    <a:pt x="4924114" y="400660"/>
                  </a:lnTo>
                  <a:lnTo>
                    <a:pt x="4853769" y="397516"/>
                  </a:lnTo>
                  <a:lnTo>
                    <a:pt x="4783425" y="394322"/>
                  </a:lnTo>
                  <a:lnTo>
                    <a:pt x="4713080" y="391076"/>
                  </a:lnTo>
                  <a:lnTo>
                    <a:pt x="4642736" y="387778"/>
                  </a:lnTo>
                  <a:lnTo>
                    <a:pt x="4572391" y="384428"/>
                  </a:lnTo>
                  <a:lnTo>
                    <a:pt x="4502047" y="381023"/>
                  </a:lnTo>
                  <a:lnTo>
                    <a:pt x="4431702" y="377565"/>
                  </a:lnTo>
                  <a:lnTo>
                    <a:pt x="4361358" y="374051"/>
                  </a:lnTo>
                  <a:lnTo>
                    <a:pt x="4291013" y="370480"/>
                  </a:lnTo>
                  <a:lnTo>
                    <a:pt x="4220669" y="366853"/>
                  </a:lnTo>
                  <a:lnTo>
                    <a:pt x="4150324" y="363167"/>
                  </a:lnTo>
                  <a:lnTo>
                    <a:pt x="4079980" y="359423"/>
                  </a:lnTo>
                  <a:lnTo>
                    <a:pt x="4009635" y="355618"/>
                  </a:lnTo>
                  <a:lnTo>
                    <a:pt x="3939291" y="351753"/>
                  </a:lnTo>
                  <a:lnTo>
                    <a:pt x="3868946" y="347825"/>
                  </a:lnTo>
                  <a:lnTo>
                    <a:pt x="3798602" y="343835"/>
                  </a:lnTo>
                  <a:lnTo>
                    <a:pt x="3728257" y="339781"/>
                  </a:lnTo>
                  <a:lnTo>
                    <a:pt x="3657913" y="335662"/>
                  </a:lnTo>
                  <a:lnTo>
                    <a:pt x="3587569" y="331477"/>
                  </a:lnTo>
                  <a:lnTo>
                    <a:pt x="3517224" y="327225"/>
                  </a:lnTo>
                  <a:lnTo>
                    <a:pt x="3446880" y="322904"/>
                  </a:lnTo>
                  <a:lnTo>
                    <a:pt x="3376535" y="318515"/>
                  </a:lnTo>
                  <a:lnTo>
                    <a:pt x="3306191" y="314056"/>
                  </a:lnTo>
                  <a:lnTo>
                    <a:pt x="3235846" y="309525"/>
                  </a:lnTo>
                  <a:lnTo>
                    <a:pt x="3165502" y="304921"/>
                  </a:lnTo>
                  <a:lnTo>
                    <a:pt x="3095157" y="300244"/>
                  </a:lnTo>
                  <a:lnTo>
                    <a:pt x="3024813" y="297161"/>
                  </a:lnTo>
                  <a:lnTo>
                    <a:pt x="2954468" y="296012"/>
                  </a:lnTo>
                  <a:lnTo>
                    <a:pt x="2884124" y="294858"/>
                  </a:lnTo>
                  <a:lnTo>
                    <a:pt x="2813779" y="293700"/>
                  </a:lnTo>
                  <a:lnTo>
                    <a:pt x="2743435" y="292538"/>
                  </a:lnTo>
                  <a:lnTo>
                    <a:pt x="2673090" y="291371"/>
                  </a:lnTo>
                  <a:lnTo>
                    <a:pt x="2602746" y="290200"/>
                  </a:lnTo>
                  <a:lnTo>
                    <a:pt x="2532401" y="289024"/>
                  </a:lnTo>
                  <a:lnTo>
                    <a:pt x="2462057" y="287844"/>
                  </a:lnTo>
                  <a:lnTo>
                    <a:pt x="2391712" y="286659"/>
                  </a:lnTo>
                  <a:lnTo>
                    <a:pt x="2321368" y="285470"/>
                  </a:lnTo>
                  <a:lnTo>
                    <a:pt x="2251023" y="284276"/>
                  </a:lnTo>
                  <a:lnTo>
                    <a:pt x="2180679" y="283078"/>
                  </a:lnTo>
                  <a:lnTo>
                    <a:pt x="2110334" y="281875"/>
                  </a:lnTo>
                  <a:lnTo>
                    <a:pt x="2039990" y="280667"/>
                  </a:lnTo>
                  <a:lnTo>
                    <a:pt x="1969645" y="279455"/>
                  </a:lnTo>
                  <a:lnTo>
                    <a:pt x="1899301" y="278238"/>
                  </a:lnTo>
                  <a:lnTo>
                    <a:pt x="1828956" y="277016"/>
                  </a:lnTo>
                  <a:lnTo>
                    <a:pt x="1758612" y="275790"/>
                  </a:lnTo>
                  <a:lnTo>
                    <a:pt x="1688267" y="274559"/>
                  </a:lnTo>
                  <a:lnTo>
                    <a:pt x="1617923" y="273324"/>
                  </a:lnTo>
                  <a:lnTo>
                    <a:pt x="1547578" y="272083"/>
                  </a:lnTo>
                  <a:lnTo>
                    <a:pt x="1477234" y="270838"/>
                  </a:lnTo>
                  <a:lnTo>
                    <a:pt x="1406889" y="269588"/>
                  </a:lnTo>
                  <a:lnTo>
                    <a:pt x="1336545" y="268334"/>
                  </a:lnTo>
                  <a:lnTo>
                    <a:pt x="1266200" y="267074"/>
                  </a:lnTo>
                  <a:lnTo>
                    <a:pt x="1195856" y="265810"/>
                  </a:lnTo>
                  <a:lnTo>
                    <a:pt x="1125511" y="264540"/>
                  </a:lnTo>
                  <a:lnTo>
                    <a:pt x="1055167" y="263266"/>
                  </a:lnTo>
                  <a:lnTo>
                    <a:pt x="984822" y="261988"/>
                  </a:lnTo>
                  <a:lnTo>
                    <a:pt x="914478" y="260704"/>
                  </a:lnTo>
                  <a:lnTo>
                    <a:pt x="844133" y="259415"/>
                  </a:lnTo>
                  <a:lnTo>
                    <a:pt x="773789" y="258121"/>
                  </a:lnTo>
                  <a:lnTo>
                    <a:pt x="703444" y="256823"/>
                  </a:lnTo>
                  <a:lnTo>
                    <a:pt x="633100" y="255519"/>
                  </a:lnTo>
                  <a:lnTo>
                    <a:pt x="562755" y="254210"/>
                  </a:lnTo>
                  <a:lnTo>
                    <a:pt x="492411" y="252897"/>
                  </a:lnTo>
                  <a:lnTo>
                    <a:pt x="422066" y="251578"/>
                  </a:lnTo>
                  <a:lnTo>
                    <a:pt x="351722" y="250254"/>
                  </a:lnTo>
                  <a:lnTo>
                    <a:pt x="281377" y="248926"/>
                  </a:lnTo>
                  <a:lnTo>
                    <a:pt x="211033" y="247592"/>
                  </a:lnTo>
                  <a:lnTo>
                    <a:pt x="140688" y="246253"/>
                  </a:lnTo>
                  <a:lnTo>
                    <a:pt x="70344" y="244909"/>
                  </a:lnTo>
                  <a:lnTo>
                    <a:pt x="0" y="2435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1235312" y="4996664"/>
              <a:ext cx="6964104" cy="354972"/>
            </a:xfrm>
            <a:custGeom>
              <a:avLst/>
              <a:pathLst>
                <a:path w="6964104" h="354972">
                  <a:moveTo>
                    <a:pt x="0" y="0"/>
                  </a:moveTo>
                  <a:lnTo>
                    <a:pt x="70344" y="9409"/>
                  </a:lnTo>
                  <a:lnTo>
                    <a:pt x="140688" y="18670"/>
                  </a:lnTo>
                  <a:lnTo>
                    <a:pt x="211033" y="27784"/>
                  </a:lnTo>
                  <a:lnTo>
                    <a:pt x="281377" y="36756"/>
                  </a:lnTo>
                  <a:lnTo>
                    <a:pt x="351722" y="45586"/>
                  </a:lnTo>
                  <a:lnTo>
                    <a:pt x="422066" y="54276"/>
                  </a:lnTo>
                  <a:lnTo>
                    <a:pt x="492411" y="62830"/>
                  </a:lnTo>
                  <a:lnTo>
                    <a:pt x="562755" y="71249"/>
                  </a:lnTo>
                  <a:lnTo>
                    <a:pt x="633100" y="79535"/>
                  </a:lnTo>
                  <a:lnTo>
                    <a:pt x="703444" y="87691"/>
                  </a:lnTo>
                  <a:lnTo>
                    <a:pt x="773789" y="95718"/>
                  </a:lnTo>
                  <a:lnTo>
                    <a:pt x="844133" y="103619"/>
                  </a:lnTo>
                  <a:lnTo>
                    <a:pt x="914478" y="111395"/>
                  </a:lnTo>
                  <a:lnTo>
                    <a:pt x="984822" y="119048"/>
                  </a:lnTo>
                  <a:lnTo>
                    <a:pt x="1055167" y="126581"/>
                  </a:lnTo>
                  <a:lnTo>
                    <a:pt x="1125511" y="133996"/>
                  </a:lnTo>
                  <a:lnTo>
                    <a:pt x="1195856" y="141293"/>
                  </a:lnTo>
                  <a:lnTo>
                    <a:pt x="1266200" y="148475"/>
                  </a:lnTo>
                  <a:lnTo>
                    <a:pt x="1336545" y="155544"/>
                  </a:lnTo>
                  <a:lnTo>
                    <a:pt x="1406889" y="162502"/>
                  </a:lnTo>
                  <a:lnTo>
                    <a:pt x="1477234" y="169350"/>
                  </a:lnTo>
                  <a:lnTo>
                    <a:pt x="1547578" y="176091"/>
                  </a:lnTo>
                  <a:lnTo>
                    <a:pt x="1617923" y="182724"/>
                  </a:lnTo>
                  <a:lnTo>
                    <a:pt x="1688267" y="189254"/>
                  </a:lnTo>
                  <a:lnTo>
                    <a:pt x="1758612" y="195680"/>
                  </a:lnTo>
                  <a:lnTo>
                    <a:pt x="1828956" y="202006"/>
                  </a:lnTo>
                  <a:lnTo>
                    <a:pt x="1899301" y="208231"/>
                  </a:lnTo>
                  <a:lnTo>
                    <a:pt x="1969645" y="214358"/>
                  </a:lnTo>
                  <a:lnTo>
                    <a:pt x="2039990" y="220389"/>
                  </a:lnTo>
                  <a:lnTo>
                    <a:pt x="2110334" y="226325"/>
                  </a:lnTo>
                  <a:lnTo>
                    <a:pt x="2180679" y="232167"/>
                  </a:lnTo>
                  <a:lnTo>
                    <a:pt x="2251023" y="237918"/>
                  </a:lnTo>
                  <a:lnTo>
                    <a:pt x="2321368" y="243577"/>
                  </a:lnTo>
                  <a:lnTo>
                    <a:pt x="2391712" y="249147"/>
                  </a:lnTo>
                  <a:lnTo>
                    <a:pt x="2462057" y="254630"/>
                  </a:lnTo>
                  <a:lnTo>
                    <a:pt x="2532401" y="260026"/>
                  </a:lnTo>
                  <a:lnTo>
                    <a:pt x="2602746" y="265337"/>
                  </a:lnTo>
                  <a:lnTo>
                    <a:pt x="2673090" y="270565"/>
                  </a:lnTo>
                  <a:lnTo>
                    <a:pt x="2743435" y="275710"/>
                  </a:lnTo>
                  <a:lnTo>
                    <a:pt x="2813779" y="280774"/>
                  </a:lnTo>
                  <a:lnTo>
                    <a:pt x="2884124" y="285758"/>
                  </a:lnTo>
                  <a:lnTo>
                    <a:pt x="2954468" y="290663"/>
                  </a:lnTo>
                  <a:lnTo>
                    <a:pt x="3024813" y="295492"/>
                  </a:lnTo>
                  <a:lnTo>
                    <a:pt x="3095157" y="298305"/>
                  </a:lnTo>
                  <a:lnTo>
                    <a:pt x="3165502" y="299446"/>
                  </a:lnTo>
                  <a:lnTo>
                    <a:pt x="3235846" y="300582"/>
                  </a:lnTo>
                  <a:lnTo>
                    <a:pt x="3306191" y="301713"/>
                  </a:lnTo>
                  <a:lnTo>
                    <a:pt x="3376535" y="302840"/>
                  </a:lnTo>
                  <a:lnTo>
                    <a:pt x="3446880" y="303963"/>
                  </a:lnTo>
                  <a:lnTo>
                    <a:pt x="3517224" y="305082"/>
                  </a:lnTo>
                  <a:lnTo>
                    <a:pt x="3587569" y="306197"/>
                  </a:lnTo>
                  <a:lnTo>
                    <a:pt x="3657913" y="307307"/>
                  </a:lnTo>
                  <a:lnTo>
                    <a:pt x="3728257" y="308413"/>
                  </a:lnTo>
                  <a:lnTo>
                    <a:pt x="3798602" y="309514"/>
                  </a:lnTo>
                  <a:lnTo>
                    <a:pt x="3868946" y="310612"/>
                  </a:lnTo>
                  <a:lnTo>
                    <a:pt x="3939291" y="311705"/>
                  </a:lnTo>
                  <a:lnTo>
                    <a:pt x="4009635" y="312794"/>
                  </a:lnTo>
                  <a:lnTo>
                    <a:pt x="4079980" y="313879"/>
                  </a:lnTo>
                  <a:lnTo>
                    <a:pt x="4150324" y="314960"/>
                  </a:lnTo>
                  <a:lnTo>
                    <a:pt x="4220669" y="316037"/>
                  </a:lnTo>
                  <a:lnTo>
                    <a:pt x="4291013" y="317109"/>
                  </a:lnTo>
                  <a:lnTo>
                    <a:pt x="4361358" y="318178"/>
                  </a:lnTo>
                  <a:lnTo>
                    <a:pt x="4431702" y="319242"/>
                  </a:lnTo>
                  <a:lnTo>
                    <a:pt x="4502047" y="320303"/>
                  </a:lnTo>
                  <a:lnTo>
                    <a:pt x="4572391" y="321359"/>
                  </a:lnTo>
                  <a:lnTo>
                    <a:pt x="4642736" y="322411"/>
                  </a:lnTo>
                  <a:lnTo>
                    <a:pt x="4713080" y="323460"/>
                  </a:lnTo>
                  <a:lnTo>
                    <a:pt x="4783425" y="324504"/>
                  </a:lnTo>
                  <a:lnTo>
                    <a:pt x="4853769" y="325544"/>
                  </a:lnTo>
                  <a:lnTo>
                    <a:pt x="4924114" y="326581"/>
                  </a:lnTo>
                  <a:lnTo>
                    <a:pt x="4994458" y="327613"/>
                  </a:lnTo>
                  <a:lnTo>
                    <a:pt x="5064803" y="328641"/>
                  </a:lnTo>
                  <a:lnTo>
                    <a:pt x="5135147" y="329666"/>
                  </a:lnTo>
                  <a:lnTo>
                    <a:pt x="5205492" y="330686"/>
                  </a:lnTo>
                  <a:lnTo>
                    <a:pt x="5275836" y="331703"/>
                  </a:lnTo>
                  <a:lnTo>
                    <a:pt x="5346181" y="332716"/>
                  </a:lnTo>
                  <a:lnTo>
                    <a:pt x="5416525" y="333725"/>
                  </a:lnTo>
                  <a:lnTo>
                    <a:pt x="5486870" y="334730"/>
                  </a:lnTo>
                  <a:lnTo>
                    <a:pt x="5557214" y="335731"/>
                  </a:lnTo>
                  <a:lnTo>
                    <a:pt x="5627559" y="336729"/>
                  </a:lnTo>
                  <a:lnTo>
                    <a:pt x="5697903" y="337722"/>
                  </a:lnTo>
                  <a:lnTo>
                    <a:pt x="5768248" y="338712"/>
                  </a:lnTo>
                  <a:lnTo>
                    <a:pt x="5838592" y="339698"/>
                  </a:lnTo>
                  <a:lnTo>
                    <a:pt x="5908937" y="340680"/>
                  </a:lnTo>
                  <a:lnTo>
                    <a:pt x="5979281" y="341659"/>
                  </a:lnTo>
                  <a:lnTo>
                    <a:pt x="6049626" y="342634"/>
                  </a:lnTo>
                  <a:lnTo>
                    <a:pt x="6119970" y="343605"/>
                  </a:lnTo>
                  <a:lnTo>
                    <a:pt x="6190315" y="344572"/>
                  </a:lnTo>
                  <a:lnTo>
                    <a:pt x="6260659" y="345536"/>
                  </a:lnTo>
                  <a:lnTo>
                    <a:pt x="6331004" y="346496"/>
                  </a:lnTo>
                  <a:lnTo>
                    <a:pt x="6401348" y="347452"/>
                  </a:lnTo>
                  <a:lnTo>
                    <a:pt x="6471693" y="348405"/>
                  </a:lnTo>
                  <a:lnTo>
                    <a:pt x="6542037" y="349354"/>
                  </a:lnTo>
                  <a:lnTo>
                    <a:pt x="6612382" y="350299"/>
                  </a:lnTo>
                  <a:lnTo>
                    <a:pt x="6682726" y="351241"/>
                  </a:lnTo>
                  <a:lnTo>
                    <a:pt x="6753071" y="352179"/>
                  </a:lnTo>
                  <a:lnTo>
                    <a:pt x="6823415" y="353114"/>
                  </a:lnTo>
                  <a:lnTo>
                    <a:pt x="6893760" y="354045"/>
                  </a:lnTo>
                  <a:lnTo>
                    <a:pt x="6964104" y="3549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1235312" y="5240224"/>
              <a:ext cx="6964104" cy="229587"/>
            </a:xfrm>
            <a:custGeom>
              <a:avLst/>
              <a:pathLst>
                <a:path w="6964104" h="229587">
                  <a:moveTo>
                    <a:pt x="6964104" y="229587"/>
                  </a:moveTo>
                  <a:lnTo>
                    <a:pt x="6893760" y="227604"/>
                  </a:lnTo>
                  <a:lnTo>
                    <a:pt x="6823415" y="225588"/>
                  </a:lnTo>
                  <a:lnTo>
                    <a:pt x="6753071" y="223541"/>
                  </a:lnTo>
                  <a:lnTo>
                    <a:pt x="6682726" y="221460"/>
                  </a:lnTo>
                  <a:lnTo>
                    <a:pt x="6612382" y="219347"/>
                  </a:lnTo>
                  <a:lnTo>
                    <a:pt x="6542037" y="217199"/>
                  </a:lnTo>
                  <a:lnTo>
                    <a:pt x="6471693" y="215017"/>
                  </a:lnTo>
                  <a:lnTo>
                    <a:pt x="6401348" y="212800"/>
                  </a:lnTo>
                  <a:lnTo>
                    <a:pt x="6331004" y="210548"/>
                  </a:lnTo>
                  <a:lnTo>
                    <a:pt x="6260659" y="208260"/>
                  </a:lnTo>
                  <a:lnTo>
                    <a:pt x="6190315" y="205934"/>
                  </a:lnTo>
                  <a:lnTo>
                    <a:pt x="6119970" y="203572"/>
                  </a:lnTo>
                  <a:lnTo>
                    <a:pt x="6049626" y="201172"/>
                  </a:lnTo>
                  <a:lnTo>
                    <a:pt x="5979281" y="198734"/>
                  </a:lnTo>
                  <a:lnTo>
                    <a:pt x="5908937" y="196256"/>
                  </a:lnTo>
                  <a:lnTo>
                    <a:pt x="5838592" y="193739"/>
                  </a:lnTo>
                  <a:lnTo>
                    <a:pt x="5768248" y="191181"/>
                  </a:lnTo>
                  <a:lnTo>
                    <a:pt x="5697903" y="188583"/>
                  </a:lnTo>
                  <a:lnTo>
                    <a:pt x="5627559" y="185942"/>
                  </a:lnTo>
                  <a:lnTo>
                    <a:pt x="5557214" y="183260"/>
                  </a:lnTo>
                  <a:lnTo>
                    <a:pt x="5486870" y="180535"/>
                  </a:lnTo>
                  <a:lnTo>
                    <a:pt x="5416525" y="177766"/>
                  </a:lnTo>
                  <a:lnTo>
                    <a:pt x="5346181" y="174952"/>
                  </a:lnTo>
                  <a:lnTo>
                    <a:pt x="5275836" y="172094"/>
                  </a:lnTo>
                  <a:lnTo>
                    <a:pt x="5205492" y="169190"/>
                  </a:lnTo>
                  <a:lnTo>
                    <a:pt x="5135147" y="166239"/>
                  </a:lnTo>
                  <a:lnTo>
                    <a:pt x="5064803" y="163241"/>
                  </a:lnTo>
                  <a:lnTo>
                    <a:pt x="4994458" y="160195"/>
                  </a:lnTo>
                  <a:lnTo>
                    <a:pt x="4924114" y="157101"/>
                  </a:lnTo>
                  <a:lnTo>
                    <a:pt x="4853769" y="153956"/>
                  </a:lnTo>
                  <a:lnTo>
                    <a:pt x="4783425" y="150762"/>
                  </a:lnTo>
                  <a:lnTo>
                    <a:pt x="4713080" y="147516"/>
                  </a:lnTo>
                  <a:lnTo>
                    <a:pt x="4642736" y="144218"/>
                  </a:lnTo>
                  <a:lnTo>
                    <a:pt x="4572391" y="140868"/>
                  </a:lnTo>
                  <a:lnTo>
                    <a:pt x="4502047" y="137464"/>
                  </a:lnTo>
                  <a:lnTo>
                    <a:pt x="4431702" y="134005"/>
                  </a:lnTo>
                  <a:lnTo>
                    <a:pt x="4361358" y="130491"/>
                  </a:lnTo>
                  <a:lnTo>
                    <a:pt x="4291013" y="126920"/>
                  </a:lnTo>
                  <a:lnTo>
                    <a:pt x="4220669" y="123293"/>
                  </a:lnTo>
                  <a:lnTo>
                    <a:pt x="4150324" y="119607"/>
                  </a:lnTo>
                  <a:lnTo>
                    <a:pt x="4079980" y="115863"/>
                  </a:lnTo>
                  <a:lnTo>
                    <a:pt x="4009635" y="112058"/>
                  </a:lnTo>
                  <a:lnTo>
                    <a:pt x="3939291" y="108193"/>
                  </a:lnTo>
                  <a:lnTo>
                    <a:pt x="3868946" y="104265"/>
                  </a:lnTo>
                  <a:lnTo>
                    <a:pt x="3798602" y="100275"/>
                  </a:lnTo>
                  <a:lnTo>
                    <a:pt x="3728257" y="96221"/>
                  </a:lnTo>
                  <a:lnTo>
                    <a:pt x="3657913" y="92102"/>
                  </a:lnTo>
                  <a:lnTo>
                    <a:pt x="3587569" y="87917"/>
                  </a:lnTo>
                  <a:lnTo>
                    <a:pt x="3517224" y="83665"/>
                  </a:lnTo>
                  <a:lnTo>
                    <a:pt x="3446880" y="79345"/>
                  </a:lnTo>
                  <a:lnTo>
                    <a:pt x="3376535" y="74955"/>
                  </a:lnTo>
                  <a:lnTo>
                    <a:pt x="3306191" y="70496"/>
                  </a:lnTo>
                  <a:lnTo>
                    <a:pt x="3235846" y="65965"/>
                  </a:lnTo>
                  <a:lnTo>
                    <a:pt x="3165502" y="61361"/>
                  </a:lnTo>
                  <a:lnTo>
                    <a:pt x="3095157" y="56684"/>
                  </a:lnTo>
                  <a:lnTo>
                    <a:pt x="3024813" y="53601"/>
                  </a:lnTo>
                  <a:lnTo>
                    <a:pt x="2954468" y="52452"/>
                  </a:lnTo>
                  <a:lnTo>
                    <a:pt x="2884124" y="51298"/>
                  </a:lnTo>
                  <a:lnTo>
                    <a:pt x="2813779" y="50141"/>
                  </a:lnTo>
                  <a:lnTo>
                    <a:pt x="2743435" y="48978"/>
                  </a:lnTo>
                  <a:lnTo>
                    <a:pt x="2673090" y="47811"/>
                  </a:lnTo>
                  <a:lnTo>
                    <a:pt x="2602746" y="46640"/>
                  </a:lnTo>
                  <a:lnTo>
                    <a:pt x="2532401" y="45465"/>
                  </a:lnTo>
                  <a:lnTo>
                    <a:pt x="2462057" y="44284"/>
                  </a:lnTo>
                  <a:lnTo>
                    <a:pt x="2391712" y="43100"/>
                  </a:lnTo>
                  <a:lnTo>
                    <a:pt x="2321368" y="41910"/>
                  </a:lnTo>
                  <a:lnTo>
                    <a:pt x="2251023" y="40716"/>
                  </a:lnTo>
                  <a:lnTo>
                    <a:pt x="2180679" y="39518"/>
                  </a:lnTo>
                  <a:lnTo>
                    <a:pt x="2110334" y="38315"/>
                  </a:lnTo>
                  <a:lnTo>
                    <a:pt x="2039990" y="37107"/>
                  </a:lnTo>
                  <a:lnTo>
                    <a:pt x="1969645" y="35895"/>
                  </a:lnTo>
                  <a:lnTo>
                    <a:pt x="1899301" y="34678"/>
                  </a:lnTo>
                  <a:lnTo>
                    <a:pt x="1828956" y="33457"/>
                  </a:lnTo>
                  <a:lnTo>
                    <a:pt x="1758612" y="32230"/>
                  </a:lnTo>
                  <a:lnTo>
                    <a:pt x="1688267" y="30999"/>
                  </a:lnTo>
                  <a:lnTo>
                    <a:pt x="1617923" y="29764"/>
                  </a:lnTo>
                  <a:lnTo>
                    <a:pt x="1547578" y="28523"/>
                  </a:lnTo>
                  <a:lnTo>
                    <a:pt x="1477234" y="27278"/>
                  </a:lnTo>
                  <a:lnTo>
                    <a:pt x="1406889" y="26028"/>
                  </a:lnTo>
                  <a:lnTo>
                    <a:pt x="1336545" y="24774"/>
                  </a:lnTo>
                  <a:lnTo>
                    <a:pt x="1266200" y="23514"/>
                  </a:lnTo>
                  <a:lnTo>
                    <a:pt x="1195856" y="22250"/>
                  </a:lnTo>
                  <a:lnTo>
                    <a:pt x="1125511" y="20981"/>
                  </a:lnTo>
                  <a:lnTo>
                    <a:pt x="1055167" y="19707"/>
                  </a:lnTo>
                  <a:lnTo>
                    <a:pt x="984822" y="18428"/>
                  </a:lnTo>
                  <a:lnTo>
                    <a:pt x="914478" y="17144"/>
                  </a:lnTo>
                  <a:lnTo>
                    <a:pt x="844133" y="15855"/>
                  </a:lnTo>
                  <a:lnTo>
                    <a:pt x="773789" y="14561"/>
                  </a:lnTo>
                  <a:lnTo>
                    <a:pt x="703444" y="13263"/>
                  </a:lnTo>
                  <a:lnTo>
                    <a:pt x="633100" y="11959"/>
                  </a:lnTo>
                  <a:lnTo>
                    <a:pt x="562755" y="10651"/>
                  </a:lnTo>
                  <a:lnTo>
                    <a:pt x="492411" y="9337"/>
                  </a:lnTo>
                  <a:lnTo>
                    <a:pt x="422066" y="8018"/>
                  </a:lnTo>
                  <a:lnTo>
                    <a:pt x="351722" y="6695"/>
                  </a:lnTo>
                  <a:lnTo>
                    <a:pt x="281377" y="5366"/>
                  </a:lnTo>
                  <a:lnTo>
                    <a:pt x="211033" y="4032"/>
                  </a:lnTo>
                  <a:lnTo>
                    <a:pt x="140688" y="2693"/>
                  </a:lnTo>
                  <a:lnTo>
                    <a:pt x="70344" y="13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1235312" y="5134312"/>
              <a:ext cx="6964104" cy="286216"/>
            </a:xfrm>
            <a:custGeom>
              <a:avLst/>
              <a:pathLst>
                <a:path w="6964104" h="286216">
                  <a:moveTo>
                    <a:pt x="0" y="0"/>
                  </a:moveTo>
                  <a:lnTo>
                    <a:pt x="70344" y="4504"/>
                  </a:lnTo>
                  <a:lnTo>
                    <a:pt x="140688" y="8965"/>
                  </a:lnTo>
                  <a:lnTo>
                    <a:pt x="211033" y="13382"/>
                  </a:lnTo>
                  <a:lnTo>
                    <a:pt x="281377" y="17756"/>
                  </a:lnTo>
                  <a:lnTo>
                    <a:pt x="351722" y="22087"/>
                  </a:lnTo>
                  <a:lnTo>
                    <a:pt x="422066" y="26375"/>
                  </a:lnTo>
                  <a:lnTo>
                    <a:pt x="492411" y="30622"/>
                  </a:lnTo>
                  <a:lnTo>
                    <a:pt x="562755" y="34826"/>
                  </a:lnTo>
                  <a:lnTo>
                    <a:pt x="633100" y="38990"/>
                  </a:lnTo>
                  <a:lnTo>
                    <a:pt x="703444" y="43112"/>
                  </a:lnTo>
                  <a:lnTo>
                    <a:pt x="773789" y="47194"/>
                  </a:lnTo>
                  <a:lnTo>
                    <a:pt x="844133" y="51237"/>
                  </a:lnTo>
                  <a:lnTo>
                    <a:pt x="914478" y="55239"/>
                  </a:lnTo>
                  <a:lnTo>
                    <a:pt x="984822" y="59202"/>
                  </a:lnTo>
                  <a:lnTo>
                    <a:pt x="1055167" y="63127"/>
                  </a:lnTo>
                  <a:lnTo>
                    <a:pt x="1125511" y="67013"/>
                  </a:lnTo>
                  <a:lnTo>
                    <a:pt x="1195856" y="70860"/>
                  </a:lnTo>
                  <a:lnTo>
                    <a:pt x="1266200" y="74670"/>
                  </a:lnTo>
                  <a:lnTo>
                    <a:pt x="1336545" y="78443"/>
                  </a:lnTo>
                  <a:lnTo>
                    <a:pt x="1406889" y="82179"/>
                  </a:lnTo>
                  <a:lnTo>
                    <a:pt x="1477234" y="85878"/>
                  </a:lnTo>
                  <a:lnTo>
                    <a:pt x="1547578" y="89541"/>
                  </a:lnTo>
                  <a:lnTo>
                    <a:pt x="1617923" y="93167"/>
                  </a:lnTo>
                  <a:lnTo>
                    <a:pt x="1688267" y="96759"/>
                  </a:lnTo>
                  <a:lnTo>
                    <a:pt x="1758612" y="100315"/>
                  </a:lnTo>
                  <a:lnTo>
                    <a:pt x="1828956" y="103836"/>
                  </a:lnTo>
                  <a:lnTo>
                    <a:pt x="1899301" y="107323"/>
                  </a:lnTo>
                  <a:lnTo>
                    <a:pt x="1969645" y="110775"/>
                  </a:lnTo>
                  <a:lnTo>
                    <a:pt x="2039990" y="114194"/>
                  </a:lnTo>
                  <a:lnTo>
                    <a:pt x="2110334" y="117579"/>
                  </a:lnTo>
                  <a:lnTo>
                    <a:pt x="2180679" y="120931"/>
                  </a:lnTo>
                  <a:lnTo>
                    <a:pt x="2251023" y="124250"/>
                  </a:lnTo>
                  <a:lnTo>
                    <a:pt x="2321368" y="127536"/>
                  </a:lnTo>
                  <a:lnTo>
                    <a:pt x="2391712" y="130791"/>
                  </a:lnTo>
                  <a:lnTo>
                    <a:pt x="2462057" y="134013"/>
                  </a:lnTo>
                  <a:lnTo>
                    <a:pt x="2532401" y="137204"/>
                  </a:lnTo>
                  <a:lnTo>
                    <a:pt x="2602746" y="140363"/>
                  </a:lnTo>
                  <a:lnTo>
                    <a:pt x="2673090" y="143491"/>
                  </a:lnTo>
                  <a:lnTo>
                    <a:pt x="2743435" y="146589"/>
                  </a:lnTo>
                  <a:lnTo>
                    <a:pt x="2813779" y="149657"/>
                  </a:lnTo>
                  <a:lnTo>
                    <a:pt x="2884124" y="152694"/>
                  </a:lnTo>
                  <a:lnTo>
                    <a:pt x="2954468" y="155702"/>
                  </a:lnTo>
                  <a:lnTo>
                    <a:pt x="3024813" y="158680"/>
                  </a:lnTo>
                  <a:lnTo>
                    <a:pt x="3095157" y="161628"/>
                  </a:lnTo>
                  <a:lnTo>
                    <a:pt x="3165502" y="164548"/>
                  </a:lnTo>
                  <a:lnTo>
                    <a:pt x="3235846" y="167440"/>
                  </a:lnTo>
                  <a:lnTo>
                    <a:pt x="3306191" y="170302"/>
                  </a:lnTo>
                  <a:lnTo>
                    <a:pt x="3376535" y="173137"/>
                  </a:lnTo>
                  <a:lnTo>
                    <a:pt x="3446880" y="175944"/>
                  </a:lnTo>
                  <a:lnTo>
                    <a:pt x="3517224" y="178724"/>
                  </a:lnTo>
                  <a:lnTo>
                    <a:pt x="3587569" y="181476"/>
                  </a:lnTo>
                  <a:lnTo>
                    <a:pt x="3657913" y="184201"/>
                  </a:lnTo>
                  <a:lnTo>
                    <a:pt x="3728257" y="186900"/>
                  </a:lnTo>
                  <a:lnTo>
                    <a:pt x="3798602" y="189572"/>
                  </a:lnTo>
                  <a:lnTo>
                    <a:pt x="3868946" y="192218"/>
                  </a:lnTo>
                  <a:lnTo>
                    <a:pt x="3939291" y="194838"/>
                  </a:lnTo>
                  <a:lnTo>
                    <a:pt x="4009635" y="197432"/>
                  </a:lnTo>
                  <a:lnTo>
                    <a:pt x="4079980" y="200001"/>
                  </a:lnTo>
                  <a:lnTo>
                    <a:pt x="4150324" y="202545"/>
                  </a:lnTo>
                  <a:lnTo>
                    <a:pt x="4220669" y="205063"/>
                  </a:lnTo>
                  <a:lnTo>
                    <a:pt x="4291013" y="207557"/>
                  </a:lnTo>
                  <a:lnTo>
                    <a:pt x="4361358" y="210027"/>
                  </a:lnTo>
                  <a:lnTo>
                    <a:pt x="4431702" y="212472"/>
                  </a:lnTo>
                  <a:lnTo>
                    <a:pt x="4502047" y="214893"/>
                  </a:lnTo>
                  <a:lnTo>
                    <a:pt x="4572391" y="217291"/>
                  </a:lnTo>
                  <a:lnTo>
                    <a:pt x="4642736" y="219665"/>
                  </a:lnTo>
                  <a:lnTo>
                    <a:pt x="4713080" y="222016"/>
                  </a:lnTo>
                  <a:lnTo>
                    <a:pt x="4783425" y="224343"/>
                  </a:lnTo>
                  <a:lnTo>
                    <a:pt x="4853769" y="226648"/>
                  </a:lnTo>
                  <a:lnTo>
                    <a:pt x="4924114" y="228930"/>
                  </a:lnTo>
                  <a:lnTo>
                    <a:pt x="4994458" y="231190"/>
                  </a:lnTo>
                  <a:lnTo>
                    <a:pt x="5064803" y="233428"/>
                  </a:lnTo>
                  <a:lnTo>
                    <a:pt x="5135147" y="235644"/>
                  </a:lnTo>
                  <a:lnTo>
                    <a:pt x="5205492" y="237838"/>
                  </a:lnTo>
                  <a:lnTo>
                    <a:pt x="5275836" y="240011"/>
                  </a:lnTo>
                  <a:lnTo>
                    <a:pt x="5346181" y="242162"/>
                  </a:lnTo>
                  <a:lnTo>
                    <a:pt x="5416525" y="244292"/>
                  </a:lnTo>
                  <a:lnTo>
                    <a:pt x="5486870" y="246401"/>
                  </a:lnTo>
                  <a:lnTo>
                    <a:pt x="5557214" y="248490"/>
                  </a:lnTo>
                  <a:lnTo>
                    <a:pt x="5627559" y="250558"/>
                  </a:lnTo>
                  <a:lnTo>
                    <a:pt x="5697903" y="252606"/>
                  </a:lnTo>
                  <a:lnTo>
                    <a:pt x="5768248" y="254633"/>
                  </a:lnTo>
                  <a:lnTo>
                    <a:pt x="5838592" y="256641"/>
                  </a:lnTo>
                  <a:lnTo>
                    <a:pt x="5908937" y="258629"/>
                  </a:lnTo>
                  <a:lnTo>
                    <a:pt x="5979281" y="260598"/>
                  </a:lnTo>
                  <a:lnTo>
                    <a:pt x="6049626" y="262547"/>
                  </a:lnTo>
                  <a:lnTo>
                    <a:pt x="6119970" y="264478"/>
                  </a:lnTo>
                  <a:lnTo>
                    <a:pt x="6190315" y="266389"/>
                  </a:lnTo>
                  <a:lnTo>
                    <a:pt x="6260659" y="268281"/>
                  </a:lnTo>
                  <a:lnTo>
                    <a:pt x="6331004" y="270155"/>
                  </a:lnTo>
                  <a:lnTo>
                    <a:pt x="6401348" y="272011"/>
                  </a:lnTo>
                  <a:lnTo>
                    <a:pt x="6471693" y="273848"/>
                  </a:lnTo>
                  <a:lnTo>
                    <a:pt x="6542037" y="275668"/>
                  </a:lnTo>
                  <a:lnTo>
                    <a:pt x="6612382" y="277469"/>
                  </a:lnTo>
                  <a:lnTo>
                    <a:pt x="6682726" y="279253"/>
                  </a:lnTo>
                  <a:lnTo>
                    <a:pt x="6753071" y="281020"/>
                  </a:lnTo>
                  <a:lnTo>
                    <a:pt x="6823415" y="282769"/>
                  </a:lnTo>
                  <a:lnTo>
                    <a:pt x="6893760" y="284501"/>
                  </a:lnTo>
                  <a:lnTo>
                    <a:pt x="6964104" y="286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429250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12483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5508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" name="tx79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13460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219651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304702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389753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74804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564824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646766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731817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816868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61815" y="5855859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94" name="tx94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95" name="tx95"/>
            <p:cNvSpPr/>
            <p:nvPr/>
          </p:nvSpPr>
          <p:spPr>
            <a:xfrm>
              <a:off x="887106" y="4159544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1.13 (1.05-1.21), p_Bonf = 0.008 (n = 6)  |  per IQR decline (Δ = 28.0 %): 1.40 (1.14-1.71)  |  IQR: [-30.0, -2.0] %</a:t>
              </a:r>
            </a:p>
          </p:txBody>
        </p:sp>
        <p:sp>
          <p:nvSpPr>
            <p:cNvPr id="96" name="tx96"/>
            <p:cNvSpPr/>
            <p:nvPr/>
          </p:nvSpPr>
          <p:spPr>
            <a:xfrm>
              <a:off x="887106" y="3932770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2026-07-22T07:57:30Z</dcterms:modified>
  <cp:category/>
</cp:coreProperties>
</file>