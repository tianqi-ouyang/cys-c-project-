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902882"/>
              <a:ext cx="7090630" cy="1311106"/>
            </a:xfrm>
            <a:custGeom>
              <a:avLst/>
              <a:pathLst>
                <a:path w="7090630" h="1311106">
                  <a:moveTo>
                    <a:pt x="0" y="0"/>
                  </a:moveTo>
                  <a:lnTo>
                    <a:pt x="71622" y="26073"/>
                  </a:lnTo>
                  <a:lnTo>
                    <a:pt x="143245" y="51735"/>
                  </a:lnTo>
                  <a:lnTo>
                    <a:pt x="214867" y="76993"/>
                  </a:lnTo>
                  <a:lnTo>
                    <a:pt x="286490" y="101852"/>
                  </a:lnTo>
                  <a:lnTo>
                    <a:pt x="358112" y="126320"/>
                  </a:lnTo>
                  <a:lnTo>
                    <a:pt x="429735" y="150402"/>
                  </a:lnTo>
                  <a:lnTo>
                    <a:pt x="501357" y="174105"/>
                  </a:lnTo>
                  <a:lnTo>
                    <a:pt x="572980" y="197434"/>
                  </a:lnTo>
                  <a:lnTo>
                    <a:pt x="644602" y="220396"/>
                  </a:lnTo>
                  <a:lnTo>
                    <a:pt x="716225" y="242995"/>
                  </a:lnTo>
                  <a:lnTo>
                    <a:pt x="787847" y="265239"/>
                  </a:lnTo>
                  <a:lnTo>
                    <a:pt x="859470" y="287132"/>
                  </a:lnTo>
                  <a:lnTo>
                    <a:pt x="931092" y="308680"/>
                  </a:lnTo>
                  <a:lnTo>
                    <a:pt x="1002715" y="329888"/>
                  </a:lnTo>
                  <a:lnTo>
                    <a:pt x="1074337" y="350762"/>
                  </a:lnTo>
                  <a:lnTo>
                    <a:pt x="1145960" y="371307"/>
                  </a:lnTo>
                  <a:lnTo>
                    <a:pt x="1217582" y="391528"/>
                  </a:lnTo>
                  <a:lnTo>
                    <a:pt x="1289205" y="411431"/>
                  </a:lnTo>
                  <a:lnTo>
                    <a:pt x="1360827" y="431020"/>
                  </a:lnTo>
                  <a:lnTo>
                    <a:pt x="1432450" y="450300"/>
                  </a:lnTo>
                  <a:lnTo>
                    <a:pt x="1504073" y="469276"/>
                  </a:lnTo>
                  <a:lnTo>
                    <a:pt x="1575695" y="487953"/>
                  </a:lnTo>
                  <a:lnTo>
                    <a:pt x="1647318" y="506336"/>
                  </a:lnTo>
                  <a:lnTo>
                    <a:pt x="1718940" y="524429"/>
                  </a:lnTo>
                  <a:lnTo>
                    <a:pt x="1790563" y="542237"/>
                  </a:lnTo>
                  <a:lnTo>
                    <a:pt x="1862185" y="559765"/>
                  </a:lnTo>
                  <a:lnTo>
                    <a:pt x="1933808" y="577016"/>
                  </a:lnTo>
                  <a:lnTo>
                    <a:pt x="2005430" y="593995"/>
                  </a:lnTo>
                  <a:lnTo>
                    <a:pt x="2077053" y="610707"/>
                  </a:lnTo>
                  <a:lnTo>
                    <a:pt x="2148675" y="627155"/>
                  </a:lnTo>
                  <a:lnTo>
                    <a:pt x="2220298" y="643344"/>
                  </a:lnTo>
                  <a:lnTo>
                    <a:pt x="2291920" y="659278"/>
                  </a:lnTo>
                  <a:lnTo>
                    <a:pt x="2363543" y="674961"/>
                  </a:lnTo>
                  <a:lnTo>
                    <a:pt x="2435165" y="690396"/>
                  </a:lnTo>
                  <a:lnTo>
                    <a:pt x="2506788" y="705588"/>
                  </a:lnTo>
                  <a:lnTo>
                    <a:pt x="2578410" y="720541"/>
                  </a:lnTo>
                  <a:lnTo>
                    <a:pt x="2650033" y="735259"/>
                  </a:lnTo>
                  <a:lnTo>
                    <a:pt x="2721655" y="749744"/>
                  </a:lnTo>
                  <a:lnTo>
                    <a:pt x="2793278" y="764001"/>
                  </a:lnTo>
                  <a:lnTo>
                    <a:pt x="2864901" y="778033"/>
                  </a:lnTo>
                  <a:lnTo>
                    <a:pt x="2936523" y="791844"/>
                  </a:lnTo>
                  <a:lnTo>
                    <a:pt x="3008146" y="805438"/>
                  </a:lnTo>
                  <a:lnTo>
                    <a:pt x="3079768" y="818817"/>
                  </a:lnTo>
                  <a:lnTo>
                    <a:pt x="3151391" y="826614"/>
                  </a:lnTo>
                  <a:lnTo>
                    <a:pt x="3223013" y="829774"/>
                  </a:lnTo>
                  <a:lnTo>
                    <a:pt x="3294636" y="832922"/>
                  </a:lnTo>
                  <a:lnTo>
                    <a:pt x="3366258" y="836058"/>
                  </a:lnTo>
                  <a:lnTo>
                    <a:pt x="3437881" y="839181"/>
                  </a:lnTo>
                  <a:lnTo>
                    <a:pt x="3509503" y="842293"/>
                  </a:lnTo>
                  <a:lnTo>
                    <a:pt x="3581126" y="845393"/>
                  </a:lnTo>
                  <a:lnTo>
                    <a:pt x="3652748" y="848481"/>
                  </a:lnTo>
                  <a:lnTo>
                    <a:pt x="3724371" y="851557"/>
                  </a:lnTo>
                  <a:lnTo>
                    <a:pt x="3795993" y="854622"/>
                  </a:lnTo>
                  <a:lnTo>
                    <a:pt x="3867616" y="857675"/>
                  </a:lnTo>
                  <a:lnTo>
                    <a:pt x="3939238" y="860716"/>
                  </a:lnTo>
                  <a:lnTo>
                    <a:pt x="4010861" y="863746"/>
                  </a:lnTo>
                  <a:lnTo>
                    <a:pt x="4082483" y="866764"/>
                  </a:lnTo>
                  <a:lnTo>
                    <a:pt x="4154106" y="869770"/>
                  </a:lnTo>
                  <a:lnTo>
                    <a:pt x="4225729" y="872765"/>
                  </a:lnTo>
                  <a:lnTo>
                    <a:pt x="4297351" y="875749"/>
                  </a:lnTo>
                  <a:lnTo>
                    <a:pt x="4368974" y="878721"/>
                  </a:lnTo>
                  <a:lnTo>
                    <a:pt x="4440596" y="881682"/>
                  </a:lnTo>
                  <a:lnTo>
                    <a:pt x="4512219" y="884632"/>
                  </a:lnTo>
                  <a:lnTo>
                    <a:pt x="4583841" y="887570"/>
                  </a:lnTo>
                  <a:lnTo>
                    <a:pt x="4655464" y="890497"/>
                  </a:lnTo>
                  <a:lnTo>
                    <a:pt x="4727086" y="893413"/>
                  </a:lnTo>
                  <a:lnTo>
                    <a:pt x="4798709" y="896318"/>
                  </a:lnTo>
                  <a:lnTo>
                    <a:pt x="4870331" y="899211"/>
                  </a:lnTo>
                  <a:lnTo>
                    <a:pt x="4941954" y="902094"/>
                  </a:lnTo>
                  <a:lnTo>
                    <a:pt x="5013576" y="904966"/>
                  </a:lnTo>
                  <a:lnTo>
                    <a:pt x="5085199" y="907826"/>
                  </a:lnTo>
                  <a:lnTo>
                    <a:pt x="5156821" y="910676"/>
                  </a:lnTo>
                  <a:lnTo>
                    <a:pt x="5228444" y="913515"/>
                  </a:lnTo>
                  <a:lnTo>
                    <a:pt x="5300066" y="916343"/>
                  </a:lnTo>
                  <a:lnTo>
                    <a:pt x="5371689" y="919160"/>
                  </a:lnTo>
                  <a:lnTo>
                    <a:pt x="5443311" y="921967"/>
                  </a:lnTo>
                  <a:lnTo>
                    <a:pt x="5514934" y="924763"/>
                  </a:lnTo>
                  <a:lnTo>
                    <a:pt x="5586557" y="927548"/>
                  </a:lnTo>
                  <a:lnTo>
                    <a:pt x="5658179" y="930322"/>
                  </a:lnTo>
                  <a:lnTo>
                    <a:pt x="5729802" y="933086"/>
                  </a:lnTo>
                  <a:lnTo>
                    <a:pt x="5801424" y="935839"/>
                  </a:lnTo>
                  <a:lnTo>
                    <a:pt x="5873047" y="938582"/>
                  </a:lnTo>
                  <a:lnTo>
                    <a:pt x="5944669" y="941315"/>
                  </a:lnTo>
                  <a:lnTo>
                    <a:pt x="6016292" y="944037"/>
                  </a:lnTo>
                  <a:lnTo>
                    <a:pt x="6087914" y="946748"/>
                  </a:lnTo>
                  <a:lnTo>
                    <a:pt x="6159537" y="949449"/>
                  </a:lnTo>
                  <a:lnTo>
                    <a:pt x="6231159" y="952140"/>
                  </a:lnTo>
                  <a:lnTo>
                    <a:pt x="6302782" y="954821"/>
                  </a:lnTo>
                  <a:lnTo>
                    <a:pt x="6374404" y="957491"/>
                  </a:lnTo>
                  <a:lnTo>
                    <a:pt x="6446027" y="960151"/>
                  </a:lnTo>
                  <a:lnTo>
                    <a:pt x="6517649" y="962801"/>
                  </a:lnTo>
                  <a:lnTo>
                    <a:pt x="6589272" y="965441"/>
                  </a:lnTo>
                  <a:lnTo>
                    <a:pt x="6660894" y="968071"/>
                  </a:lnTo>
                  <a:lnTo>
                    <a:pt x="6732517" y="970691"/>
                  </a:lnTo>
                  <a:lnTo>
                    <a:pt x="6804139" y="973301"/>
                  </a:lnTo>
                  <a:lnTo>
                    <a:pt x="6875762" y="975901"/>
                  </a:lnTo>
                  <a:lnTo>
                    <a:pt x="6947385" y="978491"/>
                  </a:lnTo>
                  <a:lnTo>
                    <a:pt x="7019007" y="981071"/>
                  </a:lnTo>
                  <a:lnTo>
                    <a:pt x="7090630" y="983641"/>
                  </a:lnTo>
                  <a:lnTo>
                    <a:pt x="7090630" y="1311106"/>
                  </a:lnTo>
                  <a:lnTo>
                    <a:pt x="7019007" y="1305609"/>
                  </a:lnTo>
                  <a:lnTo>
                    <a:pt x="6947385" y="1300025"/>
                  </a:lnTo>
                  <a:lnTo>
                    <a:pt x="6875762" y="1294351"/>
                  </a:lnTo>
                  <a:lnTo>
                    <a:pt x="6804139" y="1288586"/>
                  </a:lnTo>
                  <a:lnTo>
                    <a:pt x="6732517" y="1282729"/>
                  </a:lnTo>
                  <a:lnTo>
                    <a:pt x="6660894" y="1276778"/>
                  </a:lnTo>
                  <a:lnTo>
                    <a:pt x="6589272" y="1270732"/>
                  </a:lnTo>
                  <a:lnTo>
                    <a:pt x="6517649" y="1264589"/>
                  </a:lnTo>
                  <a:lnTo>
                    <a:pt x="6446027" y="1258348"/>
                  </a:lnTo>
                  <a:lnTo>
                    <a:pt x="6374404" y="1252006"/>
                  </a:lnTo>
                  <a:lnTo>
                    <a:pt x="6302782" y="1245564"/>
                  </a:lnTo>
                  <a:lnTo>
                    <a:pt x="6231159" y="1239018"/>
                  </a:lnTo>
                  <a:lnTo>
                    <a:pt x="6159537" y="1232367"/>
                  </a:lnTo>
                  <a:lnTo>
                    <a:pt x="6087914" y="1225610"/>
                  </a:lnTo>
                  <a:lnTo>
                    <a:pt x="6016292" y="1218744"/>
                  </a:lnTo>
                  <a:lnTo>
                    <a:pt x="5944669" y="1211769"/>
                  </a:lnTo>
                  <a:lnTo>
                    <a:pt x="5873047" y="1204682"/>
                  </a:lnTo>
                  <a:lnTo>
                    <a:pt x="5801424" y="1197481"/>
                  </a:lnTo>
                  <a:lnTo>
                    <a:pt x="5729802" y="1190165"/>
                  </a:lnTo>
                  <a:lnTo>
                    <a:pt x="5658179" y="1182732"/>
                  </a:lnTo>
                  <a:lnTo>
                    <a:pt x="5586557" y="1175180"/>
                  </a:lnTo>
                  <a:lnTo>
                    <a:pt x="5514934" y="1167507"/>
                  </a:lnTo>
                  <a:lnTo>
                    <a:pt x="5443311" y="1159711"/>
                  </a:lnTo>
                  <a:lnTo>
                    <a:pt x="5371689" y="1151790"/>
                  </a:lnTo>
                  <a:lnTo>
                    <a:pt x="5300066" y="1143743"/>
                  </a:lnTo>
                  <a:lnTo>
                    <a:pt x="5228444" y="1135566"/>
                  </a:lnTo>
                  <a:lnTo>
                    <a:pt x="5156821" y="1127259"/>
                  </a:lnTo>
                  <a:lnTo>
                    <a:pt x="5085199" y="1118819"/>
                  </a:lnTo>
                  <a:lnTo>
                    <a:pt x="5013576" y="1110243"/>
                  </a:lnTo>
                  <a:lnTo>
                    <a:pt x="4941954" y="1101530"/>
                  </a:lnTo>
                  <a:lnTo>
                    <a:pt x="4870331" y="1092678"/>
                  </a:lnTo>
                  <a:lnTo>
                    <a:pt x="4798709" y="1083684"/>
                  </a:lnTo>
                  <a:lnTo>
                    <a:pt x="4727086" y="1074546"/>
                  </a:lnTo>
                  <a:lnTo>
                    <a:pt x="4655464" y="1065262"/>
                  </a:lnTo>
                  <a:lnTo>
                    <a:pt x="4583841" y="1055829"/>
                  </a:lnTo>
                  <a:lnTo>
                    <a:pt x="4512219" y="1046244"/>
                  </a:lnTo>
                  <a:lnTo>
                    <a:pt x="4440596" y="1036507"/>
                  </a:lnTo>
                  <a:lnTo>
                    <a:pt x="4368974" y="1026613"/>
                  </a:lnTo>
                  <a:lnTo>
                    <a:pt x="4297351" y="1016561"/>
                  </a:lnTo>
                  <a:lnTo>
                    <a:pt x="4225729" y="1006349"/>
                  </a:lnTo>
                  <a:lnTo>
                    <a:pt x="4154106" y="995972"/>
                  </a:lnTo>
                  <a:lnTo>
                    <a:pt x="4082483" y="985430"/>
                  </a:lnTo>
                  <a:lnTo>
                    <a:pt x="4010861" y="974718"/>
                  </a:lnTo>
                  <a:lnTo>
                    <a:pt x="3939238" y="963835"/>
                  </a:lnTo>
                  <a:lnTo>
                    <a:pt x="3867616" y="952778"/>
                  </a:lnTo>
                  <a:lnTo>
                    <a:pt x="3795993" y="941544"/>
                  </a:lnTo>
                  <a:lnTo>
                    <a:pt x="3724371" y="930130"/>
                  </a:lnTo>
                  <a:lnTo>
                    <a:pt x="3652748" y="918533"/>
                  </a:lnTo>
                  <a:lnTo>
                    <a:pt x="3581126" y="906750"/>
                  </a:lnTo>
                  <a:lnTo>
                    <a:pt x="3509503" y="894779"/>
                  </a:lnTo>
                  <a:lnTo>
                    <a:pt x="3437881" y="882616"/>
                  </a:lnTo>
                  <a:lnTo>
                    <a:pt x="3366258" y="870259"/>
                  </a:lnTo>
                  <a:lnTo>
                    <a:pt x="3294636" y="857703"/>
                  </a:lnTo>
                  <a:lnTo>
                    <a:pt x="3223013" y="844946"/>
                  </a:lnTo>
                  <a:lnTo>
                    <a:pt x="3151391" y="831986"/>
                  </a:lnTo>
                  <a:lnTo>
                    <a:pt x="3079768" y="823442"/>
                  </a:lnTo>
                  <a:lnTo>
                    <a:pt x="3008146" y="820258"/>
                  </a:lnTo>
                  <a:lnTo>
                    <a:pt x="2936523" y="817062"/>
                  </a:lnTo>
                  <a:lnTo>
                    <a:pt x="2864901" y="813854"/>
                  </a:lnTo>
                  <a:lnTo>
                    <a:pt x="2793278" y="810633"/>
                  </a:lnTo>
                  <a:lnTo>
                    <a:pt x="2721655" y="807400"/>
                  </a:lnTo>
                  <a:lnTo>
                    <a:pt x="2650033" y="804154"/>
                  </a:lnTo>
                  <a:lnTo>
                    <a:pt x="2578410" y="800896"/>
                  </a:lnTo>
                  <a:lnTo>
                    <a:pt x="2506788" y="797626"/>
                  </a:lnTo>
                  <a:lnTo>
                    <a:pt x="2435165" y="794343"/>
                  </a:lnTo>
                  <a:lnTo>
                    <a:pt x="2363543" y="791047"/>
                  </a:lnTo>
                  <a:lnTo>
                    <a:pt x="2291920" y="787739"/>
                  </a:lnTo>
                  <a:lnTo>
                    <a:pt x="2220298" y="784418"/>
                  </a:lnTo>
                  <a:lnTo>
                    <a:pt x="2148675" y="781085"/>
                  </a:lnTo>
                  <a:lnTo>
                    <a:pt x="2077053" y="777738"/>
                  </a:lnTo>
                  <a:lnTo>
                    <a:pt x="2005430" y="774379"/>
                  </a:lnTo>
                  <a:lnTo>
                    <a:pt x="1933808" y="771007"/>
                  </a:lnTo>
                  <a:lnTo>
                    <a:pt x="1862185" y="767622"/>
                  </a:lnTo>
                  <a:lnTo>
                    <a:pt x="1790563" y="764224"/>
                  </a:lnTo>
                  <a:lnTo>
                    <a:pt x="1718940" y="760813"/>
                  </a:lnTo>
                  <a:lnTo>
                    <a:pt x="1647318" y="757389"/>
                  </a:lnTo>
                  <a:lnTo>
                    <a:pt x="1575695" y="753952"/>
                  </a:lnTo>
                  <a:lnTo>
                    <a:pt x="1504073" y="750502"/>
                  </a:lnTo>
                  <a:lnTo>
                    <a:pt x="1432450" y="747038"/>
                  </a:lnTo>
                  <a:lnTo>
                    <a:pt x="1360827" y="743561"/>
                  </a:lnTo>
                  <a:lnTo>
                    <a:pt x="1289205" y="740071"/>
                  </a:lnTo>
                  <a:lnTo>
                    <a:pt x="1217582" y="736568"/>
                  </a:lnTo>
                  <a:lnTo>
                    <a:pt x="1145960" y="733051"/>
                  </a:lnTo>
                  <a:lnTo>
                    <a:pt x="1074337" y="729520"/>
                  </a:lnTo>
                  <a:lnTo>
                    <a:pt x="1002715" y="725976"/>
                  </a:lnTo>
                  <a:lnTo>
                    <a:pt x="931092" y="722419"/>
                  </a:lnTo>
                  <a:lnTo>
                    <a:pt x="859470" y="718848"/>
                  </a:lnTo>
                  <a:lnTo>
                    <a:pt x="787847" y="715263"/>
                  </a:lnTo>
                  <a:lnTo>
                    <a:pt x="716225" y="711664"/>
                  </a:lnTo>
                  <a:lnTo>
                    <a:pt x="644602" y="708052"/>
                  </a:lnTo>
                  <a:lnTo>
                    <a:pt x="572980" y="704426"/>
                  </a:lnTo>
                  <a:lnTo>
                    <a:pt x="501357" y="700786"/>
                  </a:lnTo>
                  <a:lnTo>
                    <a:pt x="429735" y="697132"/>
                  </a:lnTo>
                  <a:lnTo>
                    <a:pt x="358112" y="693464"/>
                  </a:lnTo>
                  <a:lnTo>
                    <a:pt x="286490" y="689781"/>
                  </a:lnTo>
                  <a:lnTo>
                    <a:pt x="214867" y="686085"/>
                  </a:lnTo>
                  <a:lnTo>
                    <a:pt x="143245" y="682375"/>
                  </a:lnTo>
                  <a:lnTo>
                    <a:pt x="71622" y="678650"/>
                  </a:lnTo>
                  <a:lnTo>
                    <a:pt x="0" y="6749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02882"/>
              <a:ext cx="7090630" cy="983641"/>
            </a:xfrm>
            <a:custGeom>
              <a:avLst/>
              <a:pathLst>
                <a:path w="7090630" h="983641">
                  <a:moveTo>
                    <a:pt x="0" y="0"/>
                  </a:moveTo>
                  <a:lnTo>
                    <a:pt x="71622" y="26073"/>
                  </a:lnTo>
                  <a:lnTo>
                    <a:pt x="143245" y="51735"/>
                  </a:lnTo>
                  <a:lnTo>
                    <a:pt x="214867" y="76993"/>
                  </a:lnTo>
                  <a:lnTo>
                    <a:pt x="286490" y="101852"/>
                  </a:lnTo>
                  <a:lnTo>
                    <a:pt x="358112" y="126320"/>
                  </a:lnTo>
                  <a:lnTo>
                    <a:pt x="429735" y="150402"/>
                  </a:lnTo>
                  <a:lnTo>
                    <a:pt x="501357" y="174105"/>
                  </a:lnTo>
                  <a:lnTo>
                    <a:pt x="572980" y="197434"/>
                  </a:lnTo>
                  <a:lnTo>
                    <a:pt x="644602" y="220396"/>
                  </a:lnTo>
                  <a:lnTo>
                    <a:pt x="716225" y="242995"/>
                  </a:lnTo>
                  <a:lnTo>
                    <a:pt x="787847" y="265239"/>
                  </a:lnTo>
                  <a:lnTo>
                    <a:pt x="859470" y="287132"/>
                  </a:lnTo>
                  <a:lnTo>
                    <a:pt x="931092" y="308680"/>
                  </a:lnTo>
                  <a:lnTo>
                    <a:pt x="1002715" y="329888"/>
                  </a:lnTo>
                  <a:lnTo>
                    <a:pt x="1074337" y="350762"/>
                  </a:lnTo>
                  <a:lnTo>
                    <a:pt x="1145960" y="371307"/>
                  </a:lnTo>
                  <a:lnTo>
                    <a:pt x="1217582" y="391528"/>
                  </a:lnTo>
                  <a:lnTo>
                    <a:pt x="1289205" y="411431"/>
                  </a:lnTo>
                  <a:lnTo>
                    <a:pt x="1360827" y="431020"/>
                  </a:lnTo>
                  <a:lnTo>
                    <a:pt x="1432450" y="450300"/>
                  </a:lnTo>
                  <a:lnTo>
                    <a:pt x="1504073" y="469276"/>
                  </a:lnTo>
                  <a:lnTo>
                    <a:pt x="1575695" y="487953"/>
                  </a:lnTo>
                  <a:lnTo>
                    <a:pt x="1647318" y="506336"/>
                  </a:lnTo>
                  <a:lnTo>
                    <a:pt x="1718940" y="524429"/>
                  </a:lnTo>
                  <a:lnTo>
                    <a:pt x="1790563" y="542237"/>
                  </a:lnTo>
                  <a:lnTo>
                    <a:pt x="1862185" y="559765"/>
                  </a:lnTo>
                  <a:lnTo>
                    <a:pt x="1933808" y="577016"/>
                  </a:lnTo>
                  <a:lnTo>
                    <a:pt x="2005430" y="593995"/>
                  </a:lnTo>
                  <a:lnTo>
                    <a:pt x="2077053" y="610707"/>
                  </a:lnTo>
                  <a:lnTo>
                    <a:pt x="2148675" y="627155"/>
                  </a:lnTo>
                  <a:lnTo>
                    <a:pt x="2220298" y="643344"/>
                  </a:lnTo>
                  <a:lnTo>
                    <a:pt x="2291920" y="659278"/>
                  </a:lnTo>
                  <a:lnTo>
                    <a:pt x="2363543" y="674961"/>
                  </a:lnTo>
                  <a:lnTo>
                    <a:pt x="2435165" y="690396"/>
                  </a:lnTo>
                  <a:lnTo>
                    <a:pt x="2506788" y="705588"/>
                  </a:lnTo>
                  <a:lnTo>
                    <a:pt x="2578410" y="720541"/>
                  </a:lnTo>
                  <a:lnTo>
                    <a:pt x="2650033" y="735259"/>
                  </a:lnTo>
                  <a:lnTo>
                    <a:pt x="2721655" y="749744"/>
                  </a:lnTo>
                  <a:lnTo>
                    <a:pt x="2793278" y="764001"/>
                  </a:lnTo>
                  <a:lnTo>
                    <a:pt x="2864901" y="778033"/>
                  </a:lnTo>
                  <a:lnTo>
                    <a:pt x="2936523" y="791844"/>
                  </a:lnTo>
                  <a:lnTo>
                    <a:pt x="3008146" y="805438"/>
                  </a:lnTo>
                  <a:lnTo>
                    <a:pt x="3079768" y="818817"/>
                  </a:lnTo>
                  <a:lnTo>
                    <a:pt x="3151391" y="826614"/>
                  </a:lnTo>
                  <a:lnTo>
                    <a:pt x="3223013" y="829774"/>
                  </a:lnTo>
                  <a:lnTo>
                    <a:pt x="3294636" y="832922"/>
                  </a:lnTo>
                  <a:lnTo>
                    <a:pt x="3366258" y="836058"/>
                  </a:lnTo>
                  <a:lnTo>
                    <a:pt x="3437881" y="839181"/>
                  </a:lnTo>
                  <a:lnTo>
                    <a:pt x="3509503" y="842293"/>
                  </a:lnTo>
                  <a:lnTo>
                    <a:pt x="3581126" y="845393"/>
                  </a:lnTo>
                  <a:lnTo>
                    <a:pt x="3652748" y="848481"/>
                  </a:lnTo>
                  <a:lnTo>
                    <a:pt x="3724371" y="851557"/>
                  </a:lnTo>
                  <a:lnTo>
                    <a:pt x="3795993" y="854622"/>
                  </a:lnTo>
                  <a:lnTo>
                    <a:pt x="3867616" y="857675"/>
                  </a:lnTo>
                  <a:lnTo>
                    <a:pt x="3939238" y="860716"/>
                  </a:lnTo>
                  <a:lnTo>
                    <a:pt x="4010861" y="863746"/>
                  </a:lnTo>
                  <a:lnTo>
                    <a:pt x="4082483" y="866764"/>
                  </a:lnTo>
                  <a:lnTo>
                    <a:pt x="4154106" y="869770"/>
                  </a:lnTo>
                  <a:lnTo>
                    <a:pt x="4225729" y="872765"/>
                  </a:lnTo>
                  <a:lnTo>
                    <a:pt x="4297351" y="875749"/>
                  </a:lnTo>
                  <a:lnTo>
                    <a:pt x="4368974" y="878721"/>
                  </a:lnTo>
                  <a:lnTo>
                    <a:pt x="4440596" y="881682"/>
                  </a:lnTo>
                  <a:lnTo>
                    <a:pt x="4512219" y="884632"/>
                  </a:lnTo>
                  <a:lnTo>
                    <a:pt x="4583841" y="887570"/>
                  </a:lnTo>
                  <a:lnTo>
                    <a:pt x="4655464" y="890497"/>
                  </a:lnTo>
                  <a:lnTo>
                    <a:pt x="4727086" y="893413"/>
                  </a:lnTo>
                  <a:lnTo>
                    <a:pt x="4798709" y="896318"/>
                  </a:lnTo>
                  <a:lnTo>
                    <a:pt x="4870331" y="899211"/>
                  </a:lnTo>
                  <a:lnTo>
                    <a:pt x="4941954" y="902094"/>
                  </a:lnTo>
                  <a:lnTo>
                    <a:pt x="5013576" y="904966"/>
                  </a:lnTo>
                  <a:lnTo>
                    <a:pt x="5085199" y="907826"/>
                  </a:lnTo>
                  <a:lnTo>
                    <a:pt x="5156821" y="910676"/>
                  </a:lnTo>
                  <a:lnTo>
                    <a:pt x="5228444" y="913515"/>
                  </a:lnTo>
                  <a:lnTo>
                    <a:pt x="5300066" y="916343"/>
                  </a:lnTo>
                  <a:lnTo>
                    <a:pt x="5371689" y="919160"/>
                  </a:lnTo>
                  <a:lnTo>
                    <a:pt x="5443311" y="921967"/>
                  </a:lnTo>
                  <a:lnTo>
                    <a:pt x="5514934" y="924763"/>
                  </a:lnTo>
                  <a:lnTo>
                    <a:pt x="5586557" y="927548"/>
                  </a:lnTo>
                  <a:lnTo>
                    <a:pt x="5658179" y="930322"/>
                  </a:lnTo>
                  <a:lnTo>
                    <a:pt x="5729802" y="933086"/>
                  </a:lnTo>
                  <a:lnTo>
                    <a:pt x="5801424" y="935839"/>
                  </a:lnTo>
                  <a:lnTo>
                    <a:pt x="5873047" y="938582"/>
                  </a:lnTo>
                  <a:lnTo>
                    <a:pt x="5944669" y="941315"/>
                  </a:lnTo>
                  <a:lnTo>
                    <a:pt x="6016292" y="944037"/>
                  </a:lnTo>
                  <a:lnTo>
                    <a:pt x="6087914" y="946748"/>
                  </a:lnTo>
                  <a:lnTo>
                    <a:pt x="6159537" y="949449"/>
                  </a:lnTo>
                  <a:lnTo>
                    <a:pt x="6231159" y="952140"/>
                  </a:lnTo>
                  <a:lnTo>
                    <a:pt x="6302782" y="954821"/>
                  </a:lnTo>
                  <a:lnTo>
                    <a:pt x="6374404" y="957491"/>
                  </a:lnTo>
                  <a:lnTo>
                    <a:pt x="6446027" y="960151"/>
                  </a:lnTo>
                  <a:lnTo>
                    <a:pt x="6517649" y="962801"/>
                  </a:lnTo>
                  <a:lnTo>
                    <a:pt x="6589272" y="965441"/>
                  </a:lnTo>
                  <a:lnTo>
                    <a:pt x="6660894" y="968071"/>
                  </a:lnTo>
                  <a:lnTo>
                    <a:pt x="6732517" y="970691"/>
                  </a:lnTo>
                  <a:lnTo>
                    <a:pt x="6804139" y="973301"/>
                  </a:lnTo>
                  <a:lnTo>
                    <a:pt x="6875762" y="975901"/>
                  </a:lnTo>
                  <a:lnTo>
                    <a:pt x="6947385" y="978491"/>
                  </a:lnTo>
                  <a:lnTo>
                    <a:pt x="7019007" y="981071"/>
                  </a:lnTo>
                  <a:lnTo>
                    <a:pt x="7090630" y="983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77793"/>
              <a:ext cx="7090630" cy="636194"/>
            </a:xfrm>
            <a:custGeom>
              <a:avLst/>
              <a:pathLst>
                <a:path w="7090630" h="636194">
                  <a:moveTo>
                    <a:pt x="7090630" y="636194"/>
                  </a:moveTo>
                  <a:lnTo>
                    <a:pt x="7019007" y="630697"/>
                  </a:lnTo>
                  <a:lnTo>
                    <a:pt x="6947385" y="625113"/>
                  </a:lnTo>
                  <a:lnTo>
                    <a:pt x="6875762" y="619439"/>
                  </a:lnTo>
                  <a:lnTo>
                    <a:pt x="6804139" y="613674"/>
                  </a:lnTo>
                  <a:lnTo>
                    <a:pt x="6732517" y="607817"/>
                  </a:lnTo>
                  <a:lnTo>
                    <a:pt x="6660894" y="601866"/>
                  </a:lnTo>
                  <a:lnTo>
                    <a:pt x="6589272" y="595820"/>
                  </a:lnTo>
                  <a:lnTo>
                    <a:pt x="6517649" y="589677"/>
                  </a:lnTo>
                  <a:lnTo>
                    <a:pt x="6446027" y="583436"/>
                  </a:lnTo>
                  <a:lnTo>
                    <a:pt x="6374404" y="577095"/>
                  </a:lnTo>
                  <a:lnTo>
                    <a:pt x="6302782" y="570652"/>
                  </a:lnTo>
                  <a:lnTo>
                    <a:pt x="6231159" y="564106"/>
                  </a:lnTo>
                  <a:lnTo>
                    <a:pt x="6159537" y="557455"/>
                  </a:lnTo>
                  <a:lnTo>
                    <a:pt x="6087914" y="550698"/>
                  </a:lnTo>
                  <a:lnTo>
                    <a:pt x="6016292" y="543832"/>
                  </a:lnTo>
                  <a:lnTo>
                    <a:pt x="5944669" y="536857"/>
                  </a:lnTo>
                  <a:lnTo>
                    <a:pt x="5873047" y="529770"/>
                  </a:lnTo>
                  <a:lnTo>
                    <a:pt x="5801424" y="522569"/>
                  </a:lnTo>
                  <a:lnTo>
                    <a:pt x="5729802" y="515253"/>
                  </a:lnTo>
                  <a:lnTo>
                    <a:pt x="5658179" y="507820"/>
                  </a:lnTo>
                  <a:lnTo>
                    <a:pt x="5586557" y="500268"/>
                  </a:lnTo>
                  <a:lnTo>
                    <a:pt x="5514934" y="492595"/>
                  </a:lnTo>
                  <a:lnTo>
                    <a:pt x="5443311" y="484799"/>
                  </a:lnTo>
                  <a:lnTo>
                    <a:pt x="5371689" y="476878"/>
                  </a:lnTo>
                  <a:lnTo>
                    <a:pt x="5300066" y="468831"/>
                  </a:lnTo>
                  <a:lnTo>
                    <a:pt x="5228444" y="460655"/>
                  </a:lnTo>
                  <a:lnTo>
                    <a:pt x="5156821" y="452347"/>
                  </a:lnTo>
                  <a:lnTo>
                    <a:pt x="5085199" y="443907"/>
                  </a:lnTo>
                  <a:lnTo>
                    <a:pt x="5013576" y="435331"/>
                  </a:lnTo>
                  <a:lnTo>
                    <a:pt x="4941954" y="426619"/>
                  </a:lnTo>
                  <a:lnTo>
                    <a:pt x="4870331" y="417766"/>
                  </a:lnTo>
                  <a:lnTo>
                    <a:pt x="4798709" y="408772"/>
                  </a:lnTo>
                  <a:lnTo>
                    <a:pt x="4727086" y="399634"/>
                  </a:lnTo>
                  <a:lnTo>
                    <a:pt x="4655464" y="390350"/>
                  </a:lnTo>
                  <a:lnTo>
                    <a:pt x="4583841" y="380917"/>
                  </a:lnTo>
                  <a:lnTo>
                    <a:pt x="4512219" y="371333"/>
                  </a:lnTo>
                  <a:lnTo>
                    <a:pt x="4440596" y="361595"/>
                  </a:lnTo>
                  <a:lnTo>
                    <a:pt x="4368974" y="351702"/>
                  </a:lnTo>
                  <a:lnTo>
                    <a:pt x="4297351" y="341650"/>
                  </a:lnTo>
                  <a:lnTo>
                    <a:pt x="4225729" y="331437"/>
                  </a:lnTo>
                  <a:lnTo>
                    <a:pt x="4154106" y="321060"/>
                  </a:lnTo>
                  <a:lnTo>
                    <a:pt x="4082483" y="310518"/>
                  </a:lnTo>
                  <a:lnTo>
                    <a:pt x="4010861" y="299806"/>
                  </a:lnTo>
                  <a:lnTo>
                    <a:pt x="3939238" y="288923"/>
                  </a:lnTo>
                  <a:lnTo>
                    <a:pt x="3867616" y="277866"/>
                  </a:lnTo>
                  <a:lnTo>
                    <a:pt x="3795993" y="266632"/>
                  </a:lnTo>
                  <a:lnTo>
                    <a:pt x="3724371" y="255218"/>
                  </a:lnTo>
                  <a:lnTo>
                    <a:pt x="3652748" y="243621"/>
                  </a:lnTo>
                  <a:lnTo>
                    <a:pt x="3581126" y="231839"/>
                  </a:lnTo>
                  <a:lnTo>
                    <a:pt x="3509503" y="219867"/>
                  </a:lnTo>
                  <a:lnTo>
                    <a:pt x="3437881" y="207704"/>
                  </a:lnTo>
                  <a:lnTo>
                    <a:pt x="3366258" y="195347"/>
                  </a:lnTo>
                  <a:lnTo>
                    <a:pt x="3294636" y="182791"/>
                  </a:lnTo>
                  <a:lnTo>
                    <a:pt x="3223013" y="170035"/>
                  </a:lnTo>
                  <a:lnTo>
                    <a:pt x="3151391" y="157074"/>
                  </a:lnTo>
                  <a:lnTo>
                    <a:pt x="3079768" y="148531"/>
                  </a:lnTo>
                  <a:lnTo>
                    <a:pt x="3008146" y="145347"/>
                  </a:lnTo>
                  <a:lnTo>
                    <a:pt x="2936523" y="142150"/>
                  </a:lnTo>
                  <a:lnTo>
                    <a:pt x="2864901" y="138942"/>
                  </a:lnTo>
                  <a:lnTo>
                    <a:pt x="2793278" y="135721"/>
                  </a:lnTo>
                  <a:lnTo>
                    <a:pt x="2721655" y="132488"/>
                  </a:lnTo>
                  <a:lnTo>
                    <a:pt x="2650033" y="129242"/>
                  </a:lnTo>
                  <a:lnTo>
                    <a:pt x="2578410" y="125984"/>
                  </a:lnTo>
                  <a:lnTo>
                    <a:pt x="2506788" y="122714"/>
                  </a:lnTo>
                  <a:lnTo>
                    <a:pt x="2435165" y="119431"/>
                  </a:lnTo>
                  <a:lnTo>
                    <a:pt x="2363543" y="116135"/>
                  </a:lnTo>
                  <a:lnTo>
                    <a:pt x="2291920" y="112827"/>
                  </a:lnTo>
                  <a:lnTo>
                    <a:pt x="2220298" y="109506"/>
                  </a:lnTo>
                  <a:lnTo>
                    <a:pt x="2148675" y="106173"/>
                  </a:lnTo>
                  <a:lnTo>
                    <a:pt x="2077053" y="102827"/>
                  </a:lnTo>
                  <a:lnTo>
                    <a:pt x="2005430" y="99467"/>
                  </a:lnTo>
                  <a:lnTo>
                    <a:pt x="1933808" y="96095"/>
                  </a:lnTo>
                  <a:lnTo>
                    <a:pt x="1862185" y="92710"/>
                  </a:lnTo>
                  <a:lnTo>
                    <a:pt x="1790563" y="89312"/>
                  </a:lnTo>
                  <a:lnTo>
                    <a:pt x="1718940" y="85901"/>
                  </a:lnTo>
                  <a:lnTo>
                    <a:pt x="1647318" y="82477"/>
                  </a:lnTo>
                  <a:lnTo>
                    <a:pt x="1575695" y="79040"/>
                  </a:lnTo>
                  <a:lnTo>
                    <a:pt x="1504073" y="75590"/>
                  </a:lnTo>
                  <a:lnTo>
                    <a:pt x="1432450" y="72126"/>
                  </a:lnTo>
                  <a:lnTo>
                    <a:pt x="1360827" y="68650"/>
                  </a:lnTo>
                  <a:lnTo>
                    <a:pt x="1289205" y="65159"/>
                  </a:lnTo>
                  <a:lnTo>
                    <a:pt x="1217582" y="61656"/>
                  </a:lnTo>
                  <a:lnTo>
                    <a:pt x="1145960" y="58139"/>
                  </a:lnTo>
                  <a:lnTo>
                    <a:pt x="1074337" y="54609"/>
                  </a:lnTo>
                  <a:lnTo>
                    <a:pt x="1002715" y="51065"/>
                  </a:lnTo>
                  <a:lnTo>
                    <a:pt x="931092" y="47507"/>
                  </a:lnTo>
                  <a:lnTo>
                    <a:pt x="859470" y="43936"/>
                  </a:lnTo>
                  <a:lnTo>
                    <a:pt x="787847" y="40351"/>
                  </a:lnTo>
                  <a:lnTo>
                    <a:pt x="716225" y="36752"/>
                  </a:lnTo>
                  <a:lnTo>
                    <a:pt x="644602" y="33140"/>
                  </a:lnTo>
                  <a:lnTo>
                    <a:pt x="572980" y="29514"/>
                  </a:lnTo>
                  <a:lnTo>
                    <a:pt x="501357" y="25874"/>
                  </a:lnTo>
                  <a:lnTo>
                    <a:pt x="429735" y="22220"/>
                  </a:lnTo>
                  <a:lnTo>
                    <a:pt x="358112" y="18552"/>
                  </a:lnTo>
                  <a:lnTo>
                    <a:pt x="286490" y="14870"/>
                  </a:lnTo>
                  <a:lnTo>
                    <a:pt x="214867" y="11173"/>
                  </a:lnTo>
                  <a:lnTo>
                    <a:pt x="143245" y="7463"/>
                  </a:lnTo>
                  <a:lnTo>
                    <a:pt x="71622" y="37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84308"/>
              <a:ext cx="7090630" cy="793113"/>
            </a:xfrm>
            <a:custGeom>
              <a:avLst/>
              <a:pathLst>
                <a:path w="7090630" h="793113">
                  <a:moveTo>
                    <a:pt x="0" y="0"/>
                  </a:moveTo>
                  <a:lnTo>
                    <a:pt x="71622" y="12483"/>
                  </a:lnTo>
                  <a:lnTo>
                    <a:pt x="143245" y="24844"/>
                  </a:lnTo>
                  <a:lnTo>
                    <a:pt x="214867" y="37084"/>
                  </a:lnTo>
                  <a:lnTo>
                    <a:pt x="286490" y="49203"/>
                  </a:lnTo>
                  <a:lnTo>
                    <a:pt x="358112" y="61204"/>
                  </a:lnTo>
                  <a:lnTo>
                    <a:pt x="429735" y="73087"/>
                  </a:lnTo>
                  <a:lnTo>
                    <a:pt x="501357" y="84854"/>
                  </a:lnTo>
                  <a:lnTo>
                    <a:pt x="572980" y="96505"/>
                  </a:lnTo>
                  <a:lnTo>
                    <a:pt x="644602" y="108042"/>
                  </a:lnTo>
                  <a:lnTo>
                    <a:pt x="716225" y="119466"/>
                  </a:lnTo>
                  <a:lnTo>
                    <a:pt x="787847" y="130778"/>
                  </a:lnTo>
                  <a:lnTo>
                    <a:pt x="859470" y="141979"/>
                  </a:lnTo>
                  <a:lnTo>
                    <a:pt x="931092" y="153070"/>
                  </a:lnTo>
                  <a:lnTo>
                    <a:pt x="1002715" y="164052"/>
                  </a:lnTo>
                  <a:lnTo>
                    <a:pt x="1074337" y="174927"/>
                  </a:lnTo>
                  <a:lnTo>
                    <a:pt x="1145960" y="185695"/>
                  </a:lnTo>
                  <a:lnTo>
                    <a:pt x="1217582" y="196357"/>
                  </a:lnTo>
                  <a:lnTo>
                    <a:pt x="1289205" y="206915"/>
                  </a:lnTo>
                  <a:lnTo>
                    <a:pt x="1360827" y="217369"/>
                  </a:lnTo>
                  <a:lnTo>
                    <a:pt x="1432450" y="227721"/>
                  </a:lnTo>
                  <a:lnTo>
                    <a:pt x="1504073" y="237971"/>
                  </a:lnTo>
                  <a:lnTo>
                    <a:pt x="1575695" y="248121"/>
                  </a:lnTo>
                  <a:lnTo>
                    <a:pt x="1647318" y="258171"/>
                  </a:lnTo>
                  <a:lnTo>
                    <a:pt x="1718940" y="268122"/>
                  </a:lnTo>
                  <a:lnTo>
                    <a:pt x="1790563" y="277976"/>
                  </a:lnTo>
                  <a:lnTo>
                    <a:pt x="1862185" y="287734"/>
                  </a:lnTo>
                  <a:lnTo>
                    <a:pt x="1933808" y="297395"/>
                  </a:lnTo>
                  <a:lnTo>
                    <a:pt x="2005430" y="306962"/>
                  </a:lnTo>
                  <a:lnTo>
                    <a:pt x="2077053" y="316435"/>
                  </a:lnTo>
                  <a:lnTo>
                    <a:pt x="2148675" y="325816"/>
                  </a:lnTo>
                  <a:lnTo>
                    <a:pt x="2220298" y="335104"/>
                  </a:lnTo>
                  <a:lnTo>
                    <a:pt x="2291920" y="344301"/>
                  </a:lnTo>
                  <a:lnTo>
                    <a:pt x="2363543" y="353408"/>
                  </a:lnTo>
                  <a:lnTo>
                    <a:pt x="2435165" y="362425"/>
                  </a:lnTo>
                  <a:lnTo>
                    <a:pt x="2506788" y="371355"/>
                  </a:lnTo>
                  <a:lnTo>
                    <a:pt x="2578410" y="380196"/>
                  </a:lnTo>
                  <a:lnTo>
                    <a:pt x="2650033" y="388951"/>
                  </a:lnTo>
                  <a:lnTo>
                    <a:pt x="2721655" y="397620"/>
                  </a:lnTo>
                  <a:lnTo>
                    <a:pt x="2793278" y="406204"/>
                  </a:lnTo>
                  <a:lnTo>
                    <a:pt x="2864901" y="414704"/>
                  </a:lnTo>
                  <a:lnTo>
                    <a:pt x="2936523" y="423121"/>
                  </a:lnTo>
                  <a:lnTo>
                    <a:pt x="3008146" y="431455"/>
                  </a:lnTo>
                  <a:lnTo>
                    <a:pt x="3079768" y="439707"/>
                  </a:lnTo>
                  <a:lnTo>
                    <a:pt x="3151391" y="447878"/>
                  </a:lnTo>
                  <a:lnTo>
                    <a:pt x="3223013" y="455969"/>
                  </a:lnTo>
                  <a:lnTo>
                    <a:pt x="3294636" y="463981"/>
                  </a:lnTo>
                  <a:lnTo>
                    <a:pt x="3366258" y="471914"/>
                  </a:lnTo>
                  <a:lnTo>
                    <a:pt x="3437881" y="479770"/>
                  </a:lnTo>
                  <a:lnTo>
                    <a:pt x="3509503" y="487548"/>
                  </a:lnTo>
                  <a:lnTo>
                    <a:pt x="3581126" y="495250"/>
                  </a:lnTo>
                  <a:lnTo>
                    <a:pt x="3652748" y="502877"/>
                  </a:lnTo>
                  <a:lnTo>
                    <a:pt x="3724371" y="510429"/>
                  </a:lnTo>
                  <a:lnTo>
                    <a:pt x="3795993" y="517907"/>
                  </a:lnTo>
                  <a:lnTo>
                    <a:pt x="3867616" y="525311"/>
                  </a:lnTo>
                  <a:lnTo>
                    <a:pt x="3939238" y="532643"/>
                  </a:lnTo>
                  <a:lnTo>
                    <a:pt x="4010861" y="539903"/>
                  </a:lnTo>
                  <a:lnTo>
                    <a:pt x="4082483" y="547091"/>
                  </a:lnTo>
                  <a:lnTo>
                    <a:pt x="4154106" y="554210"/>
                  </a:lnTo>
                  <a:lnTo>
                    <a:pt x="4225729" y="561258"/>
                  </a:lnTo>
                  <a:lnTo>
                    <a:pt x="4297351" y="568237"/>
                  </a:lnTo>
                  <a:lnTo>
                    <a:pt x="4368974" y="575148"/>
                  </a:lnTo>
                  <a:lnTo>
                    <a:pt x="4440596" y="581991"/>
                  </a:lnTo>
                  <a:lnTo>
                    <a:pt x="4512219" y="588767"/>
                  </a:lnTo>
                  <a:lnTo>
                    <a:pt x="4583841" y="595477"/>
                  </a:lnTo>
                  <a:lnTo>
                    <a:pt x="4655464" y="602120"/>
                  </a:lnTo>
                  <a:lnTo>
                    <a:pt x="4727086" y="608699"/>
                  </a:lnTo>
                  <a:lnTo>
                    <a:pt x="4798709" y="615213"/>
                  </a:lnTo>
                  <a:lnTo>
                    <a:pt x="4870331" y="621663"/>
                  </a:lnTo>
                  <a:lnTo>
                    <a:pt x="4941954" y="628050"/>
                  </a:lnTo>
                  <a:lnTo>
                    <a:pt x="5013576" y="634374"/>
                  </a:lnTo>
                  <a:lnTo>
                    <a:pt x="5085199" y="640637"/>
                  </a:lnTo>
                  <a:lnTo>
                    <a:pt x="5156821" y="646838"/>
                  </a:lnTo>
                  <a:lnTo>
                    <a:pt x="5228444" y="652978"/>
                  </a:lnTo>
                  <a:lnTo>
                    <a:pt x="5300066" y="659057"/>
                  </a:lnTo>
                  <a:lnTo>
                    <a:pt x="5371689" y="665078"/>
                  </a:lnTo>
                  <a:lnTo>
                    <a:pt x="5443311" y="671039"/>
                  </a:lnTo>
                  <a:lnTo>
                    <a:pt x="5514934" y="676941"/>
                  </a:lnTo>
                  <a:lnTo>
                    <a:pt x="5586557" y="682786"/>
                  </a:lnTo>
                  <a:lnTo>
                    <a:pt x="5658179" y="688574"/>
                  </a:lnTo>
                  <a:lnTo>
                    <a:pt x="5729802" y="694304"/>
                  </a:lnTo>
                  <a:lnTo>
                    <a:pt x="5801424" y="699979"/>
                  </a:lnTo>
                  <a:lnTo>
                    <a:pt x="5873047" y="705598"/>
                  </a:lnTo>
                  <a:lnTo>
                    <a:pt x="5944669" y="711162"/>
                  </a:lnTo>
                  <a:lnTo>
                    <a:pt x="6016292" y="716671"/>
                  </a:lnTo>
                  <a:lnTo>
                    <a:pt x="6087914" y="722126"/>
                  </a:lnTo>
                  <a:lnTo>
                    <a:pt x="6159537" y="727528"/>
                  </a:lnTo>
                  <a:lnTo>
                    <a:pt x="6231159" y="732877"/>
                  </a:lnTo>
                  <a:lnTo>
                    <a:pt x="6302782" y="738173"/>
                  </a:lnTo>
                  <a:lnTo>
                    <a:pt x="6374404" y="743417"/>
                  </a:lnTo>
                  <a:lnTo>
                    <a:pt x="6446027" y="748610"/>
                  </a:lnTo>
                  <a:lnTo>
                    <a:pt x="6517649" y="753752"/>
                  </a:lnTo>
                  <a:lnTo>
                    <a:pt x="6589272" y="758844"/>
                  </a:lnTo>
                  <a:lnTo>
                    <a:pt x="6660894" y="763885"/>
                  </a:lnTo>
                  <a:lnTo>
                    <a:pt x="6732517" y="768877"/>
                  </a:lnTo>
                  <a:lnTo>
                    <a:pt x="6804139" y="773821"/>
                  </a:lnTo>
                  <a:lnTo>
                    <a:pt x="6875762" y="778715"/>
                  </a:lnTo>
                  <a:lnTo>
                    <a:pt x="6947385" y="783562"/>
                  </a:lnTo>
                  <a:lnTo>
                    <a:pt x="7019007" y="788361"/>
                  </a:lnTo>
                  <a:lnTo>
                    <a:pt x="7090630" y="7931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(1.05-1.21), p_Bonf = 0.008 (n = 6)  |  per IQR decline (Δ = 28.0 %): 1.40 (1.14-1.71)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2026-09-28T16:51:21Z</dcterms:modified>
  <cp:category/>
</cp:coreProperties>
</file>