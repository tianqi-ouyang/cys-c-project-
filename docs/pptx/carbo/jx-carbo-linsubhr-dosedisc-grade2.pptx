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5487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621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975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1889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655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8688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0822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3312883"/>
              <a:ext cx="7090630" cy="1855182"/>
            </a:xfrm>
            <a:custGeom>
              <a:avLst/>
              <a:pathLst>
                <a:path w="7090630" h="1855182">
                  <a:moveTo>
                    <a:pt x="0" y="1555685"/>
                  </a:moveTo>
                  <a:lnTo>
                    <a:pt x="71622" y="1552061"/>
                  </a:lnTo>
                  <a:lnTo>
                    <a:pt x="143245" y="1548418"/>
                  </a:lnTo>
                  <a:lnTo>
                    <a:pt x="214867" y="1544756"/>
                  </a:lnTo>
                  <a:lnTo>
                    <a:pt x="286490" y="1541074"/>
                  </a:lnTo>
                  <a:lnTo>
                    <a:pt x="358112" y="1537372"/>
                  </a:lnTo>
                  <a:lnTo>
                    <a:pt x="429735" y="1533651"/>
                  </a:lnTo>
                  <a:lnTo>
                    <a:pt x="501357" y="1529910"/>
                  </a:lnTo>
                  <a:lnTo>
                    <a:pt x="572980" y="1526149"/>
                  </a:lnTo>
                  <a:lnTo>
                    <a:pt x="644602" y="1522368"/>
                  </a:lnTo>
                  <a:lnTo>
                    <a:pt x="716225" y="1518567"/>
                  </a:lnTo>
                  <a:lnTo>
                    <a:pt x="787847" y="1514745"/>
                  </a:lnTo>
                  <a:lnTo>
                    <a:pt x="859470" y="1510903"/>
                  </a:lnTo>
                  <a:lnTo>
                    <a:pt x="931092" y="1507041"/>
                  </a:lnTo>
                  <a:lnTo>
                    <a:pt x="1002715" y="1503158"/>
                  </a:lnTo>
                  <a:lnTo>
                    <a:pt x="1074337" y="1499255"/>
                  </a:lnTo>
                  <a:lnTo>
                    <a:pt x="1145960" y="1495331"/>
                  </a:lnTo>
                  <a:lnTo>
                    <a:pt x="1217582" y="1491385"/>
                  </a:lnTo>
                  <a:lnTo>
                    <a:pt x="1289205" y="1487419"/>
                  </a:lnTo>
                  <a:lnTo>
                    <a:pt x="1360827" y="1483432"/>
                  </a:lnTo>
                  <a:lnTo>
                    <a:pt x="1432450" y="1479423"/>
                  </a:lnTo>
                  <a:lnTo>
                    <a:pt x="1504073" y="1475394"/>
                  </a:lnTo>
                  <a:lnTo>
                    <a:pt x="1575695" y="1471342"/>
                  </a:lnTo>
                  <a:lnTo>
                    <a:pt x="1647318" y="1467269"/>
                  </a:lnTo>
                  <a:lnTo>
                    <a:pt x="1718940" y="1463175"/>
                  </a:lnTo>
                  <a:lnTo>
                    <a:pt x="1790563" y="1459059"/>
                  </a:lnTo>
                  <a:lnTo>
                    <a:pt x="1862185" y="1454920"/>
                  </a:lnTo>
                  <a:lnTo>
                    <a:pt x="1933808" y="1450760"/>
                  </a:lnTo>
                  <a:lnTo>
                    <a:pt x="2005430" y="1446578"/>
                  </a:lnTo>
                  <a:lnTo>
                    <a:pt x="2077053" y="1442373"/>
                  </a:lnTo>
                  <a:lnTo>
                    <a:pt x="2148675" y="1438146"/>
                  </a:lnTo>
                  <a:lnTo>
                    <a:pt x="2220298" y="1433896"/>
                  </a:lnTo>
                  <a:lnTo>
                    <a:pt x="2291920" y="1429624"/>
                  </a:lnTo>
                  <a:lnTo>
                    <a:pt x="2363543" y="1425329"/>
                  </a:lnTo>
                  <a:lnTo>
                    <a:pt x="2435165" y="1421011"/>
                  </a:lnTo>
                  <a:lnTo>
                    <a:pt x="2506788" y="1416670"/>
                  </a:lnTo>
                  <a:lnTo>
                    <a:pt x="2578410" y="1412306"/>
                  </a:lnTo>
                  <a:lnTo>
                    <a:pt x="2650033" y="1407919"/>
                  </a:lnTo>
                  <a:lnTo>
                    <a:pt x="2721655" y="1403509"/>
                  </a:lnTo>
                  <a:lnTo>
                    <a:pt x="2793278" y="1399075"/>
                  </a:lnTo>
                  <a:lnTo>
                    <a:pt x="2864901" y="1394617"/>
                  </a:lnTo>
                  <a:lnTo>
                    <a:pt x="2936523" y="1390136"/>
                  </a:lnTo>
                  <a:lnTo>
                    <a:pt x="3008146" y="1385630"/>
                  </a:lnTo>
                  <a:lnTo>
                    <a:pt x="3079768" y="1381101"/>
                  </a:lnTo>
                  <a:lnTo>
                    <a:pt x="3151391" y="1376548"/>
                  </a:lnTo>
                  <a:lnTo>
                    <a:pt x="3223013" y="1371970"/>
                  </a:lnTo>
                  <a:lnTo>
                    <a:pt x="3294636" y="1367368"/>
                  </a:lnTo>
                  <a:lnTo>
                    <a:pt x="3366258" y="1353436"/>
                  </a:lnTo>
                  <a:lnTo>
                    <a:pt x="3437881" y="1337514"/>
                  </a:lnTo>
                  <a:lnTo>
                    <a:pt x="3509503" y="1321306"/>
                  </a:lnTo>
                  <a:lnTo>
                    <a:pt x="3581126" y="1304805"/>
                  </a:lnTo>
                  <a:lnTo>
                    <a:pt x="3652748" y="1288006"/>
                  </a:lnTo>
                  <a:lnTo>
                    <a:pt x="3724371" y="1270904"/>
                  </a:lnTo>
                  <a:lnTo>
                    <a:pt x="3795993" y="1253494"/>
                  </a:lnTo>
                  <a:lnTo>
                    <a:pt x="3867616" y="1235771"/>
                  </a:lnTo>
                  <a:lnTo>
                    <a:pt x="3939238" y="1217727"/>
                  </a:lnTo>
                  <a:lnTo>
                    <a:pt x="4010861" y="1199358"/>
                  </a:lnTo>
                  <a:lnTo>
                    <a:pt x="4082483" y="1180658"/>
                  </a:lnTo>
                  <a:lnTo>
                    <a:pt x="4154106" y="1161620"/>
                  </a:lnTo>
                  <a:lnTo>
                    <a:pt x="4225729" y="1142240"/>
                  </a:lnTo>
                  <a:lnTo>
                    <a:pt x="4297351" y="1122509"/>
                  </a:lnTo>
                  <a:lnTo>
                    <a:pt x="4368974" y="1102423"/>
                  </a:lnTo>
                  <a:lnTo>
                    <a:pt x="4440596" y="1081975"/>
                  </a:lnTo>
                  <a:lnTo>
                    <a:pt x="4512219" y="1061158"/>
                  </a:lnTo>
                  <a:lnTo>
                    <a:pt x="4583841" y="1039966"/>
                  </a:lnTo>
                  <a:lnTo>
                    <a:pt x="4655464" y="1018391"/>
                  </a:lnTo>
                  <a:lnTo>
                    <a:pt x="4727086" y="996427"/>
                  </a:lnTo>
                  <a:lnTo>
                    <a:pt x="4798709" y="974068"/>
                  </a:lnTo>
                  <a:lnTo>
                    <a:pt x="4870331" y="951305"/>
                  </a:lnTo>
                  <a:lnTo>
                    <a:pt x="4941954" y="928131"/>
                  </a:lnTo>
                  <a:lnTo>
                    <a:pt x="5013576" y="904540"/>
                  </a:lnTo>
                  <a:lnTo>
                    <a:pt x="5085199" y="880523"/>
                  </a:lnTo>
                  <a:lnTo>
                    <a:pt x="5156821" y="856073"/>
                  </a:lnTo>
                  <a:lnTo>
                    <a:pt x="5228444" y="831182"/>
                  </a:lnTo>
                  <a:lnTo>
                    <a:pt x="5300066" y="805842"/>
                  </a:lnTo>
                  <a:lnTo>
                    <a:pt x="5371689" y="780046"/>
                  </a:lnTo>
                  <a:lnTo>
                    <a:pt x="5443311" y="753784"/>
                  </a:lnTo>
                  <a:lnTo>
                    <a:pt x="5514934" y="727048"/>
                  </a:lnTo>
                  <a:lnTo>
                    <a:pt x="5586557" y="699831"/>
                  </a:lnTo>
                  <a:lnTo>
                    <a:pt x="5658179" y="672122"/>
                  </a:lnTo>
                  <a:lnTo>
                    <a:pt x="5729802" y="643914"/>
                  </a:lnTo>
                  <a:lnTo>
                    <a:pt x="5801424" y="615197"/>
                  </a:lnTo>
                  <a:lnTo>
                    <a:pt x="5873047" y="585962"/>
                  </a:lnTo>
                  <a:lnTo>
                    <a:pt x="5944669" y="556201"/>
                  </a:lnTo>
                  <a:lnTo>
                    <a:pt x="6016292" y="525902"/>
                  </a:lnTo>
                  <a:lnTo>
                    <a:pt x="6087914" y="495057"/>
                  </a:lnTo>
                  <a:lnTo>
                    <a:pt x="6159537" y="463656"/>
                  </a:lnTo>
                  <a:lnTo>
                    <a:pt x="6231159" y="431688"/>
                  </a:lnTo>
                  <a:lnTo>
                    <a:pt x="6302782" y="399144"/>
                  </a:lnTo>
                  <a:lnTo>
                    <a:pt x="6374404" y="366013"/>
                  </a:lnTo>
                  <a:lnTo>
                    <a:pt x="6446027" y="332285"/>
                  </a:lnTo>
                  <a:lnTo>
                    <a:pt x="6517649" y="297948"/>
                  </a:lnTo>
                  <a:lnTo>
                    <a:pt x="6589272" y="262992"/>
                  </a:lnTo>
                  <a:lnTo>
                    <a:pt x="6660894" y="227406"/>
                  </a:lnTo>
                  <a:lnTo>
                    <a:pt x="6732517" y="191178"/>
                  </a:lnTo>
                  <a:lnTo>
                    <a:pt x="6804139" y="154297"/>
                  </a:lnTo>
                  <a:lnTo>
                    <a:pt x="6875762" y="116750"/>
                  </a:lnTo>
                  <a:lnTo>
                    <a:pt x="6947385" y="78527"/>
                  </a:lnTo>
                  <a:lnTo>
                    <a:pt x="7019007" y="39614"/>
                  </a:lnTo>
                  <a:lnTo>
                    <a:pt x="7090630" y="0"/>
                  </a:lnTo>
                  <a:lnTo>
                    <a:pt x="7090630" y="1084937"/>
                  </a:lnTo>
                  <a:lnTo>
                    <a:pt x="7019007" y="1091035"/>
                  </a:lnTo>
                  <a:lnTo>
                    <a:pt x="6947385" y="1097100"/>
                  </a:lnTo>
                  <a:lnTo>
                    <a:pt x="6875762" y="1103133"/>
                  </a:lnTo>
                  <a:lnTo>
                    <a:pt x="6804139" y="1109135"/>
                  </a:lnTo>
                  <a:lnTo>
                    <a:pt x="6732517" y="1115104"/>
                  </a:lnTo>
                  <a:lnTo>
                    <a:pt x="6660894" y="1121042"/>
                  </a:lnTo>
                  <a:lnTo>
                    <a:pt x="6589272" y="1126949"/>
                  </a:lnTo>
                  <a:lnTo>
                    <a:pt x="6517649" y="1132824"/>
                  </a:lnTo>
                  <a:lnTo>
                    <a:pt x="6446027" y="1138668"/>
                  </a:lnTo>
                  <a:lnTo>
                    <a:pt x="6374404" y="1144481"/>
                  </a:lnTo>
                  <a:lnTo>
                    <a:pt x="6302782" y="1150263"/>
                  </a:lnTo>
                  <a:lnTo>
                    <a:pt x="6231159" y="1156015"/>
                  </a:lnTo>
                  <a:lnTo>
                    <a:pt x="6159537" y="1161736"/>
                  </a:lnTo>
                  <a:lnTo>
                    <a:pt x="6087914" y="1167427"/>
                  </a:lnTo>
                  <a:lnTo>
                    <a:pt x="6016292" y="1173088"/>
                  </a:lnTo>
                  <a:lnTo>
                    <a:pt x="5944669" y="1178719"/>
                  </a:lnTo>
                  <a:lnTo>
                    <a:pt x="5873047" y="1184320"/>
                  </a:lnTo>
                  <a:lnTo>
                    <a:pt x="5801424" y="1189891"/>
                  </a:lnTo>
                  <a:lnTo>
                    <a:pt x="5729802" y="1195433"/>
                  </a:lnTo>
                  <a:lnTo>
                    <a:pt x="5658179" y="1200946"/>
                  </a:lnTo>
                  <a:lnTo>
                    <a:pt x="5586557" y="1206429"/>
                  </a:lnTo>
                  <a:lnTo>
                    <a:pt x="5514934" y="1211883"/>
                  </a:lnTo>
                  <a:lnTo>
                    <a:pt x="5443311" y="1217308"/>
                  </a:lnTo>
                  <a:lnTo>
                    <a:pt x="5371689" y="1222705"/>
                  </a:lnTo>
                  <a:lnTo>
                    <a:pt x="5300066" y="1228073"/>
                  </a:lnTo>
                  <a:lnTo>
                    <a:pt x="5228444" y="1233413"/>
                  </a:lnTo>
                  <a:lnTo>
                    <a:pt x="5156821" y="1238724"/>
                  </a:lnTo>
                  <a:lnTo>
                    <a:pt x="5085199" y="1244007"/>
                  </a:lnTo>
                  <a:lnTo>
                    <a:pt x="5013576" y="1249263"/>
                  </a:lnTo>
                  <a:lnTo>
                    <a:pt x="4941954" y="1254490"/>
                  </a:lnTo>
                  <a:lnTo>
                    <a:pt x="4870331" y="1259690"/>
                  </a:lnTo>
                  <a:lnTo>
                    <a:pt x="4798709" y="1264862"/>
                  </a:lnTo>
                  <a:lnTo>
                    <a:pt x="4727086" y="1270007"/>
                  </a:lnTo>
                  <a:lnTo>
                    <a:pt x="4655464" y="1275124"/>
                  </a:lnTo>
                  <a:lnTo>
                    <a:pt x="4583841" y="1280215"/>
                  </a:lnTo>
                  <a:lnTo>
                    <a:pt x="4512219" y="1285278"/>
                  </a:lnTo>
                  <a:lnTo>
                    <a:pt x="4440596" y="1290315"/>
                  </a:lnTo>
                  <a:lnTo>
                    <a:pt x="4368974" y="1295325"/>
                  </a:lnTo>
                  <a:lnTo>
                    <a:pt x="4297351" y="1300308"/>
                  </a:lnTo>
                  <a:lnTo>
                    <a:pt x="4225729" y="1305265"/>
                  </a:lnTo>
                  <a:lnTo>
                    <a:pt x="4154106" y="1310196"/>
                  </a:lnTo>
                  <a:lnTo>
                    <a:pt x="4082483" y="1315101"/>
                  </a:lnTo>
                  <a:lnTo>
                    <a:pt x="4010861" y="1319980"/>
                  </a:lnTo>
                  <a:lnTo>
                    <a:pt x="3939238" y="1324833"/>
                  </a:lnTo>
                  <a:lnTo>
                    <a:pt x="3867616" y="1329660"/>
                  </a:lnTo>
                  <a:lnTo>
                    <a:pt x="3795993" y="1334461"/>
                  </a:lnTo>
                  <a:lnTo>
                    <a:pt x="3724371" y="1339238"/>
                  </a:lnTo>
                  <a:lnTo>
                    <a:pt x="3652748" y="1343989"/>
                  </a:lnTo>
                  <a:lnTo>
                    <a:pt x="3581126" y="1348714"/>
                  </a:lnTo>
                  <a:lnTo>
                    <a:pt x="3509503" y="1353415"/>
                  </a:lnTo>
                  <a:lnTo>
                    <a:pt x="3437881" y="1358091"/>
                  </a:lnTo>
                  <a:lnTo>
                    <a:pt x="3366258" y="1362742"/>
                  </a:lnTo>
                  <a:lnTo>
                    <a:pt x="3294636" y="1369076"/>
                  </a:lnTo>
                  <a:lnTo>
                    <a:pt x="3223013" y="1384438"/>
                  </a:lnTo>
                  <a:lnTo>
                    <a:pt x="3151391" y="1399529"/>
                  </a:lnTo>
                  <a:lnTo>
                    <a:pt x="3079768" y="1414352"/>
                  </a:lnTo>
                  <a:lnTo>
                    <a:pt x="3008146" y="1428912"/>
                  </a:lnTo>
                  <a:lnTo>
                    <a:pt x="2936523" y="1443215"/>
                  </a:lnTo>
                  <a:lnTo>
                    <a:pt x="2864901" y="1457264"/>
                  </a:lnTo>
                  <a:lnTo>
                    <a:pt x="2793278" y="1471064"/>
                  </a:lnTo>
                  <a:lnTo>
                    <a:pt x="2721655" y="1484620"/>
                  </a:lnTo>
                  <a:lnTo>
                    <a:pt x="2650033" y="1497936"/>
                  </a:lnTo>
                  <a:lnTo>
                    <a:pt x="2578410" y="1511016"/>
                  </a:lnTo>
                  <a:lnTo>
                    <a:pt x="2506788" y="1523864"/>
                  </a:lnTo>
                  <a:lnTo>
                    <a:pt x="2435165" y="1536485"/>
                  </a:lnTo>
                  <a:lnTo>
                    <a:pt x="2363543" y="1548882"/>
                  </a:lnTo>
                  <a:lnTo>
                    <a:pt x="2291920" y="1561059"/>
                  </a:lnTo>
                  <a:lnTo>
                    <a:pt x="2220298" y="1573021"/>
                  </a:lnTo>
                  <a:lnTo>
                    <a:pt x="2148675" y="1584771"/>
                  </a:lnTo>
                  <a:lnTo>
                    <a:pt x="2077053" y="1596312"/>
                  </a:lnTo>
                  <a:lnTo>
                    <a:pt x="2005430" y="1607650"/>
                  </a:lnTo>
                  <a:lnTo>
                    <a:pt x="1933808" y="1618786"/>
                  </a:lnTo>
                  <a:lnTo>
                    <a:pt x="1862185" y="1629725"/>
                  </a:lnTo>
                  <a:lnTo>
                    <a:pt x="1790563" y="1640470"/>
                  </a:lnTo>
                  <a:lnTo>
                    <a:pt x="1718940" y="1651025"/>
                  </a:lnTo>
                  <a:lnTo>
                    <a:pt x="1647318" y="1661394"/>
                  </a:lnTo>
                  <a:lnTo>
                    <a:pt x="1575695" y="1671578"/>
                  </a:lnTo>
                  <a:lnTo>
                    <a:pt x="1504073" y="1681582"/>
                  </a:lnTo>
                  <a:lnTo>
                    <a:pt x="1432450" y="1691409"/>
                  </a:lnTo>
                  <a:lnTo>
                    <a:pt x="1360827" y="1701061"/>
                  </a:lnTo>
                  <a:lnTo>
                    <a:pt x="1289205" y="1710543"/>
                  </a:lnTo>
                  <a:lnTo>
                    <a:pt x="1217582" y="1719857"/>
                  </a:lnTo>
                  <a:lnTo>
                    <a:pt x="1145960" y="1729005"/>
                  </a:lnTo>
                  <a:lnTo>
                    <a:pt x="1074337" y="1737992"/>
                  </a:lnTo>
                  <a:lnTo>
                    <a:pt x="1002715" y="1746820"/>
                  </a:lnTo>
                  <a:lnTo>
                    <a:pt x="931092" y="1755491"/>
                  </a:lnTo>
                  <a:lnTo>
                    <a:pt x="859470" y="1764008"/>
                  </a:lnTo>
                  <a:lnTo>
                    <a:pt x="787847" y="1772375"/>
                  </a:lnTo>
                  <a:lnTo>
                    <a:pt x="716225" y="1780593"/>
                  </a:lnTo>
                  <a:lnTo>
                    <a:pt x="644602" y="1788666"/>
                  </a:lnTo>
                  <a:lnTo>
                    <a:pt x="572980" y="1796596"/>
                  </a:lnTo>
                  <a:lnTo>
                    <a:pt x="501357" y="1804386"/>
                  </a:lnTo>
                  <a:lnTo>
                    <a:pt x="429735" y="1812037"/>
                  </a:lnTo>
                  <a:lnTo>
                    <a:pt x="358112" y="1819553"/>
                  </a:lnTo>
                  <a:lnTo>
                    <a:pt x="286490" y="1826935"/>
                  </a:lnTo>
                  <a:lnTo>
                    <a:pt x="214867" y="1834187"/>
                  </a:lnTo>
                  <a:lnTo>
                    <a:pt x="143245" y="1841311"/>
                  </a:lnTo>
                  <a:lnTo>
                    <a:pt x="71622" y="1848308"/>
                  </a:lnTo>
                  <a:lnTo>
                    <a:pt x="0" y="185518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3312883"/>
              <a:ext cx="7090630" cy="1555685"/>
            </a:xfrm>
            <a:custGeom>
              <a:avLst/>
              <a:pathLst>
                <a:path w="7090630" h="1555685">
                  <a:moveTo>
                    <a:pt x="0" y="1555685"/>
                  </a:moveTo>
                  <a:lnTo>
                    <a:pt x="71622" y="1552061"/>
                  </a:lnTo>
                  <a:lnTo>
                    <a:pt x="143245" y="1548418"/>
                  </a:lnTo>
                  <a:lnTo>
                    <a:pt x="214867" y="1544756"/>
                  </a:lnTo>
                  <a:lnTo>
                    <a:pt x="286490" y="1541074"/>
                  </a:lnTo>
                  <a:lnTo>
                    <a:pt x="358112" y="1537372"/>
                  </a:lnTo>
                  <a:lnTo>
                    <a:pt x="429735" y="1533651"/>
                  </a:lnTo>
                  <a:lnTo>
                    <a:pt x="501357" y="1529910"/>
                  </a:lnTo>
                  <a:lnTo>
                    <a:pt x="572980" y="1526149"/>
                  </a:lnTo>
                  <a:lnTo>
                    <a:pt x="644602" y="1522368"/>
                  </a:lnTo>
                  <a:lnTo>
                    <a:pt x="716225" y="1518567"/>
                  </a:lnTo>
                  <a:lnTo>
                    <a:pt x="787847" y="1514745"/>
                  </a:lnTo>
                  <a:lnTo>
                    <a:pt x="859470" y="1510903"/>
                  </a:lnTo>
                  <a:lnTo>
                    <a:pt x="931092" y="1507041"/>
                  </a:lnTo>
                  <a:lnTo>
                    <a:pt x="1002715" y="1503158"/>
                  </a:lnTo>
                  <a:lnTo>
                    <a:pt x="1074337" y="1499255"/>
                  </a:lnTo>
                  <a:lnTo>
                    <a:pt x="1145960" y="1495331"/>
                  </a:lnTo>
                  <a:lnTo>
                    <a:pt x="1217582" y="1491385"/>
                  </a:lnTo>
                  <a:lnTo>
                    <a:pt x="1289205" y="1487419"/>
                  </a:lnTo>
                  <a:lnTo>
                    <a:pt x="1360827" y="1483432"/>
                  </a:lnTo>
                  <a:lnTo>
                    <a:pt x="1432450" y="1479423"/>
                  </a:lnTo>
                  <a:lnTo>
                    <a:pt x="1504073" y="1475394"/>
                  </a:lnTo>
                  <a:lnTo>
                    <a:pt x="1575695" y="1471342"/>
                  </a:lnTo>
                  <a:lnTo>
                    <a:pt x="1647318" y="1467269"/>
                  </a:lnTo>
                  <a:lnTo>
                    <a:pt x="1718940" y="1463175"/>
                  </a:lnTo>
                  <a:lnTo>
                    <a:pt x="1790563" y="1459059"/>
                  </a:lnTo>
                  <a:lnTo>
                    <a:pt x="1862185" y="1454920"/>
                  </a:lnTo>
                  <a:lnTo>
                    <a:pt x="1933808" y="1450760"/>
                  </a:lnTo>
                  <a:lnTo>
                    <a:pt x="2005430" y="1446578"/>
                  </a:lnTo>
                  <a:lnTo>
                    <a:pt x="2077053" y="1442373"/>
                  </a:lnTo>
                  <a:lnTo>
                    <a:pt x="2148675" y="1438146"/>
                  </a:lnTo>
                  <a:lnTo>
                    <a:pt x="2220298" y="1433896"/>
                  </a:lnTo>
                  <a:lnTo>
                    <a:pt x="2291920" y="1429624"/>
                  </a:lnTo>
                  <a:lnTo>
                    <a:pt x="2363543" y="1425329"/>
                  </a:lnTo>
                  <a:lnTo>
                    <a:pt x="2435165" y="1421011"/>
                  </a:lnTo>
                  <a:lnTo>
                    <a:pt x="2506788" y="1416670"/>
                  </a:lnTo>
                  <a:lnTo>
                    <a:pt x="2578410" y="1412306"/>
                  </a:lnTo>
                  <a:lnTo>
                    <a:pt x="2650033" y="1407919"/>
                  </a:lnTo>
                  <a:lnTo>
                    <a:pt x="2721655" y="1403509"/>
                  </a:lnTo>
                  <a:lnTo>
                    <a:pt x="2793278" y="1399075"/>
                  </a:lnTo>
                  <a:lnTo>
                    <a:pt x="2864901" y="1394617"/>
                  </a:lnTo>
                  <a:lnTo>
                    <a:pt x="2936523" y="1390136"/>
                  </a:lnTo>
                  <a:lnTo>
                    <a:pt x="3008146" y="1385630"/>
                  </a:lnTo>
                  <a:lnTo>
                    <a:pt x="3079768" y="1381101"/>
                  </a:lnTo>
                  <a:lnTo>
                    <a:pt x="3151391" y="1376548"/>
                  </a:lnTo>
                  <a:lnTo>
                    <a:pt x="3223013" y="1371970"/>
                  </a:lnTo>
                  <a:lnTo>
                    <a:pt x="3294636" y="1367368"/>
                  </a:lnTo>
                  <a:lnTo>
                    <a:pt x="3366258" y="1353436"/>
                  </a:lnTo>
                  <a:lnTo>
                    <a:pt x="3437881" y="1337514"/>
                  </a:lnTo>
                  <a:lnTo>
                    <a:pt x="3509503" y="1321306"/>
                  </a:lnTo>
                  <a:lnTo>
                    <a:pt x="3581126" y="1304805"/>
                  </a:lnTo>
                  <a:lnTo>
                    <a:pt x="3652748" y="1288006"/>
                  </a:lnTo>
                  <a:lnTo>
                    <a:pt x="3724371" y="1270904"/>
                  </a:lnTo>
                  <a:lnTo>
                    <a:pt x="3795993" y="1253494"/>
                  </a:lnTo>
                  <a:lnTo>
                    <a:pt x="3867616" y="1235771"/>
                  </a:lnTo>
                  <a:lnTo>
                    <a:pt x="3939238" y="1217727"/>
                  </a:lnTo>
                  <a:lnTo>
                    <a:pt x="4010861" y="1199358"/>
                  </a:lnTo>
                  <a:lnTo>
                    <a:pt x="4082483" y="1180658"/>
                  </a:lnTo>
                  <a:lnTo>
                    <a:pt x="4154106" y="1161620"/>
                  </a:lnTo>
                  <a:lnTo>
                    <a:pt x="4225729" y="1142240"/>
                  </a:lnTo>
                  <a:lnTo>
                    <a:pt x="4297351" y="1122509"/>
                  </a:lnTo>
                  <a:lnTo>
                    <a:pt x="4368974" y="1102423"/>
                  </a:lnTo>
                  <a:lnTo>
                    <a:pt x="4440596" y="1081975"/>
                  </a:lnTo>
                  <a:lnTo>
                    <a:pt x="4512219" y="1061158"/>
                  </a:lnTo>
                  <a:lnTo>
                    <a:pt x="4583841" y="1039966"/>
                  </a:lnTo>
                  <a:lnTo>
                    <a:pt x="4655464" y="1018391"/>
                  </a:lnTo>
                  <a:lnTo>
                    <a:pt x="4727086" y="996427"/>
                  </a:lnTo>
                  <a:lnTo>
                    <a:pt x="4798709" y="974068"/>
                  </a:lnTo>
                  <a:lnTo>
                    <a:pt x="4870331" y="951305"/>
                  </a:lnTo>
                  <a:lnTo>
                    <a:pt x="4941954" y="928131"/>
                  </a:lnTo>
                  <a:lnTo>
                    <a:pt x="5013576" y="904540"/>
                  </a:lnTo>
                  <a:lnTo>
                    <a:pt x="5085199" y="880523"/>
                  </a:lnTo>
                  <a:lnTo>
                    <a:pt x="5156821" y="856073"/>
                  </a:lnTo>
                  <a:lnTo>
                    <a:pt x="5228444" y="831182"/>
                  </a:lnTo>
                  <a:lnTo>
                    <a:pt x="5300066" y="805842"/>
                  </a:lnTo>
                  <a:lnTo>
                    <a:pt x="5371689" y="780046"/>
                  </a:lnTo>
                  <a:lnTo>
                    <a:pt x="5443311" y="753784"/>
                  </a:lnTo>
                  <a:lnTo>
                    <a:pt x="5514934" y="727048"/>
                  </a:lnTo>
                  <a:lnTo>
                    <a:pt x="5586557" y="699831"/>
                  </a:lnTo>
                  <a:lnTo>
                    <a:pt x="5658179" y="672122"/>
                  </a:lnTo>
                  <a:lnTo>
                    <a:pt x="5729802" y="643914"/>
                  </a:lnTo>
                  <a:lnTo>
                    <a:pt x="5801424" y="615197"/>
                  </a:lnTo>
                  <a:lnTo>
                    <a:pt x="5873047" y="585962"/>
                  </a:lnTo>
                  <a:lnTo>
                    <a:pt x="5944669" y="556201"/>
                  </a:lnTo>
                  <a:lnTo>
                    <a:pt x="6016292" y="525902"/>
                  </a:lnTo>
                  <a:lnTo>
                    <a:pt x="6087914" y="495057"/>
                  </a:lnTo>
                  <a:lnTo>
                    <a:pt x="6159537" y="463656"/>
                  </a:lnTo>
                  <a:lnTo>
                    <a:pt x="6231159" y="431688"/>
                  </a:lnTo>
                  <a:lnTo>
                    <a:pt x="6302782" y="399144"/>
                  </a:lnTo>
                  <a:lnTo>
                    <a:pt x="6374404" y="366013"/>
                  </a:lnTo>
                  <a:lnTo>
                    <a:pt x="6446027" y="332285"/>
                  </a:lnTo>
                  <a:lnTo>
                    <a:pt x="6517649" y="297948"/>
                  </a:lnTo>
                  <a:lnTo>
                    <a:pt x="6589272" y="262992"/>
                  </a:lnTo>
                  <a:lnTo>
                    <a:pt x="6660894" y="227406"/>
                  </a:lnTo>
                  <a:lnTo>
                    <a:pt x="6732517" y="191178"/>
                  </a:lnTo>
                  <a:lnTo>
                    <a:pt x="6804139" y="154297"/>
                  </a:lnTo>
                  <a:lnTo>
                    <a:pt x="6875762" y="116750"/>
                  </a:lnTo>
                  <a:lnTo>
                    <a:pt x="6947385" y="78527"/>
                  </a:lnTo>
                  <a:lnTo>
                    <a:pt x="7019007" y="39614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397821"/>
              <a:ext cx="7090630" cy="770244"/>
            </a:xfrm>
            <a:custGeom>
              <a:avLst/>
              <a:pathLst>
                <a:path w="7090630" h="770244">
                  <a:moveTo>
                    <a:pt x="7090630" y="0"/>
                  </a:moveTo>
                  <a:lnTo>
                    <a:pt x="7019007" y="6097"/>
                  </a:lnTo>
                  <a:lnTo>
                    <a:pt x="6947385" y="12163"/>
                  </a:lnTo>
                  <a:lnTo>
                    <a:pt x="6875762" y="18196"/>
                  </a:lnTo>
                  <a:lnTo>
                    <a:pt x="6804139" y="24197"/>
                  </a:lnTo>
                  <a:lnTo>
                    <a:pt x="6732517" y="30167"/>
                  </a:lnTo>
                  <a:lnTo>
                    <a:pt x="6660894" y="36105"/>
                  </a:lnTo>
                  <a:lnTo>
                    <a:pt x="6589272" y="42011"/>
                  </a:lnTo>
                  <a:lnTo>
                    <a:pt x="6517649" y="47886"/>
                  </a:lnTo>
                  <a:lnTo>
                    <a:pt x="6446027" y="53730"/>
                  </a:lnTo>
                  <a:lnTo>
                    <a:pt x="6374404" y="59543"/>
                  </a:lnTo>
                  <a:lnTo>
                    <a:pt x="6302782" y="65326"/>
                  </a:lnTo>
                  <a:lnTo>
                    <a:pt x="6231159" y="71077"/>
                  </a:lnTo>
                  <a:lnTo>
                    <a:pt x="6159537" y="76799"/>
                  </a:lnTo>
                  <a:lnTo>
                    <a:pt x="6087914" y="82490"/>
                  </a:lnTo>
                  <a:lnTo>
                    <a:pt x="6016292" y="88150"/>
                  </a:lnTo>
                  <a:lnTo>
                    <a:pt x="5944669" y="93781"/>
                  </a:lnTo>
                  <a:lnTo>
                    <a:pt x="5873047" y="99382"/>
                  </a:lnTo>
                  <a:lnTo>
                    <a:pt x="5801424" y="104954"/>
                  </a:lnTo>
                  <a:lnTo>
                    <a:pt x="5729802" y="110495"/>
                  </a:lnTo>
                  <a:lnTo>
                    <a:pt x="5658179" y="116008"/>
                  </a:lnTo>
                  <a:lnTo>
                    <a:pt x="5586557" y="121491"/>
                  </a:lnTo>
                  <a:lnTo>
                    <a:pt x="5514934" y="126945"/>
                  </a:lnTo>
                  <a:lnTo>
                    <a:pt x="5443311" y="132371"/>
                  </a:lnTo>
                  <a:lnTo>
                    <a:pt x="5371689" y="137768"/>
                  </a:lnTo>
                  <a:lnTo>
                    <a:pt x="5300066" y="143136"/>
                  </a:lnTo>
                  <a:lnTo>
                    <a:pt x="5228444" y="148475"/>
                  </a:lnTo>
                  <a:lnTo>
                    <a:pt x="5156821" y="153787"/>
                  </a:lnTo>
                  <a:lnTo>
                    <a:pt x="5085199" y="159070"/>
                  </a:lnTo>
                  <a:lnTo>
                    <a:pt x="5013576" y="164325"/>
                  </a:lnTo>
                  <a:lnTo>
                    <a:pt x="4941954" y="169552"/>
                  </a:lnTo>
                  <a:lnTo>
                    <a:pt x="4870331" y="174752"/>
                  </a:lnTo>
                  <a:lnTo>
                    <a:pt x="4798709" y="179924"/>
                  </a:lnTo>
                  <a:lnTo>
                    <a:pt x="4727086" y="185069"/>
                  </a:lnTo>
                  <a:lnTo>
                    <a:pt x="4655464" y="190187"/>
                  </a:lnTo>
                  <a:lnTo>
                    <a:pt x="4583841" y="195277"/>
                  </a:lnTo>
                  <a:lnTo>
                    <a:pt x="4512219" y="200341"/>
                  </a:lnTo>
                  <a:lnTo>
                    <a:pt x="4440596" y="205377"/>
                  </a:lnTo>
                  <a:lnTo>
                    <a:pt x="4368974" y="210387"/>
                  </a:lnTo>
                  <a:lnTo>
                    <a:pt x="4297351" y="215371"/>
                  </a:lnTo>
                  <a:lnTo>
                    <a:pt x="4225729" y="220328"/>
                  </a:lnTo>
                  <a:lnTo>
                    <a:pt x="4154106" y="225259"/>
                  </a:lnTo>
                  <a:lnTo>
                    <a:pt x="4082483" y="230163"/>
                  </a:lnTo>
                  <a:lnTo>
                    <a:pt x="4010861" y="235042"/>
                  </a:lnTo>
                  <a:lnTo>
                    <a:pt x="3939238" y="239895"/>
                  </a:lnTo>
                  <a:lnTo>
                    <a:pt x="3867616" y="244722"/>
                  </a:lnTo>
                  <a:lnTo>
                    <a:pt x="3795993" y="249524"/>
                  </a:lnTo>
                  <a:lnTo>
                    <a:pt x="3724371" y="254300"/>
                  </a:lnTo>
                  <a:lnTo>
                    <a:pt x="3652748" y="259051"/>
                  </a:lnTo>
                  <a:lnTo>
                    <a:pt x="3581126" y="263777"/>
                  </a:lnTo>
                  <a:lnTo>
                    <a:pt x="3509503" y="268477"/>
                  </a:lnTo>
                  <a:lnTo>
                    <a:pt x="3437881" y="273153"/>
                  </a:lnTo>
                  <a:lnTo>
                    <a:pt x="3366258" y="277804"/>
                  </a:lnTo>
                  <a:lnTo>
                    <a:pt x="3294636" y="284138"/>
                  </a:lnTo>
                  <a:lnTo>
                    <a:pt x="3223013" y="299501"/>
                  </a:lnTo>
                  <a:lnTo>
                    <a:pt x="3151391" y="314591"/>
                  </a:lnTo>
                  <a:lnTo>
                    <a:pt x="3079768" y="329414"/>
                  </a:lnTo>
                  <a:lnTo>
                    <a:pt x="3008146" y="343975"/>
                  </a:lnTo>
                  <a:lnTo>
                    <a:pt x="2936523" y="358277"/>
                  </a:lnTo>
                  <a:lnTo>
                    <a:pt x="2864901" y="372326"/>
                  </a:lnTo>
                  <a:lnTo>
                    <a:pt x="2793278" y="386127"/>
                  </a:lnTo>
                  <a:lnTo>
                    <a:pt x="2721655" y="399683"/>
                  </a:lnTo>
                  <a:lnTo>
                    <a:pt x="2650033" y="412998"/>
                  </a:lnTo>
                  <a:lnTo>
                    <a:pt x="2578410" y="426078"/>
                  </a:lnTo>
                  <a:lnTo>
                    <a:pt x="2506788" y="438926"/>
                  </a:lnTo>
                  <a:lnTo>
                    <a:pt x="2435165" y="451547"/>
                  </a:lnTo>
                  <a:lnTo>
                    <a:pt x="2363543" y="463944"/>
                  </a:lnTo>
                  <a:lnTo>
                    <a:pt x="2291920" y="476122"/>
                  </a:lnTo>
                  <a:lnTo>
                    <a:pt x="2220298" y="488083"/>
                  </a:lnTo>
                  <a:lnTo>
                    <a:pt x="2148675" y="499833"/>
                  </a:lnTo>
                  <a:lnTo>
                    <a:pt x="2077053" y="511375"/>
                  </a:lnTo>
                  <a:lnTo>
                    <a:pt x="2005430" y="522712"/>
                  </a:lnTo>
                  <a:lnTo>
                    <a:pt x="1933808" y="533848"/>
                  </a:lnTo>
                  <a:lnTo>
                    <a:pt x="1862185" y="544788"/>
                  </a:lnTo>
                  <a:lnTo>
                    <a:pt x="1790563" y="555533"/>
                  </a:lnTo>
                  <a:lnTo>
                    <a:pt x="1718940" y="566088"/>
                  </a:lnTo>
                  <a:lnTo>
                    <a:pt x="1647318" y="576456"/>
                  </a:lnTo>
                  <a:lnTo>
                    <a:pt x="1575695" y="586640"/>
                  </a:lnTo>
                  <a:lnTo>
                    <a:pt x="1504073" y="596644"/>
                  </a:lnTo>
                  <a:lnTo>
                    <a:pt x="1432450" y="606471"/>
                  </a:lnTo>
                  <a:lnTo>
                    <a:pt x="1360827" y="616124"/>
                  </a:lnTo>
                  <a:lnTo>
                    <a:pt x="1289205" y="625605"/>
                  </a:lnTo>
                  <a:lnTo>
                    <a:pt x="1217582" y="634919"/>
                  </a:lnTo>
                  <a:lnTo>
                    <a:pt x="1145960" y="644068"/>
                  </a:lnTo>
                  <a:lnTo>
                    <a:pt x="1074337" y="653055"/>
                  </a:lnTo>
                  <a:lnTo>
                    <a:pt x="1002715" y="661882"/>
                  </a:lnTo>
                  <a:lnTo>
                    <a:pt x="931092" y="670553"/>
                  </a:lnTo>
                  <a:lnTo>
                    <a:pt x="859470" y="679071"/>
                  </a:lnTo>
                  <a:lnTo>
                    <a:pt x="787847" y="687437"/>
                  </a:lnTo>
                  <a:lnTo>
                    <a:pt x="716225" y="695656"/>
                  </a:lnTo>
                  <a:lnTo>
                    <a:pt x="644602" y="703729"/>
                  </a:lnTo>
                  <a:lnTo>
                    <a:pt x="572980" y="711659"/>
                  </a:lnTo>
                  <a:lnTo>
                    <a:pt x="501357" y="719448"/>
                  </a:lnTo>
                  <a:lnTo>
                    <a:pt x="429735" y="727099"/>
                  </a:lnTo>
                  <a:lnTo>
                    <a:pt x="358112" y="734615"/>
                  </a:lnTo>
                  <a:lnTo>
                    <a:pt x="286490" y="741998"/>
                  </a:lnTo>
                  <a:lnTo>
                    <a:pt x="214867" y="749250"/>
                  </a:lnTo>
                  <a:lnTo>
                    <a:pt x="143245" y="756373"/>
                  </a:lnTo>
                  <a:lnTo>
                    <a:pt x="71622" y="763371"/>
                  </a:lnTo>
                  <a:lnTo>
                    <a:pt x="0" y="77024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944566"/>
              <a:ext cx="7090630" cy="1095308"/>
            </a:xfrm>
            <a:custGeom>
              <a:avLst/>
              <a:pathLst>
                <a:path w="7090630" h="1095308">
                  <a:moveTo>
                    <a:pt x="0" y="1095308"/>
                  </a:moveTo>
                  <a:lnTo>
                    <a:pt x="71622" y="1089370"/>
                  </a:lnTo>
                  <a:lnTo>
                    <a:pt x="143245" y="1083362"/>
                  </a:lnTo>
                  <a:lnTo>
                    <a:pt x="214867" y="1077285"/>
                  </a:lnTo>
                  <a:lnTo>
                    <a:pt x="286490" y="1071136"/>
                  </a:lnTo>
                  <a:lnTo>
                    <a:pt x="358112" y="1064916"/>
                  </a:lnTo>
                  <a:lnTo>
                    <a:pt x="429735" y="1058624"/>
                  </a:lnTo>
                  <a:lnTo>
                    <a:pt x="501357" y="1052258"/>
                  </a:lnTo>
                  <a:lnTo>
                    <a:pt x="572980" y="1045817"/>
                  </a:lnTo>
                  <a:lnTo>
                    <a:pt x="644602" y="1039302"/>
                  </a:lnTo>
                  <a:lnTo>
                    <a:pt x="716225" y="1032711"/>
                  </a:lnTo>
                  <a:lnTo>
                    <a:pt x="787847" y="1026043"/>
                  </a:lnTo>
                  <a:lnTo>
                    <a:pt x="859470" y="1019297"/>
                  </a:lnTo>
                  <a:lnTo>
                    <a:pt x="931092" y="1012473"/>
                  </a:lnTo>
                  <a:lnTo>
                    <a:pt x="1002715" y="1005569"/>
                  </a:lnTo>
                  <a:lnTo>
                    <a:pt x="1074337" y="998584"/>
                  </a:lnTo>
                  <a:lnTo>
                    <a:pt x="1145960" y="991518"/>
                  </a:lnTo>
                  <a:lnTo>
                    <a:pt x="1217582" y="984370"/>
                  </a:lnTo>
                  <a:lnTo>
                    <a:pt x="1289205" y="977138"/>
                  </a:lnTo>
                  <a:lnTo>
                    <a:pt x="1360827" y="969822"/>
                  </a:lnTo>
                  <a:lnTo>
                    <a:pt x="1432450" y="962421"/>
                  </a:lnTo>
                  <a:lnTo>
                    <a:pt x="1504073" y="954933"/>
                  </a:lnTo>
                  <a:lnTo>
                    <a:pt x="1575695" y="947358"/>
                  </a:lnTo>
                  <a:lnTo>
                    <a:pt x="1647318" y="939695"/>
                  </a:lnTo>
                  <a:lnTo>
                    <a:pt x="1718940" y="931943"/>
                  </a:lnTo>
                  <a:lnTo>
                    <a:pt x="1790563" y="924100"/>
                  </a:lnTo>
                  <a:lnTo>
                    <a:pt x="1862185" y="916166"/>
                  </a:lnTo>
                  <a:lnTo>
                    <a:pt x="1933808" y="908139"/>
                  </a:lnTo>
                  <a:lnTo>
                    <a:pt x="2005430" y="900018"/>
                  </a:lnTo>
                  <a:lnTo>
                    <a:pt x="2077053" y="891803"/>
                  </a:lnTo>
                  <a:lnTo>
                    <a:pt x="2148675" y="883492"/>
                  </a:lnTo>
                  <a:lnTo>
                    <a:pt x="2220298" y="875084"/>
                  </a:lnTo>
                  <a:lnTo>
                    <a:pt x="2291920" y="866579"/>
                  </a:lnTo>
                  <a:lnTo>
                    <a:pt x="2363543" y="857974"/>
                  </a:lnTo>
                  <a:lnTo>
                    <a:pt x="2435165" y="849268"/>
                  </a:lnTo>
                  <a:lnTo>
                    <a:pt x="2506788" y="840461"/>
                  </a:lnTo>
                  <a:lnTo>
                    <a:pt x="2578410" y="831552"/>
                  </a:lnTo>
                  <a:lnTo>
                    <a:pt x="2650033" y="822539"/>
                  </a:lnTo>
                  <a:lnTo>
                    <a:pt x="2721655" y="813420"/>
                  </a:lnTo>
                  <a:lnTo>
                    <a:pt x="2793278" y="804195"/>
                  </a:lnTo>
                  <a:lnTo>
                    <a:pt x="2864901" y="794863"/>
                  </a:lnTo>
                  <a:lnTo>
                    <a:pt x="2936523" y="785422"/>
                  </a:lnTo>
                  <a:lnTo>
                    <a:pt x="3008146" y="775871"/>
                  </a:lnTo>
                  <a:lnTo>
                    <a:pt x="3079768" y="766208"/>
                  </a:lnTo>
                  <a:lnTo>
                    <a:pt x="3151391" y="756433"/>
                  </a:lnTo>
                  <a:lnTo>
                    <a:pt x="3223013" y="746544"/>
                  </a:lnTo>
                  <a:lnTo>
                    <a:pt x="3294636" y="736539"/>
                  </a:lnTo>
                  <a:lnTo>
                    <a:pt x="3366258" y="726418"/>
                  </a:lnTo>
                  <a:lnTo>
                    <a:pt x="3437881" y="716179"/>
                  </a:lnTo>
                  <a:lnTo>
                    <a:pt x="3509503" y="705821"/>
                  </a:lnTo>
                  <a:lnTo>
                    <a:pt x="3581126" y="695342"/>
                  </a:lnTo>
                  <a:lnTo>
                    <a:pt x="3652748" y="684740"/>
                  </a:lnTo>
                  <a:lnTo>
                    <a:pt x="3724371" y="674015"/>
                  </a:lnTo>
                  <a:lnTo>
                    <a:pt x="3795993" y="663165"/>
                  </a:lnTo>
                  <a:lnTo>
                    <a:pt x="3867616" y="652188"/>
                  </a:lnTo>
                  <a:lnTo>
                    <a:pt x="3939238" y="641084"/>
                  </a:lnTo>
                  <a:lnTo>
                    <a:pt x="4010861" y="629850"/>
                  </a:lnTo>
                  <a:lnTo>
                    <a:pt x="4082483" y="618485"/>
                  </a:lnTo>
                  <a:lnTo>
                    <a:pt x="4154106" y="606987"/>
                  </a:lnTo>
                  <a:lnTo>
                    <a:pt x="4225729" y="595356"/>
                  </a:lnTo>
                  <a:lnTo>
                    <a:pt x="4297351" y="583589"/>
                  </a:lnTo>
                  <a:lnTo>
                    <a:pt x="4368974" y="571684"/>
                  </a:lnTo>
                  <a:lnTo>
                    <a:pt x="4440596" y="559641"/>
                  </a:lnTo>
                  <a:lnTo>
                    <a:pt x="4512219" y="547458"/>
                  </a:lnTo>
                  <a:lnTo>
                    <a:pt x="4583841" y="535132"/>
                  </a:lnTo>
                  <a:lnTo>
                    <a:pt x="4655464" y="522663"/>
                  </a:lnTo>
                  <a:lnTo>
                    <a:pt x="4727086" y="510048"/>
                  </a:lnTo>
                  <a:lnTo>
                    <a:pt x="4798709" y="497286"/>
                  </a:lnTo>
                  <a:lnTo>
                    <a:pt x="4870331" y="484376"/>
                  </a:lnTo>
                  <a:lnTo>
                    <a:pt x="4941954" y="471315"/>
                  </a:lnTo>
                  <a:lnTo>
                    <a:pt x="5013576" y="458102"/>
                  </a:lnTo>
                  <a:lnTo>
                    <a:pt x="5085199" y="444734"/>
                  </a:lnTo>
                  <a:lnTo>
                    <a:pt x="5156821" y="431211"/>
                  </a:lnTo>
                  <a:lnTo>
                    <a:pt x="5228444" y="417530"/>
                  </a:lnTo>
                  <a:lnTo>
                    <a:pt x="5300066" y="403690"/>
                  </a:lnTo>
                  <a:lnTo>
                    <a:pt x="5371689" y="389688"/>
                  </a:lnTo>
                  <a:lnTo>
                    <a:pt x="5443311" y="375523"/>
                  </a:lnTo>
                  <a:lnTo>
                    <a:pt x="5514934" y="361193"/>
                  </a:lnTo>
                  <a:lnTo>
                    <a:pt x="5586557" y="346696"/>
                  </a:lnTo>
                  <a:lnTo>
                    <a:pt x="5658179" y="332029"/>
                  </a:lnTo>
                  <a:lnTo>
                    <a:pt x="5729802" y="317192"/>
                  </a:lnTo>
                  <a:lnTo>
                    <a:pt x="5801424" y="302182"/>
                  </a:lnTo>
                  <a:lnTo>
                    <a:pt x="5873047" y="286997"/>
                  </a:lnTo>
                  <a:lnTo>
                    <a:pt x="5944669" y="271634"/>
                  </a:lnTo>
                  <a:lnTo>
                    <a:pt x="6016292" y="256093"/>
                  </a:lnTo>
                  <a:lnTo>
                    <a:pt x="6087914" y="240370"/>
                  </a:lnTo>
                  <a:lnTo>
                    <a:pt x="6159537" y="224464"/>
                  </a:lnTo>
                  <a:lnTo>
                    <a:pt x="6231159" y="208373"/>
                  </a:lnTo>
                  <a:lnTo>
                    <a:pt x="6302782" y="192094"/>
                  </a:lnTo>
                  <a:lnTo>
                    <a:pt x="6374404" y="175625"/>
                  </a:lnTo>
                  <a:lnTo>
                    <a:pt x="6446027" y="158965"/>
                  </a:lnTo>
                  <a:lnTo>
                    <a:pt x="6517649" y="142110"/>
                  </a:lnTo>
                  <a:lnTo>
                    <a:pt x="6589272" y="125058"/>
                  </a:lnTo>
                  <a:lnTo>
                    <a:pt x="6660894" y="107808"/>
                  </a:lnTo>
                  <a:lnTo>
                    <a:pt x="6732517" y="90356"/>
                  </a:lnTo>
                  <a:lnTo>
                    <a:pt x="6804139" y="72702"/>
                  </a:lnTo>
                  <a:lnTo>
                    <a:pt x="6875762" y="54841"/>
                  </a:lnTo>
                  <a:lnTo>
                    <a:pt x="6947385" y="36772"/>
                  </a:lnTo>
                  <a:lnTo>
                    <a:pt x="7019007" y="18492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78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53669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557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149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2026-09-28T17:00:32Z</dcterms:modified>
  <cp:category/>
</cp:coreProperties>
</file>