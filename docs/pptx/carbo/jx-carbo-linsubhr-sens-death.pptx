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896802" y="2143092"/>
              <a:ext cx="6302614" cy="1256387"/>
            </a:xfrm>
            <a:custGeom>
              <a:avLst/>
              <a:pathLst>
                <a:path w="6302614" h="1256387">
                  <a:moveTo>
                    <a:pt x="1446465" y="0"/>
                  </a:moveTo>
                  <a:lnTo>
                    <a:pt x="1448844" y="4751"/>
                  </a:lnTo>
                  <a:lnTo>
                    <a:pt x="1519188" y="131094"/>
                  </a:lnTo>
                  <a:lnTo>
                    <a:pt x="1589533" y="244692"/>
                  </a:lnTo>
                  <a:lnTo>
                    <a:pt x="1659877" y="346831"/>
                  </a:lnTo>
                  <a:lnTo>
                    <a:pt x="1730222" y="438666"/>
                  </a:lnTo>
                  <a:lnTo>
                    <a:pt x="1800566" y="521238"/>
                  </a:lnTo>
                  <a:lnTo>
                    <a:pt x="1870911" y="595479"/>
                  </a:lnTo>
                  <a:lnTo>
                    <a:pt x="1941255" y="662232"/>
                  </a:lnTo>
                  <a:lnTo>
                    <a:pt x="2011600" y="722250"/>
                  </a:lnTo>
                  <a:lnTo>
                    <a:pt x="2081944" y="776215"/>
                  </a:lnTo>
                  <a:lnTo>
                    <a:pt x="2152289" y="824735"/>
                  </a:lnTo>
                  <a:lnTo>
                    <a:pt x="2222633" y="868361"/>
                  </a:lnTo>
                  <a:lnTo>
                    <a:pt x="2292978" y="907586"/>
                  </a:lnTo>
                  <a:lnTo>
                    <a:pt x="2363322" y="942854"/>
                  </a:lnTo>
                  <a:lnTo>
                    <a:pt x="2433667" y="964598"/>
                  </a:lnTo>
                  <a:lnTo>
                    <a:pt x="2504011" y="976670"/>
                  </a:lnTo>
                  <a:lnTo>
                    <a:pt x="2574356" y="988244"/>
                  </a:lnTo>
                  <a:lnTo>
                    <a:pt x="2644700" y="999340"/>
                  </a:lnTo>
                  <a:lnTo>
                    <a:pt x="2715045" y="1009979"/>
                  </a:lnTo>
                  <a:lnTo>
                    <a:pt x="2785389" y="1020178"/>
                  </a:lnTo>
                  <a:lnTo>
                    <a:pt x="2855734" y="1029957"/>
                  </a:lnTo>
                  <a:lnTo>
                    <a:pt x="2926078" y="1039332"/>
                  </a:lnTo>
                  <a:lnTo>
                    <a:pt x="2996423" y="1048321"/>
                  </a:lnTo>
                  <a:lnTo>
                    <a:pt x="3066767" y="1056939"/>
                  </a:lnTo>
                  <a:lnTo>
                    <a:pt x="3137112" y="1065201"/>
                  </a:lnTo>
                  <a:lnTo>
                    <a:pt x="3207456" y="1073122"/>
                  </a:lnTo>
                  <a:lnTo>
                    <a:pt x="3277801" y="1080717"/>
                  </a:lnTo>
                  <a:lnTo>
                    <a:pt x="3348145" y="1087998"/>
                  </a:lnTo>
                  <a:lnTo>
                    <a:pt x="3418490" y="1094979"/>
                  </a:lnTo>
                  <a:lnTo>
                    <a:pt x="3488834" y="1101672"/>
                  </a:lnTo>
                  <a:lnTo>
                    <a:pt x="3559178" y="1108088"/>
                  </a:lnTo>
                  <a:lnTo>
                    <a:pt x="3629523" y="1114240"/>
                  </a:lnTo>
                  <a:lnTo>
                    <a:pt x="3699867" y="1120138"/>
                  </a:lnTo>
                  <a:lnTo>
                    <a:pt x="3770212" y="1125793"/>
                  </a:lnTo>
                  <a:lnTo>
                    <a:pt x="3840556" y="1131215"/>
                  </a:lnTo>
                  <a:lnTo>
                    <a:pt x="3910901" y="1136412"/>
                  </a:lnTo>
                  <a:lnTo>
                    <a:pt x="3981245" y="1141396"/>
                  </a:lnTo>
                  <a:lnTo>
                    <a:pt x="4051590" y="1146174"/>
                  </a:lnTo>
                  <a:lnTo>
                    <a:pt x="4121934" y="1150754"/>
                  </a:lnTo>
                  <a:lnTo>
                    <a:pt x="4192279" y="1155146"/>
                  </a:lnTo>
                  <a:lnTo>
                    <a:pt x="4262623" y="1159356"/>
                  </a:lnTo>
                  <a:lnTo>
                    <a:pt x="4332968" y="1163393"/>
                  </a:lnTo>
                  <a:lnTo>
                    <a:pt x="4403312" y="1167263"/>
                  </a:lnTo>
                  <a:lnTo>
                    <a:pt x="4473657" y="1170974"/>
                  </a:lnTo>
                  <a:lnTo>
                    <a:pt x="4544001" y="1174531"/>
                  </a:lnTo>
                  <a:lnTo>
                    <a:pt x="4614346" y="1177942"/>
                  </a:lnTo>
                  <a:lnTo>
                    <a:pt x="4684690" y="1181212"/>
                  </a:lnTo>
                  <a:lnTo>
                    <a:pt x="4755035" y="1184347"/>
                  </a:lnTo>
                  <a:lnTo>
                    <a:pt x="4825379" y="1187353"/>
                  </a:lnTo>
                  <a:lnTo>
                    <a:pt x="4895724" y="1190235"/>
                  </a:lnTo>
                  <a:lnTo>
                    <a:pt x="4966068" y="1192997"/>
                  </a:lnTo>
                  <a:lnTo>
                    <a:pt x="5036413" y="1195646"/>
                  </a:lnTo>
                  <a:lnTo>
                    <a:pt x="5106757" y="1198186"/>
                  </a:lnTo>
                  <a:lnTo>
                    <a:pt x="5177102" y="1200621"/>
                  </a:lnTo>
                  <a:lnTo>
                    <a:pt x="5247446" y="1202955"/>
                  </a:lnTo>
                  <a:lnTo>
                    <a:pt x="5317791" y="1205193"/>
                  </a:lnTo>
                  <a:lnTo>
                    <a:pt x="5388135" y="1207339"/>
                  </a:lnTo>
                  <a:lnTo>
                    <a:pt x="5458480" y="1209396"/>
                  </a:lnTo>
                  <a:lnTo>
                    <a:pt x="5528824" y="1211368"/>
                  </a:lnTo>
                  <a:lnTo>
                    <a:pt x="5599169" y="1213259"/>
                  </a:lnTo>
                  <a:lnTo>
                    <a:pt x="5669513" y="1215072"/>
                  </a:lnTo>
                  <a:lnTo>
                    <a:pt x="5739858" y="1216810"/>
                  </a:lnTo>
                  <a:lnTo>
                    <a:pt x="5810202" y="1218477"/>
                  </a:lnTo>
                  <a:lnTo>
                    <a:pt x="5880547" y="1220074"/>
                  </a:lnTo>
                  <a:lnTo>
                    <a:pt x="5950891" y="1221606"/>
                  </a:lnTo>
                  <a:lnTo>
                    <a:pt x="6021236" y="1223075"/>
                  </a:lnTo>
                  <a:lnTo>
                    <a:pt x="6091580" y="1224483"/>
                  </a:lnTo>
                  <a:lnTo>
                    <a:pt x="6161925" y="1225833"/>
                  </a:lnTo>
                  <a:lnTo>
                    <a:pt x="6232269" y="1227127"/>
                  </a:lnTo>
                  <a:lnTo>
                    <a:pt x="6302614" y="1228368"/>
                  </a:lnTo>
                  <a:lnTo>
                    <a:pt x="6302614" y="1256387"/>
                  </a:lnTo>
                  <a:lnTo>
                    <a:pt x="6232269" y="1256295"/>
                  </a:lnTo>
                  <a:lnTo>
                    <a:pt x="6161925" y="1256193"/>
                  </a:lnTo>
                  <a:lnTo>
                    <a:pt x="6091580" y="1256080"/>
                  </a:lnTo>
                  <a:lnTo>
                    <a:pt x="6021236" y="1255954"/>
                  </a:lnTo>
                  <a:lnTo>
                    <a:pt x="5950891" y="1255814"/>
                  </a:lnTo>
                  <a:lnTo>
                    <a:pt x="5880547" y="1255659"/>
                  </a:lnTo>
                  <a:lnTo>
                    <a:pt x="5810202" y="1255486"/>
                  </a:lnTo>
                  <a:lnTo>
                    <a:pt x="5739858" y="1255293"/>
                  </a:lnTo>
                  <a:lnTo>
                    <a:pt x="5669513" y="1255079"/>
                  </a:lnTo>
                  <a:lnTo>
                    <a:pt x="5599169" y="1254841"/>
                  </a:lnTo>
                  <a:lnTo>
                    <a:pt x="5528824" y="1254576"/>
                  </a:lnTo>
                  <a:lnTo>
                    <a:pt x="5458480" y="1254281"/>
                  </a:lnTo>
                  <a:lnTo>
                    <a:pt x="5388135" y="1253954"/>
                  </a:lnTo>
                  <a:lnTo>
                    <a:pt x="5317791" y="1253589"/>
                  </a:lnTo>
                  <a:lnTo>
                    <a:pt x="5247446" y="1253184"/>
                  </a:lnTo>
                  <a:lnTo>
                    <a:pt x="5177102" y="1252733"/>
                  </a:lnTo>
                  <a:lnTo>
                    <a:pt x="5106757" y="1252232"/>
                  </a:lnTo>
                  <a:lnTo>
                    <a:pt x="5036413" y="1251674"/>
                  </a:lnTo>
                  <a:lnTo>
                    <a:pt x="4966068" y="1251054"/>
                  </a:lnTo>
                  <a:lnTo>
                    <a:pt x="4895724" y="1250364"/>
                  </a:lnTo>
                  <a:lnTo>
                    <a:pt x="4825379" y="1249597"/>
                  </a:lnTo>
                  <a:lnTo>
                    <a:pt x="4755035" y="1248744"/>
                  </a:lnTo>
                  <a:lnTo>
                    <a:pt x="4684690" y="1247795"/>
                  </a:lnTo>
                  <a:lnTo>
                    <a:pt x="4614346" y="1246740"/>
                  </a:lnTo>
                  <a:lnTo>
                    <a:pt x="4544001" y="1245566"/>
                  </a:lnTo>
                  <a:lnTo>
                    <a:pt x="4473657" y="1244260"/>
                  </a:lnTo>
                  <a:lnTo>
                    <a:pt x="4403312" y="1242808"/>
                  </a:lnTo>
                  <a:lnTo>
                    <a:pt x="4332968" y="1241193"/>
                  </a:lnTo>
                  <a:lnTo>
                    <a:pt x="4262623" y="1239397"/>
                  </a:lnTo>
                  <a:lnTo>
                    <a:pt x="4192279" y="1237400"/>
                  </a:lnTo>
                  <a:lnTo>
                    <a:pt x="4121934" y="1235178"/>
                  </a:lnTo>
                  <a:lnTo>
                    <a:pt x="4051590" y="1232707"/>
                  </a:lnTo>
                  <a:lnTo>
                    <a:pt x="3981245" y="1229959"/>
                  </a:lnTo>
                  <a:lnTo>
                    <a:pt x="3910901" y="1226902"/>
                  </a:lnTo>
                  <a:lnTo>
                    <a:pt x="3840556" y="1223503"/>
                  </a:lnTo>
                  <a:lnTo>
                    <a:pt x="3770212" y="1219722"/>
                  </a:lnTo>
                  <a:lnTo>
                    <a:pt x="3699867" y="1215517"/>
                  </a:lnTo>
                  <a:lnTo>
                    <a:pt x="3629523" y="1210840"/>
                  </a:lnTo>
                  <a:lnTo>
                    <a:pt x="3559178" y="1205639"/>
                  </a:lnTo>
                  <a:lnTo>
                    <a:pt x="3488834" y="1199854"/>
                  </a:lnTo>
                  <a:lnTo>
                    <a:pt x="3418490" y="1193420"/>
                  </a:lnTo>
                  <a:lnTo>
                    <a:pt x="3348145" y="1186264"/>
                  </a:lnTo>
                  <a:lnTo>
                    <a:pt x="3277801" y="1178305"/>
                  </a:lnTo>
                  <a:lnTo>
                    <a:pt x="3207456" y="1169453"/>
                  </a:lnTo>
                  <a:lnTo>
                    <a:pt x="3137112" y="1159608"/>
                  </a:lnTo>
                  <a:lnTo>
                    <a:pt x="3066767" y="1148659"/>
                  </a:lnTo>
                  <a:lnTo>
                    <a:pt x="2996423" y="1136481"/>
                  </a:lnTo>
                  <a:lnTo>
                    <a:pt x="2926078" y="1122936"/>
                  </a:lnTo>
                  <a:lnTo>
                    <a:pt x="2855734" y="1107873"/>
                  </a:lnTo>
                  <a:lnTo>
                    <a:pt x="2785389" y="1091119"/>
                  </a:lnTo>
                  <a:lnTo>
                    <a:pt x="2715045" y="1072485"/>
                  </a:lnTo>
                  <a:lnTo>
                    <a:pt x="2644700" y="1051761"/>
                  </a:lnTo>
                  <a:lnTo>
                    <a:pt x="2574356" y="1028711"/>
                  </a:lnTo>
                  <a:lnTo>
                    <a:pt x="2504011" y="1003076"/>
                  </a:lnTo>
                  <a:lnTo>
                    <a:pt x="2433667" y="974564"/>
                  </a:lnTo>
                  <a:lnTo>
                    <a:pt x="2363322" y="952007"/>
                  </a:lnTo>
                  <a:lnTo>
                    <a:pt x="2292978" y="938874"/>
                  </a:lnTo>
                  <a:lnTo>
                    <a:pt x="2222633" y="925175"/>
                  </a:lnTo>
                  <a:lnTo>
                    <a:pt x="2152289" y="910888"/>
                  </a:lnTo>
                  <a:lnTo>
                    <a:pt x="2081944" y="895985"/>
                  </a:lnTo>
                  <a:lnTo>
                    <a:pt x="2011600" y="880441"/>
                  </a:lnTo>
                  <a:lnTo>
                    <a:pt x="1941255" y="864228"/>
                  </a:lnTo>
                  <a:lnTo>
                    <a:pt x="1870911" y="847318"/>
                  </a:lnTo>
                  <a:lnTo>
                    <a:pt x="1800566" y="829680"/>
                  </a:lnTo>
                  <a:lnTo>
                    <a:pt x="1730222" y="811283"/>
                  </a:lnTo>
                  <a:lnTo>
                    <a:pt x="1659877" y="792094"/>
                  </a:lnTo>
                  <a:lnTo>
                    <a:pt x="1589533" y="772079"/>
                  </a:lnTo>
                  <a:lnTo>
                    <a:pt x="1519188" y="751204"/>
                  </a:lnTo>
                  <a:lnTo>
                    <a:pt x="1448844" y="729429"/>
                  </a:lnTo>
                  <a:lnTo>
                    <a:pt x="1378499" y="706718"/>
                  </a:lnTo>
                  <a:lnTo>
                    <a:pt x="1308155" y="683030"/>
                  </a:lnTo>
                  <a:lnTo>
                    <a:pt x="1237810" y="658322"/>
                  </a:lnTo>
                  <a:lnTo>
                    <a:pt x="1167466" y="632551"/>
                  </a:lnTo>
                  <a:lnTo>
                    <a:pt x="1097121" y="605671"/>
                  </a:lnTo>
                  <a:lnTo>
                    <a:pt x="1026777" y="577634"/>
                  </a:lnTo>
                  <a:lnTo>
                    <a:pt x="956432" y="548391"/>
                  </a:lnTo>
                  <a:lnTo>
                    <a:pt x="886088" y="517890"/>
                  </a:lnTo>
                  <a:lnTo>
                    <a:pt x="815743" y="486075"/>
                  </a:lnTo>
                  <a:lnTo>
                    <a:pt x="745399" y="452892"/>
                  </a:lnTo>
                  <a:lnTo>
                    <a:pt x="675054" y="418281"/>
                  </a:lnTo>
                  <a:lnTo>
                    <a:pt x="604710" y="382181"/>
                  </a:lnTo>
                  <a:lnTo>
                    <a:pt x="534365" y="344527"/>
                  </a:lnTo>
                  <a:lnTo>
                    <a:pt x="464021" y="305253"/>
                  </a:lnTo>
                  <a:lnTo>
                    <a:pt x="393676" y="264288"/>
                  </a:lnTo>
                  <a:lnTo>
                    <a:pt x="323332" y="221561"/>
                  </a:lnTo>
                  <a:lnTo>
                    <a:pt x="252987" y="176995"/>
                  </a:lnTo>
                  <a:lnTo>
                    <a:pt x="182643" y="130512"/>
                  </a:lnTo>
                  <a:lnTo>
                    <a:pt x="112298" y="82028"/>
                  </a:lnTo>
                  <a:lnTo>
                    <a:pt x="41954" y="314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43268" y="2143092"/>
              <a:ext cx="4856148" cy="1228368"/>
            </a:xfrm>
            <a:custGeom>
              <a:avLst/>
              <a:pathLst>
                <a:path w="4856148" h="1228368">
                  <a:moveTo>
                    <a:pt x="0" y="0"/>
                  </a:moveTo>
                  <a:lnTo>
                    <a:pt x="2378" y="4751"/>
                  </a:lnTo>
                  <a:lnTo>
                    <a:pt x="72723" y="131094"/>
                  </a:lnTo>
                  <a:lnTo>
                    <a:pt x="143067" y="244692"/>
                  </a:lnTo>
                  <a:lnTo>
                    <a:pt x="213412" y="346831"/>
                  </a:lnTo>
                  <a:lnTo>
                    <a:pt x="283756" y="438666"/>
                  </a:lnTo>
                  <a:lnTo>
                    <a:pt x="354101" y="521238"/>
                  </a:lnTo>
                  <a:lnTo>
                    <a:pt x="424445" y="595479"/>
                  </a:lnTo>
                  <a:lnTo>
                    <a:pt x="494790" y="662232"/>
                  </a:lnTo>
                  <a:lnTo>
                    <a:pt x="565134" y="722250"/>
                  </a:lnTo>
                  <a:lnTo>
                    <a:pt x="635479" y="776215"/>
                  </a:lnTo>
                  <a:lnTo>
                    <a:pt x="705823" y="824735"/>
                  </a:lnTo>
                  <a:lnTo>
                    <a:pt x="776168" y="868361"/>
                  </a:lnTo>
                  <a:lnTo>
                    <a:pt x="846512" y="907586"/>
                  </a:lnTo>
                  <a:lnTo>
                    <a:pt x="916857" y="942854"/>
                  </a:lnTo>
                  <a:lnTo>
                    <a:pt x="987201" y="964598"/>
                  </a:lnTo>
                  <a:lnTo>
                    <a:pt x="1057546" y="976670"/>
                  </a:lnTo>
                  <a:lnTo>
                    <a:pt x="1127890" y="988244"/>
                  </a:lnTo>
                  <a:lnTo>
                    <a:pt x="1198235" y="999340"/>
                  </a:lnTo>
                  <a:lnTo>
                    <a:pt x="1268579" y="1009979"/>
                  </a:lnTo>
                  <a:lnTo>
                    <a:pt x="1338924" y="1020178"/>
                  </a:lnTo>
                  <a:lnTo>
                    <a:pt x="1409268" y="1029957"/>
                  </a:lnTo>
                  <a:lnTo>
                    <a:pt x="1479613" y="1039332"/>
                  </a:lnTo>
                  <a:lnTo>
                    <a:pt x="1549957" y="1048321"/>
                  </a:lnTo>
                  <a:lnTo>
                    <a:pt x="1620302" y="1056939"/>
                  </a:lnTo>
                  <a:lnTo>
                    <a:pt x="1690646" y="1065201"/>
                  </a:lnTo>
                  <a:lnTo>
                    <a:pt x="1760990" y="1073122"/>
                  </a:lnTo>
                  <a:lnTo>
                    <a:pt x="1831335" y="1080717"/>
                  </a:lnTo>
                  <a:lnTo>
                    <a:pt x="1901679" y="1087998"/>
                  </a:lnTo>
                  <a:lnTo>
                    <a:pt x="1972024" y="1094979"/>
                  </a:lnTo>
                  <a:lnTo>
                    <a:pt x="2042368" y="1101672"/>
                  </a:lnTo>
                  <a:lnTo>
                    <a:pt x="2112713" y="1108088"/>
                  </a:lnTo>
                  <a:lnTo>
                    <a:pt x="2183057" y="1114240"/>
                  </a:lnTo>
                  <a:lnTo>
                    <a:pt x="2253402" y="1120138"/>
                  </a:lnTo>
                  <a:lnTo>
                    <a:pt x="2323746" y="1125793"/>
                  </a:lnTo>
                  <a:lnTo>
                    <a:pt x="2394091" y="1131215"/>
                  </a:lnTo>
                  <a:lnTo>
                    <a:pt x="2464435" y="1136412"/>
                  </a:lnTo>
                  <a:lnTo>
                    <a:pt x="2534780" y="1141396"/>
                  </a:lnTo>
                  <a:lnTo>
                    <a:pt x="2605124" y="1146174"/>
                  </a:lnTo>
                  <a:lnTo>
                    <a:pt x="2675469" y="1150754"/>
                  </a:lnTo>
                  <a:lnTo>
                    <a:pt x="2745813" y="1155146"/>
                  </a:lnTo>
                  <a:lnTo>
                    <a:pt x="2816158" y="1159356"/>
                  </a:lnTo>
                  <a:lnTo>
                    <a:pt x="2886502" y="1163393"/>
                  </a:lnTo>
                  <a:lnTo>
                    <a:pt x="2956847" y="1167263"/>
                  </a:lnTo>
                  <a:lnTo>
                    <a:pt x="3027191" y="1170974"/>
                  </a:lnTo>
                  <a:lnTo>
                    <a:pt x="3097536" y="1174531"/>
                  </a:lnTo>
                  <a:lnTo>
                    <a:pt x="3167880" y="1177942"/>
                  </a:lnTo>
                  <a:lnTo>
                    <a:pt x="3238225" y="1181212"/>
                  </a:lnTo>
                  <a:lnTo>
                    <a:pt x="3308569" y="1184347"/>
                  </a:lnTo>
                  <a:lnTo>
                    <a:pt x="3378914" y="1187353"/>
                  </a:lnTo>
                  <a:lnTo>
                    <a:pt x="3449258" y="1190235"/>
                  </a:lnTo>
                  <a:lnTo>
                    <a:pt x="3519603" y="1192997"/>
                  </a:lnTo>
                  <a:lnTo>
                    <a:pt x="3589947" y="1195646"/>
                  </a:lnTo>
                  <a:lnTo>
                    <a:pt x="3660292" y="1198186"/>
                  </a:lnTo>
                  <a:lnTo>
                    <a:pt x="3730636" y="1200621"/>
                  </a:lnTo>
                  <a:lnTo>
                    <a:pt x="3800981" y="1202955"/>
                  </a:lnTo>
                  <a:lnTo>
                    <a:pt x="3871325" y="1205193"/>
                  </a:lnTo>
                  <a:lnTo>
                    <a:pt x="3941670" y="1207339"/>
                  </a:lnTo>
                  <a:lnTo>
                    <a:pt x="4012014" y="1209396"/>
                  </a:lnTo>
                  <a:lnTo>
                    <a:pt x="4082359" y="1211368"/>
                  </a:lnTo>
                  <a:lnTo>
                    <a:pt x="4152703" y="1213259"/>
                  </a:lnTo>
                  <a:lnTo>
                    <a:pt x="4223048" y="1215072"/>
                  </a:lnTo>
                  <a:lnTo>
                    <a:pt x="4293392" y="1216810"/>
                  </a:lnTo>
                  <a:lnTo>
                    <a:pt x="4363737" y="1218477"/>
                  </a:lnTo>
                  <a:lnTo>
                    <a:pt x="4434081" y="1220074"/>
                  </a:lnTo>
                  <a:lnTo>
                    <a:pt x="4504426" y="1221606"/>
                  </a:lnTo>
                  <a:lnTo>
                    <a:pt x="4574770" y="1223075"/>
                  </a:lnTo>
                  <a:lnTo>
                    <a:pt x="4645115" y="1224483"/>
                  </a:lnTo>
                  <a:lnTo>
                    <a:pt x="4715459" y="1225833"/>
                  </a:lnTo>
                  <a:lnTo>
                    <a:pt x="4785804" y="1227127"/>
                  </a:lnTo>
                  <a:lnTo>
                    <a:pt x="4856148" y="12283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896802" y="2143092"/>
              <a:ext cx="6302614" cy="1256387"/>
            </a:xfrm>
            <a:custGeom>
              <a:avLst/>
              <a:pathLst>
                <a:path w="6302614" h="1256387">
                  <a:moveTo>
                    <a:pt x="6302614" y="1256387"/>
                  </a:moveTo>
                  <a:lnTo>
                    <a:pt x="6232269" y="1256295"/>
                  </a:lnTo>
                  <a:lnTo>
                    <a:pt x="6161925" y="1256193"/>
                  </a:lnTo>
                  <a:lnTo>
                    <a:pt x="6091580" y="1256080"/>
                  </a:lnTo>
                  <a:lnTo>
                    <a:pt x="6021236" y="1255954"/>
                  </a:lnTo>
                  <a:lnTo>
                    <a:pt x="5950891" y="1255814"/>
                  </a:lnTo>
                  <a:lnTo>
                    <a:pt x="5880547" y="1255659"/>
                  </a:lnTo>
                  <a:lnTo>
                    <a:pt x="5810202" y="1255486"/>
                  </a:lnTo>
                  <a:lnTo>
                    <a:pt x="5739858" y="1255293"/>
                  </a:lnTo>
                  <a:lnTo>
                    <a:pt x="5669513" y="1255079"/>
                  </a:lnTo>
                  <a:lnTo>
                    <a:pt x="5599169" y="1254841"/>
                  </a:lnTo>
                  <a:lnTo>
                    <a:pt x="5528824" y="1254576"/>
                  </a:lnTo>
                  <a:lnTo>
                    <a:pt x="5458480" y="1254281"/>
                  </a:lnTo>
                  <a:lnTo>
                    <a:pt x="5388135" y="1253954"/>
                  </a:lnTo>
                  <a:lnTo>
                    <a:pt x="5317791" y="1253589"/>
                  </a:lnTo>
                  <a:lnTo>
                    <a:pt x="5247446" y="1253184"/>
                  </a:lnTo>
                  <a:lnTo>
                    <a:pt x="5177102" y="1252733"/>
                  </a:lnTo>
                  <a:lnTo>
                    <a:pt x="5106757" y="1252232"/>
                  </a:lnTo>
                  <a:lnTo>
                    <a:pt x="5036413" y="1251674"/>
                  </a:lnTo>
                  <a:lnTo>
                    <a:pt x="4966068" y="1251054"/>
                  </a:lnTo>
                  <a:lnTo>
                    <a:pt x="4895724" y="1250364"/>
                  </a:lnTo>
                  <a:lnTo>
                    <a:pt x="4825379" y="1249597"/>
                  </a:lnTo>
                  <a:lnTo>
                    <a:pt x="4755035" y="1248744"/>
                  </a:lnTo>
                  <a:lnTo>
                    <a:pt x="4684690" y="1247795"/>
                  </a:lnTo>
                  <a:lnTo>
                    <a:pt x="4614346" y="1246740"/>
                  </a:lnTo>
                  <a:lnTo>
                    <a:pt x="4544001" y="1245566"/>
                  </a:lnTo>
                  <a:lnTo>
                    <a:pt x="4473657" y="1244260"/>
                  </a:lnTo>
                  <a:lnTo>
                    <a:pt x="4403312" y="1242808"/>
                  </a:lnTo>
                  <a:lnTo>
                    <a:pt x="4332968" y="1241193"/>
                  </a:lnTo>
                  <a:lnTo>
                    <a:pt x="4262623" y="1239397"/>
                  </a:lnTo>
                  <a:lnTo>
                    <a:pt x="4192279" y="1237400"/>
                  </a:lnTo>
                  <a:lnTo>
                    <a:pt x="4121934" y="1235178"/>
                  </a:lnTo>
                  <a:lnTo>
                    <a:pt x="4051590" y="1232707"/>
                  </a:lnTo>
                  <a:lnTo>
                    <a:pt x="3981245" y="1229959"/>
                  </a:lnTo>
                  <a:lnTo>
                    <a:pt x="3910901" y="1226902"/>
                  </a:lnTo>
                  <a:lnTo>
                    <a:pt x="3840556" y="1223503"/>
                  </a:lnTo>
                  <a:lnTo>
                    <a:pt x="3770212" y="1219722"/>
                  </a:lnTo>
                  <a:lnTo>
                    <a:pt x="3699867" y="1215517"/>
                  </a:lnTo>
                  <a:lnTo>
                    <a:pt x="3629523" y="1210840"/>
                  </a:lnTo>
                  <a:lnTo>
                    <a:pt x="3559178" y="1205639"/>
                  </a:lnTo>
                  <a:lnTo>
                    <a:pt x="3488834" y="1199854"/>
                  </a:lnTo>
                  <a:lnTo>
                    <a:pt x="3418490" y="1193420"/>
                  </a:lnTo>
                  <a:lnTo>
                    <a:pt x="3348145" y="1186264"/>
                  </a:lnTo>
                  <a:lnTo>
                    <a:pt x="3277801" y="1178305"/>
                  </a:lnTo>
                  <a:lnTo>
                    <a:pt x="3207456" y="1169453"/>
                  </a:lnTo>
                  <a:lnTo>
                    <a:pt x="3137112" y="1159608"/>
                  </a:lnTo>
                  <a:lnTo>
                    <a:pt x="3066767" y="1148659"/>
                  </a:lnTo>
                  <a:lnTo>
                    <a:pt x="2996423" y="1136481"/>
                  </a:lnTo>
                  <a:lnTo>
                    <a:pt x="2926078" y="1122936"/>
                  </a:lnTo>
                  <a:lnTo>
                    <a:pt x="2855734" y="1107873"/>
                  </a:lnTo>
                  <a:lnTo>
                    <a:pt x="2785389" y="1091119"/>
                  </a:lnTo>
                  <a:lnTo>
                    <a:pt x="2715045" y="1072485"/>
                  </a:lnTo>
                  <a:lnTo>
                    <a:pt x="2644700" y="1051761"/>
                  </a:lnTo>
                  <a:lnTo>
                    <a:pt x="2574356" y="1028711"/>
                  </a:lnTo>
                  <a:lnTo>
                    <a:pt x="2504011" y="1003076"/>
                  </a:lnTo>
                  <a:lnTo>
                    <a:pt x="2433667" y="974564"/>
                  </a:lnTo>
                  <a:lnTo>
                    <a:pt x="2363322" y="952007"/>
                  </a:lnTo>
                  <a:lnTo>
                    <a:pt x="2292978" y="938874"/>
                  </a:lnTo>
                  <a:lnTo>
                    <a:pt x="2222633" y="925175"/>
                  </a:lnTo>
                  <a:lnTo>
                    <a:pt x="2152289" y="910888"/>
                  </a:lnTo>
                  <a:lnTo>
                    <a:pt x="2081944" y="895985"/>
                  </a:lnTo>
                  <a:lnTo>
                    <a:pt x="2011600" y="880441"/>
                  </a:lnTo>
                  <a:lnTo>
                    <a:pt x="1941255" y="864228"/>
                  </a:lnTo>
                  <a:lnTo>
                    <a:pt x="1870911" y="847318"/>
                  </a:lnTo>
                  <a:lnTo>
                    <a:pt x="1800566" y="829680"/>
                  </a:lnTo>
                  <a:lnTo>
                    <a:pt x="1730222" y="811283"/>
                  </a:lnTo>
                  <a:lnTo>
                    <a:pt x="1659877" y="792094"/>
                  </a:lnTo>
                  <a:lnTo>
                    <a:pt x="1589533" y="772079"/>
                  </a:lnTo>
                  <a:lnTo>
                    <a:pt x="1519188" y="751204"/>
                  </a:lnTo>
                  <a:lnTo>
                    <a:pt x="1448844" y="729429"/>
                  </a:lnTo>
                  <a:lnTo>
                    <a:pt x="1378499" y="706718"/>
                  </a:lnTo>
                  <a:lnTo>
                    <a:pt x="1308155" y="683030"/>
                  </a:lnTo>
                  <a:lnTo>
                    <a:pt x="1237810" y="658322"/>
                  </a:lnTo>
                  <a:lnTo>
                    <a:pt x="1167466" y="632551"/>
                  </a:lnTo>
                  <a:lnTo>
                    <a:pt x="1097121" y="605671"/>
                  </a:lnTo>
                  <a:lnTo>
                    <a:pt x="1026777" y="577634"/>
                  </a:lnTo>
                  <a:lnTo>
                    <a:pt x="956432" y="548391"/>
                  </a:lnTo>
                  <a:lnTo>
                    <a:pt x="886088" y="517890"/>
                  </a:lnTo>
                  <a:lnTo>
                    <a:pt x="815743" y="486075"/>
                  </a:lnTo>
                  <a:lnTo>
                    <a:pt x="745399" y="452892"/>
                  </a:lnTo>
                  <a:lnTo>
                    <a:pt x="675054" y="418281"/>
                  </a:lnTo>
                  <a:lnTo>
                    <a:pt x="604710" y="382181"/>
                  </a:lnTo>
                  <a:lnTo>
                    <a:pt x="534365" y="344527"/>
                  </a:lnTo>
                  <a:lnTo>
                    <a:pt x="464021" y="305253"/>
                  </a:lnTo>
                  <a:lnTo>
                    <a:pt x="393676" y="264288"/>
                  </a:lnTo>
                  <a:lnTo>
                    <a:pt x="323332" y="221561"/>
                  </a:lnTo>
                  <a:lnTo>
                    <a:pt x="252987" y="176995"/>
                  </a:lnTo>
                  <a:lnTo>
                    <a:pt x="182643" y="130512"/>
                  </a:lnTo>
                  <a:lnTo>
                    <a:pt x="112298" y="82028"/>
                  </a:lnTo>
                  <a:lnTo>
                    <a:pt x="41954" y="314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32894" y="2143092"/>
              <a:ext cx="5266522" cy="1252353"/>
            </a:xfrm>
            <a:custGeom>
              <a:avLst/>
              <a:pathLst>
                <a:path w="5266522" h="1252353">
                  <a:moveTo>
                    <a:pt x="0" y="0"/>
                  </a:moveTo>
                  <a:lnTo>
                    <a:pt x="61030" y="78783"/>
                  </a:lnTo>
                  <a:lnTo>
                    <a:pt x="131374" y="163093"/>
                  </a:lnTo>
                  <a:lnTo>
                    <a:pt x="201719" y="241371"/>
                  </a:lnTo>
                  <a:lnTo>
                    <a:pt x="272063" y="314049"/>
                  </a:lnTo>
                  <a:lnTo>
                    <a:pt x="342408" y="381527"/>
                  </a:lnTo>
                  <a:lnTo>
                    <a:pt x="412752" y="444177"/>
                  </a:lnTo>
                  <a:lnTo>
                    <a:pt x="483097" y="502345"/>
                  </a:lnTo>
                  <a:lnTo>
                    <a:pt x="553441" y="556352"/>
                  </a:lnTo>
                  <a:lnTo>
                    <a:pt x="623786" y="606494"/>
                  </a:lnTo>
                  <a:lnTo>
                    <a:pt x="694130" y="653049"/>
                  </a:lnTo>
                  <a:lnTo>
                    <a:pt x="764475" y="696273"/>
                  </a:lnTo>
                  <a:lnTo>
                    <a:pt x="834819" y="736405"/>
                  </a:lnTo>
                  <a:lnTo>
                    <a:pt x="905164" y="773665"/>
                  </a:lnTo>
                  <a:lnTo>
                    <a:pt x="975508" y="808260"/>
                  </a:lnTo>
                  <a:lnTo>
                    <a:pt x="1045853" y="840380"/>
                  </a:lnTo>
                  <a:lnTo>
                    <a:pt x="1116197" y="870201"/>
                  </a:lnTo>
                  <a:lnTo>
                    <a:pt x="1186542" y="897889"/>
                  </a:lnTo>
                  <a:lnTo>
                    <a:pt x="1256886" y="923596"/>
                  </a:lnTo>
                  <a:lnTo>
                    <a:pt x="1327231" y="947464"/>
                  </a:lnTo>
                  <a:lnTo>
                    <a:pt x="1397575" y="969625"/>
                  </a:lnTo>
                  <a:lnTo>
                    <a:pt x="1467919" y="990199"/>
                  </a:lnTo>
                  <a:lnTo>
                    <a:pt x="1538264" y="1009302"/>
                  </a:lnTo>
                  <a:lnTo>
                    <a:pt x="1608608" y="1027038"/>
                  </a:lnTo>
                  <a:lnTo>
                    <a:pt x="1678953" y="1043505"/>
                  </a:lnTo>
                  <a:lnTo>
                    <a:pt x="1749297" y="1058794"/>
                  </a:lnTo>
                  <a:lnTo>
                    <a:pt x="1819642" y="1072989"/>
                  </a:lnTo>
                  <a:lnTo>
                    <a:pt x="1889986" y="1086169"/>
                  </a:lnTo>
                  <a:lnTo>
                    <a:pt x="1960331" y="1098405"/>
                  </a:lnTo>
                  <a:lnTo>
                    <a:pt x="2030675" y="1109766"/>
                  </a:lnTo>
                  <a:lnTo>
                    <a:pt x="2101020" y="1120315"/>
                  </a:lnTo>
                  <a:lnTo>
                    <a:pt x="2171364" y="1130108"/>
                  </a:lnTo>
                  <a:lnTo>
                    <a:pt x="2241709" y="1139201"/>
                  </a:lnTo>
                  <a:lnTo>
                    <a:pt x="2312053" y="1147644"/>
                  </a:lnTo>
                  <a:lnTo>
                    <a:pt x="2382398" y="1155482"/>
                  </a:lnTo>
                  <a:lnTo>
                    <a:pt x="2452742" y="1162760"/>
                  </a:lnTo>
                  <a:lnTo>
                    <a:pt x="2523087" y="1169516"/>
                  </a:lnTo>
                  <a:lnTo>
                    <a:pt x="2593431" y="1175790"/>
                  </a:lnTo>
                  <a:lnTo>
                    <a:pt x="2663776" y="1181615"/>
                  </a:lnTo>
                  <a:lnTo>
                    <a:pt x="2734120" y="1187022"/>
                  </a:lnTo>
                  <a:lnTo>
                    <a:pt x="2804465" y="1192043"/>
                  </a:lnTo>
                  <a:lnTo>
                    <a:pt x="2874809" y="1196705"/>
                  </a:lnTo>
                  <a:lnTo>
                    <a:pt x="2945154" y="1201033"/>
                  </a:lnTo>
                  <a:lnTo>
                    <a:pt x="3015498" y="1205052"/>
                  </a:lnTo>
                  <a:lnTo>
                    <a:pt x="3085843" y="1208783"/>
                  </a:lnTo>
                  <a:lnTo>
                    <a:pt x="3156187" y="1212247"/>
                  </a:lnTo>
                  <a:lnTo>
                    <a:pt x="3226532" y="1215463"/>
                  </a:lnTo>
                  <a:lnTo>
                    <a:pt x="3296876" y="1218450"/>
                  </a:lnTo>
                  <a:lnTo>
                    <a:pt x="3367221" y="1221222"/>
                  </a:lnTo>
                  <a:lnTo>
                    <a:pt x="3437565" y="1223796"/>
                  </a:lnTo>
                  <a:lnTo>
                    <a:pt x="3507910" y="1226186"/>
                  </a:lnTo>
                  <a:lnTo>
                    <a:pt x="3578254" y="1228405"/>
                  </a:lnTo>
                  <a:lnTo>
                    <a:pt x="3648599" y="1230466"/>
                  </a:lnTo>
                  <a:lnTo>
                    <a:pt x="3718943" y="1232378"/>
                  </a:lnTo>
                  <a:lnTo>
                    <a:pt x="3789288" y="1234154"/>
                  </a:lnTo>
                  <a:lnTo>
                    <a:pt x="3859632" y="1235803"/>
                  </a:lnTo>
                  <a:lnTo>
                    <a:pt x="3929977" y="1237334"/>
                  </a:lnTo>
                  <a:lnTo>
                    <a:pt x="4000321" y="1238756"/>
                  </a:lnTo>
                  <a:lnTo>
                    <a:pt x="4070666" y="1240075"/>
                  </a:lnTo>
                  <a:lnTo>
                    <a:pt x="4141010" y="1241301"/>
                  </a:lnTo>
                  <a:lnTo>
                    <a:pt x="4211355" y="1242438"/>
                  </a:lnTo>
                  <a:lnTo>
                    <a:pt x="4281699" y="1243495"/>
                  </a:lnTo>
                  <a:lnTo>
                    <a:pt x="4352044" y="1244475"/>
                  </a:lnTo>
                  <a:lnTo>
                    <a:pt x="4422388" y="1245386"/>
                  </a:lnTo>
                  <a:lnTo>
                    <a:pt x="4492733" y="1246231"/>
                  </a:lnTo>
                  <a:lnTo>
                    <a:pt x="4563077" y="1247016"/>
                  </a:lnTo>
                  <a:lnTo>
                    <a:pt x="4633422" y="1247745"/>
                  </a:lnTo>
                  <a:lnTo>
                    <a:pt x="4703766" y="1248421"/>
                  </a:lnTo>
                  <a:lnTo>
                    <a:pt x="4774111" y="1249050"/>
                  </a:lnTo>
                  <a:lnTo>
                    <a:pt x="4844455" y="1249633"/>
                  </a:lnTo>
                  <a:lnTo>
                    <a:pt x="4914800" y="1250174"/>
                  </a:lnTo>
                  <a:lnTo>
                    <a:pt x="4985144" y="1250677"/>
                  </a:lnTo>
                  <a:lnTo>
                    <a:pt x="5055489" y="1251144"/>
                  </a:lnTo>
                  <a:lnTo>
                    <a:pt x="5125833" y="1251577"/>
                  </a:lnTo>
                  <a:lnTo>
                    <a:pt x="5196177" y="1251980"/>
                  </a:lnTo>
                  <a:lnTo>
                    <a:pt x="5266522" y="12523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250689" y="2751517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2.45 (1.66-3.62), p_Bonf = &lt;0.001 (n = 6)  |  per IQR decline (Δ = 28.0 %): 12.37 (4.17-36.72)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896802" y="4336484"/>
              <a:ext cx="6302614" cy="1256387"/>
            </a:xfrm>
            <a:custGeom>
              <a:avLst/>
              <a:pathLst>
                <a:path w="6302614" h="1256387">
                  <a:moveTo>
                    <a:pt x="1446465" y="0"/>
                  </a:moveTo>
                  <a:lnTo>
                    <a:pt x="1448844" y="4751"/>
                  </a:lnTo>
                  <a:lnTo>
                    <a:pt x="1519188" y="131094"/>
                  </a:lnTo>
                  <a:lnTo>
                    <a:pt x="1589533" y="244692"/>
                  </a:lnTo>
                  <a:lnTo>
                    <a:pt x="1659877" y="346831"/>
                  </a:lnTo>
                  <a:lnTo>
                    <a:pt x="1730222" y="438666"/>
                  </a:lnTo>
                  <a:lnTo>
                    <a:pt x="1800566" y="521238"/>
                  </a:lnTo>
                  <a:lnTo>
                    <a:pt x="1870911" y="595479"/>
                  </a:lnTo>
                  <a:lnTo>
                    <a:pt x="1941255" y="662232"/>
                  </a:lnTo>
                  <a:lnTo>
                    <a:pt x="2011600" y="722250"/>
                  </a:lnTo>
                  <a:lnTo>
                    <a:pt x="2081944" y="776215"/>
                  </a:lnTo>
                  <a:lnTo>
                    <a:pt x="2152289" y="824735"/>
                  </a:lnTo>
                  <a:lnTo>
                    <a:pt x="2222633" y="868361"/>
                  </a:lnTo>
                  <a:lnTo>
                    <a:pt x="2292978" y="907586"/>
                  </a:lnTo>
                  <a:lnTo>
                    <a:pt x="2363322" y="942854"/>
                  </a:lnTo>
                  <a:lnTo>
                    <a:pt x="2433667" y="964598"/>
                  </a:lnTo>
                  <a:lnTo>
                    <a:pt x="2504011" y="976670"/>
                  </a:lnTo>
                  <a:lnTo>
                    <a:pt x="2574356" y="988244"/>
                  </a:lnTo>
                  <a:lnTo>
                    <a:pt x="2644700" y="999340"/>
                  </a:lnTo>
                  <a:lnTo>
                    <a:pt x="2715045" y="1009979"/>
                  </a:lnTo>
                  <a:lnTo>
                    <a:pt x="2785389" y="1020178"/>
                  </a:lnTo>
                  <a:lnTo>
                    <a:pt x="2855734" y="1029957"/>
                  </a:lnTo>
                  <a:lnTo>
                    <a:pt x="2926078" y="1039332"/>
                  </a:lnTo>
                  <a:lnTo>
                    <a:pt x="2996423" y="1048321"/>
                  </a:lnTo>
                  <a:lnTo>
                    <a:pt x="3066767" y="1056939"/>
                  </a:lnTo>
                  <a:lnTo>
                    <a:pt x="3137112" y="1065201"/>
                  </a:lnTo>
                  <a:lnTo>
                    <a:pt x="3207456" y="1073122"/>
                  </a:lnTo>
                  <a:lnTo>
                    <a:pt x="3277801" y="1080717"/>
                  </a:lnTo>
                  <a:lnTo>
                    <a:pt x="3348145" y="1087998"/>
                  </a:lnTo>
                  <a:lnTo>
                    <a:pt x="3418490" y="1094979"/>
                  </a:lnTo>
                  <a:lnTo>
                    <a:pt x="3488834" y="1101672"/>
                  </a:lnTo>
                  <a:lnTo>
                    <a:pt x="3559178" y="1108088"/>
                  </a:lnTo>
                  <a:lnTo>
                    <a:pt x="3629523" y="1114240"/>
                  </a:lnTo>
                  <a:lnTo>
                    <a:pt x="3699867" y="1120138"/>
                  </a:lnTo>
                  <a:lnTo>
                    <a:pt x="3770212" y="1125793"/>
                  </a:lnTo>
                  <a:lnTo>
                    <a:pt x="3840556" y="1131215"/>
                  </a:lnTo>
                  <a:lnTo>
                    <a:pt x="3910901" y="1136412"/>
                  </a:lnTo>
                  <a:lnTo>
                    <a:pt x="3981245" y="1141396"/>
                  </a:lnTo>
                  <a:lnTo>
                    <a:pt x="4051590" y="1146174"/>
                  </a:lnTo>
                  <a:lnTo>
                    <a:pt x="4121934" y="1150754"/>
                  </a:lnTo>
                  <a:lnTo>
                    <a:pt x="4192279" y="1155146"/>
                  </a:lnTo>
                  <a:lnTo>
                    <a:pt x="4262623" y="1159356"/>
                  </a:lnTo>
                  <a:lnTo>
                    <a:pt x="4332968" y="1163393"/>
                  </a:lnTo>
                  <a:lnTo>
                    <a:pt x="4403312" y="1167263"/>
                  </a:lnTo>
                  <a:lnTo>
                    <a:pt x="4473657" y="1170974"/>
                  </a:lnTo>
                  <a:lnTo>
                    <a:pt x="4544001" y="1174531"/>
                  </a:lnTo>
                  <a:lnTo>
                    <a:pt x="4614346" y="1177942"/>
                  </a:lnTo>
                  <a:lnTo>
                    <a:pt x="4684690" y="1181212"/>
                  </a:lnTo>
                  <a:lnTo>
                    <a:pt x="4755035" y="1184347"/>
                  </a:lnTo>
                  <a:lnTo>
                    <a:pt x="4825379" y="1187353"/>
                  </a:lnTo>
                  <a:lnTo>
                    <a:pt x="4895724" y="1190235"/>
                  </a:lnTo>
                  <a:lnTo>
                    <a:pt x="4966068" y="1192997"/>
                  </a:lnTo>
                  <a:lnTo>
                    <a:pt x="5036413" y="1195646"/>
                  </a:lnTo>
                  <a:lnTo>
                    <a:pt x="5106757" y="1198186"/>
                  </a:lnTo>
                  <a:lnTo>
                    <a:pt x="5177102" y="1200621"/>
                  </a:lnTo>
                  <a:lnTo>
                    <a:pt x="5247446" y="1202955"/>
                  </a:lnTo>
                  <a:lnTo>
                    <a:pt x="5317791" y="1205193"/>
                  </a:lnTo>
                  <a:lnTo>
                    <a:pt x="5388135" y="1207339"/>
                  </a:lnTo>
                  <a:lnTo>
                    <a:pt x="5458480" y="1209396"/>
                  </a:lnTo>
                  <a:lnTo>
                    <a:pt x="5528824" y="1211368"/>
                  </a:lnTo>
                  <a:lnTo>
                    <a:pt x="5599169" y="1213259"/>
                  </a:lnTo>
                  <a:lnTo>
                    <a:pt x="5669513" y="1215072"/>
                  </a:lnTo>
                  <a:lnTo>
                    <a:pt x="5739858" y="1216810"/>
                  </a:lnTo>
                  <a:lnTo>
                    <a:pt x="5810202" y="1218477"/>
                  </a:lnTo>
                  <a:lnTo>
                    <a:pt x="5880547" y="1220074"/>
                  </a:lnTo>
                  <a:lnTo>
                    <a:pt x="5950891" y="1221606"/>
                  </a:lnTo>
                  <a:lnTo>
                    <a:pt x="6021236" y="1223075"/>
                  </a:lnTo>
                  <a:lnTo>
                    <a:pt x="6091580" y="1224483"/>
                  </a:lnTo>
                  <a:lnTo>
                    <a:pt x="6161925" y="1225833"/>
                  </a:lnTo>
                  <a:lnTo>
                    <a:pt x="6232269" y="1227127"/>
                  </a:lnTo>
                  <a:lnTo>
                    <a:pt x="6302614" y="1228368"/>
                  </a:lnTo>
                  <a:lnTo>
                    <a:pt x="6302614" y="1256387"/>
                  </a:lnTo>
                  <a:lnTo>
                    <a:pt x="6232269" y="1256295"/>
                  </a:lnTo>
                  <a:lnTo>
                    <a:pt x="6161925" y="1256193"/>
                  </a:lnTo>
                  <a:lnTo>
                    <a:pt x="6091580" y="1256080"/>
                  </a:lnTo>
                  <a:lnTo>
                    <a:pt x="6021236" y="1255954"/>
                  </a:lnTo>
                  <a:lnTo>
                    <a:pt x="5950891" y="1255814"/>
                  </a:lnTo>
                  <a:lnTo>
                    <a:pt x="5880547" y="1255659"/>
                  </a:lnTo>
                  <a:lnTo>
                    <a:pt x="5810202" y="1255486"/>
                  </a:lnTo>
                  <a:lnTo>
                    <a:pt x="5739858" y="1255293"/>
                  </a:lnTo>
                  <a:lnTo>
                    <a:pt x="5669513" y="1255079"/>
                  </a:lnTo>
                  <a:lnTo>
                    <a:pt x="5599169" y="1254841"/>
                  </a:lnTo>
                  <a:lnTo>
                    <a:pt x="5528824" y="1254576"/>
                  </a:lnTo>
                  <a:lnTo>
                    <a:pt x="5458480" y="1254281"/>
                  </a:lnTo>
                  <a:lnTo>
                    <a:pt x="5388135" y="1253954"/>
                  </a:lnTo>
                  <a:lnTo>
                    <a:pt x="5317791" y="1253589"/>
                  </a:lnTo>
                  <a:lnTo>
                    <a:pt x="5247446" y="1253184"/>
                  </a:lnTo>
                  <a:lnTo>
                    <a:pt x="5177102" y="1252733"/>
                  </a:lnTo>
                  <a:lnTo>
                    <a:pt x="5106757" y="1252232"/>
                  </a:lnTo>
                  <a:lnTo>
                    <a:pt x="5036413" y="1251674"/>
                  </a:lnTo>
                  <a:lnTo>
                    <a:pt x="4966068" y="1251054"/>
                  </a:lnTo>
                  <a:lnTo>
                    <a:pt x="4895724" y="1250364"/>
                  </a:lnTo>
                  <a:lnTo>
                    <a:pt x="4825379" y="1249597"/>
                  </a:lnTo>
                  <a:lnTo>
                    <a:pt x="4755035" y="1248744"/>
                  </a:lnTo>
                  <a:lnTo>
                    <a:pt x="4684690" y="1247795"/>
                  </a:lnTo>
                  <a:lnTo>
                    <a:pt x="4614346" y="1246740"/>
                  </a:lnTo>
                  <a:lnTo>
                    <a:pt x="4544001" y="1245566"/>
                  </a:lnTo>
                  <a:lnTo>
                    <a:pt x="4473657" y="1244260"/>
                  </a:lnTo>
                  <a:lnTo>
                    <a:pt x="4403312" y="1242808"/>
                  </a:lnTo>
                  <a:lnTo>
                    <a:pt x="4332968" y="1241193"/>
                  </a:lnTo>
                  <a:lnTo>
                    <a:pt x="4262623" y="1239397"/>
                  </a:lnTo>
                  <a:lnTo>
                    <a:pt x="4192279" y="1237400"/>
                  </a:lnTo>
                  <a:lnTo>
                    <a:pt x="4121934" y="1235178"/>
                  </a:lnTo>
                  <a:lnTo>
                    <a:pt x="4051590" y="1232707"/>
                  </a:lnTo>
                  <a:lnTo>
                    <a:pt x="3981245" y="1229959"/>
                  </a:lnTo>
                  <a:lnTo>
                    <a:pt x="3910901" y="1226902"/>
                  </a:lnTo>
                  <a:lnTo>
                    <a:pt x="3840556" y="1223503"/>
                  </a:lnTo>
                  <a:lnTo>
                    <a:pt x="3770212" y="1219722"/>
                  </a:lnTo>
                  <a:lnTo>
                    <a:pt x="3699867" y="1215517"/>
                  </a:lnTo>
                  <a:lnTo>
                    <a:pt x="3629523" y="1210840"/>
                  </a:lnTo>
                  <a:lnTo>
                    <a:pt x="3559178" y="1205639"/>
                  </a:lnTo>
                  <a:lnTo>
                    <a:pt x="3488834" y="1199854"/>
                  </a:lnTo>
                  <a:lnTo>
                    <a:pt x="3418490" y="1193420"/>
                  </a:lnTo>
                  <a:lnTo>
                    <a:pt x="3348145" y="1186264"/>
                  </a:lnTo>
                  <a:lnTo>
                    <a:pt x="3277801" y="1178305"/>
                  </a:lnTo>
                  <a:lnTo>
                    <a:pt x="3207456" y="1169453"/>
                  </a:lnTo>
                  <a:lnTo>
                    <a:pt x="3137112" y="1159608"/>
                  </a:lnTo>
                  <a:lnTo>
                    <a:pt x="3066767" y="1148659"/>
                  </a:lnTo>
                  <a:lnTo>
                    <a:pt x="2996423" y="1136481"/>
                  </a:lnTo>
                  <a:lnTo>
                    <a:pt x="2926078" y="1122936"/>
                  </a:lnTo>
                  <a:lnTo>
                    <a:pt x="2855734" y="1107873"/>
                  </a:lnTo>
                  <a:lnTo>
                    <a:pt x="2785389" y="1091119"/>
                  </a:lnTo>
                  <a:lnTo>
                    <a:pt x="2715045" y="1072485"/>
                  </a:lnTo>
                  <a:lnTo>
                    <a:pt x="2644700" y="1051761"/>
                  </a:lnTo>
                  <a:lnTo>
                    <a:pt x="2574356" y="1028711"/>
                  </a:lnTo>
                  <a:lnTo>
                    <a:pt x="2504011" y="1003076"/>
                  </a:lnTo>
                  <a:lnTo>
                    <a:pt x="2433667" y="974564"/>
                  </a:lnTo>
                  <a:lnTo>
                    <a:pt x="2363322" y="952007"/>
                  </a:lnTo>
                  <a:lnTo>
                    <a:pt x="2292978" y="938874"/>
                  </a:lnTo>
                  <a:lnTo>
                    <a:pt x="2222633" y="925175"/>
                  </a:lnTo>
                  <a:lnTo>
                    <a:pt x="2152289" y="910888"/>
                  </a:lnTo>
                  <a:lnTo>
                    <a:pt x="2081944" y="895985"/>
                  </a:lnTo>
                  <a:lnTo>
                    <a:pt x="2011600" y="880441"/>
                  </a:lnTo>
                  <a:lnTo>
                    <a:pt x="1941255" y="864228"/>
                  </a:lnTo>
                  <a:lnTo>
                    <a:pt x="1870911" y="847318"/>
                  </a:lnTo>
                  <a:lnTo>
                    <a:pt x="1800566" y="829680"/>
                  </a:lnTo>
                  <a:lnTo>
                    <a:pt x="1730222" y="811283"/>
                  </a:lnTo>
                  <a:lnTo>
                    <a:pt x="1659877" y="792094"/>
                  </a:lnTo>
                  <a:lnTo>
                    <a:pt x="1589533" y="772079"/>
                  </a:lnTo>
                  <a:lnTo>
                    <a:pt x="1519188" y="751204"/>
                  </a:lnTo>
                  <a:lnTo>
                    <a:pt x="1448844" y="729429"/>
                  </a:lnTo>
                  <a:lnTo>
                    <a:pt x="1378499" y="706718"/>
                  </a:lnTo>
                  <a:lnTo>
                    <a:pt x="1308155" y="683030"/>
                  </a:lnTo>
                  <a:lnTo>
                    <a:pt x="1237810" y="658322"/>
                  </a:lnTo>
                  <a:lnTo>
                    <a:pt x="1167466" y="632551"/>
                  </a:lnTo>
                  <a:lnTo>
                    <a:pt x="1097121" y="605671"/>
                  </a:lnTo>
                  <a:lnTo>
                    <a:pt x="1026777" y="577634"/>
                  </a:lnTo>
                  <a:lnTo>
                    <a:pt x="956432" y="548391"/>
                  </a:lnTo>
                  <a:lnTo>
                    <a:pt x="886088" y="517890"/>
                  </a:lnTo>
                  <a:lnTo>
                    <a:pt x="815743" y="486075"/>
                  </a:lnTo>
                  <a:lnTo>
                    <a:pt x="745399" y="452892"/>
                  </a:lnTo>
                  <a:lnTo>
                    <a:pt x="675054" y="418281"/>
                  </a:lnTo>
                  <a:lnTo>
                    <a:pt x="604710" y="382181"/>
                  </a:lnTo>
                  <a:lnTo>
                    <a:pt x="534365" y="344527"/>
                  </a:lnTo>
                  <a:lnTo>
                    <a:pt x="464021" y="305253"/>
                  </a:lnTo>
                  <a:lnTo>
                    <a:pt x="393676" y="264288"/>
                  </a:lnTo>
                  <a:lnTo>
                    <a:pt x="323332" y="221561"/>
                  </a:lnTo>
                  <a:lnTo>
                    <a:pt x="252987" y="176995"/>
                  </a:lnTo>
                  <a:lnTo>
                    <a:pt x="182643" y="130512"/>
                  </a:lnTo>
                  <a:lnTo>
                    <a:pt x="112298" y="82028"/>
                  </a:lnTo>
                  <a:lnTo>
                    <a:pt x="41954" y="314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343268" y="4336484"/>
              <a:ext cx="4856148" cy="1228368"/>
            </a:xfrm>
            <a:custGeom>
              <a:avLst/>
              <a:pathLst>
                <a:path w="4856148" h="1228368">
                  <a:moveTo>
                    <a:pt x="0" y="0"/>
                  </a:moveTo>
                  <a:lnTo>
                    <a:pt x="2378" y="4751"/>
                  </a:lnTo>
                  <a:lnTo>
                    <a:pt x="72723" y="131094"/>
                  </a:lnTo>
                  <a:lnTo>
                    <a:pt x="143067" y="244692"/>
                  </a:lnTo>
                  <a:lnTo>
                    <a:pt x="213412" y="346831"/>
                  </a:lnTo>
                  <a:lnTo>
                    <a:pt x="283756" y="438666"/>
                  </a:lnTo>
                  <a:lnTo>
                    <a:pt x="354101" y="521238"/>
                  </a:lnTo>
                  <a:lnTo>
                    <a:pt x="424445" y="595479"/>
                  </a:lnTo>
                  <a:lnTo>
                    <a:pt x="494790" y="662232"/>
                  </a:lnTo>
                  <a:lnTo>
                    <a:pt x="565134" y="722250"/>
                  </a:lnTo>
                  <a:lnTo>
                    <a:pt x="635479" y="776215"/>
                  </a:lnTo>
                  <a:lnTo>
                    <a:pt x="705823" y="824735"/>
                  </a:lnTo>
                  <a:lnTo>
                    <a:pt x="776168" y="868361"/>
                  </a:lnTo>
                  <a:lnTo>
                    <a:pt x="846512" y="907586"/>
                  </a:lnTo>
                  <a:lnTo>
                    <a:pt x="916857" y="942854"/>
                  </a:lnTo>
                  <a:lnTo>
                    <a:pt x="987201" y="964598"/>
                  </a:lnTo>
                  <a:lnTo>
                    <a:pt x="1057546" y="976670"/>
                  </a:lnTo>
                  <a:lnTo>
                    <a:pt x="1127890" y="988244"/>
                  </a:lnTo>
                  <a:lnTo>
                    <a:pt x="1198235" y="999340"/>
                  </a:lnTo>
                  <a:lnTo>
                    <a:pt x="1268579" y="1009979"/>
                  </a:lnTo>
                  <a:lnTo>
                    <a:pt x="1338924" y="1020178"/>
                  </a:lnTo>
                  <a:lnTo>
                    <a:pt x="1409268" y="1029957"/>
                  </a:lnTo>
                  <a:lnTo>
                    <a:pt x="1479613" y="1039332"/>
                  </a:lnTo>
                  <a:lnTo>
                    <a:pt x="1549957" y="1048321"/>
                  </a:lnTo>
                  <a:lnTo>
                    <a:pt x="1620302" y="1056939"/>
                  </a:lnTo>
                  <a:lnTo>
                    <a:pt x="1690646" y="1065201"/>
                  </a:lnTo>
                  <a:lnTo>
                    <a:pt x="1760990" y="1073122"/>
                  </a:lnTo>
                  <a:lnTo>
                    <a:pt x="1831335" y="1080717"/>
                  </a:lnTo>
                  <a:lnTo>
                    <a:pt x="1901679" y="1087998"/>
                  </a:lnTo>
                  <a:lnTo>
                    <a:pt x="1972024" y="1094979"/>
                  </a:lnTo>
                  <a:lnTo>
                    <a:pt x="2042368" y="1101672"/>
                  </a:lnTo>
                  <a:lnTo>
                    <a:pt x="2112713" y="1108088"/>
                  </a:lnTo>
                  <a:lnTo>
                    <a:pt x="2183057" y="1114240"/>
                  </a:lnTo>
                  <a:lnTo>
                    <a:pt x="2253402" y="1120138"/>
                  </a:lnTo>
                  <a:lnTo>
                    <a:pt x="2323746" y="1125793"/>
                  </a:lnTo>
                  <a:lnTo>
                    <a:pt x="2394091" y="1131215"/>
                  </a:lnTo>
                  <a:lnTo>
                    <a:pt x="2464435" y="1136412"/>
                  </a:lnTo>
                  <a:lnTo>
                    <a:pt x="2534780" y="1141396"/>
                  </a:lnTo>
                  <a:lnTo>
                    <a:pt x="2605124" y="1146174"/>
                  </a:lnTo>
                  <a:lnTo>
                    <a:pt x="2675469" y="1150754"/>
                  </a:lnTo>
                  <a:lnTo>
                    <a:pt x="2745813" y="1155146"/>
                  </a:lnTo>
                  <a:lnTo>
                    <a:pt x="2816158" y="1159356"/>
                  </a:lnTo>
                  <a:lnTo>
                    <a:pt x="2886502" y="1163393"/>
                  </a:lnTo>
                  <a:lnTo>
                    <a:pt x="2956847" y="1167263"/>
                  </a:lnTo>
                  <a:lnTo>
                    <a:pt x="3027191" y="1170974"/>
                  </a:lnTo>
                  <a:lnTo>
                    <a:pt x="3097536" y="1174531"/>
                  </a:lnTo>
                  <a:lnTo>
                    <a:pt x="3167880" y="1177942"/>
                  </a:lnTo>
                  <a:lnTo>
                    <a:pt x="3238225" y="1181212"/>
                  </a:lnTo>
                  <a:lnTo>
                    <a:pt x="3308569" y="1184347"/>
                  </a:lnTo>
                  <a:lnTo>
                    <a:pt x="3378914" y="1187353"/>
                  </a:lnTo>
                  <a:lnTo>
                    <a:pt x="3449258" y="1190235"/>
                  </a:lnTo>
                  <a:lnTo>
                    <a:pt x="3519603" y="1192997"/>
                  </a:lnTo>
                  <a:lnTo>
                    <a:pt x="3589947" y="1195646"/>
                  </a:lnTo>
                  <a:lnTo>
                    <a:pt x="3660292" y="1198186"/>
                  </a:lnTo>
                  <a:lnTo>
                    <a:pt x="3730636" y="1200621"/>
                  </a:lnTo>
                  <a:lnTo>
                    <a:pt x="3800981" y="1202955"/>
                  </a:lnTo>
                  <a:lnTo>
                    <a:pt x="3871325" y="1205193"/>
                  </a:lnTo>
                  <a:lnTo>
                    <a:pt x="3941670" y="1207339"/>
                  </a:lnTo>
                  <a:lnTo>
                    <a:pt x="4012014" y="1209396"/>
                  </a:lnTo>
                  <a:lnTo>
                    <a:pt x="4082359" y="1211368"/>
                  </a:lnTo>
                  <a:lnTo>
                    <a:pt x="4152703" y="1213259"/>
                  </a:lnTo>
                  <a:lnTo>
                    <a:pt x="4223048" y="1215072"/>
                  </a:lnTo>
                  <a:lnTo>
                    <a:pt x="4293392" y="1216810"/>
                  </a:lnTo>
                  <a:lnTo>
                    <a:pt x="4363737" y="1218477"/>
                  </a:lnTo>
                  <a:lnTo>
                    <a:pt x="4434081" y="1220074"/>
                  </a:lnTo>
                  <a:lnTo>
                    <a:pt x="4504426" y="1221606"/>
                  </a:lnTo>
                  <a:lnTo>
                    <a:pt x="4574770" y="1223075"/>
                  </a:lnTo>
                  <a:lnTo>
                    <a:pt x="4645115" y="1224483"/>
                  </a:lnTo>
                  <a:lnTo>
                    <a:pt x="4715459" y="1225833"/>
                  </a:lnTo>
                  <a:lnTo>
                    <a:pt x="4785804" y="1227127"/>
                  </a:lnTo>
                  <a:lnTo>
                    <a:pt x="4856148" y="12283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896802" y="4336484"/>
              <a:ext cx="6302614" cy="1256387"/>
            </a:xfrm>
            <a:custGeom>
              <a:avLst/>
              <a:pathLst>
                <a:path w="6302614" h="1256387">
                  <a:moveTo>
                    <a:pt x="6302614" y="1256387"/>
                  </a:moveTo>
                  <a:lnTo>
                    <a:pt x="6232269" y="1256295"/>
                  </a:lnTo>
                  <a:lnTo>
                    <a:pt x="6161925" y="1256193"/>
                  </a:lnTo>
                  <a:lnTo>
                    <a:pt x="6091580" y="1256080"/>
                  </a:lnTo>
                  <a:lnTo>
                    <a:pt x="6021236" y="1255954"/>
                  </a:lnTo>
                  <a:lnTo>
                    <a:pt x="5950891" y="1255814"/>
                  </a:lnTo>
                  <a:lnTo>
                    <a:pt x="5880547" y="1255659"/>
                  </a:lnTo>
                  <a:lnTo>
                    <a:pt x="5810202" y="1255486"/>
                  </a:lnTo>
                  <a:lnTo>
                    <a:pt x="5739858" y="1255293"/>
                  </a:lnTo>
                  <a:lnTo>
                    <a:pt x="5669513" y="1255079"/>
                  </a:lnTo>
                  <a:lnTo>
                    <a:pt x="5599169" y="1254841"/>
                  </a:lnTo>
                  <a:lnTo>
                    <a:pt x="5528824" y="1254576"/>
                  </a:lnTo>
                  <a:lnTo>
                    <a:pt x="5458480" y="1254281"/>
                  </a:lnTo>
                  <a:lnTo>
                    <a:pt x="5388135" y="1253954"/>
                  </a:lnTo>
                  <a:lnTo>
                    <a:pt x="5317791" y="1253589"/>
                  </a:lnTo>
                  <a:lnTo>
                    <a:pt x="5247446" y="1253184"/>
                  </a:lnTo>
                  <a:lnTo>
                    <a:pt x="5177102" y="1252733"/>
                  </a:lnTo>
                  <a:lnTo>
                    <a:pt x="5106757" y="1252232"/>
                  </a:lnTo>
                  <a:lnTo>
                    <a:pt x="5036413" y="1251674"/>
                  </a:lnTo>
                  <a:lnTo>
                    <a:pt x="4966068" y="1251054"/>
                  </a:lnTo>
                  <a:lnTo>
                    <a:pt x="4895724" y="1250364"/>
                  </a:lnTo>
                  <a:lnTo>
                    <a:pt x="4825379" y="1249597"/>
                  </a:lnTo>
                  <a:lnTo>
                    <a:pt x="4755035" y="1248744"/>
                  </a:lnTo>
                  <a:lnTo>
                    <a:pt x="4684690" y="1247795"/>
                  </a:lnTo>
                  <a:lnTo>
                    <a:pt x="4614346" y="1246740"/>
                  </a:lnTo>
                  <a:lnTo>
                    <a:pt x="4544001" y="1245566"/>
                  </a:lnTo>
                  <a:lnTo>
                    <a:pt x="4473657" y="1244260"/>
                  </a:lnTo>
                  <a:lnTo>
                    <a:pt x="4403312" y="1242808"/>
                  </a:lnTo>
                  <a:lnTo>
                    <a:pt x="4332968" y="1241193"/>
                  </a:lnTo>
                  <a:lnTo>
                    <a:pt x="4262623" y="1239397"/>
                  </a:lnTo>
                  <a:lnTo>
                    <a:pt x="4192279" y="1237400"/>
                  </a:lnTo>
                  <a:lnTo>
                    <a:pt x="4121934" y="1235178"/>
                  </a:lnTo>
                  <a:lnTo>
                    <a:pt x="4051590" y="1232707"/>
                  </a:lnTo>
                  <a:lnTo>
                    <a:pt x="3981245" y="1229959"/>
                  </a:lnTo>
                  <a:lnTo>
                    <a:pt x="3910901" y="1226902"/>
                  </a:lnTo>
                  <a:lnTo>
                    <a:pt x="3840556" y="1223503"/>
                  </a:lnTo>
                  <a:lnTo>
                    <a:pt x="3770212" y="1219722"/>
                  </a:lnTo>
                  <a:lnTo>
                    <a:pt x="3699867" y="1215517"/>
                  </a:lnTo>
                  <a:lnTo>
                    <a:pt x="3629523" y="1210840"/>
                  </a:lnTo>
                  <a:lnTo>
                    <a:pt x="3559178" y="1205639"/>
                  </a:lnTo>
                  <a:lnTo>
                    <a:pt x="3488834" y="1199854"/>
                  </a:lnTo>
                  <a:lnTo>
                    <a:pt x="3418490" y="1193420"/>
                  </a:lnTo>
                  <a:lnTo>
                    <a:pt x="3348145" y="1186264"/>
                  </a:lnTo>
                  <a:lnTo>
                    <a:pt x="3277801" y="1178305"/>
                  </a:lnTo>
                  <a:lnTo>
                    <a:pt x="3207456" y="1169453"/>
                  </a:lnTo>
                  <a:lnTo>
                    <a:pt x="3137112" y="1159608"/>
                  </a:lnTo>
                  <a:lnTo>
                    <a:pt x="3066767" y="1148659"/>
                  </a:lnTo>
                  <a:lnTo>
                    <a:pt x="2996423" y="1136481"/>
                  </a:lnTo>
                  <a:lnTo>
                    <a:pt x="2926078" y="1122936"/>
                  </a:lnTo>
                  <a:lnTo>
                    <a:pt x="2855734" y="1107873"/>
                  </a:lnTo>
                  <a:lnTo>
                    <a:pt x="2785389" y="1091119"/>
                  </a:lnTo>
                  <a:lnTo>
                    <a:pt x="2715045" y="1072485"/>
                  </a:lnTo>
                  <a:lnTo>
                    <a:pt x="2644700" y="1051761"/>
                  </a:lnTo>
                  <a:lnTo>
                    <a:pt x="2574356" y="1028711"/>
                  </a:lnTo>
                  <a:lnTo>
                    <a:pt x="2504011" y="1003076"/>
                  </a:lnTo>
                  <a:lnTo>
                    <a:pt x="2433667" y="974564"/>
                  </a:lnTo>
                  <a:lnTo>
                    <a:pt x="2363322" y="952007"/>
                  </a:lnTo>
                  <a:lnTo>
                    <a:pt x="2292978" y="938874"/>
                  </a:lnTo>
                  <a:lnTo>
                    <a:pt x="2222633" y="925175"/>
                  </a:lnTo>
                  <a:lnTo>
                    <a:pt x="2152289" y="910888"/>
                  </a:lnTo>
                  <a:lnTo>
                    <a:pt x="2081944" y="895985"/>
                  </a:lnTo>
                  <a:lnTo>
                    <a:pt x="2011600" y="880441"/>
                  </a:lnTo>
                  <a:lnTo>
                    <a:pt x="1941255" y="864228"/>
                  </a:lnTo>
                  <a:lnTo>
                    <a:pt x="1870911" y="847318"/>
                  </a:lnTo>
                  <a:lnTo>
                    <a:pt x="1800566" y="829680"/>
                  </a:lnTo>
                  <a:lnTo>
                    <a:pt x="1730222" y="811283"/>
                  </a:lnTo>
                  <a:lnTo>
                    <a:pt x="1659877" y="792094"/>
                  </a:lnTo>
                  <a:lnTo>
                    <a:pt x="1589533" y="772079"/>
                  </a:lnTo>
                  <a:lnTo>
                    <a:pt x="1519188" y="751204"/>
                  </a:lnTo>
                  <a:lnTo>
                    <a:pt x="1448844" y="729429"/>
                  </a:lnTo>
                  <a:lnTo>
                    <a:pt x="1378499" y="706718"/>
                  </a:lnTo>
                  <a:lnTo>
                    <a:pt x="1308155" y="683030"/>
                  </a:lnTo>
                  <a:lnTo>
                    <a:pt x="1237810" y="658322"/>
                  </a:lnTo>
                  <a:lnTo>
                    <a:pt x="1167466" y="632551"/>
                  </a:lnTo>
                  <a:lnTo>
                    <a:pt x="1097121" y="605671"/>
                  </a:lnTo>
                  <a:lnTo>
                    <a:pt x="1026777" y="577634"/>
                  </a:lnTo>
                  <a:lnTo>
                    <a:pt x="956432" y="548391"/>
                  </a:lnTo>
                  <a:lnTo>
                    <a:pt x="886088" y="517890"/>
                  </a:lnTo>
                  <a:lnTo>
                    <a:pt x="815743" y="486075"/>
                  </a:lnTo>
                  <a:lnTo>
                    <a:pt x="745399" y="452892"/>
                  </a:lnTo>
                  <a:lnTo>
                    <a:pt x="675054" y="418281"/>
                  </a:lnTo>
                  <a:lnTo>
                    <a:pt x="604710" y="382181"/>
                  </a:lnTo>
                  <a:lnTo>
                    <a:pt x="534365" y="344527"/>
                  </a:lnTo>
                  <a:lnTo>
                    <a:pt x="464021" y="305253"/>
                  </a:lnTo>
                  <a:lnTo>
                    <a:pt x="393676" y="264288"/>
                  </a:lnTo>
                  <a:lnTo>
                    <a:pt x="323332" y="221561"/>
                  </a:lnTo>
                  <a:lnTo>
                    <a:pt x="252987" y="176995"/>
                  </a:lnTo>
                  <a:lnTo>
                    <a:pt x="182643" y="130512"/>
                  </a:lnTo>
                  <a:lnTo>
                    <a:pt x="112298" y="82028"/>
                  </a:lnTo>
                  <a:lnTo>
                    <a:pt x="41954" y="314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932894" y="4336484"/>
              <a:ext cx="5266522" cy="1252353"/>
            </a:xfrm>
            <a:custGeom>
              <a:avLst/>
              <a:pathLst>
                <a:path w="5266522" h="1252353">
                  <a:moveTo>
                    <a:pt x="0" y="0"/>
                  </a:moveTo>
                  <a:lnTo>
                    <a:pt x="61030" y="78783"/>
                  </a:lnTo>
                  <a:lnTo>
                    <a:pt x="131374" y="163093"/>
                  </a:lnTo>
                  <a:lnTo>
                    <a:pt x="201719" y="241371"/>
                  </a:lnTo>
                  <a:lnTo>
                    <a:pt x="272063" y="314049"/>
                  </a:lnTo>
                  <a:lnTo>
                    <a:pt x="342408" y="381527"/>
                  </a:lnTo>
                  <a:lnTo>
                    <a:pt x="412752" y="444177"/>
                  </a:lnTo>
                  <a:lnTo>
                    <a:pt x="483097" y="502345"/>
                  </a:lnTo>
                  <a:lnTo>
                    <a:pt x="553441" y="556352"/>
                  </a:lnTo>
                  <a:lnTo>
                    <a:pt x="623786" y="606494"/>
                  </a:lnTo>
                  <a:lnTo>
                    <a:pt x="694130" y="653049"/>
                  </a:lnTo>
                  <a:lnTo>
                    <a:pt x="764475" y="696273"/>
                  </a:lnTo>
                  <a:lnTo>
                    <a:pt x="834819" y="736405"/>
                  </a:lnTo>
                  <a:lnTo>
                    <a:pt x="905164" y="773665"/>
                  </a:lnTo>
                  <a:lnTo>
                    <a:pt x="975508" y="808260"/>
                  </a:lnTo>
                  <a:lnTo>
                    <a:pt x="1045853" y="840380"/>
                  </a:lnTo>
                  <a:lnTo>
                    <a:pt x="1116197" y="870201"/>
                  </a:lnTo>
                  <a:lnTo>
                    <a:pt x="1186542" y="897889"/>
                  </a:lnTo>
                  <a:lnTo>
                    <a:pt x="1256886" y="923596"/>
                  </a:lnTo>
                  <a:lnTo>
                    <a:pt x="1327231" y="947464"/>
                  </a:lnTo>
                  <a:lnTo>
                    <a:pt x="1397575" y="969625"/>
                  </a:lnTo>
                  <a:lnTo>
                    <a:pt x="1467919" y="990199"/>
                  </a:lnTo>
                  <a:lnTo>
                    <a:pt x="1538264" y="1009302"/>
                  </a:lnTo>
                  <a:lnTo>
                    <a:pt x="1608608" y="1027038"/>
                  </a:lnTo>
                  <a:lnTo>
                    <a:pt x="1678953" y="1043505"/>
                  </a:lnTo>
                  <a:lnTo>
                    <a:pt x="1749297" y="1058794"/>
                  </a:lnTo>
                  <a:lnTo>
                    <a:pt x="1819642" y="1072989"/>
                  </a:lnTo>
                  <a:lnTo>
                    <a:pt x="1889986" y="1086169"/>
                  </a:lnTo>
                  <a:lnTo>
                    <a:pt x="1960331" y="1098405"/>
                  </a:lnTo>
                  <a:lnTo>
                    <a:pt x="2030675" y="1109766"/>
                  </a:lnTo>
                  <a:lnTo>
                    <a:pt x="2101020" y="1120315"/>
                  </a:lnTo>
                  <a:lnTo>
                    <a:pt x="2171364" y="1130108"/>
                  </a:lnTo>
                  <a:lnTo>
                    <a:pt x="2241709" y="1139201"/>
                  </a:lnTo>
                  <a:lnTo>
                    <a:pt x="2312053" y="1147644"/>
                  </a:lnTo>
                  <a:lnTo>
                    <a:pt x="2382398" y="1155482"/>
                  </a:lnTo>
                  <a:lnTo>
                    <a:pt x="2452742" y="1162760"/>
                  </a:lnTo>
                  <a:lnTo>
                    <a:pt x="2523087" y="1169516"/>
                  </a:lnTo>
                  <a:lnTo>
                    <a:pt x="2593431" y="1175790"/>
                  </a:lnTo>
                  <a:lnTo>
                    <a:pt x="2663776" y="1181615"/>
                  </a:lnTo>
                  <a:lnTo>
                    <a:pt x="2734120" y="1187022"/>
                  </a:lnTo>
                  <a:lnTo>
                    <a:pt x="2804465" y="1192043"/>
                  </a:lnTo>
                  <a:lnTo>
                    <a:pt x="2874809" y="1196705"/>
                  </a:lnTo>
                  <a:lnTo>
                    <a:pt x="2945154" y="1201033"/>
                  </a:lnTo>
                  <a:lnTo>
                    <a:pt x="3015498" y="1205052"/>
                  </a:lnTo>
                  <a:lnTo>
                    <a:pt x="3085843" y="1208783"/>
                  </a:lnTo>
                  <a:lnTo>
                    <a:pt x="3156187" y="1212247"/>
                  </a:lnTo>
                  <a:lnTo>
                    <a:pt x="3226532" y="1215463"/>
                  </a:lnTo>
                  <a:lnTo>
                    <a:pt x="3296876" y="1218450"/>
                  </a:lnTo>
                  <a:lnTo>
                    <a:pt x="3367221" y="1221222"/>
                  </a:lnTo>
                  <a:lnTo>
                    <a:pt x="3437565" y="1223796"/>
                  </a:lnTo>
                  <a:lnTo>
                    <a:pt x="3507910" y="1226186"/>
                  </a:lnTo>
                  <a:lnTo>
                    <a:pt x="3578254" y="1228405"/>
                  </a:lnTo>
                  <a:lnTo>
                    <a:pt x="3648599" y="1230466"/>
                  </a:lnTo>
                  <a:lnTo>
                    <a:pt x="3718943" y="1232378"/>
                  </a:lnTo>
                  <a:lnTo>
                    <a:pt x="3789288" y="1234154"/>
                  </a:lnTo>
                  <a:lnTo>
                    <a:pt x="3859632" y="1235803"/>
                  </a:lnTo>
                  <a:lnTo>
                    <a:pt x="3929977" y="1237334"/>
                  </a:lnTo>
                  <a:lnTo>
                    <a:pt x="4000321" y="1238756"/>
                  </a:lnTo>
                  <a:lnTo>
                    <a:pt x="4070666" y="1240075"/>
                  </a:lnTo>
                  <a:lnTo>
                    <a:pt x="4141010" y="1241301"/>
                  </a:lnTo>
                  <a:lnTo>
                    <a:pt x="4211355" y="1242438"/>
                  </a:lnTo>
                  <a:lnTo>
                    <a:pt x="4281699" y="1243495"/>
                  </a:lnTo>
                  <a:lnTo>
                    <a:pt x="4352044" y="1244475"/>
                  </a:lnTo>
                  <a:lnTo>
                    <a:pt x="4422388" y="1245386"/>
                  </a:lnTo>
                  <a:lnTo>
                    <a:pt x="4492733" y="1246231"/>
                  </a:lnTo>
                  <a:lnTo>
                    <a:pt x="4563077" y="1247016"/>
                  </a:lnTo>
                  <a:lnTo>
                    <a:pt x="4633422" y="1247745"/>
                  </a:lnTo>
                  <a:lnTo>
                    <a:pt x="4703766" y="1248421"/>
                  </a:lnTo>
                  <a:lnTo>
                    <a:pt x="4774111" y="1249050"/>
                  </a:lnTo>
                  <a:lnTo>
                    <a:pt x="4844455" y="1249633"/>
                  </a:lnTo>
                  <a:lnTo>
                    <a:pt x="4914800" y="1250174"/>
                  </a:lnTo>
                  <a:lnTo>
                    <a:pt x="4985144" y="1250677"/>
                  </a:lnTo>
                  <a:lnTo>
                    <a:pt x="5055489" y="1251144"/>
                  </a:lnTo>
                  <a:lnTo>
                    <a:pt x="5125833" y="1251577"/>
                  </a:lnTo>
                  <a:lnTo>
                    <a:pt x="5196177" y="1251980"/>
                  </a:lnTo>
                  <a:lnTo>
                    <a:pt x="5266522" y="12523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250689" y="4944909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2.45 (1.66-3.62), p_Bonf = &lt;0.001 (n = 6)  |  per IQR decline (Δ = 28.0 %): 12.37 (4.17-36.72)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2026-07-22T07:57:33Z</dcterms:modified>
  <cp:category/>
</cp:coreProperties>
</file>