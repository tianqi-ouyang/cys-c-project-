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69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2.45 (1.66-3.62), p_Bonf = &lt;0.001 (n = 6)  |  per IQR decline (Δ = 28.0 %): 12.37 (4.17-36.72)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2026-07-19T08:42:55Z</dcterms:modified>
  <cp:category/>
</cp:coreProperties>
</file>