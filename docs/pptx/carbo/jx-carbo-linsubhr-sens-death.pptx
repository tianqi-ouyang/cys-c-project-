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367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09892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83085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5627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2947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23296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9648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56968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4287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845557" y="2073503"/>
              <a:ext cx="6417121" cy="3481487"/>
            </a:xfrm>
            <a:custGeom>
              <a:avLst/>
              <a:pathLst>
                <a:path w="6417121" h="3481487">
                  <a:moveTo>
                    <a:pt x="1472745" y="0"/>
                  </a:moveTo>
                  <a:lnTo>
                    <a:pt x="1475167" y="13167"/>
                  </a:lnTo>
                  <a:lnTo>
                    <a:pt x="1546789" y="363268"/>
                  </a:lnTo>
                  <a:lnTo>
                    <a:pt x="1618412" y="678051"/>
                  </a:lnTo>
                  <a:lnTo>
                    <a:pt x="1690034" y="961081"/>
                  </a:lnTo>
                  <a:lnTo>
                    <a:pt x="1761657" y="1215559"/>
                  </a:lnTo>
                  <a:lnTo>
                    <a:pt x="1833279" y="1444367"/>
                  </a:lnTo>
                  <a:lnTo>
                    <a:pt x="1904902" y="1650093"/>
                  </a:lnTo>
                  <a:lnTo>
                    <a:pt x="1976524" y="1835066"/>
                  </a:lnTo>
                  <a:lnTo>
                    <a:pt x="2048147" y="2001380"/>
                  </a:lnTo>
                  <a:lnTo>
                    <a:pt x="2119769" y="2150916"/>
                  </a:lnTo>
                  <a:lnTo>
                    <a:pt x="2191392" y="2285368"/>
                  </a:lnTo>
                  <a:lnTo>
                    <a:pt x="2263015" y="2406256"/>
                  </a:lnTo>
                  <a:lnTo>
                    <a:pt x="2334637" y="2514950"/>
                  </a:lnTo>
                  <a:lnTo>
                    <a:pt x="2406260" y="2612679"/>
                  </a:lnTo>
                  <a:lnTo>
                    <a:pt x="2477882" y="2672933"/>
                  </a:lnTo>
                  <a:lnTo>
                    <a:pt x="2549505" y="2706384"/>
                  </a:lnTo>
                  <a:lnTo>
                    <a:pt x="2621127" y="2738456"/>
                  </a:lnTo>
                  <a:lnTo>
                    <a:pt x="2692750" y="2769204"/>
                  </a:lnTo>
                  <a:lnTo>
                    <a:pt x="2764372" y="2798684"/>
                  </a:lnTo>
                  <a:lnTo>
                    <a:pt x="2835995" y="2826947"/>
                  </a:lnTo>
                  <a:lnTo>
                    <a:pt x="2907617" y="2854044"/>
                  </a:lnTo>
                  <a:lnTo>
                    <a:pt x="2979240" y="2880024"/>
                  </a:lnTo>
                  <a:lnTo>
                    <a:pt x="3050862" y="2904931"/>
                  </a:lnTo>
                  <a:lnTo>
                    <a:pt x="3122485" y="2928811"/>
                  </a:lnTo>
                  <a:lnTo>
                    <a:pt x="3194107" y="2951706"/>
                  </a:lnTo>
                  <a:lnTo>
                    <a:pt x="3265730" y="2973656"/>
                  </a:lnTo>
                  <a:lnTo>
                    <a:pt x="3337352" y="2994701"/>
                  </a:lnTo>
                  <a:lnTo>
                    <a:pt x="3408975" y="3014877"/>
                  </a:lnTo>
                  <a:lnTo>
                    <a:pt x="3480597" y="3034221"/>
                  </a:lnTo>
                  <a:lnTo>
                    <a:pt x="3552220" y="3052767"/>
                  </a:lnTo>
                  <a:lnTo>
                    <a:pt x="3623843" y="3070548"/>
                  </a:lnTo>
                  <a:lnTo>
                    <a:pt x="3695465" y="3087595"/>
                  </a:lnTo>
                  <a:lnTo>
                    <a:pt x="3767088" y="3103939"/>
                  </a:lnTo>
                  <a:lnTo>
                    <a:pt x="3838710" y="3119609"/>
                  </a:lnTo>
                  <a:lnTo>
                    <a:pt x="3910333" y="3134632"/>
                  </a:lnTo>
                  <a:lnTo>
                    <a:pt x="3981955" y="3149035"/>
                  </a:lnTo>
                  <a:lnTo>
                    <a:pt x="4053578" y="3162844"/>
                  </a:lnTo>
                  <a:lnTo>
                    <a:pt x="4125200" y="3176084"/>
                  </a:lnTo>
                  <a:lnTo>
                    <a:pt x="4196823" y="3188777"/>
                  </a:lnTo>
                  <a:lnTo>
                    <a:pt x="4268445" y="3200946"/>
                  </a:lnTo>
                  <a:lnTo>
                    <a:pt x="4340068" y="3212614"/>
                  </a:lnTo>
                  <a:lnTo>
                    <a:pt x="4411690" y="3223800"/>
                  </a:lnTo>
                  <a:lnTo>
                    <a:pt x="4483313" y="3234524"/>
                  </a:lnTo>
                  <a:lnTo>
                    <a:pt x="4554935" y="3244806"/>
                  </a:lnTo>
                  <a:lnTo>
                    <a:pt x="4626558" y="3254664"/>
                  </a:lnTo>
                  <a:lnTo>
                    <a:pt x="4698180" y="3264115"/>
                  </a:lnTo>
                  <a:lnTo>
                    <a:pt x="4769803" y="3273177"/>
                  </a:lnTo>
                  <a:lnTo>
                    <a:pt x="4841425" y="3281864"/>
                  </a:lnTo>
                  <a:lnTo>
                    <a:pt x="4913048" y="3290193"/>
                  </a:lnTo>
                  <a:lnTo>
                    <a:pt x="4984671" y="3298178"/>
                  </a:lnTo>
                  <a:lnTo>
                    <a:pt x="5056293" y="3305834"/>
                  </a:lnTo>
                  <a:lnTo>
                    <a:pt x="5127916" y="3313174"/>
                  </a:lnTo>
                  <a:lnTo>
                    <a:pt x="5199538" y="3320212"/>
                  </a:lnTo>
                  <a:lnTo>
                    <a:pt x="5271161" y="3326958"/>
                  </a:lnTo>
                  <a:lnTo>
                    <a:pt x="5342783" y="3333427"/>
                  </a:lnTo>
                  <a:lnTo>
                    <a:pt x="5414406" y="3339629"/>
                  </a:lnTo>
                  <a:lnTo>
                    <a:pt x="5486028" y="3345574"/>
                  </a:lnTo>
                  <a:lnTo>
                    <a:pt x="5557651" y="3351275"/>
                  </a:lnTo>
                  <a:lnTo>
                    <a:pt x="5629273" y="3356740"/>
                  </a:lnTo>
                  <a:lnTo>
                    <a:pt x="5700896" y="3361980"/>
                  </a:lnTo>
                  <a:lnTo>
                    <a:pt x="5772518" y="3367004"/>
                  </a:lnTo>
                  <a:lnTo>
                    <a:pt x="5844141" y="3371820"/>
                  </a:lnTo>
                  <a:lnTo>
                    <a:pt x="5915763" y="3376438"/>
                  </a:lnTo>
                  <a:lnTo>
                    <a:pt x="5987386" y="3380865"/>
                  </a:lnTo>
                  <a:lnTo>
                    <a:pt x="6059008" y="3385110"/>
                  </a:lnTo>
                  <a:lnTo>
                    <a:pt x="6130631" y="3389179"/>
                  </a:lnTo>
                  <a:lnTo>
                    <a:pt x="6202253" y="3393081"/>
                  </a:lnTo>
                  <a:lnTo>
                    <a:pt x="6273876" y="3396821"/>
                  </a:lnTo>
                  <a:lnTo>
                    <a:pt x="6345499" y="3400407"/>
                  </a:lnTo>
                  <a:lnTo>
                    <a:pt x="6417121" y="3403846"/>
                  </a:lnTo>
                  <a:lnTo>
                    <a:pt x="6417121" y="3481487"/>
                  </a:lnTo>
                  <a:lnTo>
                    <a:pt x="6345499" y="3481234"/>
                  </a:lnTo>
                  <a:lnTo>
                    <a:pt x="6273876" y="3480952"/>
                  </a:lnTo>
                  <a:lnTo>
                    <a:pt x="6202253" y="3480638"/>
                  </a:lnTo>
                  <a:lnTo>
                    <a:pt x="6130631" y="3480290"/>
                  </a:lnTo>
                  <a:lnTo>
                    <a:pt x="6059008" y="3479902"/>
                  </a:lnTo>
                  <a:lnTo>
                    <a:pt x="5987386" y="3479471"/>
                  </a:lnTo>
                  <a:lnTo>
                    <a:pt x="5915763" y="3478991"/>
                  </a:lnTo>
                  <a:lnTo>
                    <a:pt x="5844141" y="3478457"/>
                  </a:lnTo>
                  <a:lnTo>
                    <a:pt x="5772518" y="3477864"/>
                  </a:lnTo>
                  <a:lnTo>
                    <a:pt x="5700896" y="3477204"/>
                  </a:lnTo>
                  <a:lnTo>
                    <a:pt x="5629273" y="3476470"/>
                  </a:lnTo>
                  <a:lnTo>
                    <a:pt x="5557651" y="3475654"/>
                  </a:lnTo>
                  <a:lnTo>
                    <a:pt x="5486028" y="3474746"/>
                  </a:lnTo>
                  <a:lnTo>
                    <a:pt x="5414406" y="3473736"/>
                  </a:lnTo>
                  <a:lnTo>
                    <a:pt x="5342783" y="3472613"/>
                  </a:lnTo>
                  <a:lnTo>
                    <a:pt x="5271161" y="3471364"/>
                  </a:lnTo>
                  <a:lnTo>
                    <a:pt x="5199538" y="3469974"/>
                  </a:lnTo>
                  <a:lnTo>
                    <a:pt x="5127916" y="3468429"/>
                  </a:lnTo>
                  <a:lnTo>
                    <a:pt x="5056293" y="3466711"/>
                  </a:lnTo>
                  <a:lnTo>
                    <a:pt x="4984671" y="3464799"/>
                  </a:lnTo>
                  <a:lnTo>
                    <a:pt x="4913048" y="3462674"/>
                  </a:lnTo>
                  <a:lnTo>
                    <a:pt x="4841425" y="3460309"/>
                  </a:lnTo>
                  <a:lnTo>
                    <a:pt x="4769803" y="3457680"/>
                  </a:lnTo>
                  <a:lnTo>
                    <a:pt x="4698180" y="3454755"/>
                  </a:lnTo>
                  <a:lnTo>
                    <a:pt x="4626558" y="3451503"/>
                  </a:lnTo>
                  <a:lnTo>
                    <a:pt x="4554935" y="3447885"/>
                  </a:lnTo>
                  <a:lnTo>
                    <a:pt x="4483313" y="3443861"/>
                  </a:lnTo>
                  <a:lnTo>
                    <a:pt x="4411690" y="3439387"/>
                  </a:lnTo>
                  <a:lnTo>
                    <a:pt x="4340068" y="3434410"/>
                  </a:lnTo>
                  <a:lnTo>
                    <a:pt x="4268445" y="3428874"/>
                  </a:lnTo>
                  <a:lnTo>
                    <a:pt x="4196823" y="3422718"/>
                  </a:lnTo>
                  <a:lnTo>
                    <a:pt x="4125200" y="3415871"/>
                  </a:lnTo>
                  <a:lnTo>
                    <a:pt x="4053578" y="3408256"/>
                  </a:lnTo>
                  <a:lnTo>
                    <a:pt x="3981955" y="3399786"/>
                  </a:lnTo>
                  <a:lnTo>
                    <a:pt x="3910333" y="3390366"/>
                  </a:lnTo>
                  <a:lnTo>
                    <a:pt x="3838710" y="3379889"/>
                  </a:lnTo>
                  <a:lnTo>
                    <a:pt x="3767088" y="3368237"/>
                  </a:lnTo>
                  <a:lnTo>
                    <a:pt x="3695465" y="3355278"/>
                  </a:lnTo>
                  <a:lnTo>
                    <a:pt x="3623843" y="3340864"/>
                  </a:lnTo>
                  <a:lnTo>
                    <a:pt x="3552220" y="3324834"/>
                  </a:lnTo>
                  <a:lnTo>
                    <a:pt x="3480597" y="3307004"/>
                  </a:lnTo>
                  <a:lnTo>
                    <a:pt x="3408975" y="3287175"/>
                  </a:lnTo>
                  <a:lnTo>
                    <a:pt x="3337352" y="3265121"/>
                  </a:lnTo>
                  <a:lnTo>
                    <a:pt x="3265730" y="3240592"/>
                  </a:lnTo>
                  <a:lnTo>
                    <a:pt x="3194107" y="3213311"/>
                  </a:lnTo>
                  <a:lnTo>
                    <a:pt x="3122485" y="3182970"/>
                  </a:lnTo>
                  <a:lnTo>
                    <a:pt x="3050862" y="3149224"/>
                  </a:lnTo>
                  <a:lnTo>
                    <a:pt x="2979240" y="3111693"/>
                  </a:lnTo>
                  <a:lnTo>
                    <a:pt x="2907617" y="3069951"/>
                  </a:lnTo>
                  <a:lnTo>
                    <a:pt x="2835995" y="3023525"/>
                  </a:lnTo>
                  <a:lnTo>
                    <a:pt x="2764372" y="2971890"/>
                  </a:lnTo>
                  <a:lnTo>
                    <a:pt x="2692750" y="2914463"/>
                  </a:lnTo>
                  <a:lnTo>
                    <a:pt x="2621127" y="2850592"/>
                  </a:lnTo>
                  <a:lnTo>
                    <a:pt x="2549505" y="2779556"/>
                  </a:lnTo>
                  <a:lnTo>
                    <a:pt x="2477882" y="2700550"/>
                  </a:lnTo>
                  <a:lnTo>
                    <a:pt x="2406260" y="2638042"/>
                  </a:lnTo>
                  <a:lnTo>
                    <a:pt x="2334637" y="2601649"/>
                  </a:lnTo>
                  <a:lnTo>
                    <a:pt x="2263015" y="2563691"/>
                  </a:lnTo>
                  <a:lnTo>
                    <a:pt x="2191392" y="2524099"/>
                  </a:lnTo>
                  <a:lnTo>
                    <a:pt x="2119769" y="2482804"/>
                  </a:lnTo>
                  <a:lnTo>
                    <a:pt x="2048147" y="2439731"/>
                  </a:lnTo>
                  <a:lnTo>
                    <a:pt x="1976524" y="2394805"/>
                  </a:lnTo>
                  <a:lnTo>
                    <a:pt x="1904902" y="2347945"/>
                  </a:lnTo>
                  <a:lnTo>
                    <a:pt x="1833279" y="2299070"/>
                  </a:lnTo>
                  <a:lnTo>
                    <a:pt x="1761657" y="2248091"/>
                  </a:lnTo>
                  <a:lnTo>
                    <a:pt x="1690034" y="2194918"/>
                  </a:lnTo>
                  <a:lnTo>
                    <a:pt x="1618412" y="2139457"/>
                  </a:lnTo>
                  <a:lnTo>
                    <a:pt x="1546789" y="2081609"/>
                  </a:lnTo>
                  <a:lnTo>
                    <a:pt x="1475167" y="2021273"/>
                  </a:lnTo>
                  <a:lnTo>
                    <a:pt x="1403544" y="1958339"/>
                  </a:lnTo>
                  <a:lnTo>
                    <a:pt x="1331922" y="1892698"/>
                  </a:lnTo>
                  <a:lnTo>
                    <a:pt x="1260299" y="1824232"/>
                  </a:lnTo>
                  <a:lnTo>
                    <a:pt x="1188677" y="1752820"/>
                  </a:lnTo>
                  <a:lnTo>
                    <a:pt x="1117054" y="1678334"/>
                  </a:lnTo>
                  <a:lnTo>
                    <a:pt x="1045432" y="1600644"/>
                  </a:lnTo>
                  <a:lnTo>
                    <a:pt x="973809" y="1519610"/>
                  </a:lnTo>
                  <a:lnTo>
                    <a:pt x="902187" y="1435089"/>
                  </a:lnTo>
                  <a:lnTo>
                    <a:pt x="830564" y="1346931"/>
                  </a:lnTo>
                  <a:lnTo>
                    <a:pt x="758941" y="1254980"/>
                  </a:lnTo>
                  <a:lnTo>
                    <a:pt x="687319" y="1159071"/>
                  </a:lnTo>
                  <a:lnTo>
                    <a:pt x="615696" y="1059036"/>
                  </a:lnTo>
                  <a:lnTo>
                    <a:pt x="544074" y="954696"/>
                  </a:lnTo>
                  <a:lnTo>
                    <a:pt x="472451" y="845865"/>
                  </a:lnTo>
                  <a:lnTo>
                    <a:pt x="400829" y="732352"/>
                  </a:lnTo>
                  <a:lnTo>
                    <a:pt x="329206" y="613954"/>
                  </a:lnTo>
                  <a:lnTo>
                    <a:pt x="257584" y="490461"/>
                  </a:lnTo>
                  <a:lnTo>
                    <a:pt x="185961" y="361654"/>
                  </a:lnTo>
                  <a:lnTo>
                    <a:pt x="114339" y="227304"/>
                  </a:lnTo>
                  <a:lnTo>
                    <a:pt x="42716" y="871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3318303" y="2073503"/>
              <a:ext cx="4944376" cy="3403846"/>
            </a:xfrm>
            <a:custGeom>
              <a:avLst/>
              <a:pathLst>
                <a:path w="4944376" h="3403846">
                  <a:moveTo>
                    <a:pt x="0" y="0"/>
                  </a:moveTo>
                  <a:lnTo>
                    <a:pt x="2421" y="13167"/>
                  </a:lnTo>
                  <a:lnTo>
                    <a:pt x="74044" y="363268"/>
                  </a:lnTo>
                  <a:lnTo>
                    <a:pt x="145667" y="678051"/>
                  </a:lnTo>
                  <a:lnTo>
                    <a:pt x="217289" y="961081"/>
                  </a:lnTo>
                  <a:lnTo>
                    <a:pt x="288912" y="1215559"/>
                  </a:lnTo>
                  <a:lnTo>
                    <a:pt x="360534" y="1444367"/>
                  </a:lnTo>
                  <a:lnTo>
                    <a:pt x="432157" y="1650093"/>
                  </a:lnTo>
                  <a:lnTo>
                    <a:pt x="503779" y="1835066"/>
                  </a:lnTo>
                  <a:lnTo>
                    <a:pt x="575402" y="2001380"/>
                  </a:lnTo>
                  <a:lnTo>
                    <a:pt x="647024" y="2150916"/>
                  </a:lnTo>
                  <a:lnTo>
                    <a:pt x="718647" y="2285368"/>
                  </a:lnTo>
                  <a:lnTo>
                    <a:pt x="790269" y="2406256"/>
                  </a:lnTo>
                  <a:lnTo>
                    <a:pt x="861892" y="2514950"/>
                  </a:lnTo>
                  <a:lnTo>
                    <a:pt x="933514" y="2612679"/>
                  </a:lnTo>
                  <a:lnTo>
                    <a:pt x="1005137" y="2672933"/>
                  </a:lnTo>
                  <a:lnTo>
                    <a:pt x="1076759" y="2706384"/>
                  </a:lnTo>
                  <a:lnTo>
                    <a:pt x="1148382" y="2738456"/>
                  </a:lnTo>
                  <a:lnTo>
                    <a:pt x="1220004" y="2769204"/>
                  </a:lnTo>
                  <a:lnTo>
                    <a:pt x="1291627" y="2798684"/>
                  </a:lnTo>
                  <a:lnTo>
                    <a:pt x="1363249" y="2826947"/>
                  </a:lnTo>
                  <a:lnTo>
                    <a:pt x="1434872" y="2854044"/>
                  </a:lnTo>
                  <a:lnTo>
                    <a:pt x="1506494" y="2880024"/>
                  </a:lnTo>
                  <a:lnTo>
                    <a:pt x="1578117" y="2904931"/>
                  </a:lnTo>
                  <a:lnTo>
                    <a:pt x="1649740" y="2928811"/>
                  </a:lnTo>
                  <a:lnTo>
                    <a:pt x="1721362" y="2951706"/>
                  </a:lnTo>
                  <a:lnTo>
                    <a:pt x="1792985" y="2973656"/>
                  </a:lnTo>
                  <a:lnTo>
                    <a:pt x="1864607" y="2994701"/>
                  </a:lnTo>
                  <a:lnTo>
                    <a:pt x="1936230" y="3014877"/>
                  </a:lnTo>
                  <a:lnTo>
                    <a:pt x="2007852" y="3034221"/>
                  </a:lnTo>
                  <a:lnTo>
                    <a:pt x="2079475" y="3052767"/>
                  </a:lnTo>
                  <a:lnTo>
                    <a:pt x="2151097" y="3070548"/>
                  </a:lnTo>
                  <a:lnTo>
                    <a:pt x="2222720" y="3087595"/>
                  </a:lnTo>
                  <a:lnTo>
                    <a:pt x="2294342" y="3103939"/>
                  </a:lnTo>
                  <a:lnTo>
                    <a:pt x="2365965" y="3119609"/>
                  </a:lnTo>
                  <a:lnTo>
                    <a:pt x="2437587" y="3134632"/>
                  </a:lnTo>
                  <a:lnTo>
                    <a:pt x="2509210" y="3149035"/>
                  </a:lnTo>
                  <a:lnTo>
                    <a:pt x="2580832" y="3162844"/>
                  </a:lnTo>
                  <a:lnTo>
                    <a:pt x="2652455" y="3176084"/>
                  </a:lnTo>
                  <a:lnTo>
                    <a:pt x="2724077" y="3188777"/>
                  </a:lnTo>
                  <a:lnTo>
                    <a:pt x="2795700" y="3200946"/>
                  </a:lnTo>
                  <a:lnTo>
                    <a:pt x="2867322" y="3212614"/>
                  </a:lnTo>
                  <a:lnTo>
                    <a:pt x="2938945" y="3223800"/>
                  </a:lnTo>
                  <a:lnTo>
                    <a:pt x="3010568" y="3234524"/>
                  </a:lnTo>
                  <a:lnTo>
                    <a:pt x="3082190" y="3244806"/>
                  </a:lnTo>
                  <a:lnTo>
                    <a:pt x="3153813" y="3254664"/>
                  </a:lnTo>
                  <a:lnTo>
                    <a:pt x="3225435" y="3264115"/>
                  </a:lnTo>
                  <a:lnTo>
                    <a:pt x="3297058" y="3273177"/>
                  </a:lnTo>
                  <a:lnTo>
                    <a:pt x="3368680" y="3281864"/>
                  </a:lnTo>
                  <a:lnTo>
                    <a:pt x="3440303" y="3290193"/>
                  </a:lnTo>
                  <a:lnTo>
                    <a:pt x="3511925" y="3298178"/>
                  </a:lnTo>
                  <a:lnTo>
                    <a:pt x="3583548" y="3305834"/>
                  </a:lnTo>
                  <a:lnTo>
                    <a:pt x="3655170" y="3313174"/>
                  </a:lnTo>
                  <a:lnTo>
                    <a:pt x="3726793" y="3320212"/>
                  </a:lnTo>
                  <a:lnTo>
                    <a:pt x="3798415" y="3326958"/>
                  </a:lnTo>
                  <a:lnTo>
                    <a:pt x="3870038" y="3333427"/>
                  </a:lnTo>
                  <a:lnTo>
                    <a:pt x="3941660" y="3339629"/>
                  </a:lnTo>
                  <a:lnTo>
                    <a:pt x="4013283" y="3345574"/>
                  </a:lnTo>
                  <a:lnTo>
                    <a:pt x="4084905" y="3351275"/>
                  </a:lnTo>
                  <a:lnTo>
                    <a:pt x="4156528" y="3356740"/>
                  </a:lnTo>
                  <a:lnTo>
                    <a:pt x="4228150" y="3361980"/>
                  </a:lnTo>
                  <a:lnTo>
                    <a:pt x="4299773" y="3367004"/>
                  </a:lnTo>
                  <a:lnTo>
                    <a:pt x="4371396" y="3371820"/>
                  </a:lnTo>
                  <a:lnTo>
                    <a:pt x="4443018" y="3376438"/>
                  </a:lnTo>
                  <a:lnTo>
                    <a:pt x="4514641" y="3380865"/>
                  </a:lnTo>
                  <a:lnTo>
                    <a:pt x="4586263" y="3385110"/>
                  </a:lnTo>
                  <a:lnTo>
                    <a:pt x="4657886" y="3389179"/>
                  </a:lnTo>
                  <a:lnTo>
                    <a:pt x="4729508" y="3393081"/>
                  </a:lnTo>
                  <a:lnTo>
                    <a:pt x="4801131" y="3396821"/>
                  </a:lnTo>
                  <a:lnTo>
                    <a:pt x="4872753" y="3400407"/>
                  </a:lnTo>
                  <a:lnTo>
                    <a:pt x="4944376" y="340384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845557" y="2073503"/>
              <a:ext cx="6417121" cy="3481487"/>
            </a:xfrm>
            <a:custGeom>
              <a:avLst/>
              <a:pathLst>
                <a:path w="6417121" h="3481487">
                  <a:moveTo>
                    <a:pt x="6417121" y="3481487"/>
                  </a:moveTo>
                  <a:lnTo>
                    <a:pt x="6345499" y="3481234"/>
                  </a:lnTo>
                  <a:lnTo>
                    <a:pt x="6273876" y="3480952"/>
                  </a:lnTo>
                  <a:lnTo>
                    <a:pt x="6202253" y="3480638"/>
                  </a:lnTo>
                  <a:lnTo>
                    <a:pt x="6130631" y="3480290"/>
                  </a:lnTo>
                  <a:lnTo>
                    <a:pt x="6059008" y="3479902"/>
                  </a:lnTo>
                  <a:lnTo>
                    <a:pt x="5987386" y="3479471"/>
                  </a:lnTo>
                  <a:lnTo>
                    <a:pt x="5915763" y="3478991"/>
                  </a:lnTo>
                  <a:lnTo>
                    <a:pt x="5844141" y="3478457"/>
                  </a:lnTo>
                  <a:lnTo>
                    <a:pt x="5772518" y="3477864"/>
                  </a:lnTo>
                  <a:lnTo>
                    <a:pt x="5700896" y="3477204"/>
                  </a:lnTo>
                  <a:lnTo>
                    <a:pt x="5629273" y="3476470"/>
                  </a:lnTo>
                  <a:lnTo>
                    <a:pt x="5557651" y="3475654"/>
                  </a:lnTo>
                  <a:lnTo>
                    <a:pt x="5486028" y="3474746"/>
                  </a:lnTo>
                  <a:lnTo>
                    <a:pt x="5414406" y="3473736"/>
                  </a:lnTo>
                  <a:lnTo>
                    <a:pt x="5342783" y="3472613"/>
                  </a:lnTo>
                  <a:lnTo>
                    <a:pt x="5271161" y="3471364"/>
                  </a:lnTo>
                  <a:lnTo>
                    <a:pt x="5199538" y="3469974"/>
                  </a:lnTo>
                  <a:lnTo>
                    <a:pt x="5127916" y="3468429"/>
                  </a:lnTo>
                  <a:lnTo>
                    <a:pt x="5056293" y="3466711"/>
                  </a:lnTo>
                  <a:lnTo>
                    <a:pt x="4984671" y="3464799"/>
                  </a:lnTo>
                  <a:lnTo>
                    <a:pt x="4913048" y="3462674"/>
                  </a:lnTo>
                  <a:lnTo>
                    <a:pt x="4841425" y="3460309"/>
                  </a:lnTo>
                  <a:lnTo>
                    <a:pt x="4769803" y="3457680"/>
                  </a:lnTo>
                  <a:lnTo>
                    <a:pt x="4698180" y="3454755"/>
                  </a:lnTo>
                  <a:lnTo>
                    <a:pt x="4626558" y="3451503"/>
                  </a:lnTo>
                  <a:lnTo>
                    <a:pt x="4554935" y="3447885"/>
                  </a:lnTo>
                  <a:lnTo>
                    <a:pt x="4483313" y="3443861"/>
                  </a:lnTo>
                  <a:lnTo>
                    <a:pt x="4411690" y="3439387"/>
                  </a:lnTo>
                  <a:lnTo>
                    <a:pt x="4340068" y="3434410"/>
                  </a:lnTo>
                  <a:lnTo>
                    <a:pt x="4268445" y="3428874"/>
                  </a:lnTo>
                  <a:lnTo>
                    <a:pt x="4196823" y="3422718"/>
                  </a:lnTo>
                  <a:lnTo>
                    <a:pt x="4125200" y="3415871"/>
                  </a:lnTo>
                  <a:lnTo>
                    <a:pt x="4053578" y="3408256"/>
                  </a:lnTo>
                  <a:lnTo>
                    <a:pt x="3981955" y="3399786"/>
                  </a:lnTo>
                  <a:lnTo>
                    <a:pt x="3910333" y="3390366"/>
                  </a:lnTo>
                  <a:lnTo>
                    <a:pt x="3838710" y="3379889"/>
                  </a:lnTo>
                  <a:lnTo>
                    <a:pt x="3767088" y="3368237"/>
                  </a:lnTo>
                  <a:lnTo>
                    <a:pt x="3695465" y="3355278"/>
                  </a:lnTo>
                  <a:lnTo>
                    <a:pt x="3623843" y="3340864"/>
                  </a:lnTo>
                  <a:lnTo>
                    <a:pt x="3552220" y="3324834"/>
                  </a:lnTo>
                  <a:lnTo>
                    <a:pt x="3480597" y="3307004"/>
                  </a:lnTo>
                  <a:lnTo>
                    <a:pt x="3408975" y="3287175"/>
                  </a:lnTo>
                  <a:lnTo>
                    <a:pt x="3337352" y="3265121"/>
                  </a:lnTo>
                  <a:lnTo>
                    <a:pt x="3265730" y="3240592"/>
                  </a:lnTo>
                  <a:lnTo>
                    <a:pt x="3194107" y="3213311"/>
                  </a:lnTo>
                  <a:lnTo>
                    <a:pt x="3122485" y="3182970"/>
                  </a:lnTo>
                  <a:lnTo>
                    <a:pt x="3050862" y="3149224"/>
                  </a:lnTo>
                  <a:lnTo>
                    <a:pt x="2979240" y="3111693"/>
                  </a:lnTo>
                  <a:lnTo>
                    <a:pt x="2907617" y="3069951"/>
                  </a:lnTo>
                  <a:lnTo>
                    <a:pt x="2835995" y="3023525"/>
                  </a:lnTo>
                  <a:lnTo>
                    <a:pt x="2764372" y="2971890"/>
                  </a:lnTo>
                  <a:lnTo>
                    <a:pt x="2692750" y="2914463"/>
                  </a:lnTo>
                  <a:lnTo>
                    <a:pt x="2621127" y="2850592"/>
                  </a:lnTo>
                  <a:lnTo>
                    <a:pt x="2549505" y="2779556"/>
                  </a:lnTo>
                  <a:lnTo>
                    <a:pt x="2477882" y="2700550"/>
                  </a:lnTo>
                  <a:lnTo>
                    <a:pt x="2406260" y="2638042"/>
                  </a:lnTo>
                  <a:lnTo>
                    <a:pt x="2334637" y="2601649"/>
                  </a:lnTo>
                  <a:lnTo>
                    <a:pt x="2263015" y="2563691"/>
                  </a:lnTo>
                  <a:lnTo>
                    <a:pt x="2191392" y="2524099"/>
                  </a:lnTo>
                  <a:lnTo>
                    <a:pt x="2119769" y="2482804"/>
                  </a:lnTo>
                  <a:lnTo>
                    <a:pt x="2048147" y="2439731"/>
                  </a:lnTo>
                  <a:lnTo>
                    <a:pt x="1976524" y="2394805"/>
                  </a:lnTo>
                  <a:lnTo>
                    <a:pt x="1904902" y="2347945"/>
                  </a:lnTo>
                  <a:lnTo>
                    <a:pt x="1833279" y="2299070"/>
                  </a:lnTo>
                  <a:lnTo>
                    <a:pt x="1761657" y="2248091"/>
                  </a:lnTo>
                  <a:lnTo>
                    <a:pt x="1690034" y="2194918"/>
                  </a:lnTo>
                  <a:lnTo>
                    <a:pt x="1618412" y="2139457"/>
                  </a:lnTo>
                  <a:lnTo>
                    <a:pt x="1546789" y="2081609"/>
                  </a:lnTo>
                  <a:lnTo>
                    <a:pt x="1475167" y="2021273"/>
                  </a:lnTo>
                  <a:lnTo>
                    <a:pt x="1403544" y="1958339"/>
                  </a:lnTo>
                  <a:lnTo>
                    <a:pt x="1331922" y="1892698"/>
                  </a:lnTo>
                  <a:lnTo>
                    <a:pt x="1260299" y="1824232"/>
                  </a:lnTo>
                  <a:lnTo>
                    <a:pt x="1188677" y="1752820"/>
                  </a:lnTo>
                  <a:lnTo>
                    <a:pt x="1117054" y="1678334"/>
                  </a:lnTo>
                  <a:lnTo>
                    <a:pt x="1045432" y="1600644"/>
                  </a:lnTo>
                  <a:lnTo>
                    <a:pt x="973809" y="1519610"/>
                  </a:lnTo>
                  <a:lnTo>
                    <a:pt x="902187" y="1435089"/>
                  </a:lnTo>
                  <a:lnTo>
                    <a:pt x="830564" y="1346931"/>
                  </a:lnTo>
                  <a:lnTo>
                    <a:pt x="758941" y="1254980"/>
                  </a:lnTo>
                  <a:lnTo>
                    <a:pt x="687319" y="1159071"/>
                  </a:lnTo>
                  <a:lnTo>
                    <a:pt x="615696" y="1059036"/>
                  </a:lnTo>
                  <a:lnTo>
                    <a:pt x="544074" y="954696"/>
                  </a:lnTo>
                  <a:lnTo>
                    <a:pt x="472451" y="845865"/>
                  </a:lnTo>
                  <a:lnTo>
                    <a:pt x="400829" y="732352"/>
                  </a:lnTo>
                  <a:lnTo>
                    <a:pt x="329206" y="613954"/>
                  </a:lnTo>
                  <a:lnTo>
                    <a:pt x="257584" y="490461"/>
                  </a:lnTo>
                  <a:lnTo>
                    <a:pt x="185961" y="361654"/>
                  </a:lnTo>
                  <a:lnTo>
                    <a:pt x="114339" y="227304"/>
                  </a:lnTo>
                  <a:lnTo>
                    <a:pt x="42716" y="8717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00473" y="2073503"/>
              <a:ext cx="5362205" cy="3470311"/>
            </a:xfrm>
            <a:custGeom>
              <a:avLst/>
              <a:pathLst>
                <a:path w="5362205" h="3470311">
                  <a:moveTo>
                    <a:pt x="0" y="0"/>
                  </a:moveTo>
                  <a:lnTo>
                    <a:pt x="62138" y="218310"/>
                  </a:lnTo>
                  <a:lnTo>
                    <a:pt x="133761" y="451937"/>
                  </a:lnTo>
                  <a:lnTo>
                    <a:pt x="205384" y="668848"/>
                  </a:lnTo>
                  <a:lnTo>
                    <a:pt x="277006" y="870240"/>
                  </a:lnTo>
                  <a:lnTo>
                    <a:pt x="348629" y="1057224"/>
                  </a:lnTo>
                  <a:lnTo>
                    <a:pt x="420251" y="1230830"/>
                  </a:lnTo>
                  <a:lnTo>
                    <a:pt x="491874" y="1392015"/>
                  </a:lnTo>
                  <a:lnTo>
                    <a:pt x="563496" y="1541669"/>
                  </a:lnTo>
                  <a:lnTo>
                    <a:pt x="635119" y="1680615"/>
                  </a:lnTo>
                  <a:lnTo>
                    <a:pt x="706741" y="1809620"/>
                  </a:lnTo>
                  <a:lnTo>
                    <a:pt x="778364" y="1929396"/>
                  </a:lnTo>
                  <a:lnTo>
                    <a:pt x="849986" y="2040602"/>
                  </a:lnTo>
                  <a:lnTo>
                    <a:pt x="921609" y="2143852"/>
                  </a:lnTo>
                  <a:lnTo>
                    <a:pt x="993231" y="2239715"/>
                  </a:lnTo>
                  <a:lnTo>
                    <a:pt x="1064854" y="2328720"/>
                  </a:lnTo>
                  <a:lnTo>
                    <a:pt x="1136476" y="2411356"/>
                  </a:lnTo>
                  <a:lnTo>
                    <a:pt x="1208099" y="2488080"/>
                  </a:lnTo>
                  <a:lnTo>
                    <a:pt x="1279721" y="2559316"/>
                  </a:lnTo>
                  <a:lnTo>
                    <a:pt x="1351344" y="2625454"/>
                  </a:lnTo>
                  <a:lnTo>
                    <a:pt x="1422966" y="2686861"/>
                  </a:lnTo>
                  <a:lnTo>
                    <a:pt x="1494589" y="2743874"/>
                  </a:lnTo>
                  <a:lnTo>
                    <a:pt x="1566212" y="2796808"/>
                  </a:lnTo>
                  <a:lnTo>
                    <a:pt x="1637834" y="2845956"/>
                  </a:lnTo>
                  <a:lnTo>
                    <a:pt x="1709457" y="2891586"/>
                  </a:lnTo>
                  <a:lnTo>
                    <a:pt x="1781079" y="2933953"/>
                  </a:lnTo>
                  <a:lnTo>
                    <a:pt x="1852702" y="2973288"/>
                  </a:lnTo>
                  <a:lnTo>
                    <a:pt x="1924324" y="3009809"/>
                  </a:lnTo>
                  <a:lnTo>
                    <a:pt x="1995947" y="3043716"/>
                  </a:lnTo>
                  <a:lnTo>
                    <a:pt x="2067569" y="3075198"/>
                  </a:lnTo>
                  <a:lnTo>
                    <a:pt x="2139192" y="3104428"/>
                  </a:lnTo>
                  <a:lnTo>
                    <a:pt x="2210814" y="3131567"/>
                  </a:lnTo>
                  <a:lnTo>
                    <a:pt x="2282437" y="3156763"/>
                  </a:lnTo>
                  <a:lnTo>
                    <a:pt x="2354059" y="3180157"/>
                  </a:lnTo>
                  <a:lnTo>
                    <a:pt x="2425682" y="3201878"/>
                  </a:lnTo>
                  <a:lnTo>
                    <a:pt x="2497304" y="3222044"/>
                  </a:lnTo>
                  <a:lnTo>
                    <a:pt x="2568927" y="3240768"/>
                  </a:lnTo>
                  <a:lnTo>
                    <a:pt x="2640549" y="3258152"/>
                  </a:lnTo>
                  <a:lnTo>
                    <a:pt x="2712172" y="3274292"/>
                  </a:lnTo>
                  <a:lnTo>
                    <a:pt x="2783794" y="3289277"/>
                  </a:lnTo>
                  <a:lnTo>
                    <a:pt x="2855417" y="3303191"/>
                  </a:lnTo>
                  <a:lnTo>
                    <a:pt x="2927040" y="3316108"/>
                  </a:lnTo>
                  <a:lnTo>
                    <a:pt x="2998662" y="3328102"/>
                  </a:lnTo>
                  <a:lnTo>
                    <a:pt x="3070285" y="3339238"/>
                  </a:lnTo>
                  <a:lnTo>
                    <a:pt x="3141907" y="3349577"/>
                  </a:lnTo>
                  <a:lnTo>
                    <a:pt x="3213530" y="3359176"/>
                  </a:lnTo>
                  <a:lnTo>
                    <a:pt x="3285152" y="3368088"/>
                  </a:lnTo>
                  <a:lnTo>
                    <a:pt x="3356775" y="3376363"/>
                  </a:lnTo>
                  <a:lnTo>
                    <a:pt x="3428397" y="3384046"/>
                  </a:lnTo>
                  <a:lnTo>
                    <a:pt x="3500020" y="3391179"/>
                  </a:lnTo>
                  <a:lnTo>
                    <a:pt x="3571642" y="3397802"/>
                  </a:lnTo>
                  <a:lnTo>
                    <a:pt x="3643265" y="3403951"/>
                  </a:lnTo>
                  <a:lnTo>
                    <a:pt x="3714887" y="3409660"/>
                  </a:lnTo>
                  <a:lnTo>
                    <a:pt x="3786510" y="3414960"/>
                  </a:lnTo>
                  <a:lnTo>
                    <a:pt x="3858132" y="3419881"/>
                  </a:lnTo>
                  <a:lnTo>
                    <a:pt x="3929755" y="3424451"/>
                  </a:lnTo>
                  <a:lnTo>
                    <a:pt x="4001377" y="3428693"/>
                  </a:lnTo>
                  <a:lnTo>
                    <a:pt x="4073000" y="3432632"/>
                  </a:lnTo>
                  <a:lnTo>
                    <a:pt x="4144622" y="3436289"/>
                  </a:lnTo>
                  <a:lnTo>
                    <a:pt x="4216245" y="3439684"/>
                  </a:lnTo>
                  <a:lnTo>
                    <a:pt x="4287868" y="3442837"/>
                  </a:lnTo>
                  <a:lnTo>
                    <a:pt x="4359490" y="3445764"/>
                  </a:lnTo>
                  <a:lnTo>
                    <a:pt x="4431113" y="3448481"/>
                  </a:lnTo>
                  <a:lnTo>
                    <a:pt x="4502735" y="3451004"/>
                  </a:lnTo>
                  <a:lnTo>
                    <a:pt x="4574358" y="3453347"/>
                  </a:lnTo>
                  <a:lnTo>
                    <a:pt x="4645980" y="3455522"/>
                  </a:lnTo>
                  <a:lnTo>
                    <a:pt x="4717603" y="3457541"/>
                  </a:lnTo>
                  <a:lnTo>
                    <a:pt x="4789225" y="3459416"/>
                  </a:lnTo>
                  <a:lnTo>
                    <a:pt x="4860848" y="3461157"/>
                  </a:lnTo>
                  <a:lnTo>
                    <a:pt x="4932470" y="3462773"/>
                  </a:lnTo>
                  <a:lnTo>
                    <a:pt x="5004093" y="3464273"/>
                  </a:lnTo>
                  <a:lnTo>
                    <a:pt x="5075715" y="3465667"/>
                  </a:lnTo>
                  <a:lnTo>
                    <a:pt x="5147338" y="3466960"/>
                  </a:lnTo>
                  <a:lnTo>
                    <a:pt x="5218960" y="3468161"/>
                  </a:lnTo>
                  <a:lnTo>
                    <a:pt x="5290583" y="3469276"/>
                  </a:lnTo>
                  <a:lnTo>
                    <a:pt x="5362205" y="3470311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28478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30959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5522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215218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388410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566572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36655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1561815" y="5925448"/>
              <a:ext cx="631109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Sensitivity eGFR Difference (%): 100 × (CKD-EPI 2012 CysC − CKD-EPI 2021 Cr) / CKD-EPI 2021 Cr</a:t>
              </a:r>
            </a:p>
          </p:txBody>
        </p:sp>
        <p:sp>
          <p:nvSpPr>
            <p:cNvPr id="40" name="tx40"/>
            <p:cNvSpPr/>
            <p:nvPr/>
          </p:nvSpPr>
          <p:spPr>
            <a:xfrm rot="-5400000">
              <a:off x="181100" y="3848213"/>
              <a:ext cx="79159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HR (95% CI)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817517" y="1896563"/>
              <a:ext cx="696946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HR per 10 % decline: 2.45 (1.66-3.62), p_Bonf = &lt;0.001 (n = 6)  |  per IQR decline (Δ = 28.0 %): 12.37 (4.17-36.72)  |  IQR: [-30.0, -2.0] %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669789"/>
              <a:ext cx="3630990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90-Day Death (Cox PH) (Sensitivity, 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2026-09-28T16:51:25Z</dcterms:modified>
  <cp:category/>
</cp:coreProperties>
</file>