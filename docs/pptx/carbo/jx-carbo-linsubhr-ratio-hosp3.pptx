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881196" y="2073503"/>
              <a:ext cx="6381482" cy="3482845"/>
            </a:xfrm>
            <a:custGeom>
              <a:avLst/>
              <a:pathLst>
                <a:path w="6381482" h="3482845">
                  <a:moveTo>
                    <a:pt x="1860723" y="0"/>
                  </a:moveTo>
                  <a:lnTo>
                    <a:pt x="1869263" y="57115"/>
                  </a:lnTo>
                  <a:lnTo>
                    <a:pt x="1940886" y="477378"/>
                  </a:lnTo>
                  <a:lnTo>
                    <a:pt x="2012508" y="846098"/>
                  </a:lnTo>
                  <a:lnTo>
                    <a:pt x="2084131" y="1169595"/>
                  </a:lnTo>
                  <a:lnTo>
                    <a:pt x="2155753" y="1453417"/>
                  </a:lnTo>
                  <a:lnTo>
                    <a:pt x="2227376" y="1702429"/>
                  </a:lnTo>
                  <a:lnTo>
                    <a:pt x="2298998" y="1920900"/>
                  </a:lnTo>
                  <a:lnTo>
                    <a:pt x="2370621" y="2112577"/>
                  </a:lnTo>
                  <a:lnTo>
                    <a:pt x="2442243" y="2280746"/>
                  </a:lnTo>
                  <a:lnTo>
                    <a:pt x="2513866" y="2428289"/>
                  </a:lnTo>
                  <a:lnTo>
                    <a:pt x="2585488" y="2557737"/>
                  </a:lnTo>
                  <a:lnTo>
                    <a:pt x="2657111" y="2659375"/>
                  </a:lnTo>
                  <a:lnTo>
                    <a:pt x="2728733" y="2690785"/>
                  </a:lnTo>
                  <a:lnTo>
                    <a:pt x="2800356" y="2720998"/>
                  </a:lnTo>
                  <a:lnTo>
                    <a:pt x="2871978" y="2750060"/>
                  </a:lnTo>
                  <a:lnTo>
                    <a:pt x="2943601" y="2778015"/>
                  </a:lnTo>
                  <a:lnTo>
                    <a:pt x="3015223" y="2804905"/>
                  </a:lnTo>
                  <a:lnTo>
                    <a:pt x="3086846" y="2830770"/>
                  </a:lnTo>
                  <a:lnTo>
                    <a:pt x="3158469" y="2855650"/>
                  </a:lnTo>
                  <a:lnTo>
                    <a:pt x="3230091" y="2879582"/>
                  </a:lnTo>
                  <a:lnTo>
                    <a:pt x="3301714" y="2902602"/>
                  </a:lnTo>
                  <a:lnTo>
                    <a:pt x="3373336" y="2924745"/>
                  </a:lnTo>
                  <a:lnTo>
                    <a:pt x="3444959" y="2946044"/>
                  </a:lnTo>
                  <a:lnTo>
                    <a:pt x="3516581" y="2966531"/>
                  </a:lnTo>
                  <a:lnTo>
                    <a:pt x="3588204" y="2986238"/>
                  </a:lnTo>
                  <a:lnTo>
                    <a:pt x="3659826" y="3005194"/>
                  </a:lnTo>
                  <a:lnTo>
                    <a:pt x="3731449" y="3023428"/>
                  </a:lnTo>
                  <a:lnTo>
                    <a:pt x="3803071" y="3040967"/>
                  </a:lnTo>
                  <a:lnTo>
                    <a:pt x="3874694" y="3057838"/>
                  </a:lnTo>
                  <a:lnTo>
                    <a:pt x="3946316" y="3074066"/>
                  </a:lnTo>
                  <a:lnTo>
                    <a:pt x="4017939" y="3089676"/>
                  </a:lnTo>
                  <a:lnTo>
                    <a:pt x="4089561" y="3104690"/>
                  </a:lnTo>
                  <a:lnTo>
                    <a:pt x="4161184" y="3119133"/>
                  </a:lnTo>
                  <a:lnTo>
                    <a:pt x="4232806" y="3133026"/>
                  </a:lnTo>
                  <a:lnTo>
                    <a:pt x="4304429" y="3146389"/>
                  </a:lnTo>
                  <a:lnTo>
                    <a:pt x="4376051" y="3159243"/>
                  </a:lnTo>
                  <a:lnTo>
                    <a:pt x="4447674" y="3171607"/>
                  </a:lnTo>
                  <a:lnTo>
                    <a:pt x="4519297" y="3183500"/>
                  </a:lnTo>
                  <a:lnTo>
                    <a:pt x="4590919" y="3194940"/>
                  </a:lnTo>
                  <a:lnTo>
                    <a:pt x="4662542" y="3205944"/>
                  </a:lnTo>
                  <a:lnTo>
                    <a:pt x="4734164" y="3216529"/>
                  </a:lnTo>
                  <a:lnTo>
                    <a:pt x="4805787" y="3226711"/>
                  </a:lnTo>
                  <a:lnTo>
                    <a:pt x="4877409" y="3236504"/>
                  </a:lnTo>
                  <a:lnTo>
                    <a:pt x="4949032" y="3245925"/>
                  </a:lnTo>
                  <a:lnTo>
                    <a:pt x="5020654" y="3254986"/>
                  </a:lnTo>
                  <a:lnTo>
                    <a:pt x="5092277" y="3263702"/>
                  </a:lnTo>
                  <a:lnTo>
                    <a:pt x="5163899" y="3272087"/>
                  </a:lnTo>
                  <a:lnTo>
                    <a:pt x="5235522" y="3280151"/>
                  </a:lnTo>
                  <a:lnTo>
                    <a:pt x="5307144" y="3287909"/>
                  </a:lnTo>
                  <a:lnTo>
                    <a:pt x="5378767" y="3295370"/>
                  </a:lnTo>
                  <a:lnTo>
                    <a:pt x="5450389" y="3302548"/>
                  </a:lnTo>
                  <a:lnTo>
                    <a:pt x="5522012" y="3309452"/>
                  </a:lnTo>
                  <a:lnTo>
                    <a:pt x="5593634" y="3316093"/>
                  </a:lnTo>
                  <a:lnTo>
                    <a:pt x="5665257" y="3322481"/>
                  </a:lnTo>
                  <a:lnTo>
                    <a:pt x="5736879" y="3328625"/>
                  </a:lnTo>
                  <a:lnTo>
                    <a:pt x="5808502" y="3334536"/>
                  </a:lnTo>
                  <a:lnTo>
                    <a:pt x="5880125" y="3340221"/>
                  </a:lnTo>
                  <a:lnTo>
                    <a:pt x="5951747" y="3345690"/>
                  </a:lnTo>
                  <a:lnTo>
                    <a:pt x="6023370" y="3350950"/>
                  </a:lnTo>
                  <a:lnTo>
                    <a:pt x="6094992" y="3356010"/>
                  </a:lnTo>
                  <a:lnTo>
                    <a:pt x="6166615" y="3360877"/>
                  </a:lnTo>
                  <a:lnTo>
                    <a:pt x="6238237" y="3365558"/>
                  </a:lnTo>
                  <a:lnTo>
                    <a:pt x="6309860" y="3370062"/>
                  </a:lnTo>
                  <a:lnTo>
                    <a:pt x="6381482" y="3374393"/>
                  </a:lnTo>
                  <a:lnTo>
                    <a:pt x="6381482" y="3482845"/>
                  </a:lnTo>
                  <a:lnTo>
                    <a:pt x="6309860" y="3482719"/>
                  </a:lnTo>
                  <a:lnTo>
                    <a:pt x="6238237" y="3482575"/>
                  </a:lnTo>
                  <a:lnTo>
                    <a:pt x="6166615" y="3482412"/>
                  </a:lnTo>
                  <a:lnTo>
                    <a:pt x="6094992" y="3482225"/>
                  </a:lnTo>
                  <a:lnTo>
                    <a:pt x="6023370" y="3482013"/>
                  </a:lnTo>
                  <a:lnTo>
                    <a:pt x="5951747" y="3481770"/>
                  </a:lnTo>
                  <a:lnTo>
                    <a:pt x="5880125" y="3481494"/>
                  </a:lnTo>
                  <a:lnTo>
                    <a:pt x="5808502" y="3481179"/>
                  </a:lnTo>
                  <a:lnTo>
                    <a:pt x="5736879" y="3480820"/>
                  </a:lnTo>
                  <a:lnTo>
                    <a:pt x="5665257" y="3480411"/>
                  </a:lnTo>
                  <a:lnTo>
                    <a:pt x="5593634" y="3479945"/>
                  </a:lnTo>
                  <a:lnTo>
                    <a:pt x="5522012" y="3479413"/>
                  </a:lnTo>
                  <a:lnTo>
                    <a:pt x="5450389" y="3478808"/>
                  </a:lnTo>
                  <a:lnTo>
                    <a:pt x="5378767" y="3478117"/>
                  </a:lnTo>
                  <a:lnTo>
                    <a:pt x="5307144" y="3477331"/>
                  </a:lnTo>
                  <a:lnTo>
                    <a:pt x="5235522" y="3476434"/>
                  </a:lnTo>
                  <a:lnTo>
                    <a:pt x="5163899" y="3475411"/>
                  </a:lnTo>
                  <a:lnTo>
                    <a:pt x="5092277" y="3474246"/>
                  </a:lnTo>
                  <a:lnTo>
                    <a:pt x="5020654" y="3472918"/>
                  </a:lnTo>
                  <a:lnTo>
                    <a:pt x="4949032" y="3471404"/>
                  </a:lnTo>
                  <a:lnTo>
                    <a:pt x="4877409" y="3469679"/>
                  </a:lnTo>
                  <a:lnTo>
                    <a:pt x="4805787" y="3467713"/>
                  </a:lnTo>
                  <a:lnTo>
                    <a:pt x="4734164" y="3465471"/>
                  </a:lnTo>
                  <a:lnTo>
                    <a:pt x="4662542" y="3462917"/>
                  </a:lnTo>
                  <a:lnTo>
                    <a:pt x="4590919" y="3460005"/>
                  </a:lnTo>
                  <a:lnTo>
                    <a:pt x="4519297" y="3456686"/>
                  </a:lnTo>
                  <a:lnTo>
                    <a:pt x="4447674" y="3452903"/>
                  </a:lnTo>
                  <a:lnTo>
                    <a:pt x="4376051" y="3448592"/>
                  </a:lnTo>
                  <a:lnTo>
                    <a:pt x="4304429" y="3443677"/>
                  </a:lnTo>
                  <a:lnTo>
                    <a:pt x="4232806" y="3438076"/>
                  </a:lnTo>
                  <a:lnTo>
                    <a:pt x="4161184" y="3431692"/>
                  </a:lnTo>
                  <a:lnTo>
                    <a:pt x="4089561" y="3424415"/>
                  </a:lnTo>
                  <a:lnTo>
                    <a:pt x="4017939" y="3416121"/>
                  </a:lnTo>
                  <a:lnTo>
                    <a:pt x="3946316" y="3406667"/>
                  </a:lnTo>
                  <a:lnTo>
                    <a:pt x="3874694" y="3395892"/>
                  </a:lnTo>
                  <a:lnTo>
                    <a:pt x="3803071" y="3383611"/>
                  </a:lnTo>
                  <a:lnTo>
                    <a:pt x="3731449" y="3369613"/>
                  </a:lnTo>
                  <a:lnTo>
                    <a:pt x="3659826" y="3353658"/>
                  </a:lnTo>
                  <a:lnTo>
                    <a:pt x="3588204" y="3335473"/>
                  </a:lnTo>
                  <a:lnTo>
                    <a:pt x="3516581" y="3314746"/>
                  </a:lnTo>
                  <a:lnTo>
                    <a:pt x="3444959" y="3291121"/>
                  </a:lnTo>
                  <a:lnTo>
                    <a:pt x="3373336" y="3264194"/>
                  </a:lnTo>
                  <a:lnTo>
                    <a:pt x="3301714" y="3233503"/>
                  </a:lnTo>
                  <a:lnTo>
                    <a:pt x="3230091" y="3198521"/>
                  </a:lnTo>
                  <a:lnTo>
                    <a:pt x="3158469" y="3158649"/>
                  </a:lnTo>
                  <a:lnTo>
                    <a:pt x="3086846" y="3113203"/>
                  </a:lnTo>
                  <a:lnTo>
                    <a:pt x="3015223" y="3061404"/>
                  </a:lnTo>
                  <a:lnTo>
                    <a:pt x="2943601" y="3002365"/>
                  </a:lnTo>
                  <a:lnTo>
                    <a:pt x="2871978" y="2935072"/>
                  </a:lnTo>
                  <a:lnTo>
                    <a:pt x="2800356" y="2858372"/>
                  </a:lnTo>
                  <a:lnTo>
                    <a:pt x="2728733" y="2770951"/>
                  </a:lnTo>
                  <a:lnTo>
                    <a:pt x="2657111" y="2671308"/>
                  </a:lnTo>
                  <a:lnTo>
                    <a:pt x="2585488" y="2626720"/>
                  </a:lnTo>
                  <a:lnTo>
                    <a:pt x="2513866" y="2592772"/>
                  </a:lnTo>
                  <a:lnTo>
                    <a:pt x="2442243" y="2557480"/>
                  </a:lnTo>
                  <a:lnTo>
                    <a:pt x="2370621" y="2520789"/>
                  </a:lnTo>
                  <a:lnTo>
                    <a:pt x="2298998" y="2482645"/>
                  </a:lnTo>
                  <a:lnTo>
                    <a:pt x="2227376" y="2442990"/>
                  </a:lnTo>
                  <a:lnTo>
                    <a:pt x="2155753" y="2401764"/>
                  </a:lnTo>
                  <a:lnTo>
                    <a:pt x="2084131" y="2358906"/>
                  </a:lnTo>
                  <a:lnTo>
                    <a:pt x="2012508" y="2314349"/>
                  </a:lnTo>
                  <a:lnTo>
                    <a:pt x="1940886" y="2268028"/>
                  </a:lnTo>
                  <a:lnTo>
                    <a:pt x="1869263" y="2219872"/>
                  </a:lnTo>
                  <a:lnTo>
                    <a:pt x="1797641" y="2169808"/>
                  </a:lnTo>
                  <a:lnTo>
                    <a:pt x="1726018" y="2117761"/>
                  </a:lnTo>
                  <a:lnTo>
                    <a:pt x="1654395" y="2063653"/>
                  </a:lnTo>
                  <a:lnTo>
                    <a:pt x="1582773" y="2007401"/>
                  </a:lnTo>
                  <a:lnTo>
                    <a:pt x="1511150" y="1948921"/>
                  </a:lnTo>
                  <a:lnTo>
                    <a:pt x="1439528" y="1888124"/>
                  </a:lnTo>
                  <a:lnTo>
                    <a:pt x="1367905" y="1824920"/>
                  </a:lnTo>
                  <a:lnTo>
                    <a:pt x="1296283" y="1759211"/>
                  </a:lnTo>
                  <a:lnTo>
                    <a:pt x="1224660" y="1690900"/>
                  </a:lnTo>
                  <a:lnTo>
                    <a:pt x="1153038" y="1619883"/>
                  </a:lnTo>
                  <a:lnTo>
                    <a:pt x="1081415" y="1546053"/>
                  </a:lnTo>
                  <a:lnTo>
                    <a:pt x="1009793" y="1469299"/>
                  </a:lnTo>
                  <a:lnTo>
                    <a:pt x="938170" y="1389504"/>
                  </a:lnTo>
                  <a:lnTo>
                    <a:pt x="866548" y="1306548"/>
                  </a:lnTo>
                  <a:lnTo>
                    <a:pt x="794925" y="1220307"/>
                  </a:lnTo>
                  <a:lnTo>
                    <a:pt x="723303" y="1130649"/>
                  </a:lnTo>
                  <a:lnTo>
                    <a:pt x="651680" y="1037439"/>
                  </a:lnTo>
                  <a:lnTo>
                    <a:pt x="580058" y="940538"/>
                  </a:lnTo>
                  <a:lnTo>
                    <a:pt x="508435" y="839798"/>
                  </a:lnTo>
                  <a:lnTo>
                    <a:pt x="436813" y="735068"/>
                  </a:lnTo>
                  <a:lnTo>
                    <a:pt x="365190" y="626189"/>
                  </a:lnTo>
                  <a:lnTo>
                    <a:pt x="293567" y="512998"/>
                  </a:lnTo>
                  <a:lnTo>
                    <a:pt x="221945" y="395322"/>
                  </a:lnTo>
                  <a:lnTo>
                    <a:pt x="150322" y="272986"/>
                  </a:lnTo>
                  <a:lnTo>
                    <a:pt x="78700" y="145804"/>
                  </a:lnTo>
                  <a:lnTo>
                    <a:pt x="7077" y="13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41920" y="2073503"/>
              <a:ext cx="4520759" cy="3374393"/>
            </a:xfrm>
            <a:custGeom>
              <a:avLst/>
              <a:pathLst>
                <a:path w="4520759" h="3374393">
                  <a:moveTo>
                    <a:pt x="0" y="0"/>
                  </a:moveTo>
                  <a:lnTo>
                    <a:pt x="8540" y="57115"/>
                  </a:lnTo>
                  <a:lnTo>
                    <a:pt x="80162" y="477378"/>
                  </a:lnTo>
                  <a:lnTo>
                    <a:pt x="151785" y="846098"/>
                  </a:lnTo>
                  <a:lnTo>
                    <a:pt x="223407" y="1169595"/>
                  </a:lnTo>
                  <a:lnTo>
                    <a:pt x="295030" y="1453417"/>
                  </a:lnTo>
                  <a:lnTo>
                    <a:pt x="366652" y="1702429"/>
                  </a:lnTo>
                  <a:lnTo>
                    <a:pt x="438275" y="1920900"/>
                  </a:lnTo>
                  <a:lnTo>
                    <a:pt x="509897" y="2112577"/>
                  </a:lnTo>
                  <a:lnTo>
                    <a:pt x="581520" y="2280746"/>
                  </a:lnTo>
                  <a:lnTo>
                    <a:pt x="653142" y="2428289"/>
                  </a:lnTo>
                  <a:lnTo>
                    <a:pt x="724765" y="2557737"/>
                  </a:lnTo>
                  <a:lnTo>
                    <a:pt x="796387" y="2659375"/>
                  </a:lnTo>
                  <a:lnTo>
                    <a:pt x="868010" y="2690785"/>
                  </a:lnTo>
                  <a:lnTo>
                    <a:pt x="939632" y="2720998"/>
                  </a:lnTo>
                  <a:lnTo>
                    <a:pt x="1011255" y="2750060"/>
                  </a:lnTo>
                  <a:lnTo>
                    <a:pt x="1082877" y="2778015"/>
                  </a:lnTo>
                  <a:lnTo>
                    <a:pt x="1154500" y="2804905"/>
                  </a:lnTo>
                  <a:lnTo>
                    <a:pt x="1226122" y="2830770"/>
                  </a:lnTo>
                  <a:lnTo>
                    <a:pt x="1297745" y="2855650"/>
                  </a:lnTo>
                  <a:lnTo>
                    <a:pt x="1369368" y="2879582"/>
                  </a:lnTo>
                  <a:lnTo>
                    <a:pt x="1440990" y="2902602"/>
                  </a:lnTo>
                  <a:lnTo>
                    <a:pt x="1512613" y="2924745"/>
                  </a:lnTo>
                  <a:lnTo>
                    <a:pt x="1584235" y="2946044"/>
                  </a:lnTo>
                  <a:lnTo>
                    <a:pt x="1655858" y="2966531"/>
                  </a:lnTo>
                  <a:lnTo>
                    <a:pt x="1727480" y="2986238"/>
                  </a:lnTo>
                  <a:lnTo>
                    <a:pt x="1799103" y="3005194"/>
                  </a:lnTo>
                  <a:lnTo>
                    <a:pt x="1870725" y="3023428"/>
                  </a:lnTo>
                  <a:lnTo>
                    <a:pt x="1942348" y="3040967"/>
                  </a:lnTo>
                  <a:lnTo>
                    <a:pt x="2013970" y="3057838"/>
                  </a:lnTo>
                  <a:lnTo>
                    <a:pt x="2085593" y="3074066"/>
                  </a:lnTo>
                  <a:lnTo>
                    <a:pt x="2157215" y="3089676"/>
                  </a:lnTo>
                  <a:lnTo>
                    <a:pt x="2228838" y="3104690"/>
                  </a:lnTo>
                  <a:lnTo>
                    <a:pt x="2300460" y="3119133"/>
                  </a:lnTo>
                  <a:lnTo>
                    <a:pt x="2372083" y="3133026"/>
                  </a:lnTo>
                  <a:lnTo>
                    <a:pt x="2443705" y="3146389"/>
                  </a:lnTo>
                  <a:lnTo>
                    <a:pt x="2515328" y="3159243"/>
                  </a:lnTo>
                  <a:lnTo>
                    <a:pt x="2586950" y="3171607"/>
                  </a:lnTo>
                  <a:lnTo>
                    <a:pt x="2658573" y="3183500"/>
                  </a:lnTo>
                  <a:lnTo>
                    <a:pt x="2730196" y="3194940"/>
                  </a:lnTo>
                  <a:lnTo>
                    <a:pt x="2801818" y="3205944"/>
                  </a:lnTo>
                  <a:lnTo>
                    <a:pt x="2873441" y="3216529"/>
                  </a:lnTo>
                  <a:lnTo>
                    <a:pt x="2945063" y="3226711"/>
                  </a:lnTo>
                  <a:lnTo>
                    <a:pt x="3016686" y="3236504"/>
                  </a:lnTo>
                  <a:lnTo>
                    <a:pt x="3088308" y="3245925"/>
                  </a:lnTo>
                  <a:lnTo>
                    <a:pt x="3159931" y="3254986"/>
                  </a:lnTo>
                  <a:lnTo>
                    <a:pt x="3231553" y="3263702"/>
                  </a:lnTo>
                  <a:lnTo>
                    <a:pt x="3303176" y="3272087"/>
                  </a:lnTo>
                  <a:lnTo>
                    <a:pt x="3374798" y="3280151"/>
                  </a:lnTo>
                  <a:lnTo>
                    <a:pt x="3446421" y="3287909"/>
                  </a:lnTo>
                  <a:lnTo>
                    <a:pt x="3518043" y="3295370"/>
                  </a:lnTo>
                  <a:lnTo>
                    <a:pt x="3589666" y="3302548"/>
                  </a:lnTo>
                  <a:lnTo>
                    <a:pt x="3661288" y="3309452"/>
                  </a:lnTo>
                  <a:lnTo>
                    <a:pt x="3732911" y="3316093"/>
                  </a:lnTo>
                  <a:lnTo>
                    <a:pt x="3804533" y="3322481"/>
                  </a:lnTo>
                  <a:lnTo>
                    <a:pt x="3876156" y="3328625"/>
                  </a:lnTo>
                  <a:lnTo>
                    <a:pt x="3947778" y="3334536"/>
                  </a:lnTo>
                  <a:lnTo>
                    <a:pt x="4019401" y="3340221"/>
                  </a:lnTo>
                  <a:lnTo>
                    <a:pt x="4091024" y="3345690"/>
                  </a:lnTo>
                  <a:lnTo>
                    <a:pt x="4162646" y="3350950"/>
                  </a:lnTo>
                  <a:lnTo>
                    <a:pt x="4234269" y="3356010"/>
                  </a:lnTo>
                  <a:lnTo>
                    <a:pt x="4305891" y="3360877"/>
                  </a:lnTo>
                  <a:lnTo>
                    <a:pt x="4377514" y="3365558"/>
                  </a:lnTo>
                  <a:lnTo>
                    <a:pt x="4449136" y="3370062"/>
                  </a:lnTo>
                  <a:lnTo>
                    <a:pt x="4520759" y="33743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81196" y="2073503"/>
              <a:ext cx="6381482" cy="3482845"/>
            </a:xfrm>
            <a:custGeom>
              <a:avLst/>
              <a:pathLst>
                <a:path w="6381482" h="3482845">
                  <a:moveTo>
                    <a:pt x="6381482" y="3482845"/>
                  </a:moveTo>
                  <a:lnTo>
                    <a:pt x="6309860" y="3482719"/>
                  </a:lnTo>
                  <a:lnTo>
                    <a:pt x="6238237" y="3482575"/>
                  </a:lnTo>
                  <a:lnTo>
                    <a:pt x="6166615" y="3482412"/>
                  </a:lnTo>
                  <a:lnTo>
                    <a:pt x="6094992" y="3482225"/>
                  </a:lnTo>
                  <a:lnTo>
                    <a:pt x="6023370" y="3482013"/>
                  </a:lnTo>
                  <a:lnTo>
                    <a:pt x="5951747" y="3481770"/>
                  </a:lnTo>
                  <a:lnTo>
                    <a:pt x="5880125" y="3481494"/>
                  </a:lnTo>
                  <a:lnTo>
                    <a:pt x="5808502" y="3481179"/>
                  </a:lnTo>
                  <a:lnTo>
                    <a:pt x="5736879" y="3480820"/>
                  </a:lnTo>
                  <a:lnTo>
                    <a:pt x="5665257" y="3480411"/>
                  </a:lnTo>
                  <a:lnTo>
                    <a:pt x="5593634" y="3479945"/>
                  </a:lnTo>
                  <a:lnTo>
                    <a:pt x="5522012" y="3479413"/>
                  </a:lnTo>
                  <a:lnTo>
                    <a:pt x="5450389" y="3478808"/>
                  </a:lnTo>
                  <a:lnTo>
                    <a:pt x="5378767" y="3478117"/>
                  </a:lnTo>
                  <a:lnTo>
                    <a:pt x="5307144" y="3477331"/>
                  </a:lnTo>
                  <a:lnTo>
                    <a:pt x="5235522" y="3476434"/>
                  </a:lnTo>
                  <a:lnTo>
                    <a:pt x="5163899" y="3475411"/>
                  </a:lnTo>
                  <a:lnTo>
                    <a:pt x="5092277" y="3474246"/>
                  </a:lnTo>
                  <a:lnTo>
                    <a:pt x="5020654" y="3472918"/>
                  </a:lnTo>
                  <a:lnTo>
                    <a:pt x="4949032" y="3471404"/>
                  </a:lnTo>
                  <a:lnTo>
                    <a:pt x="4877409" y="3469679"/>
                  </a:lnTo>
                  <a:lnTo>
                    <a:pt x="4805787" y="3467713"/>
                  </a:lnTo>
                  <a:lnTo>
                    <a:pt x="4734164" y="3465471"/>
                  </a:lnTo>
                  <a:lnTo>
                    <a:pt x="4662542" y="3462917"/>
                  </a:lnTo>
                  <a:lnTo>
                    <a:pt x="4590919" y="3460005"/>
                  </a:lnTo>
                  <a:lnTo>
                    <a:pt x="4519297" y="3456686"/>
                  </a:lnTo>
                  <a:lnTo>
                    <a:pt x="4447674" y="3452903"/>
                  </a:lnTo>
                  <a:lnTo>
                    <a:pt x="4376051" y="3448592"/>
                  </a:lnTo>
                  <a:lnTo>
                    <a:pt x="4304429" y="3443677"/>
                  </a:lnTo>
                  <a:lnTo>
                    <a:pt x="4232806" y="3438076"/>
                  </a:lnTo>
                  <a:lnTo>
                    <a:pt x="4161184" y="3431692"/>
                  </a:lnTo>
                  <a:lnTo>
                    <a:pt x="4089561" y="3424415"/>
                  </a:lnTo>
                  <a:lnTo>
                    <a:pt x="4017939" y="3416121"/>
                  </a:lnTo>
                  <a:lnTo>
                    <a:pt x="3946316" y="3406667"/>
                  </a:lnTo>
                  <a:lnTo>
                    <a:pt x="3874694" y="3395892"/>
                  </a:lnTo>
                  <a:lnTo>
                    <a:pt x="3803071" y="3383611"/>
                  </a:lnTo>
                  <a:lnTo>
                    <a:pt x="3731449" y="3369613"/>
                  </a:lnTo>
                  <a:lnTo>
                    <a:pt x="3659826" y="3353658"/>
                  </a:lnTo>
                  <a:lnTo>
                    <a:pt x="3588204" y="3335473"/>
                  </a:lnTo>
                  <a:lnTo>
                    <a:pt x="3516581" y="3314746"/>
                  </a:lnTo>
                  <a:lnTo>
                    <a:pt x="3444959" y="3291121"/>
                  </a:lnTo>
                  <a:lnTo>
                    <a:pt x="3373336" y="3264194"/>
                  </a:lnTo>
                  <a:lnTo>
                    <a:pt x="3301714" y="3233503"/>
                  </a:lnTo>
                  <a:lnTo>
                    <a:pt x="3230091" y="3198521"/>
                  </a:lnTo>
                  <a:lnTo>
                    <a:pt x="3158469" y="3158649"/>
                  </a:lnTo>
                  <a:lnTo>
                    <a:pt x="3086846" y="3113203"/>
                  </a:lnTo>
                  <a:lnTo>
                    <a:pt x="3015223" y="3061404"/>
                  </a:lnTo>
                  <a:lnTo>
                    <a:pt x="2943601" y="3002365"/>
                  </a:lnTo>
                  <a:lnTo>
                    <a:pt x="2871978" y="2935072"/>
                  </a:lnTo>
                  <a:lnTo>
                    <a:pt x="2800356" y="2858372"/>
                  </a:lnTo>
                  <a:lnTo>
                    <a:pt x="2728733" y="2770951"/>
                  </a:lnTo>
                  <a:lnTo>
                    <a:pt x="2657111" y="2671308"/>
                  </a:lnTo>
                  <a:lnTo>
                    <a:pt x="2585488" y="2626720"/>
                  </a:lnTo>
                  <a:lnTo>
                    <a:pt x="2513866" y="2592772"/>
                  </a:lnTo>
                  <a:lnTo>
                    <a:pt x="2442243" y="2557480"/>
                  </a:lnTo>
                  <a:lnTo>
                    <a:pt x="2370621" y="2520789"/>
                  </a:lnTo>
                  <a:lnTo>
                    <a:pt x="2298998" y="2482645"/>
                  </a:lnTo>
                  <a:lnTo>
                    <a:pt x="2227376" y="2442990"/>
                  </a:lnTo>
                  <a:lnTo>
                    <a:pt x="2155753" y="2401764"/>
                  </a:lnTo>
                  <a:lnTo>
                    <a:pt x="2084131" y="2358906"/>
                  </a:lnTo>
                  <a:lnTo>
                    <a:pt x="2012508" y="2314349"/>
                  </a:lnTo>
                  <a:lnTo>
                    <a:pt x="1940886" y="2268028"/>
                  </a:lnTo>
                  <a:lnTo>
                    <a:pt x="1869263" y="2219872"/>
                  </a:lnTo>
                  <a:lnTo>
                    <a:pt x="1797641" y="2169808"/>
                  </a:lnTo>
                  <a:lnTo>
                    <a:pt x="1726018" y="2117761"/>
                  </a:lnTo>
                  <a:lnTo>
                    <a:pt x="1654395" y="2063653"/>
                  </a:lnTo>
                  <a:lnTo>
                    <a:pt x="1582773" y="2007401"/>
                  </a:lnTo>
                  <a:lnTo>
                    <a:pt x="1511150" y="1948921"/>
                  </a:lnTo>
                  <a:lnTo>
                    <a:pt x="1439528" y="1888124"/>
                  </a:lnTo>
                  <a:lnTo>
                    <a:pt x="1367905" y="1824920"/>
                  </a:lnTo>
                  <a:lnTo>
                    <a:pt x="1296283" y="1759211"/>
                  </a:lnTo>
                  <a:lnTo>
                    <a:pt x="1224660" y="1690900"/>
                  </a:lnTo>
                  <a:lnTo>
                    <a:pt x="1153038" y="1619883"/>
                  </a:lnTo>
                  <a:lnTo>
                    <a:pt x="1081415" y="1546053"/>
                  </a:lnTo>
                  <a:lnTo>
                    <a:pt x="1009793" y="1469299"/>
                  </a:lnTo>
                  <a:lnTo>
                    <a:pt x="938170" y="1389504"/>
                  </a:lnTo>
                  <a:lnTo>
                    <a:pt x="866548" y="1306548"/>
                  </a:lnTo>
                  <a:lnTo>
                    <a:pt x="794925" y="1220307"/>
                  </a:lnTo>
                  <a:lnTo>
                    <a:pt x="723303" y="1130649"/>
                  </a:lnTo>
                  <a:lnTo>
                    <a:pt x="651680" y="1037439"/>
                  </a:lnTo>
                  <a:lnTo>
                    <a:pt x="580058" y="940538"/>
                  </a:lnTo>
                  <a:lnTo>
                    <a:pt x="508435" y="839798"/>
                  </a:lnTo>
                  <a:lnTo>
                    <a:pt x="436813" y="735068"/>
                  </a:lnTo>
                  <a:lnTo>
                    <a:pt x="365190" y="626189"/>
                  </a:lnTo>
                  <a:lnTo>
                    <a:pt x="293567" y="512998"/>
                  </a:lnTo>
                  <a:lnTo>
                    <a:pt x="221945" y="395322"/>
                  </a:lnTo>
                  <a:lnTo>
                    <a:pt x="150322" y="272986"/>
                  </a:lnTo>
                  <a:lnTo>
                    <a:pt x="78700" y="145804"/>
                  </a:lnTo>
                  <a:lnTo>
                    <a:pt x="7077" y="135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315732" y="2073503"/>
              <a:ext cx="4946946" cy="3473819"/>
            </a:xfrm>
            <a:custGeom>
              <a:avLst/>
              <a:pathLst>
                <a:path w="4946946" h="3473819">
                  <a:moveTo>
                    <a:pt x="0" y="0"/>
                  </a:moveTo>
                  <a:lnTo>
                    <a:pt x="4992" y="21370"/>
                  </a:lnTo>
                  <a:lnTo>
                    <a:pt x="76614" y="303021"/>
                  </a:lnTo>
                  <a:lnTo>
                    <a:pt x="148237" y="561761"/>
                  </a:lnTo>
                  <a:lnTo>
                    <a:pt x="219859" y="799453"/>
                  </a:lnTo>
                  <a:lnTo>
                    <a:pt x="291482" y="1017810"/>
                  </a:lnTo>
                  <a:lnTo>
                    <a:pt x="363104" y="1218404"/>
                  </a:lnTo>
                  <a:lnTo>
                    <a:pt x="434727" y="1402681"/>
                  </a:lnTo>
                  <a:lnTo>
                    <a:pt x="506350" y="1571968"/>
                  </a:lnTo>
                  <a:lnTo>
                    <a:pt x="577972" y="1727483"/>
                  </a:lnTo>
                  <a:lnTo>
                    <a:pt x="649595" y="1870349"/>
                  </a:lnTo>
                  <a:lnTo>
                    <a:pt x="721217" y="2001592"/>
                  </a:lnTo>
                  <a:lnTo>
                    <a:pt x="792840" y="2122160"/>
                  </a:lnTo>
                  <a:lnTo>
                    <a:pt x="864462" y="2232920"/>
                  </a:lnTo>
                  <a:lnTo>
                    <a:pt x="936085" y="2334670"/>
                  </a:lnTo>
                  <a:lnTo>
                    <a:pt x="1007707" y="2428143"/>
                  </a:lnTo>
                  <a:lnTo>
                    <a:pt x="1079330" y="2514012"/>
                  </a:lnTo>
                  <a:lnTo>
                    <a:pt x="1150952" y="2592896"/>
                  </a:lnTo>
                  <a:lnTo>
                    <a:pt x="1222575" y="2665363"/>
                  </a:lnTo>
                  <a:lnTo>
                    <a:pt x="1294197" y="2731936"/>
                  </a:lnTo>
                  <a:lnTo>
                    <a:pt x="1365820" y="2793092"/>
                  </a:lnTo>
                  <a:lnTo>
                    <a:pt x="1437442" y="2849275"/>
                  </a:lnTo>
                  <a:lnTo>
                    <a:pt x="1509065" y="2900886"/>
                  </a:lnTo>
                  <a:lnTo>
                    <a:pt x="1580687" y="2948300"/>
                  </a:lnTo>
                  <a:lnTo>
                    <a:pt x="1652310" y="2991856"/>
                  </a:lnTo>
                  <a:lnTo>
                    <a:pt x="1723932" y="3031870"/>
                  </a:lnTo>
                  <a:lnTo>
                    <a:pt x="1795555" y="3068628"/>
                  </a:lnTo>
                  <a:lnTo>
                    <a:pt x="1867177" y="3102396"/>
                  </a:lnTo>
                  <a:lnTo>
                    <a:pt x="1938800" y="3133418"/>
                  </a:lnTo>
                  <a:lnTo>
                    <a:pt x="2010423" y="3161916"/>
                  </a:lnTo>
                  <a:lnTo>
                    <a:pt x="2082045" y="3188095"/>
                  </a:lnTo>
                  <a:lnTo>
                    <a:pt x="2153668" y="3212145"/>
                  </a:lnTo>
                  <a:lnTo>
                    <a:pt x="2225290" y="3234239"/>
                  </a:lnTo>
                  <a:lnTo>
                    <a:pt x="2296913" y="3254536"/>
                  </a:lnTo>
                  <a:lnTo>
                    <a:pt x="2368535" y="3273181"/>
                  </a:lnTo>
                  <a:lnTo>
                    <a:pt x="2440158" y="3290310"/>
                  </a:lnTo>
                  <a:lnTo>
                    <a:pt x="2511780" y="3306045"/>
                  </a:lnTo>
                  <a:lnTo>
                    <a:pt x="2583403" y="3320500"/>
                  </a:lnTo>
                  <a:lnTo>
                    <a:pt x="2655025" y="3333780"/>
                  </a:lnTo>
                  <a:lnTo>
                    <a:pt x="2726648" y="3345979"/>
                  </a:lnTo>
                  <a:lnTo>
                    <a:pt x="2798270" y="3357186"/>
                  </a:lnTo>
                  <a:lnTo>
                    <a:pt x="2869893" y="3367481"/>
                  </a:lnTo>
                  <a:lnTo>
                    <a:pt x="2941515" y="3376939"/>
                  </a:lnTo>
                  <a:lnTo>
                    <a:pt x="3013138" y="3385627"/>
                  </a:lnTo>
                  <a:lnTo>
                    <a:pt x="3084760" y="3393609"/>
                  </a:lnTo>
                  <a:lnTo>
                    <a:pt x="3156383" y="3400941"/>
                  </a:lnTo>
                  <a:lnTo>
                    <a:pt x="3228005" y="3407677"/>
                  </a:lnTo>
                  <a:lnTo>
                    <a:pt x="3299628" y="3413865"/>
                  </a:lnTo>
                  <a:lnTo>
                    <a:pt x="3371251" y="3419550"/>
                  </a:lnTo>
                  <a:lnTo>
                    <a:pt x="3442873" y="3424772"/>
                  </a:lnTo>
                  <a:lnTo>
                    <a:pt x="3514496" y="3429569"/>
                  </a:lnTo>
                  <a:lnTo>
                    <a:pt x="3586118" y="3433976"/>
                  </a:lnTo>
                  <a:lnTo>
                    <a:pt x="3657741" y="3438025"/>
                  </a:lnTo>
                  <a:lnTo>
                    <a:pt x="3729363" y="3441744"/>
                  </a:lnTo>
                  <a:lnTo>
                    <a:pt x="3800986" y="3445161"/>
                  </a:lnTo>
                  <a:lnTo>
                    <a:pt x="3872608" y="3448300"/>
                  </a:lnTo>
                  <a:lnTo>
                    <a:pt x="3944231" y="3451183"/>
                  </a:lnTo>
                  <a:lnTo>
                    <a:pt x="4015853" y="3453832"/>
                  </a:lnTo>
                  <a:lnTo>
                    <a:pt x="4087476" y="3456265"/>
                  </a:lnTo>
                  <a:lnTo>
                    <a:pt x="4159098" y="3458501"/>
                  </a:lnTo>
                  <a:lnTo>
                    <a:pt x="4230721" y="3460554"/>
                  </a:lnTo>
                  <a:lnTo>
                    <a:pt x="4302343" y="3462441"/>
                  </a:lnTo>
                  <a:lnTo>
                    <a:pt x="4373966" y="3464174"/>
                  </a:lnTo>
                  <a:lnTo>
                    <a:pt x="4445588" y="3465766"/>
                  </a:lnTo>
                  <a:lnTo>
                    <a:pt x="4517211" y="3467229"/>
                  </a:lnTo>
                  <a:lnTo>
                    <a:pt x="4588833" y="3468573"/>
                  </a:lnTo>
                  <a:lnTo>
                    <a:pt x="4660456" y="3469807"/>
                  </a:lnTo>
                  <a:lnTo>
                    <a:pt x="4732079" y="3470941"/>
                  </a:lnTo>
                  <a:lnTo>
                    <a:pt x="4803701" y="3471982"/>
                  </a:lnTo>
                  <a:lnTo>
                    <a:pt x="4875324" y="3472939"/>
                  </a:lnTo>
                  <a:lnTo>
                    <a:pt x="4946946" y="347381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515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2.67 (1.57-4.54), p = &lt;0.001  |  per IQR decline (Δ = 29.9 %): 18.84 (3.83-92.51)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2849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2026-09-28T17:00:34Z</dcterms:modified>
  <cp:category/>
</cp:coreProperties>
</file>