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393431" y="2073503"/>
              <a:ext cx="6827869" cy="3482845"/>
            </a:xfrm>
            <a:custGeom>
              <a:avLst/>
              <a:pathLst>
                <a:path w="6827869" h="3482845">
                  <a:moveTo>
                    <a:pt x="1990881" y="0"/>
                  </a:moveTo>
                  <a:lnTo>
                    <a:pt x="2000019" y="57115"/>
                  </a:lnTo>
                  <a:lnTo>
                    <a:pt x="2076651" y="477378"/>
                  </a:lnTo>
                  <a:lnTo>
                    <a:pt x="2153284" y="846098"/>
                  </a:lnTo>
                  <a:lnTo>
                    <a:pt x="2229916" y="1169595"/>
                  </a:lnTo>
                  <a:lnTo>
                    <a:pt x="2306549" y="1453417"/>
                  </a:lnTo>
                  <a:lnTo>
                    <a:pt x="2383181" y="1702429"/>
                  </a:lnTo>
                  <a:lnTo>
                    <a:pt x="2459814" y="1920900"/>
                  </a:lnTo>
                  <a:lnTo>
                    <a:pt x="2536447" y="2112577"/>
                  </a:lnTo>
                  <a:lnTo>
                    <a:pt x="2613079" y="2280746"/>
                  </a:lnTo>
                  <a:lnTo>
                    <a:pt x="2689712" y="2428289"/>
                  </a:lnTo>
                  <a:lnTo>
                    <a:pt x="2766344" y="2557737"/>
                  </a:lnTo>
                  <a:lnTo>
                    <a:pt x="2842977" y="2659375"/>
                  </a:lnTo>
                  <a:lnTo>
                    <a:pt x="2919609" y="2690785"/>
                  </a:lnTo>
                  <a:lnTo>
                    <a:pt x="2996242" y="2720998"/>
                  </a:lnTo>
                  <a:lnTo>
                    <a:pt x="3072874" y="2750060"/>
                  </a:lnTo>
                  <a:lnTo>
                    <a:pt x="3149507" y="2778015"/>
                  </a:lnTo>
                  <a:lnTo>
                    <a:pt x="3226140" y="2804905"/>
                  </a:lnTo>
                  <a:lnTo>
                    <a:pt x="3302772" y="2830770"/>
                  </a:lnTo>
                  <a:lnTo>
                    <a:pt x="3379405" y="2855650"/>
                  </a:lnTo>
                  <a:lnTo>
                    <a:pt x="3456037" y="2879582"/>
                  </a:lnTo>
                  <a:lnTo>
                    <a:pt x="3532670" y="2902602"/>
                  </a:lnTo>
                  <a:lnTo>
                    <a:pt x="3609302" y="2924745"/>
                  </a:lnTo>
                  <a:lnTo>
                    <a:pt x="3685935" y="2946044"/>
                  </a:lnTo>
                  <a:lnTo>
                    <a:pt x="3762567" y="2966531"/>
                  </a:lnTo>
                  <a:lnTo>
                    <a:pt x="3839200" y="2986238"/>
                  </a:lnTo>
                  <a:lnTo>
                    <a:pt x="3915832" y="3005194"/>
                  </a:lnTo>
                  <a:lnTo>
                    <a:pt x="3992465" y="3023428"/>
                  </a:lnTo>
                  <a:lnTo>
                    <a:pt x="4069098" y="3040967"/>
                  </a:lnTo>
                  <a:lnTo>
                    <a:pt x="4145730" y="3057838"/>
                  </a:lnTo>
                  <a:lnTo>
                    <a:pt x="4222363" y="3074066"/>
                  </a:lnTo>
                  <a:lnTo>
                    <a:pt x="4298995" y="3089676"/>
                  </a:lnTo>
                  <a:lnTo>
                    <a:pt x="4375628" y="3104690"/>
                  </a:lnTo>
                  <a:lnTo>
                    <a:pt x="4452260" y="3119133"/>
                  </a:lnTo>
                  <a:lnTo>
                    <a:pt x="4528893" y="3133026"/>
                  </a:lnTo>
                  <a:lnTo>
                    <a:pt x="4605525" y="3146389"/>
                  </a:lnTo>
                  <a:lnTo>
                    <a:pt x="4682158" y="3159243"/>
                  </a:lnTo>
                  <a:lnTo>
                    <a:pt x="4758790" y="3171607"/>
                  </a:lnTo>
                  <a:lnTo>
                    <a:pt x="4835423" y="3183500"/>
                  </a:lnTo>
                  <a:lnTo>
                    <a:pt x="4912056" y="3194940"/>
                  </a:lnTo>
                  <a:lnTo>
                    <a:pt x="4988688" y="3205944"/>
                  </a:lnTo>
                  <a:lnTo>
                    <a:pt x="5065321" y="3216529"/>
                  </a:lnTo>
                  <a:lnTo>
                    <a:pt x="5141953" y="3226711"/>
                  </a:lnTo>
                  <a:lnTo>
                    <a:pt x="5218586" y="3236504"/>
                  </a:lnTo>
                  <a:lnTo>
                    <a:pt x="5295218" y="3245925"/>
                  </a:lnTo>
                  <a:lnTo>
                    <a:pt x="5371851" y="3254986"/>
                  </a:lnTo>
                  <a:lnTo>
                    <a:pt x="5448483" y="3263702"/>
                  </a:lnTo>
                  <a:lnTo>
                    <a:pt x="5525116" y="3272087"/>
                  </a:lnTo>
                  <a:lnTo>
                    <a:pt x="5601749" y="3280151"/>
                  </a:lnTo>
                  <a:lnTo>
                    <a:pt x="5678381" y="3287909"/>
                  </a:lnTo>
                  <a:lnTo>
                    <a:pt x="5755014" y="3295370"/>
                  </a:lnTo>
                  <a:lnTo>
                    <a:pt x="5831646" y="3302548"/>
                  </a:lnTo>
                  <a:lnTo>
                    <a:pt x="5908279" y="3309452"/>
                  </a:lnTo>
                  <a:lnTo>
                    <a:pt x="5984911" y="3316093"/>
                  </a:lnTo>
                  <a:lnTo>
                    <a:pt x="6061544" y="3322481"/>
                  </a:lnTo>
                  <a:lnTo>
                    <a:pt x="6138176" y="3328625"/>
                  </a:lnTo>
                  <a:lnTo>
                    <a:pt x="6214809" y="3334536"/>
                  </a:lnTo>
                  <a:lnTo>
                    <a:pt x="6291441" y="3340221"/>
                  </a:lnTo>
                  <a:lnTo>
                    <a:pt x="6368074" y="3345690"/>
                  </a:lnTo>
                  <a:lnTo>
                    <a:pt x="6444707" y="3350950"/>
                  </a:lnTo>
                  <a:lnTo>
                    <a:pt x="6521339" y="3356010"/>
                  </a:lnTo>
                  <a:lnTo>
                    <a:pt x="6597972" y="3360877"/>
                  </a:lnTo>
                  <a:lnTo>
                    <a:pt x="6674604" y="3365558"/>
                  </a:lnTo>
                  <a:lnTo>
                    <a:pt x="6751237" y="3370062"/>
                  </a:lnTo>
                  <a:lnTo>
                    <a:pt x="6827869" y="3374393"/>
                  </a:lnTo>
                  <a:lnTo>
                    <a:pt x="6827869" y="3482845"/>
                  </a:lnTo>
                  <a:lnTo>
                    <a:pt x="6751237" y="3482719"/>
                  </a:lnTo>
                  <a:lnTo>
                    <a:pt x="6674604" y="3482575"/>
                  </a:lnTo>
                  <a:lnTo>
                    <a:pt x="6597972" y="3482412"/>
                  </a:lnTo>
                  <a:lnTo>
                    <a:pt x="6521339" y="3482225"/>
                  </a:lnTo>
                  <a:lnTo>
                    <a:pt x="6444707" y="3482013"/>
                  </a:lnTo>
                  <a:lnTo>
                    <a:pt x="6368074" y="3481770"/>
                  </a:lnTo>
                  <a:lnTo>
                    <a:pt x="6291441" y="3481494"/>
                  </a:lnTo>
                  <a:lnTo>
                    <a:pt x="6214809" y="3481179"/>
                  </a:lnTo>
                  <a:lnTo>
                    <a:pt x="6138176" y="3480820"/>
                  </a:lnTo>
                  <a:lnTo>
                    <a:pt x="6061544" y="3480411"/>
                  </a:lnTo>
                  <a:lnTo>
                    <a:pt x="5984911" y="3479945"/>
                  </a:lnTo>
                  <a:lnTo>
                    <a:pt x="5908279" y="3479413"/>
                  </a:lnTo>
                  <a:lnTo>
                    <a:pt x="5831646" y="3478808"/>
                  </a:lnTo>
                  <a:lnTo>
                    <a:pt x="5755014" y="3478117"/>
                  </a:lnTo>
                  <a:lnTo>
                    <a:pt x="5678381" y="3477331"/>
                  </a:lnTo>
                  <a:lnTo>
                    <a:pt x="5601749" y="3476434"/>
                  </a:lnTo>
                  <a:lnTo>
                    <a:pt x="5525116" y="3475411"/>
                  </a:lnTo>
                  <a:lnTo>
                    <a:pt x="5448483" y="3474246"/>
                  </a:lnTo>
                  <a:lnTo>
                    <a:pt x="5371851" y="3472918"/>
                  </a:lnTo>
                  <a:lnTo>
                    <a:pt x="5295218" y="3471404"/>
                  </a:lnTo>
                  <a:lnTo>
                    <a:pt x="5218586" y="3469679"/>
                  </a:lnTo>
                  <a:lnTo>
                    <a:pt x="5141953" y="3467713"/>
                  </a:lnTo>
                  <a:lnTo>
                    <a:pt x="5065321" y="3465471"/>
                  </a:lnTo>
                  <a:lnTo>
                    <a:pt x="4988688" y="3462917"/>
                  </a:lnTo>
                  <a:lnTo>
                    <a:pt x="4912056" y="3460005"/>
                  </a:lnTo>
                  <a:lnTo>
                    <a:pt x="4835423" y="3456686"/>
                  </a:lnTo>
                  <a:lnTo>
                    <a:pt x="4758790" y="3452903"/>
                  </a:lnTo>
                  <a:lnTo>
                    <a:pt x="4682158" y="3448592"/>
                  </a:lnTo>
                  <a:lnTo>
                    <a:pt x="4605525" y="3443677"/>
                  </a:lnTo>
                  <a:lnTo>
                    <a:pt x="4528893" y="3438076"/>
                  </a:lnTo>
                  <a:lnTo>
                    <a:pt x="4452260" y="3431692"/>
                  </a:lnTo>
                  <a:lnTo>
                    <a:pt x="4375628" y="3424415"/>
                  </a:lnTo>
                  <a:lnTo>
                    <a:pt x="4298995" y="3416121"/>
                  </a:lnTo>
                  <a:lnTo>
                    <a:pt x="4222363" y="3406667"/>
                  </a:lnTo>
                  <a:lnTo>
                    <a:pt x="4145730" y="3395892"/>
                  </a:lnTo>
                  <a:lnTo>
                    <a:pt x="4069098" y="3383611"/>
                  </a:lnTo>
                  <a:lnTo>
                    <a:pt x="3992465" y="3369613"/>
                  </a:lnTo>
                  <a:lnTo>
                    <a:pt x="3915832" y="3353658"/>
                  </a:lnTo>
                  <a:lnTo>
                    <a:pt x="3839200" y="3335473"/>
                  </a:lnTo>
                  <a:lnTo>
                    <a:pt x="3762567" y="3314746"/>
                  </a:lnTo>
                  <a:lnTo>
                    <a:pt x="3685935" y="3291121"/>
                  </a:lnTo>
                  <a:lnTo>
                    <a:pt x="3609302" y="3264194"/>
                  </a:lnTo>
                  <a:lnTo>
                    <a:pt x="3532670" y="3233503"/>
                  </a:lnTo>
                  <a:lnTo>
                    <a:pt x="3456037" y="3198521"/>
                  </a:lnTo>
                  <a:lnTo>
                    <a:pt x="3379405" y="3158649"/>
                  </a:lnTo>
                  <a:lnTo>
                    <a:pt x="3302772" y="3113203"/>
                  </a:lnTo>
                  <a:lnTo>
                    <a:pt x="3226140" y="3061404"/>
                  </a:lnTo>
                  <a:lnTo>
                    <a:pt x="3149507" y="3002365"/>
                  </a:lnTo>
                  <a:lnTo>
                    <a:pt x="3072874" y="2935072"/>
                  </a:lnTo>
                  <a:lnTo>
                    <a:pt x="2996242" y="2858372"/>
                  </a:lnTo>
                  <a:lnTo>
                    <a:pt x="2919609" y="2770951"/>
                  </a:lnTo>
                  <a:lnTo>
                    <a:pt x="2842977" y="2671308"/>
                  </a:lnTo>
                  <a:lnTo>
                    <a:pt x="2766344" y="2626720"/>
                  </a:lnTo>
                  <a:lnTo>
                    <a:pt x="2689712" y="2592772"/>
                  </a:lnTo>
                  <a:lnTo>
                    <a:pt x="2613079" y="2557480"/>
                  </a:lnTo>
                  <a:lnTo>
                    <a:pt x="2536447" y="2520789"/>
                  </a:lnTo>
                  <a:lnTo>
                    <a:pt x="2459814" y="2482645"/>
                  </a:lnTo>
                  <a:lnTo>
                    <a:pt x="2383181" y="2442990"/>
                  </a:lnTo>
                  <a:lnTo>
                    <a:pt x="2306549" y="2401764"/>
                  </a:lnTo>
                  <a:lnTo>
                    <a:pt x="2229916" y="2358906"/>
                  </a:lnTo>
                  <a:lnTo>
                    <a:pt x="2153284" y="2314349"/>
                  </a:lnTo>
                  <a:lnTo>
                    <a:pt x="2076651" y="2268028"/>
                  </a:lnTo>
                  <a:lnTo>
                    <a:pt x="2000019" y="2219872"/>
                  </a:lnTo>
                  <a:lnTo>
                    <a:pt x="1923386" y="2169808"/>
                  </a:lnTo>
                  <a:lnTo>
                    <a:pt x="1846754" y="2117761"/>
                  </a:lnTo>
                  <a:lnTo>
                    <a:pt x="1770121" y="2063653"/>
                  </a:lnTo>
                  <a:lnTo>
                    <a:pt x="1693489" y="2007401"/>
                  </a:lnTo>
                  <a:lnTo>
                    <a:pt x="1616856" y="1948921"/>
                  </a:lnTo>
                  <a:lnTo>
                    <a:pt x="1540223" y="1888124"/>
                  </a:lnTo>
                  <a:lnTo>
                    <a:pt x="1463591" y="1824920"/>
                  </a:lnTo>
                  <a:lnTo>
                    <a:pt x="1386958" y="1759211"/>
                  </a:lnTo>
                  <a:lnTo>
                    <a:pt x="1310326" y="1690900"/>
                  </a:lnTo>
                  <a:lnTo>
                    <a:pt x="1233693" y="1619883"/>
                  </a:lnTo>
                  <a:lnTo>
                    <a:pt x="1157061" y="1546053"/>
                  </a:lnTo>
                  <a:lnTo>
                    <a:pt x="1080428" y="1469299"/>
                  </a:lnTo>
                  <a:lnTo>
                    <a:pt x="1003796" y="1389504"/>
                  </a:lnTo>
                  <a:lnTo>
                    <a:pt x="927163" y="1306548"/>
                  </a:lnTo>
                  <a:lnTo>
                    <a:pt x="850530" y="1220307"/>
                  </a:lnTo>
                  <a:lnTo>
                    <a:pt x="773898" y="1130649"/>
                  </a:lnTo>
                  <a:lnTo>
                    <a:pt x="697265" y="1037439"/>
                  </a:lnTo>
                  <a:lnTo>
                    <a:pt x="620633" y="940538"/>
                  </a:lnTo>
                  <a:lnTo>
                    <a:pt x="544000" y="839798"/>
                  </a:lnTo>
                  <a:lnTo>
                    <a:pt x="467368" y="735068"/>
                  </a:lnTo>
                  <a:lnTo>
                    <a:pt x="390735" y="626189"/>
                  </a:lnTo>
                  <a:lnTo>
                    <a:pt x="314103" y="512998"/>
                  </a:lnTo>
                  <a:lnTo>
                    <a:pt x="237470" y="395322"/>
                  </a:lnTo>
                  <a:lnTo>
                    <a:pt x="160838" y="272986"/>
                  </a:lnTo>
                  <a:lnTo>
                    <a:pt x="84205" y="145804"/>
                  </a:lnTo>
                  <a:lnTo>
                    <a:pt x="7572" y="1358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384313" y="2073503"/>
              <a:ext cx="4836987" cy="3374393"/>
            </a:xfrm>
            <a:custGeom>
              <a:avLst/>
              <a:pathLst>
                <a:path w="4836987" h="3374393">
                  <a:moveTo>
                    <a:pt x="0" y="0"/>
                  </a:moveTo>
                  <a:lnTo>
                    <a:pt x="9137" y="57115"/>
                  </a:lnTo>
                  <a:lnTo>
                    <a:pt x="85769" y="477378"/>
                  </a:lnTo>
                  <a:lnTo>
                    <a:pt x="162402" y="846098"/>
                  </a:lnTo>
                  <a:lnTo>
                    <a:pt x="239035" y="1169595"/>
                  </a:lnTo>
                  <a:lnTo>
                    <a:pt x="315667" y="1453417"/>
                  </a:lnTo>
                  <a:lnTo>
                    <a:pt x="392300" y="1702429"/>
                  </a:lnTo>
                  <a:lnTo>
                    <a:pt x="468932" y="1920900"/>
                  </a:lnTo>
                  <a:lnTo>
                    <a:pt x="545565" y="2112577"/>
                  </a:lnTo>
                  <a:lnTo>
                    <a:pt x="622197" y="2280746"/>
                  </a:lnTo>
                  <a:lnTo>
                    <a:pt x="698830" y="2428289"/>
                  </a:lnTo>
                  <a:lnTo>
                    <a:pt x="775462" y="2557737"/>
                  </a:lnTo>
                  <a:lnTo>
                    <a:pt x="852095" y="2659375"/>
                  </a:lnTo>
                  <a:lnTo>
                    <a:pt x="928727" y="2690785"/>
                  </a:lnTo>
                  <a:lnTo>
                    <a:pt x="1005360" y="2720998"/>
                  </a:lnTo>
                  <a:lnTo>
                    <a:pt x="1081993" y="2750060"/>
                  </a:lnTo>
                  <a:lnTo>
                    <a:pt x="1158625" y="2778015"/>
                  </a:lnTo>
                  <a:lnTo>
                    <a:pt x="1235258" y="2804905"/>
                  </a:lnTo>
                  <a:lnTo>
                    <a:pt x="1311890" y="2830770"/>
                  </a:lnTo>
                  <a:lnTo>
                    <a:pt x="1388523" y="2855650"/>
                  </a:lnTo>
                  <a:lnTo>
                    <a:pt x="1465155" y="2879582"/>
                  </a:lnTo>
                  <a:lnTo>
                    <a:pt x="1541788" y="2902602"/>
                  </a:lnTo>
                  <a:lnTo>
                    <a:pt x="1618420" y="2924745"/>
                  </a:lnTo>
                  <a:lnTo>
                    <a:pt x="1695053" y="2946044"/>
                  </a:lnTo>
                  <a:lnTo>
                    <a:pt x="1771686" y="2966531"/>
                  </a:lnTo>
                  <a:lnTo>
                    <a:pt x="1848318" y="2986238"/>
                  </a:lnTo>
                  <a:lnTo>
                    <a:pt x="1924951" y="3005194"/>
                  </a:lnTo>
                  <a:lnTo>
                    <a:pt x="2001583" y="3023428"/>
                  </a:lnTo>
                  <a:lnTo>
                    <a:pt x="2078216" y="3040967"/>
                  </a:lnTo>
                  <a:lnTo>
                    <a:pt x="2154848" y="3057838"/>
                  </a:lnTo>
                  <a:lnTo>
                    <a:pt x="2231481" y="3074066"/>
                  </a:lnTo>
                  <a:lnTo>
                    <a:pt x="2308113" y="3089676"/>
                  </a:lnTo>
                  <a:lnTo>
                    <a:pt x="2384746" y="3104690"/>
                  </a:lnTo>
                  <a:lnTo>
                    <a:pt x="2461378" y="3119133"/>
                  </a:lnTo>
                  <a:lnTo>
                    <a:pt x="2538011" y="3133026"/>
                  </a:lnTo>
                  <a:lnTo>
                    <a:pt x="2614644" y="3146389"/>
                  </a:lnTo>
                  <a:lnTo>
                    <a:pt x="2691276" y="3159243"/>
                  </a:lnTo>
                  <a:lnTo>
                    <a:pt x="2767909" y="3171607"/>
                  </a:lnTo>
                  <a:lnTo>
                    <a:pt x="2844541" y="3183500"/>
                  </a:lnTo>
                  <a:lnTo>
                    <a:pt x="2921174" y="3194940"/>
                  </a:lnTo>
                  <a:lnTo>
                    <a:pt x="2997806" y="3205944"/>
                  </a:lnTo>
                  <a:lnTo>
                    <a:pt x="3074439" y="3216529"/>
                  </a:lnTo>
                  <a:lnTo>
                    <a:pt x="3151071" y="3226711"/>
                  </a:lnTo>
                  <a:lnTo>
                    <a:pt x="3227704" y="3236504"/>
                  </a:lnTo>
                  <a:lnTo>
                    <a:pt x="3304336" y="3245925"/>
                  </a:lnTo>
                  <a:lnTo>
                    <a:pt x="3380969" y="3254986"/>
                  </a:lnTo>
                  <a:lnTo>
                    <a:pt x="3457602" y="3263702"/>
                  </a:lnTo>
                  <a:lnTo>
                    <a:pt x="3534234" y="3272087"/>
                  </a:lnTo>
                  <a:lnTo>
                    <a:pt x="3610867" y="3280151"/>
                  </a:lnTo>
                  <a:lnTo>
                    <a:pt x="3687499" y="3287909"/>
                  </a:lnTo>
                  <a:lnTo>
                    <a:pt x="3764132" y="3295370"/>
                  </a:lnTo>
                  <a:lnTo>
                    <a:pt x="3840764" y="3302548"/>
                  </a:lnTo>
                  <a:lnTo>
                    <a:pt x="3917397" y="3309452"/>
                  </a:lnTo>
                  <a:lnTo>
                    <a:pt x="3994029" y="3316093"/>
                  </a:lnTo>
                  <a:lnTo>
                    <a:pt x="4070662" y="3322481"/>
                  </a:lnTo>
                  <a:lnTo>
                    <a:pt x="4147295" y="3328625"/>
                  </a:lnTo>
                  <a:lnTo>
                    <a:pt x="4223927" y="3334536"/>
                  </a:lnTo>
                  <a:lnTo>
                    <a:pt x="4300560" y="3340221"/>
                  </a:lnTo>
                  <a:lnTo>
                    <a:pt x="4377192" y="3345690"/>
                  </a:lnTo>
                  <a:lnTo>
                    <a:pt x="4453825" y="3350950"/>
                  </a:lnTo>
                  <a:lnTo>
                    <a:pt x="4530457" y="3356010"/>
                  </a:lnTo>
                  <a:lnTo>
                    <a:pt x="4607090" y="3360877"/>
                  </a:lnTo>
                  <a:lnTo>
                    <a:pt x="4683722" y="3365558"/>
                  </a:lnTo>
                  <a:lnTo>
                    <a:pt x="4760355" y="3370062"/>
                  </a:lnTo>
                  <a:lnTo>
                    <a:pt x="4836987" y="337439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393431" y="2073503"/>
              <a:ext cx="6827869" cy="3482845"/>
            </a:xfrm>
            <a:custGeom>
              <a:avLst/>
              <a:pathLst>
                <a:path w="6827869" h="3482845">
                  <a:moveTo>
                    <a:pt x="6827869" y="3482845"/>
                  </a:moveTo>
                  <a:lnTo>
                    <a:pt x="6751237" y="3482719"/>
                  </a:lnTo>
                  <a:lnTo>
                    <a:pt x="6674604" y="3482575"/>
                  </a:lnTo>
                  <a:lnTo>
                    <a:pt x="6597972" y="3482412"/>
                  </a:lnTo>
                  <a:lnTo>
                    <a:pt x="6521339" y="3482225"/>
                  </a:lnTo>
                  <a:lnTo>
                    <a:pt x="6444707" y="3482013"/>
                  </a:lnTo>
                  <a:lnTo>
                    <a:pt x="6368074" y="3481770"/>
                  </a:lnTo>
                  <a:lnTo>
                    <a:pt x="6291441" y="3481494"/>
                  </a:lnTo>
                  <a:lnTo>
                    <a:pt x="6214809" y="3481179"/>
                  </a:lnTo>
                  <a:lnTo>
                    <a:pt x="6138176" y="3480820"/>
                  </a:lnTo>
                  <a:lnTo>
                    <a:pt x="6061544" y="3480411"/>
                  </a:lnTo>
                  <a:lnTo>
                    <a:pt x="5984911" y="3479945"/>
                  </a:lnTo>
                  <a:lnTo>
                    <a:pt x="5908279" y="3479413"/>
                  </a:lnTo>
                  <a:lnTo>
                    <a:pt x="5831646" y="3478808"/>
                  </a:lnTo>
                  <a:lnTo>
                    <a:pt x="5755014" y="3478117"/>
                  </a:lnTo>
                  <a:lnTo>
                    <a:pt x="5678381" y="3477331"/>
                  </a:lnTo>
                  <a:lnTo>
                    <a:pt x="5601749" y="3476434"/>
                  </a:lnTo>
                  <a:lnTo>
                    <a:pt x="5525116" y="3475411"/>
                  </a:lnTo>
                  <a:lnTo>
                    <a:pt x="5448483" y="3474246"/>
                  </a:lnTo>
                  <a:lnTo>
                    <a:pt x="5371851" y="3472918"/>
                  </a:lnTo>
                  <a:lnTo>
                    <a:pt x="5295218" y="3471404"/>
                  </a:lnTo>
                  <a:lnTo>
                    <a:pt x="5218586" y="3469679"/>
                  </a:lnTo>
                  <a:lnTo>
                    <a:pt x="5141953" y="3467713"/>
                  </a:lnTo>
                  <a:lnTo>
                    <a:pt x="5065321" y="3465471"/>
                  </a:lnTo>
                  <a:lnTo>
                    <a:pt x="4988688" y="3462917"/>
                  </a:lnTo>
                  <a:lnTo>
                    <a:pt x="4912056" y="3460005"/>
                  </a:lnTo>
                  <a:lnTo>
                    <a:pt x="4835423" y="3456686"/>
                  </a:lnTo>
                  <a:lnTo>
                    <a:pt x="4758790" y="3452903"/>
                  </a:lnTo>
                  <a:lnTo>
                    <a:pt x="4682158" y="3448592"/>
                  </a:lnTo>
                  <a:lnTo>
                    <a:pt x="4605525" y="3443677"/>
                  </a:lnTo>
                  <a:lnTo>
                    <a:pt x="4528893" y="3438076"/>
                  </a:lnTo>
                  <a:lnTo>
                    <a:pt x="4452260" y="3431692"/>
                  </a:lnTo>
                  <a:lnTo>
                    <a:pt x="4375628" y="3424415"/>
                  </a:lnTo>
                  <a:lnTo>
                    <a:pt x="4298995" y="3416121"/>
                  </a:lnTo>
                  <a:lnTo>
                    <a:pt x="4222363" y="3406667"/>
                  </a:lnTo>
                  <a:lnTo>
                    <a:pt x="4145730" y="3395892"/>
                  </a:lnTo>
                  <a:lnTo>
                    <a:pt x="4069098" y="3383611"/>
                  </a:lnTo>
                  <a:lnTo>
                    <a:pt x="3992465" y="3369613"/>
                  </a:lnTo>
                  <a:lnTo>
                    <a:pt x="3915832" y="3353658"/>
                  </a:lnTo>
                  <a:lnTo>
                    <a:pt x="3839200" y="3335473"/>
                  </a:lnTo>
                  <a:lnTo>
                    <a:pt x="3762567" y="3314746"/>
                  </a:lnTo>
                  <a:lnTo>
                    <a:pt x="3685935" y="3291121"/>
                  </a:lnTo>
                  <a:lnTo>
                    <a:pt x="3609302" y="3264194"/>
                  </a:lnTo>
                  <a:lnTo>
                    <a:pt x="3532670" y="3233503"/>
                  </a:lnTo>
                  <a:lnTo>
                    <a:pt x="3456037" y="3198521"/>
                  </a:lnTo>
                  <a:lnTo>
                    <a:pt x="3379405" y="3158649"/>
                  </a:lnTo>
                  <a:lnTo>
                    <a:pt x="3302772" y="3113203"/>
                  </a:lnTo>
                  <a:lnTo>
                    <a:pt x="3226140" y="3061404"/>
                  </a:lnTo>
                  <a:lnTo>
                    <a:pt x="3149507" y="3002365"/>
                  </a:lnTo>
                  <a:lnTo>
                    <a:pt x="3072874" y="2935072"/>
                  </a:lnTo>
                  <a:lnTo>
                    <a:pt x="2996242" y="2858372"/>
                  </a:lnTo>
                  <a:lnTo>
                    <a:pt x="2919609" y="2770951"/>
                  </a:lnTo>
                  <a:lnTo>
                    <a:pt x="2842977" y="2671308"/>
                  </a:lnTo>
                  <a:lnTo>
                    <a:pt x="2766344" y="2626720"/>
                  </a:lnTo>
                  <a:lnTo>
                    <a:pt x="2689712" y="2592772"/>
                  </a:lnTo>
                  <a:lnTo>
                    <a:pt x="2613079" y="2557480"/>
                  </a:lnTo>
                  <a:lnTo>
                    <a:pt x="2536447" y="2520789"/>
                  </a:lnTo>
                  <a:lnTo>
                    <a:pt x="2459814" y="2482645"/>
                  </a:lnTo>
                  <a:lnTo>
                    <a:pt x="2383181" y="2442990"/>
                  </a:lnTo>
                  <a:lnTo>
                    <a:pt x="2306549" y="2401764"/>
                  </a:lnTo>
                  <a:lnTo>
                    <a:pt x="2229916" y="2358906"/>
                  </a:lnTo>
                  <a:lnTo>
                    <a:pt x="2153284" y="2314349"/>
                  </a:lnTo>
                  <a:lnTo>
                    <a:pt x="2076651" y="2268028"/>
                  </a:lnTo>
                  <a:lnTo>
                    <a:pt x="2000019" y="2219872"/>
                  </a:lnTo>
                  <a:lnTo>
                    <a:pt x="1923386" y="2169808"/>
                  </a:lnTo>
                  <a:lnTo>
                    <a:pt x="1846754" y="2117761"/>
                  </a:lnTo>
                  <a:lnTo>
                    <a:pt x="1770121" y="2063653"/>
                  </a:lnTo>
                  <a:lnTo>
                    <a:pt x="1693489" y="2007401"/>
                  </a:lnTo>
                  <a:lnTo>
                    <a:pt x="1616856" y="1948921"/>
                  </a:lnTo>
                  <a:lnTo>
                    <a:pt x="1540223" y="1888124"/>
                  </a:lnTo>
                  <a:lnTo>
                    <a:pt x="1463591" y="1824920"/>
                  </a:lnTo>
                  <a:lnTo>
                    <a:pt x="1386958" y="1759211"/>
                  </a:lnTo>
                  <a:lnTo>
                    <a:pt x="1310326" y="1690900"/>
                  </a:lnTo>
                  <a:lnTo>
                    <a:pt x="1233693" y="1619883"/>
                  </a:lnTo>
                  <a:lnTo>
                    <a:pt x="1157061" y="1546053"/>
                  </a:lnTo>
                  <a:lnTo>
                    <a:pt x="1080428" y="1469299"/>
                  </a:lnTo>
                  <a:lnTo>
                    <a:pt x="1003796" y="1389504"/>
                  </a:lnTo>
                  <a:lnTo>
                    <a:pt x="927163" y="1306548"/>
                  </a:lnTo>
                  <a:lnTo>
                    <a:pt x="850530" y="1220307"/>
                  </a:lnTo>
                  <a:lnTo>
                    <a:pt x="773898" y="1130649"/>
                  </a:lnTo>
                  <a:lnTo>
                    <a:pt x="697265" y="1037439"/>
                  </a:lnTo>
                  <a:lnTo>
                    <a:pt x="620633" y="940538"/>
                  </a:lnTo>
                  <a:lnTo>
                    <a:pt x="544000" y="839798"/>
                  </a:lnTo>
                  <a:lnTo>
                    <a:pt x="467368" y="735068"/>
                  </a:lnTo>
                  <a:lnTo>
                    <a:pt x="390735" y="626189"/>
                  </a:lnTo>
                  <a:lnTo>
                    <a:pt x="314103" y="512998"/>
                  </a:lnTo>
                  <a:lnTo>
                    <a:pt x="237470" y="395322"/>
                  </a:lnTo>
                  <a:lnTo>
                    <a:pt x="160838" y="272986"/>
                  </a:lnTo>
                  <a:lnTo>
                    <a:pt x="84205" y="145804"/>
                  </a:lnTo>
                  <a:lnTo>
                    <a:pt x="7572" y="1358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928313" y="2073503"/>
              <a:ext cx="5292987" cy="3473819"/>
            </a:xfrm>
            <a:custGeom>
              <a:avLst/>
              <a:pathLst>
                <a:path w="5292987" h="3473819">
                  <a:moveTo>
                    <a:pt x="0" y="0"/>
                  </a:moveTo>
                  <a:lnTo>
                    <a:pt x="5341" y="21370"/>
                  </a:lnTo>
                  <a:lnTo>
                    <a:pt x="81974" y="303021"/>
                  </a:lnTo>
                  <a:lnTo>
                    <a:pt x="158606" y="561761"/>
                  </a:lnTo>
                  <a:lnTo>
                    <a:pt x="235239" y="799453"/>
                  </a:lnTo>
                  <a:lnTo>
                    <a:pt x="311871" y="1017810"/>
                  </a:lnTo>
                  <a:lnTo>
                    <a:pt x="388504" y="1218404"/>
                  </a:lnTo>
                  <a:lnTo>
                    <a:pt x="465136" y="1402681"/>
                  </a:lnTo>
                  <a:lnTo>
                    <a:pt x="541769" y="1571968"/>
                  </a:lnTo>
                  <a:lnTo>
                    <a:pt x="618401" y="1727483"/>
                  </a:lnTo>
                  <a:lnTo>
                    <a:pt x="695034" y="1870349"/>
                  </a:lnTo>
                  <a:lnTo>
                    <a:pt x="771667" y="2001592"/>
                  </a:lnTo>
                  <a:lnTo>
                    <a:pt x="848299" y="2122160"/>
                  </a:lnTo>
                  <a:lnTo>
                    <a:pt x="924932" y="2232920"/>
                  </a:lnTo>
                  <a:lnTo>
                    <a:pt x="1001564" y="2334670"/>
                  </a:lnTo>
                  <a:lnTo>
                    <a:pt x="1078197" y="2428143"/>
                  </a:lnTo>
                  <a:lnTo>
                    <a:pt x="1154829" y="2514012"/>
                  </a:lnTo>
                  <a:lnTo>
                    <a:pt x="1231462" y="2592896"/>
                  </a:lnTo>
                  <a:lnTo>
                    <a:pt x="1308094" y="2665363"/>
                  </a:lnTo>
                  <a:lnTo>
                    <a:pt x="1384727" y="2731936"/>
                  </a:lnTo>
                  <a:lnTo>
                    <a:pt x="1461359" y="2793092"/>
                  </a:lnTo>
                  <a:lnTo>
                    <a:pt x="1537992" y="2849275"/>
                  </a:lnTo>
                  <a:lnTo>
                    <a:pt x="1614625" y="2900886"/>
                  </a:lnTo>
                  <a:lnTo>
                    <a:pt x="1691257" y="2948300"/>
                  </a:lnTo>
                  <a:lnTo>
                    <a:pt x="1767890" y="2991856"/>
                  </a:lnTo>
                  <a:lnTo>
                    <a:pt x="1844522" y="3031870"/>
                  </a:lnTo>
                  <a:lnTo>
                    <a:pt x="1921155" y="3068628"/>
                  </a:lnTo>
                  <a:lnTo>
                    <a:pt x="1997787" y="3102396"/>
                  </a:lnTo>
                  <a:lnTo>
                    <a:pt x="2074420" y="3133418"/>
                  </a:lnTo>
                  <a:lnTo>
                    <a:pt x="2151052" y="3161916"/>
                  </a:lnTo>
                  <a:lnTo>
                    <a:pt x="2227685" y="3188095"/>
                  </a:lnTo>
                  <a:lnTo>
                    <a:pt x="2304318" y="3212145"/>
                  </a:lnTo>
                  <a:lnTo>
                    <a:pt x="2380950" y="3234239"/>
                  </a:lnTo>
                  <a:lnTo>
                    <a:pt x="2457583" y="3254536"/>
                  </a:lnTo>
                  <a:lnTo>
                    <a:pt x="2534215" y="3273181"/>
                  </a:lnTo>
                  <a:lnTo>
                    <a:pt x="2610848" y="3290310"/>
                  </a:lnTo>
                  <a:lnTo>
                    <a:pt x="2687480" y="3306045"/>
                  </a:lnTo>
                  <a:lnTo>
                    <a:pt x="2764113" y="3320500"/>
                  </a:lnTo>
                  <a:lnTo>
                    <a:pt x="2840745" y="3333780"/>
                  </a:lnTo>
                  <a:lnTo>
                    <a:pt x="2917378" y="3345979"/>
                  </a:lnTo>
                  <a:lnTo>
                    <a:pt x="2994010" y="3357186"/>
                  </a:lnTo>
                  <a:lnTo>
                    <a:pt x="3070643" y="3367481"/>
                  </a:lnTo>
                  <a:lnTo>
                    <a:pt x="3147276" y="3376939"/>
                  </a:lnTo>
                  <a:lnTo>
                    <a:pt x="3223908" y="3385627"/>
                  </a:lnTo>
                  <a:lnTo>
                    <a:pt x="3300541" y="3393609"/>
                  </a:lnTo>
                  <a:lnTo>
                    <a:pt x="3377173" y="3400941"/>
                  </a:lnTo>
                  <a:lnTo>
                    <a:pt x="3453806" y="3407677"/>
                  </a:lnTo>
                  <a:lnTo>
                    <a:pt x="3530438" y="3413865"/>
                  </a:lnTo>
                  <a:lnTo>
                    <a:pt x="3607071" y="3419550"/>
                  </a:lnTo>
                  <a:lnTo>
                    <a:pt x="3683703" y="3424772"/>
                  </a:lnTo>
                  <a:lnTo>
                    <a:pt x="3760336" y="3429569"/>
                  </a:lnTo>
                  <a:lnTo>
                    <a:pt x="3836968" y="3433976"/>
                  </a:lnTo>
                  <a:lnTo>
                    <a:pt x="3913601" y="3438025"/>
                  </a:lnTo>
                  <a:lnTo>
                    <a:pt x="3990234" y="3441744"/>
                  </a:lnTo>
                  <a:lnTo>
                    <a:pt x="4066866" y="3445161"/>
                  </a:lnTo>
                  <a:lnTo>
                    <a:pt x="4143499" y="3448300"/>
                  </a:lnTo>
                  <a:lnTo>
                    <a:pt x="4220131" y="3451183"/>
                  </a:lnTo>
                  <a:lnTo>
                    <a:pt x="4296764" y="3453832"/>
                  </a:lnTo>
                  <a:lnTo>
                    <a:pt x="4373396" y="3456265"/>
                  </a:lnTo>
                  <a:lnTo>
                    <a:pt x="4450029" y="3458501"/>
                  </a:lnTo>
                  <a:lnTo>
                    <a:pt x="4526661" y="3460554"/>
                  </a:lnTo>
                  <a:lnTo>
                    <a:pt x="4603294" y="3462441"/>
                  </a:lnTo>
                  <a:lnTo>
                    <a:pt x="4679927" y="3464174"/>
                  </a:lnTo>
                  <a:lnTo>
                    <a:pt x="4756559" y="3465766"/>
                  </a:lnTo>
                  <a:lnTo>
                    <a:pt x="4833192" y="3467229"/>
                  </a:lnTo>
                  <a:lnTo>
                    <a:pt x="4909824" y="3468573"/>
                  </a:lnTo>
                  <a:lnTo>
                    <a:pt x="4986457" y="3469807"/>
                  </a:lnTo>
                  <a:lnTo>
                    <a:pt x="5063089" y="3470941"/>
                  </a:lnTo>
                  <a:lnTo>
                    <a:pt x="5139722" y="3471982"/>
                  </a:lnTo>
                  <a:lnTo>
                    <a:pt x="5216354" y="3472939"/>
                  </a:lnTo>
                  <a:lnTo>
                    <a:pt x="5292987" y="347381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36321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2.67 (1.57-4.54), p = &lt;0.001  |  per IQR decline (Δ = 0.30): 18.84 (3.83-92.51)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28491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2026-07-01T09:33:56Z</dcterms:modified>
  <cp:category/>
</cp:coreProperties>
</file>