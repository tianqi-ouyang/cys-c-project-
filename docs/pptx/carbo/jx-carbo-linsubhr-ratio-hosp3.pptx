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251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591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9319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2719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421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761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1019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931805" y="2143092"/>
              <a:ext cx="6267611" cy="1256877"/>
            </a:xfrm>
            <a:custGeom>
              <a:avLst/>
              <a:pathLst>
                <a:path w="6267611" h="1256877">
                  <a:moveTo>
                    <a:pt x="1827520" y="0"/>
                  </a:moveTo>
                  <a:lnTo>
                    <a:pt x="1835908" y="20611"/>
                  </a:lnTo>
                  <a:lnTo>
                    <a:pt x="1906252" y="172274"/>
                  </a:lnTo>
                  <a:lnTo>
                    <a:pt x="1976597" y="305336"/>
                  </a:lnTo>
                  <a:lnTo>
                    <a:pt x="2046941" y="422079"/>
                  </a:lnTo>
                  <a:lnTo>
                    <a:pt x="2117286" y="524504"/>
                  </a:lnTo>
                  <a:lnTo>
                    <a:pt x="2187630" y="614366"/>
                  </a:lnTo>
                  <a:lnTo>
                    <a:pt x="2257975" y="693207"/>
                  </a:lnTo>
                  <a:lnTo>
                    <a:pt x="2328319" y="762379"/>
                  </a:lnTo>
                  <a:lnTo>
                    <a:pt x="2398664" y="823067"/>
                  </a:lnTo>
                  <a:lnTo>
                    <a:pt x="2469008" y="876312"/>
                  </a:lnTo>
                  <a:lnTo>
                    <a:pt x="2539353" y="923027"/>
                  </a:lnTo>
                  <a:lnTo>
                    <a:pt x="2609697" y="959705"/>
                  </a:lnTo>
                  <a:lnTo>
                    <a:pt x="2680042" y="971041"/>
                  </a:lnTo>
                  <a:lnTo>
                    <a:pt x="2750386" y="981944"/>
                  </a:lnTo>
                  <a:lnTo>
                    <a:pt x="2820731" y="992432"/>
                  </a:lnTo>
                  <a:lnTo>
                    <a:pt x="2891075" y="1002520"/>
                  </a:lnTo>
                  <a:lnTo>
                    <a:pt x="2961420" y="1012224"/>
                  </a:lnTo>
                  <a:lnTo>
                    <a:pt x="3031764" y="1021558"/>
                  </a:lnTo>
                  <a:lnTo>
                    <a:pt x="3102109" y="1030537"/>
                  </a:lnTo>
                  <a:lnTo>
                    <a:pt x="3172453" y="1039173"/>
                  </a:lnTo>
                  <a:lnTo>
                    <a:pt x="3242798" y="1047480"/>
                  </a:lnTo>
                  <a:lnTo>
                    <a:pt x="3313142" y="1055471"/>
                  </a:lnTo>
                  <a:lnTo>
                    <a:pt x="3383487" y="1063158"/>
                  </a:lnTo>
                  <a:lnTo>
                    <a:pt x="3453831" y="1070551"/>
                  </a:lnTo>
                  <a:lnTo>
                    <a:pt x="3524176" y="1077663"/>
                  </a:lnTo>
                  <a:lnTo>
                    <a:pt x="3594520" y="1084504"/>
                  </a:lnTo>
                  <a:lnTo>
                    <a:pt x="3664865" y="1091084"/>
                  </a:lnTo>
                  <a:lnTo>
                    <a:pt x="3735209" y="1097413"/>
                  </a:lnTo>
                  <a:lnTo>
                    <a:pt x="3805554" y="1103501"/>
                  </a:lnTo>
                  <a:lnTo>
                    <a:pt x="3875898" y="1109358"/>
                  </a:lnTo>
                  <a:lnTo>
                    <a:pt x="3946243" y="1114991"/>
                  </a:lnTo>
                  <a:lnTo>
                    <a:pt x="4016587" y="1120409"/>
                  </a:lnTo>
                  <a:lnTo>
                    <a:pt x="4086932" y="1125621"/>
                  </a:lnTo>
                  <a:lnTo>
                    <a:pt x="4157276" y="1130635"/>
                  </a:lnTo>
                  <a:lnTo>
                    <a:pt x="4227620" y="1135457"/>
                  </a:lnTo>
                  <a:lnTo>
                    <a:pt x="4297965" y="1140096"/>
                  </a:lnTo>
                  <a:lnTo>
                    <a:pt x="4368309" y="1144558"/>
                  </a:lnTo>
                  <a:lnTo>
                    <a:pt x="4438654" y="1148850"/>
                  </a:lnTo>
                  <a:lnTo>
                    <a:pt x="4508998" y="1152978"/>
                  </a:lnTo>
                  <a:lnTo>
                    <a:pt x="4579343" y="1156950"/>
                  </a:lnTo>
                  <a:lnTo>
                    <a:pt x="4649687" y="1160769"/>
                  </a:lnTo>
                  <a:lnTo>
                    <a:pt x="4720032" y="1164444"/>
                  </a:lnTo>
                  <a:lnTo>
                    <a:pt x="4790376" y="1167978"/>
                  </a:lnTo>
                  <a:lnTo>
                    <a:pt x="4860721" y="1171378"/>
                  </a:lnTo>
                  <a:lnTo>
                    <a:pt x="4931065" y="1174648"/>
                  </a:lnTo>
                  <a:lnTo>
                    <a:pt x="5001410" y="1177793"/>
                  </a:lnTo>
                  <a:lnTo>
                    <a:pt x="5071754" y="1180819"/>
                  </a:lnTo>
                  <a:lnTo>
                    <a:pt x="5142099" y="1183729"/>
                  </a:lnTo>
                  <a:lnTo>
                    <a:pt x="5212443" y="1186529"/>
                  </a:lnTo>
                  <a:lnTo>
                    <a:pt x="5282788" y="1189221"/>
                  </a:lnTo>
                  <a:lnTo>
                    <a:pt x="5353132" y="1191812"/>
                  </a:lnTo>
                  <a:lnTo>
                    <a:pt x="5423477" y="1194303"/>
                  </a:lnTo>
                  <a:lnTo>
                    <a:pt x="5493821" y="1196700"/>
                  </a:lnTo>
                  <a:lnTo>
                    <a:pt x="5564166" y="1199005"/>
                  </a:lnTo>
                  <a:lnTo>
                    <a:pt x="5634510" y="1201222"/>
                  </a:lnTo>
                  <a:lnTo>
                    <a:pt x="5704855" y="1203355"/>
                  </a:lnTo>
                  <a:lnTo>
                    <a:pt x="5775199" y="1205407"/>
                  </a:lnTo>
                  <a:lnTo>
                    <a:pt x="5845544" y="1207380"/>
                  </a:lnTo>
                  <a:lnTo>
                    <a:pt x="5915888" y="1209279"/>
                  </a:lnTo>
                  <a:lnTo>
                    <a:pt x="5986233" y="1211105"/>
                  </a:lnTo>
                  <a:lnTo>
                    <a:pt x="6056577" y="1212861"/>
                  </a:lnTo>
                  <a:lnTo>
                    <a:pt x="6126922" y="1214551"/>
                  </a:lnTo>
                  <a:lnTo>
                    <a:pt x="6197266" y="1216176"/>
                  </a:lnTo>
                  <a:lnTo>
                    <a:pt x="6267611" y="1217739"/>
                  </a:lnTo>
                  <a:lnTo>
                    <a:pt x="6267611" y="1256877"/>
                  </a:lnTo>
                  <a:lnTo>
                    <a:pt x="6197266" y="1256831"/>
                  </a:lnTo>
                  <a:lnTo>
                    <a:pt x="6126922" y="1256779"/>
                  </a:lnTo>
                  <a:lnTo>
                    <a:pt x="6056577" y="1256720"/>
                  </a:lnTo>
                  <a:lnTo>
                    <a:pt x="5986233" y="1256653"/>
                  </a:lnTo>
                  <a:lnTo>
                    <a:pt x="5915888" y="1256576"/>
                  </a:lnTo>
                  <a:lnTo>
                    <a:pt x="5845544" y="1256489"/>
                  </a:lnTo>
                  <a:lnTo>
                    <a:pt x="5775199" y="1256389"/>
                  </a:lnTo>
                  <a:lnTo>
                    <a:pt x="5704855" y="1256275"/>
                  </a:lnTo>
                  <a:lnTo>
                    <a:pt x="5634510" y="1256146"/>
                  </a:lnTo>
                  <a:lnTo>
                    <a:pt x="5564166" y="1255998"/>
                  </a:lnTo>
                  <a:lnTo>
                    <a:pt x="5493821" y="1255830"/>
                  </a:lnTo>
                  <a:lnTo>
                    <a:pt x="5423477" y="1255638"/>
                  </a:lnTo>
                  <a:lnTo>
                    <a:pt x="5353132" y="1255420"/>
                  </a:lnTo>
                  <a:lnTo>
                    <a:pt x="5282788" y="1255170"/>
                  </a:lnTo>
                  <a:lnTo>
                    <a:pt x="5212443" y="1254886"/>
                  </a:lnTo>
                  <a:lnTo>
                    <a:pt x="5142099" y="1254563"/>
                  </a:lnTo>
                  <a:lnTo>
                    <a:pt x="5071754" y="1254194"/>
                  </a:lnTo>
                  <a:lnTo>
                    <a:pt x="5001410" y="1253773"/>
                  </a:lnTo>
                  <a:lnTo>
                    <a:pt x="4931065" y="1253294"/>
                  </a:lnTo>
                  <a:lnTo>
                    <a:pt x="4860721" y="1252748"/>
                  </a:lnTo>
                  <a:lnTo>
                    <a:pt x="4790376" y="1252125"/>
                  </a:lnTo>
                  <a:lnTo>
                    <a:pt x="4720032" y="1251416"/>
                  </a:lnTo>
                  <a:lnTo>
                    <a:pt x="4649687" y="1250607"/>
                  </a:lnTo>
                  <a:lnTo>
                    <a:pt x="4579343" y="1249685"/>
                  </a:lnTo>
                  <a:lnTo>
                    <a:pt x="4508998" y="1248634"/>
                  </a:lnTo>
                  <a:lnTo>
                    <a:pt x="4438654" y="1247436"/>
                  </a:lnTo>
                  <a:lnTo>
                    <a:pt x="4368309" y="1246071"/>
                  </a:lnTo>
                  <a:lnTo>
                    <a:pt x="4297965" y="1244515"/>
                  </a:lnTo>
                  <a:lnTo>
                    <a:pt x="4227620" y="1242742"/>
                  </a:lnTo>
                  <a:lnTo>
                    <a:pt x="4157276" y="1240720"/>
                  </a:lnTo>
                  <a:lnTo>
                    <a:pt x="4086932" y="1238416"/>
                  </a:lnTo>
                  <a:lnTo>
                    <a:pt x="4016587" y="1235790"/>
                  </a:lnTo>
                  <a:lnTo>
                    <a:pt x="3946243" y="1232797"/>
                  </a:lnTo>
                  <a:lnTo>
                    <a:pt x="3875898" y="1229386"/>
                  </a:lnTo>
                  <a:lnTo>
                    <a:pt x="3805554" y="1225497"/>
                  </a:lnTo>
                  <a:lnTo>
                    <a:pt x="3735209" y="1221065"/>
                  </a:lnTo>
                  <a:lnTo>
                    <a:pt x="3664865" y="1216014"/>
                  </a:lnTo>
                  <a:lnTo>
                    <a:pt x="3594520" y="1210256"/>
                  </a:lnTo>
                  <a:lnTo>
                    <a:pt x="3524176" y="1203693"/>
                  </a:lnTo>
                  <a:lnTo>
                    <a:pt x="3453831" y="1196214"/>
                  </a:lnTo>
                  <a:lnTo>
                    <a:pt x="3383487" y="1187688"/>
                  </a:lnTo>
                  <a:lnTo>
                    <a:pt x="3313142" y="1177971"/>
                  </a:lnTo>
                  <a:lnTo>
                    <a:pt x="3242798" y="1166895"/>
                  </a:lnTo>
                  <a:lnTo>
                    <a:pt x="3172453" y="1154271"/>
                  </a:lnTo>
                  <a:lnTo>
                    <a:pt x="3102109" y="1139882"/>
                  </a:lnTo>
                  <a:lnTo>
                    <a:pt x="3031764" y="1123481"/>
                  </a:lnTo>
                  <a:lnTo>
                    <a:pt x="2961420" y="1104789"/>
                  </a:lnTo>
                  <a:lnTo>
                    <a:pt x="2891075" y="1083483"/>
                  </a:lnTo>
                  <a:lnTo>
                    <a:pt x="2820731" y="1059198"/>
                  </a:lnTo>
                  <a:lnTo>
                    <a:pt x="2750386" y="1031519"/>
                  </a:lnTo>
                  <a:lnTo>
                    <a:pt x="2680042" y="999971"/>
                  </a:lnTo>
                  <a:lnTo>
                    <a:pt x="2609697" y="964012"/>
                  </a:lnTo>
                  <a:lnTo>
                    <a:pt x="2539353" y="947921"/>
                  </a:lnTo>
                  <a:lnTo>
                    <a:pt x="2469008" y="935670"/>
                  </a:lnTo>
                  <a:lnTo>
                    <a:pt x="2398664" y="922934"/>
                  </a:lnTo>
                  <a:lnTo>
                    <a:pt x="2328319" y="909693"/>
                  </a:lnTo>
                  <a:lnTo>
                    <a:pt x="2257975" y="895928"/>
                  </a:lnTo>
                  <a:lnTo>
                    <a:pt x="2187630" y="881617"/>
                  </a:lnTo>
                  <a:lnTo>
                    <a:pt x="2117286" y="866740"/>
                  </a:lnTo>
                  <a:lnTo>
                    <a:pt x="2046941" y="851273"/>
                  </a:lnTo>
                  <a:lnTo>
                    <a:pt x="1976597" y="835194"/>
                  </a:lnTo>
                  <a:lnTo>
                    <a:pt x="1906252" y="818478"/>
                  </a:lnTo>
                  <a:lnTo>
                    <a:pt x="1835908" y="801099"/>
                  </a:lnTo>
                  <a:lnTo>
                    <a:pt x="1765563" y="783032"/>
                  </a:lnTo>
                  <a:lnTo>
                    <a:pt x="1695219" y="764250"/>
                  </a:lnTo>
                  <a:lnTo>
                    <a:pt x="1624874" y="744723"/>
                  </a:lnTo>
                  <a:lnTo>
                    <a:pt x="1554530" y="724423"/>
                  </a:lnTo>
                  <a:lnTo>
                    <a:pt x="1484185" y="703319"/>
                  </a:lnTo>
                  <a:lnTo>
                    <a:pt x="1413841" y="681379"/>
                  </a:lnTo>
                  <a:lnTo>
                    <a:pt x="1343496" y="658570"/>
                  </a:lnTo>
                  <a:lnTo>
                    <a:pt x="1273152" y="634858"/>
                  </a:lnTo>
                  <a:lnTo>
                    <a:pt x="1202807" y="610206"/>
                  </a:lnTo>
                  <a:lnTo>
                    <a:pt x="1132463" y="584577"/>
                  </a:lnTo>
                  <a:lnTo>
                    <a:pt x="1062118" y="557934"/>
                  </a:lnTo>
                  <a:lnTo>
                    <a:pt x="991774" y="530235"/>
                  </a:lnTo>
                  <a:lnTo>
                    <a:pt x="921429" y="501439"/>
                  </a:lnTo>
                  <a:lnTo>
                    <a:pt x="851085" y="471502"/>
                  </a:lnTo>
                  <a:lnTo>
                    <a:pt x="780740" y="440380"/>
                  </a:lnTo>
                  <a:lnTo>
                    <a:pt x="710396" y="408024"/>
                  </a:lnTo>
                  <a:lnTo>
                    <a:pt x="640051" y="374387"/>
                  </a:lnTo>
                  <a:lnTo>
                    <a:pt x="569707" y="339418"/>
                  </a:lnTo>
                  <a:lnTo>
                    <a:pt x="499362" y="303063"/>
                  </a:lnTo>
                  <a:lnTo>
                    <a:pt x="429018" y="265268"/>
                  </a:lnTo>
                  <a:lnTo>
                    <a:pt x="358674" y="225977"/>
                  </a:lnTo>
                  <a:lnTo>
                    <a:pt x="288329" y="185128"/>
                  </a:lnTo>
                  <a:lnTo>
                    <a:pt x="217985" y="142662"/>
                  </a:lnTo>
                  <a:lnTo>
                    <a:pt x="147640" y="98514"/>
                  </a:lnTo>
                  <a:lnTo>
                    <a:pt x="77296" y="52617"/>
                  </a:lnTo>
                  <a:lnTo>
                    <a:pt x="6951" y="49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59326" y="2143092"/>
              <a:ext cx="4440090" cy="1217739"/>
            </a:xfrm>
            <a:custGeom>
              <a:avLst/>
              <a:pathLst>
                <a:path w="4440090" h="1217739">
                  <a:moveTo>
                    <a:pt x="0" y="0"/>
                  </a:moveTo>
                  <a:lnTo>
                    <a:pt x="8387" y="20611"/>
                  </a:lnTo>
                  <a:lnTo>
                    <a:pt x="78732" y="172274"/>
                  </a:lnTo>
                  <a:lnTo>
                    <a:pt x="149076" y="305336"/>
                  </a:lnTo>
                  <a:lnTo>
                    <a:pt x="219421" y="422079"/>
                  </a:lnTo>
                  <a:lnTo>
                    <a:pt x="289765" y="524504"/>
                  </a:lnTo>
                  <a:lnTo>
                    <a:pt x="360110" y="614366"/>
                  </a:lnTo>
                  <a:lnTo>
                    <a:pt x="430454" y="693207"/>
                  </a:lnTo>
                  <a:lnTo>
                    <a:pt x="500799" y="762379"/>
                  </a:lnTo>
                  <a:lnTo>
                    <a:pt x="571143" y="823067"/>
                  </a:lnTo>
                  <a:lnTo>
                    <a:pt x="641488" y="876312"/>
                  </a:lnTo>
                  <a:lnTo>
                    <a:pt x="711832" y="923027"/>
                  </a:lnTo>
                  <a:lnTo>
                    <a:pt x="782177" y="959705"/>
                  </a:lnTo>
                  <a:lnTo>
                    <a:pt x="852521" y="971041"/>
                  </a:lnTo>
                  <a:lnTo>
                    <a:pt x="922866" y="981944"/>
                  </a:lnTo>
                  <a:lnTo>
                    <a:pt x="993210" y="992432"/>
                  </a:lnTo>
                  <a:lnTo>
                    <a:pt x="1063554" y="1002520"/>
                  </a:lnTo>
                  <a:lnTo>
                    <a:pt x="1133899" y="1012224"/>
                  </a:lnTo>
                  <a:lnTo>
                    <a:pt x="1204243" y="1021558"/>
                  </a:lnTo>
                  <a:lnTo>
                    <a:pt x="1274588" y="1030537"/>
                  </a:lnTo>
                  <a:lnTo>
                    <a:pt x="1344932" y="1039173"/>
                  </a:lnTo>
                  <a:lnTo>
                    <a:pt x="1415277" y="1047480"/>
                  </a:lnTo>
                  <a:lnTo>
                    <a:pt x="1485621" y="1055471"/>
                  </a:lnTo>
                  <a:lnTo>
                    <a:pt x="1555966" y="1063158"/>
                  </a:lnTo>
                  <a:lnTo>
                    <a:pt x="1626310" y="1070551"/>
                  </a:lnTo>
                  <a:lnTo>
                    <a:pt x="1696655" y="1077663"/>
                  </a:lnTo>
                  <a:lnTo>
                    <a:pt x="1766999" y="1084504"/>
                  </a:lnTo>
                  <a:lnTo>
                    <a:pt x="1837344" y="1091084"/>
                  </a:lnTo>
                  <a:lnTo>
                    <a:pt x="1907688" y="1097413"/>
                  </a:lnTo>
                  <a:lnTo>
                    <a:pt x="1978033" y="1103501"/>
                  </a:lnTo>
                  <a:lnTo>
                    <a:pt x="2048377" y="1109358"/>
                  </a:lnTo>
                  <a:lnTo>
                    <a:pt x="2118722" y="1114991"/>
                  </a:lnTo>
                  <a:lnTo>
                    <a:pt x="2189066" y="1120409"/>
                  </a:lnTo>
                  <a:lnTo>
                    <a:pt x="2259411" y="1125621"/>
                  </a:lnTo>
                  <a:lnTo>
                    <a:pt x="2329755" y="1130635"/>
                  </a:lnTo>
                  <a:lnTo>
                    <a:pt x="2400100" y="1135457"/>
                  </a:lnTo>
                  <a:lnTo>
                    <a:pt x="2470444" y="1140096"/>
                  </a:lnTo>
                  <a:lnTo>
                    <a:pt x="2540789" y="1144558"/>
                  </a:lnTo>
                  <a:lnTo>
                    <a:pt x="2611133" y="1148850"/>
                  </a:lnTo>
                  <a:lnTo>
                    <a:pt x="2681478" y="1152978"/>
                  </a:lnTo>
                  <a:lnTo>
                    <a:pt x="2751822" y="1156950"/>
                  </a:lnTo>
                  <a:lnTo>
                    <a:pt x="2822167" y="1160769"/>
                  </a:lnTo>
                  <a:lnTo>
                    <a:pt x="2892511" y="1164444"/>
                  </a:lnTo>
                  <a:lnTo>
                    <a:pt x="2962856" y="1167978"/>
                  </a:lnTo>
                  <a:lnTo>
                    <a:pt x="3033200" y="1171378"/>
                  </a:lnTo>
                  <a:lnTo>
                    <a:pt x="3103545" y="1174648"/>
                  </a:lnTo>
                  <a:lnTo>
                    <a:pt x="3173889" y="1177793"/>
                  </a:lnTo>
                  <a:lnTo>
                    <a:pt x="3244234" y="1180819"/>
                  </a:lnTo>
                  <a:lnTo>
                    <a:pt x="3314578" y="1183729"/>
                  </a:lnTo>
                  <a:lnTo>
                    <a:pt x="3384923" y="1186529"/>
                  </a:lnTo>
                  <a:lnTo>
                    <a:pt x="3455267" y="1189221"/>
                  </a:lnTo>
                  <a:lnTo>
                    <a:pt x="3525612" y="1191812"/>
                  </a:lnTo>
                  <a:lnTo>
                    <a:pt x="3595956" y="1194303"/>
                  </a:lnTo>
                  <a:lnTo>
                    <a:pt x="3666301" y="1196700"/>
                  </a:lnTo>
                  <a:lnTo>
                    <a:pt x="3736645" y="1199005"/>
                  </a:lnTo>
                  <a:lnTo>
                    <a:pt x="3806990" y="1201222"/>
                  </a:lnTo>
                  <a:lnTo>
                    <a:pt x="3877334" y="1203355"/>
                  </a:lnTo>
                  <a:lnTo>
                    <a:pt x="3947679" y="1205407"/>
                  </a:lnTo>
                  <a:lnTo>
                    <a:pt x="4018023" y="1207380"/>
                  </a:lnTo>
                  <a:lnTo>
                    <a:pt x="4088368" y="1209279"/>
                  </a:lnTo>
                  <a:lnTo>
                    <a:pt x="4158712" y="1211105"/>
                  </a:lnTo>
                  <a:lnTo>
                    <a:pt x="4229057" y="1212861"/>
                  </a:lnTo>
                  <a:lnTo>
                    <a:pt x="4299401" y="1214551"/>
                  </a:lnTo>
                  <a:lnTo>
                    <a:pt x="4369746" y="1216176"/>
                  </a:lnTo>
                  <a:lnTo>
                    <a:pt x="4440090" y="1217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931805" y="2143092"/>
              <a:ext cx="6267611" cy="1256877"/>
            </a:xfrm>
            <a:custGeom>
              <a:avLst/>
              <a:pathLst>
                <a:path w="6267611" h="1256877">
                  <a:moveTo>
                    <a:pt x="6267611" y="1256877"/>
                  </a:moveTo>
                  <a:lnTo>
                    <a:pt x="6197266" y="1256831"/>
                  </a:lnTo>
                  <a:lnTo>
                    <a:pt x="6126922" y="1256779"/>
                  </a:lnTo>
                  <a:lnTo>
                    <a:pt x="6056577" y="1256720"/>
                  </a:lnTo>
                  <a:lnTo>
                    <a:pt x="5986233" y="1256653"/>
                  </a:lnTo>
                  <a:lnTo>
                    <a:pt x="5915888" y="1256576"/>
                  </a:lnTo>
                  <a:lnTo>
                    <a:pt x="5845544" y="1256489"/>
                  </a:lnTo>
                  <a:lnTo>
                    <a:pt x="5775199" y="1256389"/>
                  </a:lnTo>
                  <a:lnTo>
                    <a:pt x="5704855" y="1256275"/>
                  </a:lnTo>
                  <a:lnTo>
                    <a:pt x="5634510" y="1256146"/>
                  </a:lnTo>
                  <a:lnTo>
                    <a:pt x="5564166" y="1255998"/>
                  </a:lnTo>
                  <a:lnTo>
                    <a:pt x="5493821" y="1255830"/>
                  </a:lnTo>
                  <a:lnTo>
                    <a:pt x="5423477" y="1255638"/>
                  </a:lnTo>
                  <a:lnTo>
                    <a:pt x="5353132" y="1255420"/>
                  </a:lnTo>
                  <a:lnTo>
                    <a:pt x="5282788" y="1255170"/>
                  </a:lnTo>
                  <a:lnTo>
                    <a:pt x="5212443" y="1254886"/>
                  </a:lnTo>
                  <a:lnTo>
                    <a:pt x="5142099" y="1254563"/>
                  </a:lnTo>
                  <a:lnTo>
                    <a:pt x="5071754" y="1254194"/>
                  </a:lnTo>
                  <a:lnTo>
                    <a:pt x="5001410" y="1253773"/>
                  </a:lnTo>
                  <a:lnTo>
                    <a:pt x="4931065" y="1253294"/>
                  </a:lnTo>
                  <a:lnTo>
                    <a:pt x="4860721" y="1252748"/>
                  </a:lnTo>
                  <a:lnTo>
                    <a:pt x="4790376" y="1252125"/>
                  </a:lnTo>
                  <a:lnTo>
                    <a:pt x="4720032" y="1251416"/>
                  </a:lnTo>
                  <a:lnTo>
                    <a:pt x="4649687" y="1250607"/>
                  </a:lnTo>
                  <a:lnTo>
                    <a:pt x="4579343" y="1249685"/>
                  </a:lnTo>
                  <a:lnTo>
                    <a:pt x="4508998" y="1248634"/>
                  </a:lnTo>
                  <a:lnTo>
                    <a:pt x="4438654" y="1247436"/>
                  </a:lnTo>
                  <a:lnTo>
                    <a:pt x="4368309" y="1246071"/>
                  </a:lnTo>
                  <a:lnTo>
                    <a:pt x="4297965" y="1244515"/>
                  </a:lnTo>
                  <a:lnTo>
                    <a:pt x="4227620" y="1242742"/>
                  </a:lnTo>
                  <a:lnTo>
                    <a:pt x="4157276" y="1240720"/>
                  </a:lnTo>
                  <a:lnTo>
                    <a:pt x="4086932" y="1238416"/>
                  </a:lnTo>
                  <a:lnTo>
                    <a:pt x="4016587" y="1235790"/>
                  </a:lnTo>
                  <a:lnTo>
                    <a:pt x="3946243" y="1232797"/>
                  </a:lnTo>
                  <a:lnTo>
                    <a:pt x="3875898" y="1229386"/>
                  </a:lnTo>
                  <a:lnTo>
                    <a:pt x="3805554" y="1225497"/>
                  </a:lnTo>
                  <a:lnTo>
                    <a:pt x="3735209" y="1221065"/>
                  </a:lnTo>
                  <a:lnTo>
                    <a:pt x="3664865" y="1216014"/>
                  </a:lnTo>
                  <a:lnTo>
                    <a:pt x="3594520" y="1210256"/>
                  </a:lnTo>
                  <a:lnTo>
                    <a:pt x="3524176" y="1203693"/>
                  </a:lnTo>
                  <a:lnTo>
                    <a:pt x="3453831" y="1196214"/>
                  </a:lnTo>
                  <a:lnTo>
                    <a:pt x="3383487" y="1187688"/>
                  </a:lnTo>
                  <a:lnTo>
                    <a:pt x="3313142" y="1177971"/>
                  </a:lnTo>
                  <a:lnTo>
                    <a:pt x="3242798" y="1166895"/>
                  </a:lnTo>
                  <a:lnTo>
                    <a:pt x="3172453" y="1154271"/>
                  </a:lnTo>
                  <a:lnTo>
                    <a:pt x="3102109" y="1139882"/>
                  </a:lnTo>
                  <a:lnTo>
                    <a:pt x="3031764" y="1123481"/>
                  </a:lnTo>
                  <a:lnTo>
                    <a:pt x="2961420" y="1104789"/>
                  </a:lnTo>
                  <a:lnTo>
                    <a:pt x="2891075" y="1083483"/>
                  </a:lnTo>
                  <a:lnTo>
                    <a:pt x="2820731" y="1059198"/>
                  </a:lnTo>
                  <a:lnTo>
                    <a:pt x="2750386" y="1031519"/>
                  </a:lnTo>
                  <a:lnTo>
                    <a:pt x="2680042" y="999971"/>
                  </a:lnTo>
                  <a:lnTo>
                    <a:pt x="2609697" y="964012"/>
                  </a:lnTo>
                  <a:lnTo>
                    <a:pt x="2539353" y="947921"/>
                  </a:lnTo>
                  <a:lnTo>
                    <a:pt x="2469008" y="935670"/>
                  </a:lnTo>
                  <a:lnTo>
                    <a:pt x="2398664" y="922934"/>
                  </a:lnTo>
                  <a:lnTo>
                    <a:pt x="2328319" y="909693"/>
                  </a:lnTo>
                  <a:lnTo>
                    <a:pt x="2257975" y="895928"/>
                  </a:lnTo>
                  <a:lnTo>
                    <a:pt x="2187630" y="881617"/>
                  </a:lnTo>
                  <a:lnTo>
                    <a:pt x="2117286" y="866740"/>
                  </a:lnTo>
                  <a:lnTo>
                    <a:pt x="2046941" y="851273"/>
                  </a:lnTo>
                  <a:lnTo>
                    <a:pt x="1976597" y="835194"/>
                  </a:lnTo>
                  <a:lnTo>
                    <a:pt x="1906252" y="818478"/>
                  </a:lnTo>
                  <a:lnTo>
                    <a:pt x="1835908" y="801099"/>
                  </a:lnTo>
                  <a:lnTo>
                    <a:pt x="1765563" y="783032"/>
                  </a:lnTo>
                  <a:lnTo>
                    <a:pt x="1695219" y="764250"/>
                  </a:lnTo>
                  <a:lnTo>
                    <a:pt x="1624874" y="744723"/>
                  </a:lnTo>
                  <a:lnTo>
                    <a:pt x="1554530" y="724423"/>
                  </a:lnTo>
                  <a:lnTo>
                    <a:pt x="1484185" y="703319"/>
                  </a:lnTo>
                  <a:lnTo>
                    <a:pt x="1413841" y="681379"/>
                  </a:lnTo>
                  <a:lnTo>
                    <a:pt x="1343496" y="658570"/>
                  </a:lnTo>
                  <a:lnTo>
                    <a:pt x="1273152" y="634858"/>
                  </a:lnTo>
                  <a:lnTo>
                    <a:pt x="1202807" y="610206"/>
                  </a:lnTo>
                  <a:lnTo>
                    <a:pt x="1132463" y="584577"/>
                  </a:lnTo>
                  <a:lnTo>
                    <a:pt x="1062118" y="557934"/>
                  </a:lnTo>
                  <a:lnTo>
                    <a:pt x="991774" y="530235"/>
                  </a:lnTo>
                  <a:lnTo>
                    <a:pt x="921429" y="501439"/>
                  </a:lnTo>
                  <a:lnTo>
                    <a:pt x="851085" y="471502"/>
                  </a:lnTo>
                  <a:lnTo>
                    <a:pt x="780740" y="440380"/>
                  </a:lnTo>
                  <a:lnTo>
                    <a:pt x="710396" y="408024"/>
                  </a:lnTo>
                  <a:lnTo>
                    <a:pt x="640051" y="374387"/>
                  </a:lnTo>
                  <a:lnTo>
                    <a:pt x="569707" y="339418"/>
                  </a:lnTo>
                  <a:lnTo>
                    <a:pt x="499362" y="303063"/>
                  </a:lnTo>
                  <a:lnTo>
                    <a:pt x="429018" y="265268"/>
                  </a:lnTo>
                  <a:lnTo>
                    <a:pt x="358674" y="225977"/>
                  </a:lnTo>
                  <a:lnTo>
                    <a:pt x="288329" y="185128"/>
                  </a:lnTo>
                  <a:lnTo>
                    <a:pt x="217985" y="142662"/>
                  </a:lnTo>
                  <a:lnTo>
                    <a:pt x="147640" y="98514"/>
                  </a:lnTo>
                  <a:lnTo>
                    <a:pt x="77296" y="52617"/>
                  </a:lnTo>
                  <a:lnTo>
                    <a:pt x="6951" y="49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340743" y="2143092"/>
              <a:ext cx="4858673" cy="1253619"/>
            </a:xfrm>
            <a:custGeom>
              <a:avLst/>
              <a:pathLst>
                <a:path w="4858673" h="1253619">
                  <a:moveTo>
                    <a:pt x="0" y="0"/>
                  </a:moveTo>
                  <a:lnTo>
                    <a:pt x="4903" y="7712"/>
                  </a:lnTo>
                  <a:lnTo>
                    <a:pt x="75247" y="109353"/>
                  </a:lnTo>
                  <a:lnTo>
                    <a:pt x="145592" y="202726"/>
                  </a:lnTo>
                  <a:lnTo>
                    <a:pt x="215936" y="288503"/>
                  </a:lnTo>
                  <a:lnTo>
                    <a:pt x="286281" y="367303"/>
                  </a:lnTo>
                  <a:lnTo>
                    <a:pt x="356625" y="439693"/>
                  </a:lnTo>
                  <a:lnTo>
                    <a:pt x="426970" y="506194"/>
                  </a:lnTo>
                  <a:lnTo>
                    <a:pt x="497314" y="567286"/>
                  </a:lnTo>
                  <a:lnTo>
                    <a:pt x="567659" y="623408"/>
                  </a:lnTo>
                  <a:lnTo>
                    <a:pt x="638003" y="674965"/>
                  </a:lnTo>
                  <a:lnTo>
                    <a:pt x="708348" y="722327"/>
                  </a:lnTo>
                  <a:lnTo>
                    <a:pt x="778692" y="765837"/>
                  </a:lnTo>
                  <a:lnTo>
                    <a:pt x="849037" y="805808"/>
                  </a:lnTo>
                  <a:lnTo>
                    <a:pt x="919381" y="842527"/>
                  </a:lnTo>
                  <a:lnTo>
                    <a:pt x="989726" y="876259"/>
                  </a:lnTo>
                  <a:lnTo>
                    <a:pt x="1060070" y="907247"/>
                  </a:lnTo>
                  <a:lnTo>
                    <a:pt x="1130415" y="935715"/>
                  </a:lnTo>
                  <a:lnTo>
                    <a:pt x="1200759" y="961867"/>
                  </a:lnTo>
                  <a:lnTo>
                    <a:pt x="1271104" y="985891"/>
                  </a:lnTo>
                  <a:lnTo>
                    <a:pt x="1341448" y="1007961"/>
                  </a:lnTo>
                  <a:lnTo>
                    <a:pt x="1411793" y="1028236"/>
                  </a:lnTo>
                  <a:lnTo>
                    <a:pt x="1482137" y="1046861"/>
                  </a:lnTo>
                  <a:lnTo>
                    <a:pt x="1552482" y="1063972"/>
                  </a:lnTo>
                  <a:lnTo>
                    <a:pt x="1622826" y="1079690"/>
                  </a:lnTo>
                  <a:lnTo>
                    <a:pt x="1693171" y="1094130"/>
                  </a:lnTo>
                  <a:lnTo>
                    <a:pt x="1763515" y="1107395"/>
                  </a:lnTo>
                  <a:lnTo>
                    <a:pt x="1833859" y="1119582"/>
                  </a:lnTo>
                  <a:lnTo>
                    <a:pt x="1904204" y="1130776"/>
                  </a:lnTo>
                  <a:lnTo>
                    <a:pt x="1974548" y="1141061"/>
                  </a:lnTo>
                  <a:lnTo>
                    <a:pt x="2044893" y="1150508"/>
                  </a:lnTo>
                  <a:lnTo>
                    <a:pt x="2115237" y="1159187"/>
                  </a:lnTo>
                  <a:lnTo>
                    <a:pt x="2185582" y="1167160"/>
                  </a:lnTo>
                  <a:lnTo>
                    <a:pt x="2255926" y="1174485"/>
                  </a:lnTo>
                  <a:lnTo>
                    <a:pt x="2326271" y="1181214"/>
                  </a:lnTo>
                  <a:lnTo>
                    <a:pt x="2396615" y="1187395"/>
                  </a:lnTo>
                  <a:lnTo>
                    <a:pt x="2466960" y="1193074"/>
                  </a:lnTo>
                  <a:lnTo>
                    <a:pt x="2537304" y="1198290"/>
                  </a:lnTo>
                  <a:lnTo>
                    <a:pt x="2607649" y="1203082"/>
                  </a:lnTo>
                  <a:lnTo>
                    <a:pt x="2677993" y="1207485"/>
                  </a:lnTo>
                  <a:lnTo>
                    <a:pt x="2748338" y="1211529"/>
                  </a:lnTo>
                  <a:lnTo>
                    <a:pt x="2818682" y="1215244"/>
                  </a:lnTo>
                  <a:lnTo>
                    <a:pt x="2889027" y="1218657"/>
                  </a:lnTo>
                  <a:lnTo>
                    <a:pt x="2959371" y="1221793"/>
                  </a:lnTo>
                  <a:lnTo>
                    <a:pt x="3029716" y="1224673"/>
                  </a:lnTo>
                  <a:lnTo>
                    <a:pt x="3100060" y="1227319"/>
                  </a:lnTo>
                  <a:lnTo>
                    <a:pt x="3170405" y="1229750"/>
                  </a:lnTo>
                  <a:lnTo>
                    <a:pt x="3240749" y="1231983"/>
                  </a:lnTo>
                  <a:lnTo>
                    <a:pt x="3311094" y="1234035"/>
                  </a:lnTo>
                  <a:lnTo>
                    <a:pt x="3381438" y="1235919"/>
                  </a:lnTo>
                  <a:lnTo>
                    <a:pt x="3451783" y="1237650"/>
                  </a:lnTo>
                  <a:lnTo>
                    <a:pt x="3522127" y="1239241"/>
                  </a:lnTo>
                  <a:lnTo>
                    <a:pt x="3592472" y="1240702"/>
                  </a:lnTo>
                  <a:lnTo>
                    <a:pt x="3662816" y="1242044"/>
                  </a:lnTo>
                  <a:lnTo>
                    <a:pt x="3733161" y="1243277"/>
                  </a:lnTo>
                  <a:lnTo>
                    <a:pt x="3803505" y="1244410"/>
                  </a:lnTo>
                  <a:lnTo>
                    <a:pt x="3873850" y="1245450"/>
                  </a:lnTo>
                  <a:lnTo>
                    <a:pt x="3944194" y="1246406"/>
                  </a:lnTo>
                  <a:lnTo>
                    <a:pt x="4014539" y="1247285"/>
                  </a:lnTo>
                  <a:lnTo>
                    <a:pt x="4084883" y="1248091"/>
                  </a:lnTo>
                  <a:lnTo>
                    <a:pt x="4155228" y="1248832"/>
                  </a:lnTo>
                  <a:lnTo>
                    <a:pt x="4225572" y="1249513"/>
                  </a:lnTo>
                  <a:lnTo>
                    <a:pt x="4295917" y="1250139"/>
                  </a:lnTo>
                  <a:lnTo>
                    <a:pt x="4366261" y="1250713"/>
                  </a:lnTo>
                  <a:lnTo>
                    <a:pt x="4436606" y="1251241"/>
                  </a:lnTo>
                  <a:lnTo>
                    <a:pt x="4506950" y="1251726"/>
                  </a:lnTo>
                  <a:lnTo>
                    <a:pt x="4577295" y="1252171"/>
                  </a:lnTo>
                  <a:lnTo>
                    <a:pt x="4647639" y="1252581"/>
                  </a:lnTo>
                  <a:lnTo>
                    <a:pt x="4717984" y="1252956"/>
                  </a:lnTo>
                  <a:lnTo>
                    <a:pt x="4788328" y="1253302"/>
                  </a:lnTo>
                  <a:lnTo>
                    <a:pt x="4858673" y="125361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3035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61403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45104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4801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5154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2.67 (1.57-4.54), p = &lt;0.001  |  per IQR decline (Δ = 29.9 %): 18.84 (3.83-92.51)  |  IQR: [-15.0, 14.9]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12849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1498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28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421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3557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1693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498299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7965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101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2379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373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217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3538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9489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762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57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3897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033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169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305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931805" y="4336484"/>
              <a:ext cx="6267611" cy="1256877"/>
            </a:xfrm>
            <a:custGeom>
              <a:avLst/>
              <a:pathLst>
                <a:path w="6267611" h="1256877">
                  <a:moveTo>
                    <a:pt x="1827520" y="0"/>
                  </a:moveTo>
                  <a:lnTo>
                    <a:pt x="1835908" y="20611"/>
                  </a:lnTo>
                  <a:lnTo>
                    <a:pt x="1906252" y="172274"/>
                  </a:lnTo>
                  <a:lnTo>
                    <a:pt x="1976597" y="305336"/>
                  </a:lnTo>
                  <a:lnTo>
                    <a:pt x="2046941" y="422079"/>
                  </a:lnTo>
                  <a:lnTo>
                    <a:pt x="2117286" y="524504"/>
                  </a:lnTo>
                  <a:lnTo>
                    <a:pt x="2187630" y="614366"/>
                  </a:lnTo>
                  <a:lnTo>
                    <a:pt x="2257975" y="693207"/>
                  </a:lnTo>
                  <a:lnTo>
                    <a:pt x="2328319" y="762379"/>
                  </a:lnTo>
                  <a:lnTo>
                    <a:pt x="2398664" y="823067"/>
                  </a:lnTo>
                  <a:lnTo>
                    <a:pt x="2469008" y="876312"/>
                  </a:lnTo>
                  <a:lnTo>
                    <a:pt x="2539353" y="923027"/>
                  </a:lnTo>
                  <a:lnTo>
                    <a:pt x="2609697" y="959705"/>
                  </a:lnTo>
                  <a:lnTo>
                    <a:pt x="2680042" y="971041"/>
                  </a:lnTo>
                  <a:lnTo>
                    <a:pt x="2750386" y="981944"/>
                  </a:lnTo>
                  <a:lnTo>
                    <a:pt x="2820731" y="992432"/>
                  </a:lnTo>
                  <a:lnTo>
                    <a:pt x="2891075" y="1002520"/>
                  </a:lnTo>
                  <a:lnTo>
                    <a:pt x="2961420" y="1012224"/>
                  </a:lnTo>
                  <a:lnTo>
                    <a:pt x="3031764" y="1021558"/>
                  </a:lnTo>
                  <a:lnTo>
                    <a:pt x="3102109" y="1030537"/>
                  </a:lnTo>
                  <a:lnTo>
                    <a:pt x="3172453" y="1039173"/>
                  </a:lnTo>
                  <a:lnTo>
                    <a:pt x="3242798" y="1047480"/>
                  </a:lnTo>
                  <a:lnTo>
                    <a:pt x="3313142" y="1055471"/>
                  </a:lnTo>
                  <a:lnTo>
                    <a:pt x="3383487" y="1063158"/>
                  </a:lnTo>
                  <a:lnTo>
                    <a:pt x="3453831" y="1070551"/>
                  </a:lnTo>
                  <a:lnTo>
                    <a:pt x="3524176" y="1077663"/>
                  </a:lnTo>
                  <a:lnTo>
                    <a:pt x="3594520" y="1084504"/>
                  </a:lnTo>
                  <a:lnTo>
                    <a:pt x="3664865" y="1091084"/>
                  </a:lnTo>
                  <a:lnTo>
                    <a:pt x="3735209" y="1097413"/>
                  </a:lnTo>
                  <a:lnTo>
                    <a:pt x="3805554" y="1103501"/>
                  </a:lnTo>
                  <a:lnTo>
                    <a:pt x="3875898" y="1109358"/>
                  </a:lnTo>
                  <a:lnTo>
                    <a:pt x="3946243" y="1114991"/>
                  </a:lnTo>
                  <a:lnTo>
                    <a:pt x="4016587" y="1120409"/>
                  </a:lnTo>
                  <a:lnTo>
                    <a:pt x="4086932" y="1125621"/>
                  </a:lnTo>
                  <a:lnTo>
                    <a:pt x="4157276" y="1130635"/>
                  </a:lnTo>
                  <a:lnTo>
                    <a:pt x="4227620" y="1135457"/>
                  </a:lnTo>
                  <a:lnTo>
                    <a:pt x="4297965" y="1140096"/>
                  </a:lnTo>
                  <a:lnTo>
                    <a:pt x="4368309" y="1144558"/>
                  </a:lnTo>
                  <a:lnTo>
                    <a:pt x="4438654" y="1148850"/>
                  </a:lnTo>
                  <a:lnTo>
                    <a:pt x="4508998" y="1152978"/>
                  </a:lnTo>
                  <a:lnTo>
                    <a:pt x="4579343" y="1156950"/>
                  </a:lnTo>
                  <a:lnTo>
                    <a:pt x="4649687" y="1160769"/>
                  </a:lnTo>
                  <a:lnTo>
                    <a:pt x="4720032" y="1164444"/>
                  </a:lnTo>
                  <a:lnTo>
                    <a:pt x="4790376" y="1167978"/>
                  </a:lnTo>
                  <a:lnTo>
                    <a:pt x="4860721" y="1171378"/>
                  </a:lnTo>
                  <a:lnTo>
                    <a:pt x="4931065" y="1174648"/>
                  </a:lnTo>
                  <a:lnTo>
                    <a:pt x="5001410" y="1177793"/>
                  </a:lnTo>
                  <a:lnTo>
                    <a:pt x="5071754" y="1180819"/>
                  </a:lnTo>
                  <a:lnTo>
                    <a:pt x="5142099" y="1183729"/>
                  </a:lnTo>
                  <a:lnTo>
                    <a:pt x="5212443" y="1186529"/>
                  </a:lnTo>
                  <a:lnTo>
                    <a:pt x="5282788" y="1189221"/>
                  </a:lnTo>
                  <a:lnTo>
                    <a:pt x="5353132" y="1191812"/>
                  </a:lnTo>
                  <a:lnTo>
                    <a:pt x="5423477" y="1194303"/>
                  </a:lnTo>
                  <a:lnTo>
                    <a:pt x="5493821" y="1196700"/>
                  </a:lnTo>
                  <a:lnTo>
                    <a:pt x="5564166" y="1199005"/>
                  </a:lnTo>
                  <a:lnTo>
                    <a:pt x="5634510" y="1201222"/>
                  </a:lnTo>
                  <a:lnTo>
                    <a:pt x="5704855" y="1203355"/>
                  </a:lnTo>
                  <a:lnTo>
                    <a:pt x="5775199" y="1205407"/>
                  </a:lnTo>
                  <a:lnTo>
                    <a:pt x="5845544" y="1207380"/>
                  </a:lnTo>
                  <a:lnTo>
                    <a:pt x="5915888" y="1209279"/>
                  </a:lnTo>
                  <a:lnTo>
                    <a:pt x="5986233" y="1211105"/>
                  </a:lnTo>
                  <a:lnTo>
                    <a:pt x="6056577" y="1212861"/>
                  </a:lnTo>
                  <a:lnTo>
                    <a:pt x="6126922" y="1214551"/>
                  </a:lnTo>
                  <a:lnTo>
                    <a:pt x="6197266" y="1216176"/>
                  </a:lnTo>
                  <a:lnTo>
                    <a:pt x="6267611" y="1217739"/>
                  </a:lnTo>
                  <a:lnTo>
                    <a:pt x="6267611" y="1256877"/>
                  </a:lnTo>
                  <a:lnTo>
                    <a:pt x="6197266" y="1256831"/>
                  </a:lnTo>
                  <a:lnTo>
                    <a:pt x="6126922" y="1256779"/>
                  </a:lnTo>
                  <a:lnTo>
                    <a:pt x="6056577" y="1256720"/>
                  </a:lnTo>
                  <a:lnTo>
                    <a:pt x="5986233" y="1256653"/>
                  </a:lnTo>
                  <a:lnTo>
                    <a:pt x="5915888" y="1256576"/>
                  </a:lnTo>
                  <a:lnTo>
                    <a:pt x="5845544" y="1256489"/>
                  </a:lnTo>
                  <a:lnTo>
                    <a:pt x="5775199" y="1256389"/>
                  </a:lnTo>
                  <a:lnTo>
                    <a:pt x="5704855" y="1256275"/>
                  </a:lnTo>
                  <a:lnTo>
                    <a:pt x="5634510" y="1256146"/>
                  </a:lnTo>
                  <a:lnTo>
                    <a:pt x="5564166" y="1255998"/>
                  </a:lnTo>
                  <a:lnTo>
                    <a:pt x="5493821" y="1255830"/>
                  </a:lnTo>
                  <a:lnTo>
                    <a:pt x="5423477" y="1255638"/>
                  </a:lnTo>
                  <a:lnTo>
                    <a:pt x="5353132" y="1255420"/>
                  </a:lnTo>
                  <a:lnTo>
                    <a:pt x="5282788" y="1255170"/>
                  </a:lnTo>
                  <a:lnTo>
                    <a:pt x="5212443" y="1254886"/>
                  </a:lnTo>
                  <a:lnTo>
                    <a:pt x="5142099" y="1254563"/>
                  </a:lnTo>
                  <a:lnTo>
                    <a:pt x="5071754" y="1254194"/>
                  </a:lnTo>
                  <a:lnTo>
                    <a:pt x="5001410" y="1253773"/>
                  </a:lnTo>
                  <a:lnTo>
                    <a:pt x="4931065" y="1253294"/>
                  </a:lnTo>
                  <a:lnTo>
                    <a:pt x="4860721" y="1252748"/>
                  </a:lnTo>
                  <a:lnTo>
                    <a:pt x="4790376" y="1252125"/>
                  </a:lnTo>
                  <a:lnTo>
                    <a:pt x="4720032" y="1251416"/>
                  </a:lnTo>
                  <a:lnTo>
                    <a:pt x="4649687" y="1250607"/>
                  </a:lnTo>
                  <a:lnTo>
                    <a:pt x="4579343" y="1249685"/>
                  </a:lnTo>
                  <a:lnTo>
                    <a:pt x="4508998" y="1248634"/>
                  </a:lnTo>
                  <a:lnTo>
                    <a:pt x="4438654" y="1247436"/>
                  </a:lnTo>
                  <a:lnTo>
                    <a:pt x="4368309" y="1246071"/>
                  </a:lnTo>
                  <a:lnTo>
                    <a:pt x="4297965" y="1244515"/>
                  </a:lnTo>
                  <a:lnTo>
                    <a:pt x="4227620" y="1242742"/>
                  </a:lnTo>
                  <a:lnTo>
                    <a:pt x="4157276" y="1240720"/>
                  </a:lnTo>
                  <a:lnTo>
                    <a:pt x="4086932" y="1238416"/>
                  </a:lnTo>
                  <a:lnTo>
                    <a:pt x="4016587" y="1235790"/>
                  </a:lnTo>
                  <a:lnTo>
                    <a:pt x="3946243" y="1232797"/>
                  </a:lnTo>
                  <a:lnTo>
                    <a:pt x="3875898" y="1229386"/>
                  </a:lnTo>
                  <a:lnTo>
                    <a:pt x="3805554" y="1225497"/>
                  </a:lnTo>
                  <a:lnTo>
                    <a:pt x="3735209" y="1221065"/>
                  </a:lnTo>
                  <a:lnTo>
                    <a:pt x="3664865" y="1216014"/>
                  </a:lnTo>
                  <a:lnTo>
                    <a:pt x="3594520" y="1210256"/>
                  </a:lnTo>
                  <a:lnTo>
                    <a:pt x="3524176" y="1203693"/>
                  </a:lnTo>
                  <a:lnTo>
                    <a:pt x="3453831" y="1196214"/>
                  </a:lnTo>
                  <a:lnTo>
                    <a:pt x="3383487" y="1187688"/>
                  </a:lnTo>
                  <a:lnTo>
                    <a:pt x="3313142" y="1177971"/>
                  </a:lnTo>
                  <a:lnTo>
                    <a:pt x="3242798" y="1166895"/>
                  </a:lnTo>
                  <a:lnTo>
                    <a:pt x="3172453" y="1154271"/>
                  </a:lnTo>
                  <a:lnTo>
                    <a:pt x="3102109" y="1139882"/>
                  </a:lnTo>
                  <a:lnTo>
                    <a:pt x="3031764" y="1123481"/>
                  </a:lnTo>
                  <a:lnTo>
                    <a:pt x="2961420" y="1104789"/>
                  </a:lnTo>
                  <a:lnTo>
                    <a:pt x="2891075" y="1083483"/>
                  </a:lnTo>
                  <a:lnTo>
                    <a:pt x="2820731" y="1059198"/>
                  </a:lnTo>
                  <a:lnTo>
                    <a:pt x="2750386" y="1031519"/>
                  </a:lnTo>
                  <a:lnTo>
                    <a:pt x="2680042" y="999971"/>
                  </a:lnTo>
                  <a:lnTo>
                    <a:pt x="2609697" y="964012"/>
                  </a:lnTo>
                  <a:lnTo>
                    <a:pt x="2539353" y="947921"/>
                  </a:lnTo>
                  <a:lnTo>
                    <a:pt x="2469008" y="935670"/>
                  </a:lnTo>
                  <a:lnTo>
                    <a:pt x="2398664" y="922934"/>
                  </a:lnTo>
                  <a:lnTo>
                    <a:pt x="2328319" y="909693"/>
                  </a:lnTo>
                  <a:lnTo>
                    <a:pt x="2257975" y="895928"/>
                  </a:lnTo>
                  <a:lnTo>
                    <a:pt x="2187630" y="881617"/>
                  </a:lnTo>
                  <a:lnTo>
                    <a:pt x="2117286" y="866740"/>
                  </a:lnTo>
                  <a:lnTo>
                    <a:pt x="2046941" y="851273"/>
                  </a:lnTo>
                  <a:lnTo>
                    <a:pt x="1976597" y="835194"/>
                  </a:lnTo>
                  <a:lnTo>
                    <a:pt x="1906252" y="818478"/>
                  </a:lnTo>
                  <a:lnTo>
                    <a:pt x="1835908" y="801099"/>
                  </a:lnTo>
                  <a:lnTo>
                    <a:pt x="1765563" y="783032"/>
                  </a:lnTo>
                  <a:lnTo>
                    <a:pt x="1695219" y="764250"/>
                  </a:lnTo>
                  <a:lnTo>
                    <a:pt x="1624874" y="744723"/>
                  </a:lnTo>
                  <a:lnTo>
                    <a:pt x="1554530" y="724423"/>
                  </a:lnTo>
                  <a:lnTo>
                    <a:pt x="1484185" y="703319"/>
                  </a:lnTo>
                  <a:lnTo>
                    <a:pt x="1413841" y="681379"/>
                  </a:lnTo>
                  <a:lnTo>
                    <a:pt x="1343496" y="658570"/>
                  </a:lnTo>
                  <a:lnTo>
                    <a:pt x="1273152" y="634858"/>
                  </a:lnTo>
                  <a:lnTo>
                    <a:pt x="1202807" y="610206"/>
                  </a:lnTo>
                  <a:lnTo>
                    <a:pt x="1132463" y="584577"/>
                  </a:lnTo>
                  <a:lnTo>
                    <a:pt x="1062118" y="557934"/>
                  </a:lnTo>
                  <a:lnTo>
                    <a:pt x="991774" y="530235"/>
                  </a:lnTo>
                  <a:lnTo>
                    <a:pt x="921429" y="501439"/>
                  </a:lnTo>
                  <a:lnTo>
                    <a:pt x="851085" y="471502"/>
                  </a:lnTo>
                  <a:lnTo>
                    <a:pt x="780740" y="440380"/>
                  </a:lnTo>
                  <a:lnTo>
                    <a:pt x="710396" y="408024"/>
                  </a:lnTo>
                  <a:lnTo>
                    <a:pt x="640051" y="374387"/>
                  </a:lnTo>
                  <a:lnTo>
                    <a:pt x="569707" y="339418"/>
                  </a:lnTo>
                  <a:lnTo>
                    <a:pt x="499362" y="303063"/>
                  </a:lnTo>
                  <a:lnTo>
                    <a:pt x="429018" y="265268"/>
                  </a:lnTo>
                  <a:lnTo>
                    <a:pt x="358674" y="225977"/>
                  </a:lnTo>
                  <a:lnTo>
                    <a:pt x="288329" y="185128"/>
                  </a:lnTo>
                  <a:lnTo>
                    <a:pt x="217985" y="142662"/>
                  </a:lnTo>
                  <a:lnTo>
                    <a:pt x="147640" y="98514"/>
                  </a:lnTo>
                  <a:lnTo>
                    <a:pt x="77296" y="52617"/>
                  </a:lnTo>
                  <a:lnTo>
                    <a:pt x="6951" y="49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3759326" y="4336484"/>
              <a:ext cx="4440090" cy="1217739"/>
            </a:xfrm>
            <a:custGeom>
              <a:avLst/>
              <a:pathLst>
                <a:path w="4440090" h="1217739">
                  <a:moveTo>
                    <a:pt x="0" y="0"/>
                  </a:moveTo>
                  <a:lnTo>
                    <a:pt x="8387" y="20611"/>
                  </a:lnTo>
                  <a:lnTo>
                    <a:pt x="78732" y="172274"/>
                  </a:lnTo>
                  <a:lnTo>
                    <a:pt x="149076" y="305336"/>
                  </a:lnTo>
                  <a:lnTo>
                    <a:pt x="219421" y="422079"/>
                  </a:lnTo>
                  <a:lnTo>
                    <a:pt x="289765" y="524504"/>
                  </a:lnTo>
                  <a:lnTo>
                    <a:pt x="360110" y="614366"/>
                  </a:lnTo>
                  <a:lnTo>
                    <a:pt x="430454" y="693207"/>
                  </a:lnTo>
                  <a:lnTo>
                    <a:pt x="500799" y="762379"/>
                  </a:lnTo>
                  <a:lnTo>
                    <a:pt x="571143" y="823067"/>
                  </a:lnTo>
                  <a:lnTo>
                    <a:pt x="641488" y="876312"/>
                  </a:lnTo>
                  <a:lnTo>
                    <a:pt x="711832" y="923027"/>
                  </a:lnTo>
                  <a:lnTo>
                    <a:pt x="782177" y="959705"/>
                  </a:lnTo>
                  <a:lnTo>
                    <a:pt x="852521" y="971041"/>
                  </a:lnTo>
                  <a:lnTo>
                    <a:pt x="922866" y="981944"/>
                  </a:lnTo>
                  <a:lnTo>
                    <a:pt x="993210" y="992432"/>
                  </a:lnTo>
                  <a:lnTo>
                    <a:pt x="1063554" y="1002520"/>
                  </a:lnTo>
                  <a:lnTo>
                    <a:pt x="1133899" y="1012224"/>
                  </a:lnTo>
                  <a:lnTo>
                    <a:pt x="1204243" y="1021558"/>
                  </a:lnTo>
                  <a:lnTo>
                    <a:pt x="1274588" y="1030537"/>
                  </a:lnTo>
                  <a:lnTo>
                    <a:pt x="1344932" y="1039173"/>
                  </a:lnTo>
                  <a:lnTo>
                    <a:pt x="1415277" y="1047480"/>
                  </a:lnTo>
                  <a:lnTo>
                    <a:pt x="1485621" y="1055471"/>
                  </a:lnTo>
                  <a:lnTo>
                    <a:pt x="1555966" y="1063158"/>
                  </a:lnTo>
                  <a:lnTo>
                    <a:pt x="1626310" y="1070551"/>
                  </a:lnTo>
                  <a:lnTo>
                    <a:pt x="1696655" y="1077663"/>
                  </a:lnTo>
                  <a:lnTo>
                    <a:pt x="1766999" y="1084504"/>
                  </a:lnTo>
                  <a:lnTo>
                    <a:pt x="1837344" y="1091084"/>
                  </a:lnTo>
                  <a:lnTo>
                    <a:pt x="1907688" y="1097413"/>
                  </a:lnTo>
                  <a:lnTo>
                    <a:pt x="1978033" y="1103501"/>
                  </a:lnTo>
                  <a:lnTo>
                    <a:pt x="2048377" y="1109358"/>
                  </a:lnTo>
                  <a:lnTo>
                    <a:pt x="2118722" y="1114991"/>
                  </a:lnTo>
                  <a:lnTo>
                    <a:pt x="2189066" y="1120409"/>
                  </a:lnTo>
                  <a:lnTo>
                    <a:pt x="2259411" y="1125621"/>
                  </a:lnTo>
                  <a:lnTo>
                    <a:pt x="2329755" y="1130635"/>
                  </a:lnTo>
                  <a:lnTo>
                    <a:pt x="2400100" y="1135457"/>
                  </a:lnTo>
                  <a:lnTo>
                    <a:pt x="2470444" y="1140096"/>
                  </a:lnTo>
                  <a:lnTo>
                    <a:pt x="2540789" y="1144558"/>
                  </a:lnTo>
                  <a:lnTo>
                    <a:pt x="2611133" y="1148850"/>
                  </a:lnTo>
                  <a:lnTo>
                    <a:pt x="2681478" y="1152978"/>
                  </a:lnTo>
                  <a:lnTo>
                    <a:pt x="2751822" y="1156950"/>
                  </a:lnTo>
                  <a:lnTo>
                    <a:pt x="2822167" y="1160769"/>
                  </a:lnTo>
                  <a:lnTo>
                    <a:pt x="2892511" y="1164444"/>
                  </a:lnTo>
                  <a:lnTo>
                    <a:pt x="2962856" y="1167978"/>
                  </a:lnTo>
                  <a:lnTo>
                    <a:pt x="3033200" y="1171378"/>
                  </a:lnTo>
                  <a:lnTo>
                    <a:pt x="3103545" y="1174648"/>
                  </a:lnTo>
                  <a:lnTo>
                    <a:pt x="3173889" y="1177793"/>
                  </a:lnTo>
                  <a:lnTo>
                    <a:pt x="3244234" y="1180819"/>
                  </a:lnTo>
                  <a:lnTo>
                    <a:pt x="3314578" y="1183729"/>
                  </a:lnTo>
                  <a:lnTo>
                    <a:pt x="3384923" y="1186529"/>
                  </a:lnTo>
                  <a:lnTo>
                    <a:pt x="3455267" y="1189221"/>
                  </a:lnTo>
                  <a:lnTo>
                    <a:pt x="3525612" y="1191812"/>
                  </a:lnTo>
                  <a:lnTo>
                    <a:pt x="3595956" y="1194303"/>
                  </a:lnTo>
                  <a:lnTo>
                    <a:pt x="3666301" y="1196700"/>
                  </a:lnTo>
                  <a:lnTo>
                    <a:pt x="3736645" y="1199005"/>
                  </a:lnTo>
                  <a:lnTo>
                    <a:pt x="3806990" y="1201222"/>
                  </a:lnTo>
                  <a:lnTo>
                    <a:pt x="3877334" y="1203355"/>
                  </a:lnTo>
                  <a:lnTo>
                    <a:pt x="3947679" y="1205407"/>
                  </a:lnTo>
                  <a:lnTo>
                    <a:pt x="4018023" y="1207380"/>
                  </a:lnTo>
                  <a:lnTo>
                    <a:pt x="4088368" y="1209279"/>
                  </a:lnTo>
                  <a:lnTo>
                    <a:pt x="4158712" y="1211105"/>
                  </a:lnTo>
                  <a:lnTo>
                    <a:pt x="4229057" y="1212861"/>
                  </a:lnTo>
                  <a:lnTo>
                    <a:pt x="4299401" y="1214551"/>
                  </a:lnTo>
                  <a:lnTo>
                    <a:pt x="4369746" y="1216176"/>
                  </a:lnTo>
                  <a:lnTo>
                    <a:pt x="4440090" y="1217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931805" y="4336484"/>
              <a:ext cx="6267611" cy="1256877"/>
            </a:xfrm>
            <a:custGeom>
              <a:avLst/>
              <a:pathLst>
                <a:path w="6267611" h="1256877">
                  <a:moveTo>
                    <a:pt x="6267611" y="1256877"/>
                  </a:moveTo>
                  <a:lnTo>
                    <a:pt x="6197266" y="1256831"/>
                  </a:lnTo>
                  <a:lnTo>
                    <a:pt x="6126922" y="1256779"/>
                  </a:lnTo>
                  <a:lnTo>
                    <a:pt x="6056577" y="1256720"/>
                  </a:lnTo>
                  <a:lnTo>
                    <a:pt x="5986233" y="1256653"/>
                  </a:lnTo>
                  <a:lnTo>
                    <a:pt x="5915888" y="1256576"/>
                  </a:lnTo>
                  <a:lnTo>
                    <a:pt x="5845544" y="1256489"/>
                  </a:lnTo>
                  <a:lnTo>
                    <a:pt x="5775199" y="1256389"/>
                  </a:lnTo>
                  <a:lnTo>
                    <a:pt x="5704855" y="1256275"/>
                  </a:lnTo>
                  <a:lnTo>
                    <a:pt x="5634510" y="1256146"/>
                  </a:lnTo>
                  <a:lnTo>
                    <a:pt x="5564166" y="1255998"/>
                  </a:lnTo>
                  <a:lnTo>
                    <a:pt x="5493821" y="1255830"/>
                  </a:lnTo>
                  <a:lnTo>
                    <a:pt x="5423477" y="1255638"/>
                  </a:lnTo>
                  <a:lnTo>
                    <a:pt x="5353132" y="1255420"/>
                  </a:lnTo>
                  <a:lnTo>
                    <a:pt x="5282788" y="1255170"/>
                  </a:lnTo>
                  <a:lnTo>
                    <a:pt x="5212443" y="1254886"/>
                  </a:lnTo>
                  <a:lnTo>
                    <a:pt x="5142099" y="1254563"/>
                  </a:lnTo>
                  <a:lnTo>
                    <a:pt x="5071754" y="1254194"/>
                  </a:lnTo>
                  <a:lnTo>
                    <a:pt x="5001410" y="1253773"/>
                  </a:lnTo>
                  <a:lnTo>
                    <a:pt x="4931065" y="1253294"/>
                  </a:lnTo>
                  <a:lnTo>
                    <a:pt x="4860721" y="1252748"/>
                  </a:lnTo>
                  <a:lnTo>
                    <a:pt x="4790376" y="1252125"/>
                  </a:lnTo>
                  <a:lnTo>
                    <a:pt x="4720032" y="1251416"/>
                  </a:lnTo>
                  <a:lnTo>
                    <a:pt x="4649687" y="1250607"/>
                  </a:lnTo>
                  <a:lnTo>
                    <a:pt x="4579343" y="1249685"/>
                  </a:lnTo>
                  <a:lnTo>
                    <a:pt x="4508998" y="1248634"/>
                  </a:lnTo>
                  <a:lnTo>
                    <a:pt x="4438654" y="1247436"/>
                  </a:lnTo>
                  <a:lnTo>
                    <a:pt x="4368309" y="1246071"/>
                  </a:lnTo>
                  <a:lnTo>
                    <a:pt x="4297965" y="1244515"/>
                  </a:lnTo>
                  <a:lnTo>
                    <a:pt x="4227620" y="1242742"/>
                  </a:lnTo>
                  <a:lnTo>
                    <a:pt x="4157276" y="1240720"/>
                  </a:lnTo>
                  <a:lnTo>
                    <a:pt x="4086932" y="1238416"/>
                  </a:lnTo>
                  <a:lnTo>
                    <a:pt x="4016587" y="1235790"/>
                  </a:lnTo>
                  <a:lnTo>
                    <a:pt x="3946243" y="1232797"/>
                  </a:lnTo>
                  <a:lnTo>
                    <a:pt x="3875898" y="1229386"/>
                  </a:lnTo>
                  <a:lnTo>
                    <a:pt x="3805554" y="1225497"/>
                  </a:lnTo>
                  <a:lnTo>
                    <a:pt x="3735209" y="1221065"/>
                  </a:lnTo>
                  <a:lnTo>
                    <a:pt x="3664865" y="1216014"/>
                  </a:lnTo>
                  <a:lnTo>
                    <a:pt x="3594520" y="1210256"/>
                  </a:lnTo>
                  <a:lnTo>
                    <a:pt x="3524176" y="1203693"/>
                  </a:lnTo>
                  <a:lnTo>
                    <a:pt x="3453831" y="1196214"/>
                  </a:lnTo>
                  <a:lnTo>
                    <a:pt x="3383487" y="1187688"/>
                  </a:lnTo>
                  <a:lnTo>
                    <a:pt x="3313142" y="1177971"/>
                  </a:lnTo>
                  <a:lnTo>
                    <a:pt x="3242798" y="1166895"/>
                  </a:lnTo>
                  <a:lnTo>
                    <a:pt x="3172453" y="1154271"/>
                  </a:lnTo>
                  <a:lnTo>
                    <a:pt x="3102109" y="1139882"/>
                  </a:lnTo>
                  <a:lnTo>
                    <a:pt x="3031764" y="1123481"/>
                  </a:lnTo>
                  <a:lnTo>
                    <a:pt x="2961420" y="1104789"/>
                  </a:lnTo>
                  <a:lnTo>
                    <a:pt x="2891075" y="1083483"/>
                  </a:lnTo>
                  <a:lnTo>
                    <a:pt x="2820731" y="1059198"/>
                  </a:lnTo>
                  <a:lnTo>
                    <a:pt x="2750386" y="1031519"/>
                  </a:lnTo>
                  <a:lnTo>
                    <a:pt x="2680042" y="999971"/>
                  </a:lnTo>
                  <a:lnTo>
                    <a:pt x="2609697" y="964012"/>
                  </a:lnTo>
                  <a:lnTo>
                    <a:pt x="2539353" y="947921"/>
                  </a:lnTo>
                  <a:lnTo>
                    <a:pt x="2469008" y="935670"/>
                  </a:lnTo>
                  <a:lnTo>
                    <a:pt x="2398664" y="922934"/>
                  </a:lnTo>
                  <a:lnTo>
                    <a:pt x="2328319" y="909693"/>
                  </a:lnTo>
                  <a:lnTo>
                    <a:pt x="2257975" y="895928"/>
                  </a:lnTo>
                  <a:lnTo>
                    <a:pt x="2187630" y="881617"/>
                  </a:lnTo>
                  <a:lnTo>
                    <a:pt x="2117286" y="866740"/>
                  </a:lnTo>
                  <a:lnTo>
                    <a:pt x="2046941" y="851273"/>
                  </a:lnTo>
                  <a:lnTo>
                    <a:pt x="1976597" y="835194"/>
                  </a:lnTo>
                  <a:lnTo>
                    <a:pt x="1906252" y="818478"/>
                  </a:lnTo>
                  <a:lnTo>
                    <a:pt x="1835908" y="801099"/>
                  </a:lnTo>
                  <a:lnTo>
                    <a:pt x="1765563" y="783032"/>
                  </a:lnTo>
                  <a:lnTo>
                    <a:pt x="1695219" y="764250"/>
                  </a:lnTo>
                  <a:lnTo>
                    <a:pt x="1624874" y="744723"/>
                  </a:lnTo>
                  <a:lnTo>
                    <a:pt x="1554530" y="724423"/>
                  </a:lnTo>
                  <a:lnTo>
                    <a:pt x="1484185" y="703319"/>
                  </a:lnTo>
                  <a:lnTo>
                    <a:pt x="1413841" y="681379"/>
                  </a:lnTo>
                  <a:lnTo>
                    <a:pt x="1343496" y="658570"/>
                  </a:lnTo>
                  <a:lnTo>
                    <a:pt x="1273152" y="634858"/>
                  </a:lnTo>
                  <a:lnTo>
                    <a:pt x="1202807" y="610206"/>
                  </a:lnTo>
                  <a:lnTo>
                    <a:pt x="1132463" y="584577"/>
                  </a:lnTo>
                  <a:lnTo>
                    <a:pt x="1062118" y="557934"/>
                  </a:lnTo>
                  <a:lnTo>
                    <a:pt x="991774" y="530235"/>
                  </a:lnTo>
                  <a:lnTo>
                    <a:pt x="921429" y="501439"/>
                  </a:lnTo>
                  <a:lnTo>
                    <a:pt x="851085" y="471502"/>
                  </a:lnTo>
                  <a:lnTo>
                    <a:pt x="780740" y="440380"/>
                  </a:lnTo>
                  <a:lnTo>
                    <a:pt x="710396" y="408024"/>
                  </a:lnTo>
                  <a:lnTo>
                    <a:pt x="640051" y="374387"/>
                  </a:lnTo>
                  <a:lnTo>
                    <a:pt x="569707" y="339418"/>
                  </a:lnTo>
                  <a:lnTo>
                    <a:pt x="499362" y="303063"/>
                  </a:lnTo>
                  <a:lnTo>
                    <a:pt x="429018" y="265268"/>
                  </a:lnTo>
                  <a:lnTo>
                    <a:pt x="358674" y="225977"/>
                  </a:lnTo>
                  <a:lnTo>
                    <a:pt x="288329" y="185128"/>
                  </a:lnTo>
                  <a:lnTo>
                    <a:pt x="217985" y="142662"/>
                  </a:lnTo>
                  <a:lnTo>
                    <a:pt x="147640" y="98514"/>
                  </a:lnTo>
                  <a:lnTo>
                    <a:pt x="77296" y="52617"/>
                  </a:lnTo>
                  <a:lnTo>
                    <a:pt x="6951" y="49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3340743" y="4336484"/>
              <a:ext cx="4858673" cy="1253619"/>
            </a:xfrm>
            <a:custGeom>
              <a:avLst/>
              <a:pathLst>
                <a:path w="4858673" h="1253619">
                  <a:moveTo>
                    <a:pt x="0" y="0"/>
                  </a:moveTo>
                  <a:lnTo>
                    <a:pt x="4903" y="7712"/>
                  </a:lnTo>
                  <a:lnTo>
                    <a:pt x="75247" y="109353"/>
                  </a:lnTo>
                  <a:lnTo>
                    <a:pt x="145592" y="202726"/>
                  </a:lnTo>
                  <a:lnTo>
                    <a:pt x="215936" y="288503"/>
                  </a:lnTo>
                  <a:lnTo>
                    <a:pt x="286281" y="367303"/>
                  </a:lnTo>
                  <a:lnTo>
                    <a:pt x="356625" y="439693"/>
                  </a:lnTo>
                  <a:lnTo>
                    <a:pt x="426970" y="506194"/>
                  </a:lnTo>
                  <a:lnTo>
                    <a:pt x="497314" y="567286"/>
                  </a:lnTo>
                  <a:lnTo>
                    <a:pt x="567659" y="623408"/>
                  </a:lnTo>
                  <a:lnTo>
                    <a:pt x="638003" y="674965"/>
                  </a:lnTo>
                  <a:lnTo>
                    <a:pt x="708348" y="722327"/>
                  </a:lnTo>
                  <a:lnTo>
                    <a:pt x="778692" y="765837"/>
                  </a:lnTo>
                  <a:lnTo>
                    <a:pt x="849037" y="805808"/>
                  </a:lnTo>
                  <a:lnTo>
                    <a:pt x="919381" y="842527"/>
                  </a:lnTo>
                  <a:lnTo>
                    <a:pt x="989726" y="876259"/>
                  </a:lnTo>
                  <a:lnTo>
                    <a:pt x="1060070" y="907247"/>
                  </a:lnTo>
                  <a:lnTo>
                    <a:pt x="1130415" y="935715"/>
                  </a:lnTo>
                  <a:lnTo>
                    <a:pt x="1200759" y="961867"/>
                  </a:lnTo>
                  <a:lnTo>
                    <a:pt x="1271104" y="985891"/>
                  </a:lnTo>
                  <a:lnTo>
                    <a:pt x="1341448" y="1007961"/>
                  </a:lnTo>
                  <a:lnTo>
                    <a:pt x="1411793" y="1028236"/>
                  </a:lnTo>
                  <a:lnTo>
                    <a:pt x="1482137" y="1046861"/>
                  </a:lnTo>
                  <a:lnTo>
                    <a:pt x="1552482" y="1063972"/>
                  </a:lnTo>
                  <a:lnTo>
                    <a:pt x="1622826" y="1079690"/>
                  </a:lnTo>
                  <a:lnTo>
                    <a:pt x="1693171" y="1094130"/>
                  </a:lnTo>
                  <a:lnTo>
                    <a:pt x="1763515" y="1107395"/>
                  </a:lnTo>
                  <a:lnTo>
                    <a:pt x="1833859" y="1119582"/>
                  </a:lnTo>
                  <a:lnTo>
                    <a:pt x="1904204" y="1130776"/>
                  </a:lnTo>
                  <a:lnTo>
                    <a:pt x="1974548" y="1141061"/>
                  </a:lnTo>
                  <a:lnTo>
                    <a:pt x="2044893" y="1150508"/>
                  </a:lnTo>
                  <a:lnTo>
                    <a:pt x="2115237" y="1159187"/>
                  </a:lnTo>
                  <a:lnTo>
                    <a:pt x="2185582" y="1167160"/>
                  </a:lnTo>
                  <a:lnTo>
                    <a:pt x="2255926" y="1174485"/>
                  </a:lnTo>
                  <a:lnTo>
                    <a:pt x="2326271" y="1181214"/>
                  </a:lnTo>
                  <a:lnTo>
                    <a:pt x="2396615" y="1187395"/>
                  </a:lnTo>
                  <a:lnTo>
                    <a:pt x="2466960" y="1193074"/>
                  </a:lnTo>
                  <a:lnTo>
                    <a:pt x="2537304" y="1198290"/>
                  </a:lnTo>
                  <a:lnTo>
                    <a:pt x="2607649" y="1203082"/>
                  </a:lnTo>
                  <a:lnTo>
                    <a:pt x="2677993" y="1207485"/>
                  </a:lnTo>
                  <a:lnTo>
                    <a:pt x="2748338" y="1211529"/>
                  </a:lnTo>
                  <a:lnTo>
                    <a:pt x="2818682" y="1215244"/>
                  </a:lnTo>
                  <a:lnTo>
                    <a:pt x="2889027" y="1218657"/>
                  </a:lnTo>
                  <a:lnTo>
                    <a:pt x="2959371" y="1221793"/>
                  </a:lnTo>
                  <a:lnTo>
                    <a:pt x="3029716" y="1224673"/>
                  </a:lnTo>
                  <a:lnTo>
                    <a:pt x="3100060" y="1227319"/>
                  </a:lnTo>
                  <a:lnTo>
                    <a:pt x="3170405" y="1229750"/>
                  </a:lnTo>
                  <a:lnTo>
                    <a:pt x="3240749" y="1231983"/>
                  </a:lnTo>
                  <a:lnTo>
                    <a:pt x="3311094" y="1234035"/>
                  </a:lnTo>
                  <a:lnTo>
                    <a:pt x="3381438" y="1235919"/>
                  </a:lnTo>
                  <a:lnTo>
                    <a:pt x="3451783" y="1237650"/>
                  </a:lnTo>
                  <a:lnTo>
                    <a:pt x="3522127" y="1239241"/>
                  </a:lnTo>
                  <a:lnTo>
                    <a:pt x="3592472" y="1240702"/>
                  </a:lnTo>
                  <a:lnTo>
                    <a:pt x="3662816" y="1242044"/>
                  </a:lnTo>
                  <a:lnTo>
                    <a:pt x="3733161" y="1243277"/>
                  </a:lnTo>
                  <a:lnTo>
                    <a:pt x="3803505" y="1244410"/>
                  </a:lnTo>
                  <a:lnTo>
                    <a:pt x="3873850" y="1245450"/>
                  </a:lnTo>
                  <a:lnTo>
                    <a:pt x="3944194" y="1246406"/>
                  </a:lnTo>
                  <a:lnTo>
                    <a:pt x="4014539" y="1247285"/>
                  </a:lnTo>
                  <a:lnTo>
                    <a:pt x="4084883" y="1248091"/>
                  </a:lnTo>
                  <a:lnTo>
                    <a:pt x="4155228" y="1248832"/>
                  </a:lnTo>
                  <a:lnTo>
                    <a:pt x="4225572" y="1249513"/>
                  </a:lnTo>
                  <a:lnTo>
                    <a:pt x="4295917" y="1250139"/>
                  </a:lnTo>
                  <a:lnTo>
                    <a:pt x="4366261" y="1250713"/>
                  </a:lnTo>
                  <a:lnTo>
                    <a:pt x="4436606" y="1251241"/>
                  </a:lnTo>
                  <a:lnTo>
                    <a:pt x="4506950" y="1251726"/>
                  </a:lnTo>
                  <a:lnTo>
                    <a:pt x="4577295" y="1252171"/>
                  </a:lnTo>
                  <a:lnTo>
                    <a:pt x="4647639" y="1252581"/>
                  </a:lnTo>
                  <a:lnTo>
                    <a:pt x="4717984" y="1252956"/>
                  </a:lnTo>
                  <a:lnTo>
                    <a:pt x="4788328" y="1253302"/>
                  </a:lnTo>
                  <a:lnTo>
                    <a:pt x="4858673" y="125361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53035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24100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05460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8682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68180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45104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2761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4121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54818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6841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5154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2.67 (1.57-4.54), p = &lt;0.001  |  per IQR decline (Δ = 29.9 %): 18.84 (3.83-92.51)  |  IQR: [-15.0, 14.9]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12849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2026-07-22T07:57:24Z</dcterms:modified>
  <cp:category/>
</cp:coreProperties>
</file>