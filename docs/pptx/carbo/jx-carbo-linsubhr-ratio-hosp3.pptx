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1990881" y="0"/>
                  </a:moveTo>
                  <a:lnTo>
                    <a:pt x="2000019" y="57115"/>
                  </a:lnTo>
                  <a:lnTo>
                    <a:pt x="2076651" y="477378"/>
                  </a:lnTo>
                  <a:lnTo>
                    <a:pt x="2153284" y="846098"/>
                  </a:lnTo>
                  <a:lnTo>
                    <a:pt x="2229916" y="1169595"/>
                  </a:lnTo>
                  <a:lnTo>
                    <a:pt x="2306549" y="1453417"/>
                  </a:lnTo>
                  <a:lnTo>
                    <a:pt x="2383181" y="1702429"/>
                  </a:lnTo>
                  <a:lnTo>
                    <a:pt x="2459814" y="1920900"/>
                  </a:lnTo>
                  <a:lnTo>
                    <a:pt x="2536447" y="2112577"/>
                  </a:lnTo>
                  <a:lnTo>
                    <a:pt x="2613079" y="2280746"/>
                  </a:lnTo>
                  <a:lnTo>
                    <a:pt x="2689712" y="2428289"/>
                  </a:lnTo>
                  <a:lnTo>
                    <a:pt x="2766344" y="2557737"/>
                  </a:lnTo>
                  <a:lnTo>
                    <a:pt x="2842977" y="2659375"/>
                  </a:lnTo>
                  <a:lnTo>
                    <a:pt x="2919609" y="2690785"/>
                  </a:lnTo>
                  <a:lnTo>
                    <a:pt x="2996242" y="2720998"/>
                  </a:lnTo>
                  <a:lnTo>
                    <a:pt x="3072874" y="2750060"/>
                  </a:lnTo>
                  <a:lnTo>
                    <a:pt x="3149507" y="2778015"/>
                  </a:lnTo>
                  <a:lnTo>
                    <a:pt x="3226140" y="2804905"/>
                  </a:lnTo>
                  <a:lnTo>
                    <a:pt x="3302772" y="2830770"/>
                  </a:lnTo>
                  <a:lnTo>
                    <a:pt x="3379405" y="2855650"/>
                  </a:lnTo>
                  <a:lnTo>
                    <a:pt x="3456037" y="2879582"/>
                  </a:lnTo>
                  <a:lnTo>
                    <a:pt x="3532670" y="2902602"/>
                  </a:lnTo>
                  <a:lnTo>
                    <a:pt x="3609302" y="2924745"/>
                  </a:lnTo>
                  <a:lnTo>
                    <a:pt x="3685935" y="2946044"/>
                  </a:lnTo>
                  <a:lnTo>
                    <a:pt x="3762567" y="2966531"/>
                  </a:lnTo>
                  <a:lnTo>
                    <a:pt x="3839200" y="2986238"/>
                  </a:lnTo>
                  <a:lnTo>
                    <a:pt x="3915832" y="3005194"/>
                  </a:lnTo>
                  <a:lnTo>
                    <a:pt x="3992465" y="3023428"/>
                  </a:lnTo>
                  <a:lnTo>
                    <a:pt x="4069098" y="3040967"/>
                  </a:lnTo>
                  <a:lnTo>
                    <a:pt x="4145730" y="3057838"/>
                  </a:lnTo>
                  <a:lnTo>
                    <a:pt x="4222363" y="3074066"/>
                  </a:lnTo>
                  <a:lnTo>
                    <a:pt x="4298995" y="3089676"/>
                  </a:lnTo>
                  <a:lnTo>
                    <a:pt x="4375628" y="3104690"/>
                  </a:lnTo>
                  <a:lnTo>
                    <a:pt x="4452260" y="3119133"/>
                  </a:lnTo>
                  <a:lnTo>
                    <a:pt x="4528893" y="3133026"/>
                  </a:lnTo>
                  <a:lnTo>
                    <a:pt x="4605525" y="3146389"/>
                  </a:lnTo>
                  <a:lnTo>
                    <a:pt x="4682158" y="3159243"/>
                  </a:lnTo>
                  <a:lnTo>
                    <a:pt x="4758790" y="3171607"/>
                  </a:lnTo>
                  <a:lnTo>
                    <a:pt x="4835423" y="3183500"/>
                  </a:lnTo>
                  <a:lnTo>
                    <a:pt x="4912056" y="3194940"/>
                  </a:lnTo>
                  <a:lnTo>
                    <a:pt x="4988688" y="3205944"/>
                  </a:lnTo>
                  <a:lnTo>
                    <a:pt x="5065321" y="3216529"/>
                  </a:lnTo>
                  <a:lnTo>
                    <a:pt x="5141953" y="3226711"/>
                  </a:lnTo>
                  <a:lnTo>
                    <a:pt x="5218586" y="3236504"/>
                  </a:lnTo>
                  <a:lnTo>
                    <a:pt x="5295218" y="3245925"/>
                  </a:lnTo>
                  <a:lnTo>
                    <a:pt x="5371851" y="3254986"/>
                  </a:lnTo>
                  <a:lnTo>
                    <a:pt x="5448483" y="3263702"/>
                  </a:lnTo>
                  <a:lnTo>
                    <a:pt x="5525116" y="3272087"/>
                  </a:lnTo>
                  <a:lnTo>
                    <a:pt x="5601749" y="3280151"/>
                  </a:lnTo>
                  <a:lnTo>
                    <a:pt x="5678381" y="3287909"/>
                  </a:lnTo>
                  <a:lnTo>
                    <a:pt x="5755014" y="3295370"/>
                  </a:lnTo>
                  <a:lnTo>
                    <a:pt x="5831646" y="3302548"/>
                  </a:lnTo>
                  <a:lnTo>
                    <a:pt x="5908279" y="3309452"/>
                  </a:lnTo>
                  <a:lnTo>
                    <a:pt x="5984911" y="3316093"/>
                  </a:lnTo>
                  <a:lnTo>
                    <a:pt x="6061544" y="3322481"/>
                  </a:lnTo>
                  <a:lnTo>
                    <a:pt x="6138176" y="3328625"/>
                  </a:lnTo>
                  <a:lnTo>
                    <a:pt x="6214809" y="3334536"/>
                  </a:lnTo>
                  <a:lnTo>
                    <a:pt x="6291441" y="3340221"/>
                  </a:lnTo>
                  <a:lnTo>
                    <a:pt x="6368074" y="3345690"/>
                  </a:lnTo>
                  <a:lnTo>
                    <a:pt x="6444707" y="3350950"/>
                  </a:lnTo>
                  <a:lnTo>
                    <a:pt x="6521339" y="3356010"/>
                  </a:lnTo>
                  <a:lnTo>
                    <a:pt x="6597972" y="3360877"/>
                  </a:lnTo>
                  <a:lnTo>
                    <a:pt x="6674604" y="3365558"/>
                  </a:lnTo>
                  <a:lnTo>
                    <a:pt x="6751237" y="3370062"/>
                  </a:lnTo>
                  <a:lnTo>
                    <a:pt x="6827869" y="3374393"/>
                  </a:lnTo>
                  <a:lnTo>
                    <a:pt x="6827869" y="3482845"/>
                  </a:ln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2073503"/>
              <a:ext cx="4836987" cy="3374393"/>
            </a:xfrm>
            <a:custGeom>
              <a:avLst/>
              <a:pathLst>
                <a:path w="4836987" h="3374393">
                  <a:moveTo>
                    <a:pt x="0" y="0"/>
                  </a:moveTo>
                  <a:lnTo>
                    <a:pt x="9137" y="57115"/>
                  </a:lnTo>
                  <a:lnTo>
                    <a:pt x="85769" y="477378"/>
                  </a:lnTo>
                  <a:lnTo>
                    <a:pt x="162402" y="846098"/>
                  </a:lnTo>
                  <a:lnTo>
                    <a:pt x="239035" y="1169595"/>
                  </a:lnTo>
                  <a:lnTo>
                    <a:pt x="315667" y="1453417"/>
                  </a:lnTo>
                  <a:lnTo>
                    <a:pt x="392300" y="1702429"/>
                  </a:lnTo>
                  <a:lnTo>
                    <a:pt x="468932" y="1920900"/>
                  </a:lnTo>
                  <a:lnTo>
                    <a:pt x="545565" y="2112577"/>
                  </a:lnTo>
                  <a:lnTo>
                    <a:pt x="622197" y="2280746"/>
                  </a:lnTo>
                  <a:lnTo>
                    <a:pt x="698830" y="2428289"/>
                  </a:lnTo>
                  <a:lnTo>
                    <a:pt x="775462" y="2557737"/>
                  </a:lnTo>
                  <a:lnTo>
                    <a:pt x="852095" y="2659375"/>
                  </a:lnTo>
                  <a:lnTo>
                    <a:pt x="928727" y="2690785"/>
                  </a:lnTo>
                  <a:lnTo>
                    <a:pt x="1005360" y="2720998"/>
                  </a:lnTo>
                  <a:lnTo>
                    <a:pt x="1081993" y="2750060"/>
                  </a:lnTo>
                  <a:lnTo>
                    <a:pt x="1158625" y="2778015"/>
                  </a:lnTo>
                  <a:lnTo>
                    <a:pt x="1235258" y="2804905"/>
                  </a:lnTo>
                  <a:lnTo>
                    <a:pt x="1311890" y="2830770"/>
                  </a:lnTo>
                  <a:lnTo>
                    <a:pt x="1388523" y="2855650"/>
                  </a:lnTo>
                  <a:lnTo>
                    <a:pt x="1465155" y="2879582"/>
                  </a:lnTo>
                  <a:lnTo>
                    <a:pt x="1541788" y="2902602"/>
                  </a:lnTo>
                  <a:lnTo>
                    <a:pt x="1618420" y="2924745"/>
                  </a:lnTo>
                  <a:lnTo>
                    <a:pt x="1695053" y="2946044"/>
                  </a:lnTo>
                  <a:lnTo>
                    <a:pt x="1771686" y="2966531"/>
                  </a:lnTo>
                  <a:lnTo>
                    <a:pt x="1848318" y="2986238"/>
                  </a:lnTo>
                  <a:lnTo>
                    <a:pt x="1924951" y="3005194"/>
                  </a:lnTo>
                  <a:lnTo>
                    <a:pt x="2001583" y="3023428"/>
                  </a:lnTo>
                  <a:lnTo>
                    <a:pt x="2078216" y="3040967"/>
                  </a:lnTo>
                  <a:lnTo>
                    <a:pt x="2154848" y="3057838"/>
                  </a:lnTo>
                  <a:lnTo>
                    <a:pt x="2231481" y="3074066"/>
                  </a:lnTo>
                  <a:lnTo>
                    <a:pt x="2308113" y="3089676"/>
                  </a:lnTo>
                  <a:lnTo>
                    <a:pt x="2384746" y="3104690"/>
                  </a:lnTo>
                  <a:lnTo>
                    <a:pt x="2461378" y="3119133"/>
                  </a:lnTo>
                  <a:lnTo>
                    <a:pt x="2538011" y="3133026"/>
                  </a:lnTo>
                  <a:lnTo>
                    <a:pt x="2614644" y="3146389"/>
                  </a:lnTo>
                  <a:lnTo>
                    <a:pt x="2691276" y="3159243"/>
                  </a:lnTo>
                  <a:lnTo>
                    <a:pt x="2767909" y="3171607"/>
                  </a:lnTo>
                  <a:lnTo>
                    <a:pt x="2844541" y="3183500"/>
                  </a:lnTo>
                  <a:lnTo>
                    <a:pt x="2921174" y="3194940"/>
                  </a:lnTo>
                  <a:lnTo>
                    <a:pt x="2997806" y="3205944"/>
                  </a:lnTo>
                  <a:lnTo>
                    <a:pt x="3074439" y="3216529"/>
                  </a:lnTo>
                  <a:lnTo>
                    <a:pt x="3151071" y="3226711"/>
                  </a:lnTo>
                  <a:lnTo>
                    <a:pt x="3227704" y="3236504"/>
                  </a:lnTo>
                  <a:lnTo>
                    <a:pt x="3304336" y="3245925"/>
                  </a:lnTo>
                  <a:lnTo>
                    <a:pt x="3380969" y="3254986"/>
                  </a:lnTo>
                  <a:lnTo>
                    <a:pt x="3457602" y="3263702"/>
                  </a:lnTo>
                  <a:lnTo>
                    <a:pt x="3534234" y="3272087"/>
                  </a:lnTo>
                  <a:lnTo>
                    <a:pt x="3610867" y="3280151"/>
                  </a:lnTo>
                  <a:lnTo>
                    <a:pt x="3687499" y="3287909"/>
                  </a:lnTo>
                  <a:lnTo>
                    <a:pt x="3764132" y="3295370"/>
                  </a:lnTo>
                  <a:lnTo>
                    <a:pt x="3840764" y="3302548"/>
                  </a:lnTo>
                  <a:lnTo>
                    <a:pt x="3917397" y="3309452"/>
                  </a:lnTo>
                  <a:lnTo>
                    <a:pt x="3994029" y="3316093"/>
                  </a:lnTo>
                  <a:lnTo>
                    <a:pt x="4070662" y="3322481"/>
                  </a:lnTo>
                  <a:lnTo>
                    <a:pt x="4147295" y="3328625"/>
                  </a:lnTo>
                  <a:lnTo>
                    <a:pt x="4223927" y="3334536"/>
                  </a:lnTo>
                  <a:lnTo>
                    <a:pt x="4300560" y="3340221"/>
                  </a:lnTo>
                  <a:lnTo>
                    <a:pt x="4377192" y="3345690"/>
                  </a:lnTo>
                  <a:lnTo>
                    <a:pt x="4453825" y="3350950"/>
                  </a:lnTo>
                  <a:lnTo>
                    <a:pt x="4530457" y="3356010"/>
                  </a:lnTo>
                  <a:lnTo>
                    <a:pt x="4607090" y="3360877"/>
                  </a:lnTo>
                  <a:lnTo>
                    <a:pt x="4683722" y="3365558"/>
                  </a:lnTo>
                  <a:lnTo>
                    <a:pt x="4760355" y="3370062"/>
                  </a:lnTo>
                  <a:lnTo>
                    <a:pt x="4836987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6827869" y="3482845"/>
                  </a:move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2073503"/>
              <a:ext cx="5292987" cy="3473819"/>
            </a:xfrm>
            <a:custGeom>
              <a:avLst/>
              <a:pathLst>
                <a:path w="5292987" h="3473819">
                  <a:moveTo>
                    <a:pt x="0" y="0"/>
                  </a:moveTo>
                  <a:lnTo>
                    <a:pt x="5341" y="21370"/>
                  </a:lnTo>
                  <a:lnTo>
                    <a:pt x="81974" y="303021"/>
                  </a:lnTo>
                  <a:lnTo>
                    <a:pt x="158606" y="561761"/>
                  </a:lnTo>
                  <a:lnTo>
                    <a:pt x="235239" y="799453"/>
                  </a:lnTo>
                  <a:lnTo>
                    <a:pt x="311871" y="1017810"/>
                  </a:lnTo>
                  <a:lnTo>
                    <a:pt x="388504" y="1218404"/>
                  </a:lnTo>
                  <a:lnTo>
                    <a:pt x="465136" y="1402681"/>
                  </a:lnTo>
                  <a:lnTo>
                    <a:pt x="541769" y="1571968"/>
                  </a:lnTo>
                  <a:lnTo>
                    <a:pt x="618401" y="1727483"/>
                  </a:lnTo>
                  <a:lnTo>
                    <a:pt x="695034" y="1870349"/>
                  </a:lnTo>
                  <a:lnTo>
                    <a:pt x="771667" y="2001592"/>
                  </a:lnTo>
                  <a:lnTo>
                    <a:pt x="848299" y="2122160"/>
                  </a:lnTo>
                  <a:lnTo>
                    <a:pt x="924932" y="2232920"/>
                  </a:lnTo>
                  <a:lnTo>
                    <a:pt x="1001564" y="2334670"/>
                  </a:lnTo>
                  <a:lnTo>
                    <a:pt x="1078197" y="2428143"/>
                  </a:lnTo>
                  <a:lnTo>
                    <a:pt x="1154829" y="2514012"/>
                  </a:lnTo>
                  <a:lnTo>
                    <a:pt x="1231462" y="2592896"/>
                  </a:lnTo>
                  <a:lnTo>
                    <a:pt x="1308094" y="2665363"/>
                  </a:lnTo>
                  <a:lnTo>
                    <a:pt x="1384727" y="2731936"/>
                  </a:lnTo>
                  <a:lnTo>
                    <a:pt x="1461359" y="2793092"/>
                  </a:lnTo>
                  <a:lnTo>
                    <a:pt x="1537992" y="2849275"/>
                  </a:lnTo>
                  <a:lnTo>
                    <a:pt x="1614625" y="2900886"/>
                  </a:lnTo>
                  <a:lnTo>
                    <a:pt x="1691257" y="2948300"/>
                  </a:lnTo>
                  <a:lnTo>
                    <a:pt x="1767890" y="2991856"/>
                  </a:lnTo>
                  <a:lnTo>
                    <a:pt x="1844522" y="3031870"/>
                  </a:lnTo>
                  <a:lnTo>
                    <a:pt x="1921155" y="3068628"/>
                  </a:lnTo>
                  <a:lnTo>
                    <a:pt x="1997787" y="3102396"/>
                  </a:lnTo>
                  <a:lnTo>
                    <a:pt x="2074420" y="3133418"/>
                  </a:lnTo>
                  <a:lnTo>
                    <a:pt x="2151052" y="3161916"/>
                  </a:lnTo>
                  <a:lnTo>
                    <a:pt x="2227685" y="3188095"/>
                  </a:lnTo>
                  <a:lnTo>
                    <a:pt x="2304318" y="3212145"/>
                  </a:lnTo>
                  <a:lnTo>
                    <a:pt x="2380950" y="3234239"/>
                  </a:lnTo>
                  <a:lnTo>
                    <a:pt x="2457583" y="3254536"/>
                  </a:lnTo>
                  <a:lnTo>
                    <a:pt x="2534215" y="3273181"/>
                  </a:lnTo>
                  <a:lnTo>
                    <a:pt x="2610848" y="3290310"/>
                  </a:lnTo>
                  <a:lnTo>
                    <a:pt x="2687480" y="3306045"/>
                  </a:lnTo>
                  <a:lnTo>
                    <a:pt x="2764113" y="3320500"/>
                  </a:lnTo>
                  <a:lnTo>
                    <a:pt x="2840745" y="3333780"/>
                  </a:lnTo>
                  <a:lnTo>
                    <a:pt x="2917378" y="3345979"/>
                  </a:lnTo>
                  <a:lnTo>
                    <a:pt x="2994010" y="3357186"/>
                  </a:lnTo>
                  <a:lnTo>
                    <a:pt x="3070643" y="3367481"/>
                  </a:lnTo>
                  <a:lnTo>
                    <a:pt x="3147276" y="3376939"/>
                  </a:lnTo>
                  <a:lnTo>
                    <a:pt x="3223908" y="3385627"/>
                  </a:lnTo>
                  <a:lnTo>
                    <a:pt x="3300541" y="3393609"/>
                  </a:lnTo>
                  <a:lnTo>
                    <a:pt x="3377173" y="3400941"/>
                  </a:lnTo>
                  <a:lnTo>
                    <a:pt x="3453806" y="3407677"/>
                  </a:lnTo>
                  <a:lnTo>
                    <a:pt x="3530438" y="3413865"/>
                  </a:lnTo>
                  <a:lnTo>
                    <a:pt x="3607071" y="3419550"/>
                  </a:lnTo>
                  <a:lnTo>
                    <a:pt x="3683703" y="3424772"/>
                  </a:lnTo>
                  <a:lnTo>
                    <a:pt x="3760336" y="3429569"/>
                  </a:lnTo>
                  <a:lnTo>
                    <a:pt x="3836968" y="3433976"/>
                  </a:lnTo>
                  <a:lnTo>
                    <a:pt x="3913601" y="3438025"/>
                  </a:lnTo>
                  <a:lnTo>
                    <a:pt x="3990234" y="3441744"/>
                  </a:lnTo>
                  <a:lnTo>
                    <a:pt x="4066866" y="3445161"/>
                  </a:lnTo>
                  <a:lnTo>
                    <a:pt x="4143499" y="3448300"/>
                  </a:lnTo>
                  <a:lnTo>
                    <a:pt x="4220131" y="3451183"/>
                  </a:lnTo>
                  <a:lnTo>
                    <a:pt x="4296764" y="3453832"/>
                  </a:lnTo>
                  <a:lnTo>
                    <a:pt x="4373396" y="3456265"/>
                  </a:lnTo>
                  <a:lnTo>
                    <a:pt x="4450029" y="3458501"/>
                  </a:lnTo>
                  <a:lnTo>
                    <a:pt x="4526661" y="3460554"/>
                  </a:lnTo>
                  <a:lnTo>
                    <a:pt x="4603294" y="3462441"/>
                  </a:lnTo>
                  <a:lnTo>
                    <a:pt x="4679927" y="3464174"/>
                  </a:lnTo>
                  <a:lnTo>
                    <a:pt x="4756559" y="3465766"/>
                  </a:lnTo>
                  <a:lnTo>
                    <a:pt x="4833192" y="3467229"/>
                  </a:lnTo>
                  <a:lnTo>
                    <a:pt x="4909824" y="3468573"/>
                  </a:lnTo>
                  <a:lnTo>
                    <a:pt x="4986457" y="3469807"/>
                  </a:lnTo>
                  <a:lnTo>
                    <a:pt x="5063089" y="3470941"/>
                  </a:lnTo>
                  <a:lnTo>
                    <a:pt x="5139722" y="3471982"/>
                  </a:lnTo>
                  <a:lnTo>
                    <a:pt x="5216354" y="3472939"/>
                  </a:lnTo>
                  <a:lnTo>
                    <a:pt x="5292987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32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2.67 (1.57-4.54), p = &lt;0.001  |  per IQR decline (Δ = 0.30): 18.84 (3.83-92.51)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2026-07-04T10:33:49Z</dcterms:modified>
  <cp:category/>
</cp:coreProperties>
</file>