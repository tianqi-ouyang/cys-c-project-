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1896563"/>
              <a:ext cx="6827869" cy="3651698"/>
            </a:xfrm>
            <a:custGeom>
              <a:avLst/>
              <a:pathLst>
                <a:path w="6827869" h="3651698">
                  <a:moveTo>
                    <a:pt x="1990881" y="0"/>
                  </a:moveTo>
                  <a:lnTo>
                    <a:pt x="2000019" y="59884"/>
                  </a:lnTo>
                  <a:lnTo>
                    <a:pt x="2076651" y="500522"/>
                  </a:lnTo>
                  <a:lnTo>
                    <a:pt x="2153284" y="887118"/>
                  </a:lnTo>
                  <a:lnTo>
                    <a:pt x="2229916" y="1226299"/>
                  </a:lnTo>
                  <a:lnTo>
                    <a:pt x="2306549" y="1523880"/>
                  </a:lnTo>
                  <a:lnTo>
                    <a:pt x="2383181" y="1784965"/>
                  </a:lnTo>
                  <a:lnTo>
                    <a:pt x="2459814" y="2014028"/>
                  </a:lnTo>
                  <a:lnTo>
                    <a:pt x="2536447" y="2214998"/>
                  </a:lnTo>
                  <a:lnTo>
                    <a:pt x="2613079" y="2391320"/>
                  </a:lnTo>
                  <a:lnTo>
                    <a:pt x="2689712" y="2546016"/>
                  </a:lnTo>
                  <a:lnTo>
                    <a:pt x="2766344" y="2681740"/>
                  </a:lnTo>
                  <a:lnTo>
                    <a:pt x="2842977" y="2788305"/>
                  </a:lnTo>
                  <a:lnTo>
                    <a:pt x="2919609" y="2821238"/>
                  </a:lnTo>
                  <a:lnTo>
                    <a:pt x="2996242" y="2852916"/>
                  </a:lnTo>
                  <a:lnTo>
                    <a:pt x="3072874" y="2883387"/>
                  </a:lnTo>
                  <a:lnTo>
                    <a:pt x="3149507" y="2912697"/>
                  </a:lnTo>
                  <a:lnTo>
                    <a:pt x="3226140" y="2940891"/>
                  </a:lnTo>
                  <a:lnTo>
                    <a:pt x="3302772" y="2968010"/>
                  </a:lnTo>
                  <a:lnTo>
                    <a:pt x="3379405" y="2994096"/>
                  </a:lnTo>
                  <a:lnTo>
                    <a:pt x="3456037" y="3019188"/>
                  </a:lnTo>
                  <a:lnTo>
                    <a:pt x="3532670" y="3043324"/>
                  </a:lnTo>
                  <a:lnTo>
                    <a:pt x="3609302" y="3066540"/>
                  </a:lnTo>
                  <a:lnTo>
                    <a:pt x="3685935" y="3088872"/>
                  </a:lnTo>
                  <a:lnTo>
                    <a:pt x="3762567" y="3110353"/>
                  </a:lnTo>
                  <a:lnTo>
                    <a:pt x="3839200" y="3131015"/>
                  </a:lnTo>
                  <a:lnTo>
                    <a:pt x="3915832" y="3150890"/>
                  </a:lnTo>
                  <a:lnTo>
                    <a:pt x="3992465" y="3170008"/>
                  </a:lnTo>
                  <a:lnTo>
                    <a:pt x="4069098" y="3188397"/>
                  </a:lnTo>
                  <a:lnTo>
                    <a:pt x="4145730" y="3206086"/>
                  </a:lnTo>
                  <a:lnTo>
                    <a:pt x="4222363" y="3223101"/>
                  </a:lnTo>
                  <a:lnTo>
                    <a:pt x="4298995" y="3239467"/>
                  </a:lnTo>
                  <a:lnTo>
                    <a:pt x="4375628" y="3255210"/>
                  </a:lnTo>
                  <a:lnTo>
                    <a:pt x="4452260" y="3270353"/>
                  </a:lnTo>
                  <a:lnTo>
                    <a:pt x="4528893" y="3284919"/>
                  </a:lnTo>
                  <a:lnTo>
                    <a:pt x="4605525" y="3298930"/>
                  </a:lnTo>
                  <a:lnTo>
                    <a:pt x="4682158" y="3312407"/>
                  </a:lnTo>
                  <a:lnTo>
                    <a:pt x="4758790" y="3325371"/>
                  </a:lnTo>
                  <a:lnTo>
                    <a:pt x="4835423" y="3337841"/>
                  </a:lnTo>
                  <a:lnTo>
                    <a:pt x="4912056" y="3349835"/>
                  </a:lnTo>
                  <a:lnTo>
                    <a:pt x="4988688" y="3361373"/>
                  </a:lnTo>
                  <a:lnTo>
                    <a:pt x="5065321" y="3372471"/>
                  </a:lnTo>
                  <a:lnTo>
                    <a:pt x="5141953" y="3383146"/>
                  </a:lnTo>
                  <a:lnTo>
                    <a:pt x="5218586" y="3393415"/>
                  </a:lnTo>
                  <a:lnTo>
                    <a:pt x="5295218" y="3403292"/>
                  </a:lnTo>
                  <a:lnTo>
                    <a:pt x="5371851" y="3412793"/>
                  </a:lnTo>
                  <a:lnTo>
                    <a:pt x="5448483" y="3421931"/>
                  </a:lnTo>
                  <a:lnTo>
                    <a:pt x="5525116" y="3430722"/>
                  </a:lnTo>
                  <a:lnTo>
                    <a:pt x="5601749" y="3439178"/>
                  </a:lnTo>
                  <a:lnTo>
                    <a:pt x="5678381" y="3447311"/>
                  </a:lnTo>
                  <a:lnTo>
                    <a:pt x="5755014" y="3455135"/>
                  </a:lnTo>
                  <a:lnTo>
                    <a:pt x="5831646" y="3462660"/>
                  </a:lnTo>
                  <a:lnTo>
                    <a:pt x="5908279" y="3469899"/>
                  </a:lnTo>
                  <a:lnTo>
                    <a:pt x="5984911" y="3476862"/>
                  </a:lnTo>
                  <a:lnTo>
                    <a:pt x="6061544" y="3483559"/>
                  </a:lnTo>
                  <a:lnTo>
                    <a:pt x="6138176" y="3490002"/>
                  </a:lnTo>
                  <a:lnTo>
                    <a:pt x="6214809" y="3496199"/>
                  </a:lnTo>
                  <a:lnTo>
                    <a:pt x="6291441" y="3502160"/>
                  </a:lnTo>
                  <a:lnTo>
                    <a:pt x="6368074" y="3507893"/>
                  </a:lnTo>
                  <a:lnTo>
                    <a:pt x="6444707" y="3513409"/>
                  </a:lnTo>
                  <a:lnTo>
                    <a:pt x="6521339" y="3518714"/>
                  </a:lnTo>
                  <a:lnTo>
                    <a:pt x="6597972" y="3523817"/>
                  </a:lnTo>
                  <a:lnTo>
                    <a:pt x="6674604" y="3528725"/>
                  </a:lnTo>
                  <a:lnTo>
                    <a:pt x="6751237" y="3533447"/>
                  </a:lnTo>
                  <a:lnTo>
                    <a:pt x="6827869" y="3537988"/>
                  </a:lnTo>
                  <a:lnTo>
                    <a:pt x="6827869" y="3651698"/>
                  </a:lnTo>
                  <a:lnTo>
                    <a:pt x="6751237" y="3651566"/>
                  </a:lnTo>
                  <a:lnTo>
                    <a:pt x="6674604" y="3651416"/>
                  </a:lnTo>
                  <a:lnTo>
                    <a:pt x="6597972" y="3651244"/>
                  </a:lnTo>
                  <a:lnTo>
                    <a:pt x="6521339" y="3651048"/>
                  </a:lnTo>
                  <a:lnTo>
                    <a:pt x="6444707" y="3650825"/>
                  </a:lnTo>
                  <a:lnTo>
                    <a:pt x="6368074" y="3650571"/>
                  </a:lnTo>
                  <a:lnTo>
                    <a:pt x="6291441" y="3650282"/>
                  </a:lnTo>
                  <a:lnTo>
                    <a:pt x="6214809" y="3649952"/>
                  </a:lnTo>
                  <a:lnTo>
                    <a:pt x="6138176" y="3649575"/>
                  </a:lnTo>
                  <a:lnTo>
                    <a:pt x="6061544" y="3649146"/>
                  </a:lnTo>
                  <a:lnTo>
                    <a:pt x="5984911" y="3648657"/>
                  </a:lnTo>
                  <a:lnTo>
                    <a:pt x="5908279" y="3648100"/>
                  </a:lnTo>
                  <a:lnTo>
                    <a:pt x="5831646" y="3647465"/>
                  </a:lnTo>
                  <a:lnTo>
                    <a:pt x="5755014" y="3646741"/>
                  </a:lnTo>
                  <a:lnTo>
                    <a:pt x="5678381" y="3645916"/>
                  </a:lnTo>
                  <a:lnTo>
                    <a:pt x="5601749" y="3644976"/>
                  </a:lnTo>
                  <a:lnTo>
                    <a:pt x="5525116" y="3643904"/>
                  </a:lnTo>
                  <a:lnTo>
                    <a:pt x="5448483" y="3642683"/>
                  </a:lnTo>
                  <a:lnTo>
                    <a:pt x="5371851" y="3641290"/>
                  </a:lnTo>
                  <a:lnTo>
                    <a:pt x="5295218" y="3639703"/>
                  </a:lnTo>
                  <a:lnTo>
                    <a:pt x="5218586" y="3637894"/>
                  </a:lnTo>
                  <a:lnTo>
                    <a:pt x="5141953" y="3635832"/>
                  </a:lnTo>
                  <a:lnTo>
                    <a:pt x="5065321" y="3633482"/>
                  </a:lnTo>
                  <a:lnTo>
                    <a:pt x="4988688" y="3630804"/>
                  </a:lnTo>
                  <a:lnTo>
                    <a:pt x="4912056" y="3627751"/>
                  </a:lnTo>
                  <a:lnTo>
                    <a:pt x="4835423" y="3624271"/>
                  </a:lnTo>
                  <a:lnTo>
                    <a:pt x="4758790" y="3620305"/>
                  </a:lnTo>
                  <a:lnTo>
                    <a:pt x="4682158" y="3615784"/>
                  </a:lnTo>
                  <a:lnTo>
                    <a:pt x="4605525" y="3610631"/>
                  </a:lnTo>
                  <a:lnTo>
                    <a:pt x="4528893" y="3604759"/>
                  </a:lnTo>
                  <a:lnTo>
                    <a:pt x="4452260" y="3598065"/>
                  </a:lnTo>
                  <a:lnTo>
                    <a:pt x="4375628" y="3590435"/>
                  </a:lnTo>
                  <a:lnTo>
                    <a:pt x="4298995" y="3581739"/>
                  </a:lnTo>
                  <a:lnTo>
                    <a:pt x="4222363" y="3571827"/>
                  </a:lnTo>
                  <a:lnTo>
                    <a:pt x="4145730" y="3560530"/>
                  </a:lnTo>
                  <a:lnTo>
                    <a:pt x="4069098" y="3547653"/>
                  </a:lnTo>
                  <a:lnTo>
                    <a:pt x="3992465" y="3532977"/>
                  </a:lnTo>
                  <a:lnTo>
                    <a:pt x="3915832" y="3516248"/>
                  </a:lnTo>
                  <a:lnTo>
                    <a:pt x="3839200" y="3497182"/>
                  </a:lnTo>
                  <a:lnTo>
                    <a:pt x="3762567" y="3475449"/>
                  </a:lnTo>
                  <a:lnTo>
                    <a:pt x="3685935" y="3450679"/>
                  </a:lnTo>
                  <a:lnTo>
                    <a:pt x="3609302" y="3422447"/>
                  </a:lnTo>
                  <a:lnTo>
                    <a:pt x="3532670" y="3390267"/>
                  </a:lnTo>
                  <a:lnTo>
                    <a:pt x="3456037" y="3353590"/>
                  </a:lnTo>
                  <a:lnTo>
                    <a:pt x="3379405" y="3311784"/>
                  </a:lnTo>
                  <a:lnTo>
                    <a:pt x="3302772" y="3264136"/>
                  </a:lnTo>
                  <a:lnTo>
                    <a:pt x="3226140" y="3209826"/>
                  </a:lnTo>
                  <a:lnTo>
                    <a:pt x="3149507" y="3147924"/>
                  </a:lnTo>
                  <a:lnTo>
                    <a:pt x="3072874" y="3077369"/>
                  </a:lnTo>
                  <a:lnTo>
                    <a:pt x="2996242" y="2996950"/>
                  </a:lnTo>
                  <a:lnTo>
                    <a:pt x="2919609" y="2905290"/>
                  </a:lnTo>
                  <a:lnTo>
                    <a:pt x="2842977" y="2800817"/>
                  </a:lnTo>
                  <a:lnTo>
                    <a:pt x="2766344" y="2754067"/>
                  </a:lnTo>
                  <a:lnTo>
                    <a:pt x="2689712" y="2718473"/>
                  </a:lnTo>
                  <a:lnTo>
                    <a:pt x="2613079" y="2681470"/>
                  </a:lnTo>
                  <a:lnTo>
                    <a:pt x="2536447" y="2643000"/>
                  </a:lnTo>
                  <a:lnTo>
                    <a:pt x="2459814" y="2603007"/>
                  </a:lnTo>
                  <a:lnTo>
                    <a:pt x="2383181" y="2561430"/>
                  </a:lnTo>
                  <a:lnTo>
                    <a:pt x="2306549" y="2518205"/>
                  </a:lnTo>
                  <a:lnTo>
                    <a:pt x="2229916" y="2473269"/>
                  </a:lnTo>
                  <a:lnTo>
                    <a:pt x="2153284" y="2426552"/>
                  </a:lnTo>
                  <a:lnTo>
                    <a:pt x="2076651" y="2377985"/>
                  </a:lnTo>
                  <a:lnTo>
                    <a:pt x="2000019" y="2327494"/>
                  </a:lnTo>
                  <a:lnTo>
                    <a:pt x="1923386" y="2275003"/>
                  </a:lnTo>
                  <a:lnTo>
                    <a:pt x="1846754" y="2220433"/>
                  </a:lnTo>
                  <a:lnTo>
                    <a:pt x="1770121" y="2163701"/>
                  </a:lnTo>
                  <a:lnTo>
                    <a:pt x="1693489" y="2104722"/>
                  </a:lnTo>
                  <a:lnTo>
                    <a:pt x="1616856" y="2043407"/>
                  </a:lnTo>
                  <a:lnTo>
                    <a:pt x="1540223" y="1979663"/>
                  </a:lnTo>
                  <a:lnTo>
                    <a:pt x="1463591" y="1913394"/>
                  </a:lnTo>
                  <a:lnTo>
                    <a:pt x="1386958" y="1844500"/>
                  </a:lnTo>
                  <a:lnTo>
                    <a:pt x="1310326" y="1772878"/>
                  </a:lnTo>
                  <a:lnTo>
                    <a:pt x="1233693" y="1698418"/>
                  </a:lnTo>
                  <a:lnTo>
                    <a:pt x="1157061" y="1621008"/>
                  </a:lnTo>
                  <a:lnTo>
                    <a:pt x="1080428" y="1540532"/>
                  </a:lnTo>
                  <a:lnTo>
                    <a:pt x="1003796" y="1456869"/>
                  </a:lnTo>
                  <a:lnTo>
                    <a:pt x="927163" y="1369891"/>
                  </a:lnTo>
                  <a:lnTo>
                    <a:pt x="850530" y="1279469"/>
                  </a:lnTo>
                  <a:lnTo>
                    <a:pt x="773898" y="1185464"/>
                  </a:lnTo>
                  <a:lnTo>
                    <a:pt x="697265" y="1087736"/>
                  </a:lnTo>
                  <a:lnTo>
                    <a:pt x="620633" y="986137"/>
                  </a:lnTo>
                  <a:lnTo>
                    <a:pt x="544000" y="880513"/>
                  </a:lnTo>
                  <a:lnTo>
                    <a:pt x="467368" y="770705"/>
                  </a:lnTo>
                  <a:lnTo>
                    <a:pt x="390735" y="656548"/>
                  </a:lnTo>
                  <a:lnTo>
                    <a:pt x="314103" y="537869"/>
                  </a:lnTo>
                  <a:lnTo>
                    <a:pt x="237470" y="414488"/>
                  </a:lnTo>
                  <a:lnTo>
                    <a:pt x="160838" y="286221"/>
                  </a:lnTo>
                  <a:lnTo>
                    <a:pt x="84205" y="152872"/>
                  </a:lnTo>
                  <a:lnTo>
                    <a:pt x="7572" y="14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1896563"/>
              <a:ext cx="4836987" cy="3537988"/>
            </a:xfrm>
            <a:custGeom>
              <a:avLst/>
              <a:pathLst>
                <a:path w="4836987" h="3537988">
                  <a:moveTo>
                    <a:pt x="0" y="0"/>
                  </a:moveTo>
                  <a:lnTo>
                    <a:pt x="9137" y="59884"/>
                  </a:lnTo>
                  <a:lnTo>
                    <a:pt x="85769" y="500522"/>
                  </a:lnTo>
                  <a:lnTo>
                    <a:pt x="162402" y="887118"/>
                  </a:lnTo>
                  <a:lnTo>
                    <a:pt x="239035" y="1226299"/>
                  </a:lnTo>
                  <a:lnTo>
                    <a:pt x="315667" y="1523880"/>
                  </a:lnTo>
                  <a:lnTo>
                    <a:pt x="392300" y="1784965"/>
                  </a:lnTo>
                  <a:lnTo>
                    <a:pt x="468932" y="2014028"/>
                  </a:lnTo>
                  <a:lnTo>
                    <a:pt x="545565" y="2214998"/>
                  </a:lnTo>
                  <a:lnTo>
                    <a:pt x="622197" y="2391320"/>
                  </a:lnTo>
                  <a:lnTo>
                    <a:pt x="698830" y="2546016"/>
                  </a:lnTo>
                  <a:lnTo>
                    <a:pt x="775462" y="2681740"/>
                  </a:lnTo>
                  <a:lnTo>
                    <a:pt x="852095" y="2788305"/>
                  </a:lnTo>
                  <a:lnTo>
                    <a:pt x="928727" y="2821238"/>
                  </a:lnTo>
                  <a:lnTo>
                    <a:pt x="1005360" y="2852916"/>
                  </a:lnTo>
                  <a:lnTo>
                    <a:pt x="1081993" y="2883387"/>
                  </a:lnTo>
                  <a:lnTo>
                    <a:pt x="1158625" y="2912697"/>
                  </a:lnTo>
                  <a:lnTo>
                    <a:pt x="1235258" y="2940891"/>
                  </a:lnTo>
                  <a:lnTo>
                    <a:pt x="1311890" y="2968010"/>
                  </a:lnTo>
                  <a:lnTo>
                    <a:pt x="1388523" y="2994096"/>
                  </a:lnTo>
                  <a:lnTo>
                    <a:pt x="1465155" y="3019188"/>
                  </a:lnTo>
                  <a:lnTo>
                    <a:pt x="1541788" y="3043324"/>
                  </a:lnTo>
                  <a:lnTo>
                    <a:pt x="1618420" y="3066540"/>
                  </a:lnTo>
                  <a:lnTo>
                    <a:pt x="1695053" y="3088872"/>
                  </a:lnTo>
                  <a:lnTo>
                    <a:pt x="1771686" y="3110353"/>
                  </a:lnTo>
                  <a:lnTo>
                    <a:pt x="1848318" y="3131015"/>
                  </a:lnTo>
                  <a:lnTo>
                    <a:pt x="1924951" y="3150890"/>
                  </a:lnTo>
                  <a:lnTo>
                    <a:pt x="2001583" y="3170008"/>
                  </a:lnTo>
                  <a:lnTo>
                    <a:pt x="2078216" y="3188397"/>
                  </a:lnTo>
                  <a:lnTo>
                    <a:pt x="2154848" y="3206086"/>
                  </a:lnTo>
                  <a:lnTo>
                    <a:pt x="2231481" y="3223101"/>
                  </a:lnTo>
                  <a:lnTo>
                    <a:pt x="2308113" y="3239467"/>
                  </a:lnTo>
                  <a:lnTo>
                    <a:pt x="2384746" y="3255210"/>
                  </a:lnTo>
                  <a:lnTo>
                    <a:pt x="2461378" y="3270353"/>
                  </a:lnTo>
                  <a:lnTo>
                    <a:pt x="2538011" y="3284919"/>
                  </a:lnTo>
                  <a:lnTo>
                    <a:pt x="2614644" y="3298930"/>
                  </a:lnTo>
                  <a:lnTo>
                    <a:pt x="2691276" y="3312407"/>
                  </a:lnTo>
                  <a:lnTo>
                    <a:pt x="2767909" y="3325371"/>
                  </a:lnTo>
                  <a:lnTo>
                    <a:pt x="2844541" y="3337841"/>
                  </a:lnTo>
                  <a:lnTo>
                    <a:pt x="2921174" y="3349835"/>
                  </a:lnTo>
                  <a:lnTo>
                    <a:pt x="2997806" y="3361373"/>
                  </a:lnTo>
                  <a:lnTo>
                    <a:pt x="3074439" y="3372471"/>
                  </a:lnTo>
                  <a:lnTo>
                    <a:pt x="3151071" y="3383146"/>
                  </a:lnTo>
                  <a:lnTo>
                    <a:pt x="3227704" y="3393415"/>
                  </a:lnTo>
                  <a:lnTo>
                    <a:pt x="3304336" y="3403292"/>
                  </a:lnTo>
                  <a:lnTo>
                    <a:pt x="3380969" y="3412793"/>
                  </a:lnTo>
                  <a:lnTo>
                    <a:pt x="3457602" y="3421931"/>
                  </a:lnTo>
                  <a:lnTo>
                    <a:pt x="3534234" y="3430722"/>
                  </a:lnTo>
                  <a:lnTo>
                    <a:pt x="3610867" y="3439178"/>
                  </a:lnTo>
                  <a:lnTo>
                    <a:pt x="3687499" y="3447311"/>
                  </a:lnTo>
                  <a:lnTo>
                    <a:pt x="3764132" y="3455135"/>
                  </a:lnTo>
                  <a:lnTo>
                    <a:pt x="3840764" y="3462660"/>
                  </a:lnTo>
                  <a:lnTo>
                    <a:pt x="3917397" y="3469899"/>
                  </a:lnTo>
                  <a:lnTo>
                    <a:pt x="3994029" y="3476862"/>
                  </a:lnTo>
                  <a:lnTo>
                    <a:pt x="4070662" y="3483559"/>
                  </a:lnTo>
                  <a:lnTo>
                    <a:pt x="4147295" y="3490002"/>
                  </a:lnTo>
                  <a:lnTo>
                    <a:pt x="4223927" y="3496199"/>
                  </a:lnTo>
                  <a:lnTo>
                    <a:pt x="4300560" y="3502160"/>
                  </a:lnTo>
                  <a:lnTo>
                    <a:pt x="4377192" y="3507893"/>
                  </a:lnTo>
                  <a:lnTo>
                    <a:pt x="4453825" y="3513409"/>
                  </a:lnTo>
                  <a:lnTo>
                    <a:pt x="4530457" y="3518714"/>
                  </a:lnTo>
                  <a:lnTo>
                    <a:pt x="4607090" y="3523817"/>
                  </a:lnTo>
                  <a:lnTo>
                    <a:pt x="4683722" y="3528725"/>
                  </a:lnTo>
                  <a:lnTo>
                    <a:pt x="4760355" y="3533447"/>
                  </a:lnTo>
                  <a:lnTo>
                    <a:pt x="4836987" y="353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1896563"/>
              <a:ext cx="6827869" cy="3651698"/>
            </a:xfrm>
            <a:custGeom>
              <a:avLst/>
              <a:pathLst>
                <a:path w="6827869" h="3651698">
                  <a:moveTo>
                    <a:pt x="6827869" y="3651698"/>
                  </a:moveTo>
                  <a:lnTo>
                    <a:pt x="6751237" y="3651566"/>
                  </a:lnTo>
                  <a:lnTo>
                    <a:pt x="6674604" y="3651416"/>
                  </a:lnTo>
                  <a:lnTo>
                    <a:pt x="6597972" y="3651244"/>
                  </a:lnTo>
                  <a:lnTo>
                    <a:pt x="6521339" y="3651048"/>
                  </a:lnTo>
                  <a:lnTo>
                    <a:pt x="6444707" y="3650825"/>
                  </a:lnTo>
                  <a:lnTo>
                    <a:pt x="6368074" y="3650571"/>
                  </a:lnTo>
                  <a:lnTo>
                    <a:pt x="6291441" y="3650282"/>
                  </a:lnTo>
                  <a:lnTo>
                    <a:pt x="6214809" y="3649952"/>
                  </a:lnTo>
                  <a:lnTo>
                    <a:pt x="6138176" y="3649575"/>
                  </a:lnTo>
                  <a:lnTo>
                    <a:pt x="6061544" y="3649146"/>
                  </a:lnTo>
                  <a:lnTo>
                    <a:pt x="5984911" y="3648657"/>
                  </a:lnTo>
                  <a:lnTo>
                    <a:pt x="5908279" y="3648100"/>
                  </a:lnTo>
                  <a:lnTo>
                    <a:pt x="5831646" y="3647465"/>
                  </a:lnTo>
                  <a:lnTo>
                    <a:pt x="5755014" y="3646741"/>
                  </a:lnTo>
                  <a:lnTo>
                    <a:pt x="5678381" y="3645916"/>
                  </a:lnTo>
                  <a:lnTo>
                    <a:pt x="5601749" y="3644976"/>
                  </a:lnTo>
                  <a:lnTo>
                    <a:pt x="5525116" y="3643904"/>
                  </a:lnTo>
                  <a:lnTo>
                    <a:pt x="5448483" y="3642683"/>
                  </a:lnTo>
                  <a:lnTo>
                    <a:pt x="5371851" y="3641290"/>
                  </a:lnTo>
                  <a:lnTo>
                    <a:pt x="5295218" y="3639703"/>
                  </a:lnTo>
                  <a:lnTo>
                    <a:pt x="5218586" y="3637894"/>
                  </a:lnTo>
                  <a:lnTo>
                    <a:pt x="5141953" y="3635832"/>
                  </a:lnTo>
                  <a:lnTo>
                    <a:pt x="5065321" y="3633482"/>
                  </a:lnTo>
                  <a:lnTo>
                    <a:pt x="4988688" y="3630804"/>
                  </a:lnTo>
                  <a:lnTo>
                    <a:pt x="4912056" y="3627751"/>
                  </a:lnTo>
                  <a:lnTo>
                    <a:pt x="4835423" y="3624271"/>
                  </a:lnTo>
                  <a:lnTo>
                    <a:pt x="4758790" y="3620305"/>
                  </a:lnTo>
                  <a:lnTo>
                    <a:pt x="4682158" y="3615784"/>
                  </a:lnTo>
                  <a:lnTo>
                    <a:pt x="4605525" y="3610631"/>
                  </a:lnTo>
                  <a:lnTo>
                    <a:pt x="4528893" y="3604759"/>
                  </a:lnTo>
                  <a:lnTo>
                    <a:pt x="4452260" y="3598065"/>
                  </a:lnTo>
                  <a:lnTo>
                    <a:pt x="4375628" y="3590435"/>
                  </a:lnTo>
                  <a:lnTo>
                    <a:pt x="4298995" y="3581739"/>
                  </a:lnTo>
                  <a:lnTo>
                    <a:pt x="4222363" y="3571827"/>
                  </a:lnTo>
                  <a:lnTo>
                    <a:pt x="4145730" y="3560530"/>
                  </a:lnTo>
                  <a:lnTo>
                    <a:pt x="4069098" y="3547653"/>
                  </a:lnTo>
                  <a:lnTo>
                    <a:pt x="3992465" y="3532977"/>
                  </a:lnTo>
                  <a:lnTo>
                    <a:pt x="3915832" y="3516248"/>
                  </a:lnTo>
                  <a:lnTo>
                    <a:pt x="3839200" y="3497182"/>
                  </a:lnTo>
                  <a:lnTo>
                    <a:pt x="3762567" y="3475449"/>
                  </a:lnTo>
                  <a:lnTo>
                    <a:pt x="3685935" y="3450679"/>
                  </a:lnTo>
                  <a:lnTo>
                    <a:pt x="3609302" y="3422447"/>
                  </a:lnTo>
                  <a:lnTo>
                    <a:pt x="3532670" y="3390267"/>
                  </a:lnTo>
                  <a:lnTo>
                    <a:pt x="3456037" y="3353590"/>
                  </a:lnTo>
                  <a:lnTo>
                    <a:pt x="3379405" y="3311784"/>
                  </a:lnTo>
                  <a:lnTo>
                    <a:pt x="3302772" y="3264136"/>
                  </a:lnTo>
                  <a:lnTo>
                    <a:pt x="3226140" y="3209826"/>
                  </a:lnTo>
                  <a:lnTo>
                    <a:pt x="3149507" y="3147924"/>
                  </a:lnTo>
                  <a:lnTo>
                    <a:pt x="3072874" y="3077369"/>
                  </a:lnTo>
                  <a:lnTo>
                    <a:pt x="2996242" y="2996950"/>
                  </a:lnTo>
                  <a:lnTo>
                    <a:pt x="2919609" y="2905290"/>
                  </a:lnTo>
                  <a:lnTo>
                    <a:pt x="2842977" y="2800817"/>
                  </a:lnTo>
                  <a:lnTo>
                    <a:pt x="2766344" y="2754067"/>
                  </a:lnTo>
                  <a:lnTo>
                    <a:pt x="2689712" y="2718473"/>
                  </a:lnTo>
                  <a:lnTo>
                    <a:pt x="2613079" y="2681470"/>
                  </a:lnTo>
                  <a:lnTo>
                    <a:pt x="2536447" y="2643000"/>
                  </a:lnTo>
                  <a:lnTo>
                    <a:pt x="2459814" y="2603007"/>
                  </a:lnTo>
                  <a:lnTo>
                    <a:pt x="2383181" y="2561430"/>
                  </a:lnTo>
                  <a:lnTo>
                    <a:pt x="2306549" y="2518205"/>
                  </a:lnTo>
                  <a:lnTo>
                    <a:pt x="2229916" y="2473269"/>
                  </a:lnTo>
                  <a:lnTo>
                    <a:pt x="2153284" y="2426552"/>
                  </a:lnTo>
                  <a:lnTo>
                    <a:pt x="2076651" y="2377985"/>
                  </a:lnTo>
                  <a:lnTo>
                    <a:pt x="2000019" y="2327494"/>
                  </a:lnTo>
                  <a:lnTo>
                    <a:pt x="1923386" y="2275003"/>
                  </a:lnTo>
                  <a:lnTo>
                    <a:pt x="1846754" y="2220433"/>
                  </a:lnTo>
                  <a:lnTo>
                    <a:pt x="1770121" y="2163701"/>
                  </a:lnTo>
                  <a:lnTo>
                    <a:pt x="1693489" y="2104722"/>
                  </a:lnTo>
                  <a:lnTo>
                    <a:pt x="1616856" y="2043407"/>
                  </a:lnTo>
                  <a:lnTo>
                    <a:pt x="1540223" y="1979663"/>
                  </a:lnTo>
                  <a:lnTo>
                    <a:pt x="1463591" y="1913394"/>
                  </a:lnTo>
                  <a:lnTo>
                    <a:pt x="1386958" y="1844500"/>
                  </a:lnTo>
                  <a:lnTo>
                    <a:pt x="1310326" y="1772878"/>
                  </a:lnTo>
                  <a:lnTo>
                    <a:pt x="1233693" y="1698418"/>
                  </a:lnTo>
                  <a:lnTo>
                    <a:pt x="1157061" y="1621008"/>
                  </a:lnTo>
                  <a:lnTo>
                    <a:pt x="1080428" y="1540532"/>
                  </a:lnTo>
                  <a:lnTo>
                    <a:pt x="1003796" y="1456869"/>
                  </a:lnTo>
                  <a:lnTo>
                    <a:pt x="927163" y="1369891"/>
                  </a:lnTo>
                  <a:lnTo>
                    <a:pt x="850530" y="1279469"/>
                  </a:lnTo>
                  <a:lnTo>
                    <a:pt x="773898" y="1185464"/>
                  </a:lnTo>
                  <a:lnTo>
                    <a:pt x="697265" y="1087736"/>
                  </a:lnTo>
                  <a:lnTo>
                    <a:pt x="620633" y="986137"/>
                  </a:lnTo>
                  <a:lnTo>
                    <a:pt x="544000" y="880513"/>
                  </a:lnTo>
                  <a:lnTo>
                    <a:pt x="467368" y="770705"/>
                  </a:lnTo>
                  <a:lnTo>
                    <a:pt x="390735" y="656548"/>
                  </a:lnTo>
                  <a:lnTo>
                    <a:pt x="314103" y="537869"/>
                  </a:lnTo>
                  <a:lnTo>
                    <a:pt x="237470" y="414488"/>
                  </a:lnTo>
                  <a:lnTo>
                    <a:pt x="160838" y="286221"/>
                  </a:lnTo>
                  <a:lnTo>
                    <a:pt x="84205" y="152872"/>
                  </a:lnTo>
                  <a:lnTo>
                    <a:pt x="7572" y="142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1896563"/>
              <a:ext cx="5292987" cy="3642234"/>
            </a:xfrm>
            <a:custGeom>
              <a:avLst/>
              <a:pathLst>
                <a:path w="5292987" h="3642234">
                  <a:moveTo>
                    <a:pt x="0" y="0"/>
                  </a:moveTo>
                  <a:lnTo>
                    <a:pt x="5341" y="22406"/>
                  </a:lnTo>
                  <a:lnTo>
                    <a:pt x="81974" y="317712"/>
                  </a:lnTo>
                  <a:lnTo>
                    <a:pt x="158606" y="588996"/>
                  </a:lnTo>
                  <a:lnTo>
                    <a:pt x="235239" y="838211"/>
                  </a:lnTo>
                  <a:lnTo>
                    <a:pt x="311871" y="1067155"/>
                  </a:lnTo>
                  <a:lnTo>
                    <a:pt x="388504" y="1277474"/>
                  </a:lnTo>
                  <a:lnTo>
                    <a:pt x="465136" y="1470685"/>
                  </a:lnTo>
                  <a:lnTo>
                    <a:pt x="541769" y="1648179"/>
                  </a:lnTo>
                  <a:lnTo>
                    <a:pt x="618401" y="1811234"/>
                  </a:lnTo>
                  <a:lnTo>
                    <a:pt x="695034" y="1961026"/>
                  </a:lnTo>
                  <a:lnTo>
                    <a:pt x="771667" y="2098632"/>
                  </a:lnTo>
                  <a:lnTo>
                    <a:pt x="848299" y="2225045"/>
                  </a:lnTo>
                  <a:lnTo>
                    <a:pt x="924932" y="2341175"/>
                  </a:lnTo>
                  <a:lnTo>
                    <a:pt x="1001564" y="2447858"/>
                  </a:lnTo>
                  <a:lnTo>
                    <a:pt x="1078197" y="2545862"/>
                  </a:lnTo>
                  <a:lnTo>
                    <a:pt x="1154829" y="2635895"/>
                  </a:lnTo>
                  <a:lnTo>
                    <a:pt x="1231462" y="2718603"/>
                  </a:lnTo>
                  <a:lnTo>
                    <a:pt x="1308094" y="2794584"/>
                  </a:lnTo>
                  <a:lnTo>
                    <a:pt x="1384727" y="2864384"/>
                  </a:lnTo>
                  <a:lnTo>
                    <a:pt x="1461359" y="2928506"/>
                  </a:lnTo>
                  <a:lnTo>
                    <a:pt x="1537992" y="2987411"/>
                  </a:lnTo>
                  <a:lnTo>
                    <a:pt x="1614625" y="3041525"/>
                  </a:lnTo>
                  <a:lnTo>
                    <a:pt x="1691257" y="3091237"/>
                  </a:lnTo>
                  <a:lnTo>
                    <a:pt x="1767890" y="3136906"/>
                  </a:lnTo>
                  <a:lnTo>
                    <a:pt x="1844522" y="3178859"/>
                  </a:lnTo>
                  <a:lnTo>
                    <a:pt x="1921155" y="3217399"/>
                  </a:lnTo>
                  <a:lnTo>
                    <a:pt x="1997787" y="3252805"/>
                  </a:lnTo>
                  <a:lnTo>
                    <a:pt x="2074420" y="3285330"/>
                  </a:lnTo>
                  <a:lnTo>
                    <a:pt x="2151052" y="3315210"/>
                  </a:lnTo>
                  <a:lnTo>
                    <a:pt x="2227685" y="3342659"/>
                  </a:lnTo>
                  <a:lnTo>
                    <a:pt x="2304318" y="3367875"/>
                  </a:lnTo>
                  <a:lnTo>
                    <a:pt x="2380950" y="3391039"/>
                  </a:lnTo>
                  <a:lnTo>
                    <a:pt x="2457583" y="3412320"/>
                  </a:lnTo>
                  <a:lnTo>
                    <a:pt x="2534215" y="3431869"/>
                  </a:lnTo>
                  <a:lnTo>
                    <a:pt x="2610848" y="3449828"/>
                  </a:lnTo>
                  <a:lnTo>
                    <a:pt x="2687480" y="3466327"/>
                  </a:lnTo>
                  <a:lnTo>
                    <a:pt x="2764113" y="3481483"/>
                  </a:lnTo>
                  <a:lnTo>
                    <a:pt x="2840745" y="3495406"/>
                  </a:lnTo>
                  <a:lnTo>
                    <a:pt x="2917378" y="3508197"/>
                  </a:lnTo>
                  <a:lnTo>
                    <a:pt x="2994010" y="3519947"/>
                  </a:lnTo>
                  <a:lnTo>
                    <a:pt x="3070643" y="3530741"/>
                  </a:lnTo>
                  <a:lnTo>
                    <a:pt x="3147276" y="3540657"/>
                  </a:lnTo>
                  <a:lnTo>
                    <a:pt x="3223908" y="3549767"/>
                  </a:lnTo>
                  <a:lnTo>
                    <a:pt x="3300541" y="3558136"/>
                  </a:lnTo>
                  <a:lnTo>
                    <a:pt x="3377173" y="3565823"/>
                  </a:lnTo>
                  <a:lnTo>
                    <a:pt x="3453806" y="3572886"/>
                  </a:lnTo>
                  <a:lnTo>
                    <a:pt x="3530438" y="3579374"/>
                  </a:lnTo>
                  <a:lnTo>
                    <a:pt x="3607071" y="3585334"/>
                  </a:lnTo>
                  <a:lnTo>
                    <a:pt x="3683703" y="3590809"/>
                  </a:lnTo>
                  <a:lnTo>
                    <a:pt x="3760336" y="3595839"/>
                  </a:lnTo>
                  <a:lnTo>
                    <a:pt x="3836968" y="3600460"/>
                  </a:lnTo>
                  <a:lnTo>
                    <a:pt x="3913601" y="3604705"/>
                  </a:lnTo>
                  <a:lnTo>
                    <a:pt x="3990234" y="3608605"/>
                  </a:lnTo>
                  <a:lnTo>
                    <a:pt x="4066866" y="3612187"/>
                  </a:lnTo>
                  <a:lnTo>
                    <a:pt x="4143499" y="3615478"/>
                  </a:lnTo>
                  <a:lnTo>
                    <a:pt x="4220131" y="3618501"/>
                  </a:lnTo>
                  <a:lnTo>
                    <a:pt x="4296764" y="3621279"/>
                  </a:lnTo>
                  <a:lnTo>
                    <a:pt x="4373396" y="3623830"/>
                  </a:lnTo>
                  <a:lnTo>
                    <a:pt x="4450029" y="3626174"/>
                  </a:lnTo>
                  <a:lnTo>
                    <a:pt x="4526661" y="3628327"/>
                  </a:lnTo>
                  <a:lnTo>
                    <a:pt x="4603294" y="3630305"/>
                  </a:lnTo>
                  <a:lnTo>
                    <a:pt x="4679927" y="3632122"/>
                  </a:lnTo>
                  <a:lnTo>
                    <a:pt x="4756559" y="3633791"/>
                  </a:lnTo>
                  <a:lnTo>
                    <a:pt x="4833192" y="3635325"/>
                  </a:lnTo>
                  <a:lnTo>
                    <a:pt x="4909824" y="3636734"/>
                  </a:lnTo>
                  <a:lnTo>
                    <a:pt x="4986457" y="3638028"/>
                  </a:lnTo>
                  <a:lnTo>
                    <a:pt x="5063089" y="3639217"/>
                  </a:lnTo>
                  <a:lnTo>
                    <a:pt x="5139722" y="3640309"/>
                  </a:lnTo>
                  <a:lnTo>
                    <a:pt x="5216354" y="3641312"/>
                  </a:lnTo>
                  <a:lnTo>
                    <a:pt x="5292987" y="36422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2026-05-27T10:03:50Z</dcterms:modified>
  <cp:category/>
</cp:coreProperties>
</file>