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0695" y="512321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0695" y="420880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0695" y="329438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1736702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3899024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061346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8223668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910695" y="558042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10695" y="4666009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10695" y="3751595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10695" y="2837182"/>
              <a:ext cx="7706515" cy="0"/>
            </a:xfrm>
            <a:custGeom>
              <a:avLst/>
              <a:pathLst>
                <a:path w="7706515" h="0">
                  <a:moveTo>
                    <a:pt x="0" y="0"/>
                  </a:moveTo>
                  <a:lnTo>
                    <a:pt x="7706515" y="0"/>
                  </a:lnTo>
                  <a:lnTo>
                    <a:pt x="7706515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817863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4980185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7142507" y="2583293"/>
              <a:ext cx="0" cy="3139848"/>
            </a:xfrm>
            <a:custGeom>
              <a:avLst/>
              <a:pathLst>
                <a:path w="0" h="3139848">
                  <a:moveTo>
                    <a:pt x="0" y="3139848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260991" y="4737282"/>
              <a:ext cx="7005923" cy="834003"/>
            </a:xfrm>
            <a:custGeom>
              <a:avLst/>
              <a:pathLst>
                <a:path w="7005923" h="834003">
                  <a:moveTo>
                    <a:pt x="0" y="834003"/>
                  </a:moveTo>
                  <a:lnTo>
                    <a:pt x="86492" y="834003"/>
                  </a:lnTo>
                  <a:lnTo>
                    <a:pt x="86492" y="824856"/>
                  </a:lnTo>
                  <a:lnTo>
                    <a:pt x="172985" y="824856"/>
                  </a:lnTo>
                  <a:lnTo>
                    <a:pt x="172985" y="797472"/>
                  </a:lnTo>
                  <a:lnTo>
                    <a:pt x="345971" y="797472"/>
                  </a:lnTo>
                  <a:lnTo>
                    <a:pt x="345971" y="733279"/>
                  </a:lnTo>
                  <a:lnTo>
                    <a:pt x="432464" y="733279"/>
                  </a:lnTo>
                  <a:lnTo>
                    <a:pt x="432464" y="714159"/>
                  </a:lnTo>
                  <a:lnTo>
                    <a:pt x="518957" y="714159"/>
                  </a:lnTo>
                  <a:lnTo>
                    <a:pt x="518957" y="694895"/>
                  </a:lnTo>
                  <a:lnTo>
                    <a:pt x="605450" y="694895"/>
                  </a:lnTo>
                  <a:lnTo>
                    <a:pt x="605450" y="675626"/>
                  </a:lnTo>
                  <a:lnTo>
                    <a:pt x="691943" y="675626"/>
                  </a:lnTo>
                  <a:lnTo>
                    <a:pt x="691943" y="665962"/>
                  </a:lnTo>
                  <a:lnTo>
                    <a:pt x="778435" y="665962"/>
                  </a:lnTo>
                  <a:lnTo>
                    <a:pt x="778435" y="656191"/>
                  </a:lnTo>
                  <a:lnTo>
                    <a:pt x="1210900" y="656191"/>
                  </a:lnTo>
                  <a:lnTo>
                    <a:pt x="1210900" y="636669"/>
                  </a:lnTo>
                  <a:lnTo>
                    <a:pt x="1383886" y="636669"/>
                  </a:lnTo>
                  <a:lnTo>
                    <a:pt x="1383886" y="626783"/>
                  </a:lnTo>
                  <a:lnTo>
                    <a:pt x="1556871" y="626783"/>
                  </a:lnTo>
                  <a:lnTo>
                    <a:pt x="1556871" y="616849"/>
                  </a:lnTo>
                  <a:lnTo>
                    <a:pt x="1643364" y="616849"/>
                  </a:lnTo>
                  <a:lnTo>
                    <a:pt x="1643364" y="606908"/>
                  </a:lnTo>
                  <a:lnTo>
                    <a:pt x="1816350" y="606908"/>
                  </a:lnTo>
                  <a:lnTo>
                    <a:pt x="1816350" y="557396"/>
                  </a:lnTo>
                  <a:lnTo>
                    <a:pt x="1902843" y="557396"/>
                  </a:lnTo>
                  <a:lnTo>
                    <a:pt x="1902843" y="547372"/>
                  </a:lnTo>
                  <a:lnTo>
                    <a:pt x="1989336" y="547372"/>
                  </a:lnTo>
                  <a:lnTo>
                    <a:pt x="1989336" y="527363"/>
                  </a:lnTo>
                  <a:lnTo>
                    <a:pt x="2248814" y="527363"/>
                  </a:lnTo>
                  <a:lnTo>
                    <a:pt x="2248814" y="517299"/>
                  </a:lnTo>
                  <a:lnTo>
                    <a:pt x="2421800" y="517299"/>
                  </a:lnTo>
                  <a:lnTo>
                    <a:pt x="2421800" y="507242"/>
                  </a:lnTo>
                  <a:lnTo>
                    <a:pt x="2767772" y="507242"/>
                  </a:lnTo>
                  <a:lnTo>
                    <a:pt x="2767772" y="487122"/>
                  </a:lnTo>
                  <a:lnTo>
                    <a:pt x="2854265" y="487122"/>
                  </a:lnTo>
                  <a:lnTo>
                    <a:pt x="2854265" y="476999"/>
                  </a:lnTo>
                  <a:lnTo>
                    <a:pt x="3027250" y="476999"/>
                  </a:lnTo>
                  <a:lnTo>
                    <a:pt x="3027250" y="416601"/>
                  </a:lnTo>
                  <a:lnTo>
                    <a:pt x="3286729" y="416601"/>
                  </a:lnTo>
                  <a:lnTo>
                    <a:pt x="3286729" y="406348"/>
                  </a:lnTo>
                  <a:lnTo>
                    <a:pt x="3546208" y="406348"/>
                  </a:lnTo>
                  <a:lnTo>
                    <a:pt x="3546208" y="396088"/>
                  </a:lnTo>
                  <a:lnTo>
                    <a:pt x="3805686" y="396088"/>
                  </a:lnTo>
                  <a:lnTo>
                    <a:pt x="3805686" y="385826"/>
                  </a:lnTo>
                  <a:lnTo>
                    <a:pt x="3892179" y="385826"/>
                  </a:lnTo>
                  <a:lnTo>
                    <a:pt x="3892179" y="375558"/>
                  </a:lnTo>
                  <a:lnTo>
                    <a:pt x="3978672" y="375558"/>
                  </a:lnTo>
                  <a:lnTo>
                    <a:pt x="3978672" y="354973"/>
                  </a:lnTo>
                  <a:lnTo>
                    <a:pt x="4670615" y="354973"/>
                  </a:lnTo>
                  <a:lnTo>
                    <a:pt x="4670615" y="344639"/>
                  </a:lnTo>
                  <a:lnTo>
                    <a:pt x="4843601" y="344639"/>
                  </a:lnTo>
                  <a:lnTo>
                    <a:pt x="4843601" y="323999"/>
                  </a:lnTo>
                  <a:lnTo>
                    <a:pt x="5276065" y="323999"/>
                  </a:lnTo>
                  <a:lnTo>
                    <a:pt x="5276065" y="313645"/>
                  </a:lnTo>
                  <a:lnTo>
                    <a:pt x="5362558" y="313645"/>
                  </a:lnTo>
                  <a:lnTo>
                    <a:pt x="5362558" y="292987"/>
                  </a:lnTo>
                  <a:lnTo>
                    <a:pt x="5449051" y="292987"/>
                  </a:lnTo>
                  <a:lnTo>
                    <a:pt x="5449051" y="282643"/>
                  </a:lnTo>
                  <a:lnTo>
                    <a:pt x="5622037" y="282643"/>
                  </a:lnTo>
                  <a:lnTo>
                    <a:pt x="5622037" y="251613"/>
                  </a:lnTo>
                  <a:lnTo>
                    <a:pt x="5795023" y="251613"/>
                  </a:lnTo>
                  <a:lnTo>
                    <a:pt x="5795023" y="241223"/>
                  </a:lnTo>
                  <a:lnTo>
                    <a:pt x="5968008" y="241223"/>
                  </a:lnTo>
                  <a:lnTo>
                    <a:pt x="5968008" y="220384"/>
                  </a:lnTo>
                  <a:lnTo>
                    <a:pt x="6054501" y="220384"/>
                  </a:lnTo>
                  <a:lnTo>
                    <a:pt x="6054501" y="189214"/>
                  </a:lnTo>
                  <a:lnTo>
                    <a:pt x="6140994" y="189214"/>
                  </a:lnTo>
                  <a:lnTo>
                    <a:pt x="6140994" y="157947"/>
                  </a:lnTo>
                  <a:lnTo>
                    <a:pt x="6227487" y="157947"/>
                  </a:lnTo>
                  <a:lnTo>
                    <a:pt x="6227487" y="147485"/>
                  </a:lnTo>
                  <a:lnTo>
                    <a:pt x="6313980" y="147485"/>
                  </a:lnTo>
                  <a:lnTo>
                    <a:pt x="6313980" y="126583"/>
                  </a:lnTo>
                  <a:lnTo>
                    <a:pt x="6400473" y="126583"/>
                  </a:lnTo>
                  <a:lnTo>
                    <a:pt x="6400473" y="105587"/>
                  </a:lnTo>
                  <a:lnTo>
                    <a:pt x="6573458" y="105587"/>
                  </a:lnTo>
                  <a:lnTo>
                    <a:pt x="6573458" y="95046"/>
                  </a:lnTo>
                  <a:lnTo>
                    <a:pt x="6659951" y="95046"/>
                  </a:lnTo>
                  <a:lnTo>
                    <a:pt x="6659951" y="84512"/>
                  </a:lnTo>
                  <a:lnTo>
                    <a:pt x="6746444" y="84512"/>
                  </a:lnTo>
                  <a:lnTo>
                    <a:pt x="6746444" y="52920"/>
                  </a:lnTo>
                  <a:lnTo>
                    <a:pt x="6832937" y="52920"/>
                  </a:lnTo>
                  <a:lnTo>
                    <a:pt x="6832937" y="42338"/>
                  </a:lnTo>
                  <a:lnTo>
                    <a:pt x="6919430" y="42338"/>
                  </a:lnTo>
                  <a:lnTo>
                    <a:pt x="6919430" y="10624"/>
                  </a:lnTo>
                  <a:lnTo>
                    <a:pt x="7005923" y="10624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60991" y="2861938"/>
              <a:ext cx="7005923" cy="2683159"/>
            </a:xfrm>
            <a:custGeom>
              <a:avLst/>
              <a:pathLst>
                <a:path w="7005923" h="2683159">
                  <a:moveTo>
                    <a:pt x="0" y="2683159"/>
                  </a:moveTo>
                  <a:lnTo>
                    <a:pt x="86492" y="2683159"/>
                  </a:lnTo>
                  <a:lnTo>
                    <a:pt x="86492" y="2647953"/>
                  </a:lnTo>
                  <a:lnTo>
                    <a:pt x="172985" y="2647953"/>
                  </a:lnTo>
                  <a:lnTo>
                    <a:pt x="172985" y="2543481"/>
                  </a:lnTo>
                  <a:lnTo>
                    <a:pt x="345971" y="2543481"/>
                  </a:lnTo>
                  <a:lnTo>
                    <a:pt x="345971" y="2303879"/>
                  </a:lnTo>
                  <a:lnTo>
                    <a:pt x="432464" y="2303879"/>
                  </a:lnTo>
                  <a:lnTo>
                    <a:pt x="432464" y="2233898"/>
                  </a:lnTo>
                  <a:lnTo>
                    <a:pt x="518957" y="2233898"/>
                  </a:lnTo>
                  <a:lnTo>
                    <a:pt x="518957" y="2164019"/>
                  </a:lnTo>
                  <a:lnTo>
                    <a:pt x="605450" y="2164019"/>
                  </a:lnTo>
                  <a:lnTo>
                    <a:pt x="605450" y="2094741"/>
                  </a:lnTo>
                  <a:lnTo>
                    <a:pt x="691943" y="2094741"/>
                  </a:lnTo>
                  <a:lnTo>
                    <a:pt x="691943" y="2060226"/>
                  </a:lnTo>
                  <a:lnTo>
                    <a:pt x="778435" y="2060226"/>
                  </a:lnTo>
                  <a:lnTo>
                    <a:pt x="778435" y="2025483"/>
                  </a:lnTo>
                  <a:lnTo>
                    <a:pt x="1210900" y="2025483"/>
                  </a:lnTo>
                  <a:lnTo>
                    <a:pt x="1210900" y="1956531"/>
                  </a:lnTo>
                  <a:lnTo>
                    <a:pt x="1383886" y="1956531"/>
                  </a:lnTo>
                  <a:lnTo>
                    <a:pt x="1383886" y="1921843"/>
                  </a:lnTo>
                  <a:lnTo>
                    <a:pt x="1556871" y="1921843"/>
                  </a:lnTo>
                  <a:lnTo>
                    <a:pt x="1556871" y="1887143"/>
                  </a:lnTo>
                  <a:lnTo>
                    <a:pt x="1643364" y="1887143"/>
                  </a:lnTo>
                  <a:lnTo>
                    <a:pt x="1643364" y="1852577"/>
                  </a:lnTo>
                  <a:lnTo>
                    <a:pt x="1816350" y="1852577"/>
                  </a:lnTo>
                  <a:lnTo>
                    <a:pt x="1816350" y="1682673"/>
                  </a:lnTo>
                  <a:lnTo>
                    <a:pt x="1902843" y="1682673"/>
                  </a:lnTo>
                  <a:lnTo>
                    <a:pt x="1902843" y="1648732"/>
                  </a:lnTo>
                  <a:lnTo>
                    <a:pt x="1989336" y="1648732"/>
                  </a:lnTo>
                  <a:lnTo>
                    <a:pt x="1989336" y="1581421"/>
                  </a:lnTo>
                  <a:lnTo>
                    <a:pt x="2248814" y="1581421"/>
                  </a:lnTo>
                  <a:lnTo>
                    <a:pt x="2248814" y="1547789"/>
                  </a:lnTo>
                  <a:lnTo>
                    <a:pt x="2421800" y="1547789"/>
                  </a:lnTo>
                  <a:lnTo>
                    <a:pt x="2421800" y="1514329"/>
                  </a:lnTo>
                  <a:lnTo>
                    <a:pt x="2767772" y="1514329"/>
                  </a:lnTo>
                  <a:lnTo>
                    <a:pt x="2767772" y="1447831"/>
                  </a:lnTo>
                  <a:lnTo>
                    <a:pt x="2854265" y="1447831"/>
                  </a:lnTo>
                  <a:lnTo>
                    <a:pt x="2854265" y="1414592"/>
                  </a:lnTo>
                  <a:lnTo>
                    <a:pt x="3027250" y="1414592"/>
                  </a:lnTo>
                  <a:lnTo>
                    <a:pt x="3027250" y="1219287"/>
                  </a:lnTo>
                  <a:lnTo>
                    <a:pt x="3286729" y="1219287"/>
                  </a:lnTo>
                  <a:lnTo>
                    <a:pt x="3286729" y="1186634"/>
                  </a:lnTo>
                  <a:lnTo>
                    <a:pt x="3546208" y="1186634"/>
                  </a:lnTo>
                  <a:lnTo>
                    <a:pt x="3546208" y="1154104"/>
                  </a:lnTo>
                  <a:lnTo>
                    <a:pt x="3805686" y="1154104"/>
                  </a:lnTo>
                  <a:lnTo>
                    <a:pt x="3805686" y="1121710"/>
                  </a:lnTo>
                  <a:lnTo>
                    <a:pt x="3892179" y="1121710"/>
                  </a:lnTo>
                  <a:lnTo>
                    <a:pt x="3892179" y="1089438"/>
                  </a:lnTo>
                  <a:lnTo>
                    <a:pt x="3978672" y="1089438"/>
                  </a:lnTo>
                  <a:lnTo>
                    <a:pt x="3978672" y="1025166"/>
                  </a:lnTo>
                  <a:lnTo>
                    <a:pt x="4670615" y="1025166"/>
                  </a:lnTo>
                  <a:lnTo>
                    <a:pt x="4670615" y="993114"/>
                  </a:lnTo>
                  <a:lnTo>
                    <a:pt x="4843601" y="993114"/>
                  </a:lnTo>
                  <a:lnTo>
                    <a:pt x="4843601" y="929514"/>
                  </a:lnTo>
                  <a:lnTo>
                    <a:pt x="5276065" y="929514"/>
                  </a:lnTo>
                  <a:lnTo>
                    <a:pt x="5276065" y="897820"/>
                  </a:lnTo>
                  <a:lnTo>
                    <a:pt x="5362558" y="897820"/>
                  </a:lnTo>
                  <a:lnTo>
                    <a:pt x="5362558" y="834994"/>
                  </a:lnTo>
                  <a:lnTo>
                    <a:pt x="5449051" y="834994"/>
                  </a:lnTo>
                  <a:lnTo>
                    <a:pt x="5449051" y="803741"/>
                  </a:lnTo>
                  <a:lnTo>
                    <a:pt x="5622037" y="803741"/>
                  </a:lnTo>
                  <a:lnTo>
                    <a:pt x="5622037" y="710804"/>
                  </a:lnTo>
                  <a:lnTo>
                    <a:pt x="5795023" y="710804"/>
                  </a:lnTo>
                  <a:lnTo>
                    <a:pt x="5795023" y="679956"/>
                  </a:lnTo>
                  <a:lnTo>
                    <a:pt x="5968008" y="679956"/>
                  </a:lnTo>
                  <a:lnTo>
                    <a:pt x="5968008" y="618486"/>
                  </a:lnTo>
                  <a:lnTo>
                    <a:pt x="6054501" y="618486"/>
                  </a:lnTo>
                  <a:lnTo>
                    <a:pt x="6054501" y="527539"/>
                  </a:lnTo>
                  <a:lnTo>
                    <a:pt x="6140994" y="527539"/>
                  </a:lnTo>
                  <a:lnTo>
                    <a:pt x="6140994" y="437488"/>
                  </a:lnTo>
                  <a:lnTo>
                    <a:pt x="6227487" y="437488"/>
                  </a:lnTo>
                  <a:lnTo>
                    <a:pt x="6227487" y="407616"/>
                  </a:lnTo>
                  <a:lnTo>
                    <a:pt x="6313980" y="407616"/>
                  </a:lnTo>
                  <a:lnTo>
                    <a:pt x="6313980" y="348326"/>
                  </a:lnTo>
                  <a:lnTo>
                    <a:pt x="6400473" y="348326"/>
                  </a:lnTo>
                  <a:lnTo>
                    <a:pt x="6400473" y="289282"/>
                  </a:lnTo>
                  <a:lnTo>
                    <a:pt x="6573458" y="289282"/>
                  </a:lnTo>
                  <a:lnTo>
                    <a:pt x="6573458" y="259835"/>
                  </a:lnTo>
                  <a:lnTo>
                    <a:pt x="6659951" y="259835"/>
                  </a:lnTo>
                  <a:lnTo>
                    <a:pt x="6659951" y="230533"/>
                  </a:lnTo>
                  <a:lnTo>
                    <a:pt x="6746444" y="230533"/>
                  </a:lnTo>
                  <a:lnTo>
                    <a:pt x="6746444" y="143415"/>
                  </a:lnTo>
                  <a:lnTo>
                    <a:pt x="6832937" y="143415"/>
                  </a:lnTo>
                  <a:lnTo>
                    <a:pt x="6832937" y="114488"/>
                  </a:lnTo>
                  <a:lnTo>
                    <a:pt x="6919430" y="114488"/>
                  </a:lnTo>
                  <a:lnTo>
                    <a:pt x="6919430" y="28543"/>
                  </a:lnTo>
                  <a:lnTo>
                    <a:pt x="7005923" y="28543"/>
                  </a:lnTo>
                  <a:lnTo>
                    <a:pt x="7005923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692708" y="5540371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692708" y="4625958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0.1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692708" y="3711545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0.2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692708" y="2797132"/>
              <a:ext cx="15535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0.3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2755684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25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491800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26" name="tx26"/>
            <p:cNvSpPr/>
            <p:nvPr/>
          </p:nvSpPr>
          <p:spPr>
            <a:xfrm>
              <a:off x="708032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75</a:t>
              </a:r>
            </a:p>
          </p:txBody>
        </p:sp>
        <p:sp>
          <p:nvSpPr>
            <p:cNvPr id="27" name="tx27"/>
            <p:cNvSpPr/>
            <p:nvPr/>
          </p:nvSpPr>
          <p:spPr>
            <a:xfrm>
              <a:off x="4166072" y="5925448"/>
              <a:ext cx="1195760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Days from baseline</a:t>
              </a:r>
            </a:p>
          </p:txBody>
        </p:sp>
        <p:sp>
          <p:nvSpPr>
            <p:cNvPr id="28" name="tx28"/>
            <p:cNvSpPr/>
            <p:nvPr/>
          </p:nvSpPr>
          <p:spPr>
            <a:xfrm rot="-5400000">
              <a:off x="-87047" y="4103109"/>
              <a:ext cx="1327891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Cumulative incidence</a:t>
              </a:r>
            </a:p>
          </p:txBody>
        </p:sp>
        <p:sp>
          <p:nvSpPr>
            <p:cNvPr id="29" name="pl29"/>
            <p:cNvSpPr/>
            <p:nvPr/>
          </p:nvSpPr>
          <p:spPr>
            <a:xfrm>
              <a:off x="3547476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1F78B4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4788049" y="2264798"/>
              <a:ext cx="175564" cy="0"/>
            </a:xfrm>
            <a:custGeom>
              <a:avLst/>
              <a:pathLst>
                <a:path w="175564" h="0">
                  <a:moveTo>
                    <a:pt x="0" y="0"/>
                  </a:moveTo>
                  <a:lnTo>
                    <a:pt x="17556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tx31"/>
            <p:cNvSpPr/>
            <p:nvPr/>
          </p:nvSpPr>
          <p:spPr>
            <a:xfrm>
              <a:off x="3814575" y="2224748"/>
              <a:ext cx="88193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&lt; +25 mg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5055148" y="2224748"/>
              <a:ext cx="947226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Discrep &gt;= +25 mg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910695" y="1896563"/>
              <a:ext cx="398806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Discrep &gt;= +25 vs &lt;+25: subHR = 3.87 (95% CI 2.19-6.85), p = &lt;0.001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910695" y="1669789"/>
              <a:ext cx="1806397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Composite Grade 3 AEs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2026-09-28T16:51:19Z</dcterms:modified>
  <cp:category/>
</cp:coreProperties>
</file>