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2321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088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29438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367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990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613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36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6600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75159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83718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178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9801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42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4737282"/>
              <a:ext cx="7005923" cy="834003"/>
            </a:xfrm>
            <a:custGeom>
              <a:avLst/>
              <a:pathLst>
                <a:path w="7005923" h="834003">
                  <a:moveTo>
                    <a:pt x="0" y="834003"/>
                  </a:moveTo>
                  <a:lnTo>
                    <a:pt x="86492" y="834003"/>
                  </a:lnTo>
                  <a:lnTo>
                    <a:pt x="86492" y="824856"/>
                  </a:lnTo>
                  <a:lnTo>
                    <a:pt x="172985" y="824856"/>
                  </a:lnTo>
                  <a:lnTo>
                    <a:pt x="172985" y="797472"/>
                  </a:lnTo>
                  <a:lnTo>
                    <a:pt x="345971" y="797472"/>
                  </a:lnTo>
                  <a:lnTo>
                    <a:pt x="345971" y="733279"/>
                  </a:lnTo>
                  <a:lnTo>
                    <a:pt x="432464" y="733279"/>
                  </a:lnTo>
                  <a:lnTo>
                    <a:pt x="432464" y="714159"/>
                  </a:lnTo>
                  <a:lnTo>
                    <a:pt x="518957" y="714159"/>
                  </a:lnTo>
                  <a:lnTo>
                    <a:pt x="518957" y="694895"/>
                  </a:lnTo>
                  <a:lnTo>
                    <a:pt x="605450" y="694895"/>
                  </a:lnTo>
                  <a:lnTo>
                    <a:pt x="605450" y="675626"/>
                  </a:lnTo>
                  <a:lnTo>
                    <a:pt x="691943" y="675626"/>
                  </a:lnTo>
                  <a:lnTo>
                    <a:pt x="691943" y="665962"/>
                  </a:lnTo>
                  <a:lnTo>
                    <a:pt x="778435" y="665962"/>
                  </a:lnTo>
                  <a:lnTo>
                    <a:pt x="778435" y="656191"/>
                  </a:lnTo>
                  <a:lnTo>
                    <a:pt x="1210900" y="656191"/>
                  </a:lnTo>
                  <a:lnTo>
                    <a:pt x="1210900" y="636669"/>
                  </a:lnTo>
                  <a:lnTo>
                    <a:pt x="1383886" y="636669"/>
                  </a:lnTo>
                  <a:lnTo>
                    <a:pt x="1383886" y="626783"/>
                  </a:lnTo>
                  <a:lnTo>
                    <a:pt x="1556871" y="626783"/>
                  </a:lnTo>
                  <a:lnTo>
                    <a:pt x="1556871" y="616849"/>
                  </a:lnTo>
                  <a:lnTo>
                    <a:pt x="1643364" y="616849"/>
                  </a:lnTo>
                  <a:lnTo>
                    <a:pt x="1643364" y="606908"/>
                  </a:lnTo>
                  <a:lnTo>
                    <a:pt x="1816350" y="606908"/>
                  </a:lnTo>
                  <a:lnTo>
                    <a:pt x="1816350" y="557396"/>
                  </a:lnTo>
                  <a:lnTo>
                    <a:pt x="1902843" y="557396"/>
                  </a:lnTo>
                  <a:lnTo>
                    <a:pt x="1902843" y="547372"/>
                  </a:lnTo>
                  <a:lnTo>
                    <a:pt x="1989336" y="547372"/>
                  </a:lnTo>
                  <a:lnTo>
                    <a:pt x="1989336" y="527363"/>
                  </a:lnTo>
                  <a:lnTo>
                    <a:pt x="2248814" y="527363"/>
                  </a:lnTo>
                  <a:lnTo>
                    <a:pt x="2248814" y="517299"/>
                  </a:lnTo>
                  <a:lnTo>
                    <a:pt x="2421800" y="517299"/>
                  </a:lnTo>
                  <a:lnTo>
                    <a:pt x="2421800" y="507242"/>
                  </a:lnTo>
                  <a:lnTo>
                    <a:pt x="2767772" y="507242"/>
                  </a:lnTo>
                  <a:lnTo>
                    <a:pt x="2767772" y="487122"/>
                  </a:lnTo>
                  <a:lnTo>
                    <a:pt x="2854265" y="487122"/>
                  </a:lnTo>
                  <a:lnTo>
                    <a:pt x="2854265" y="476999"/>
                  </a:lnTo>
                  <a:lnTo>
                    <a:pt x="3027250" y="476999"/>
                  </a:lnTo>
                  <a:lnTo>
                    <a:pt x="3027250" y="416601"/>
                  </a:lnTo>
                  <a:lnTo>
                    <a:pt x="3286729" y="416601"/>
                  </a:lnTo>
                  <a:lnTo>
                    <a:pt x="3286729" y="406348"/>
                  </a:lnTo>
                  <a:lnTo>
                    <a:pt x="3546208" y="406348"/>
                  </a:lnTo>
                  <a:lnTo>
                    <a:pt x="3546208" y="396088"/>
                  </a:lnTo>
                  <a:lnTo>
                    <a:pt x="3805686" y="396088"/>
                  </a:lnTo>
                  <a:lnTo>
                    <a:pt x="3805686" y="385826"/>
                  </a:lnTo>
                  <a:lnTo>
                    <a:pt x="3892179" y="385826"/>
                  </a:lnTo>
                  <a:lnTo>
                    <a:pt x="3892179" y="375558"/>
                  </a:lnTo>
                  <a:lnTo>
                    <a:pt x="3978672" y="375558"/>
                  </a:lnTo>
                  <a:lnTo>
                    <a:pt x="3978672" y="354973"/>
                  </a:lnTo>
                  <a:lnTo>
                    <a:pt x="4670615" y="354973"/>
                  </a:lnTo>
                  <a:lnTo>
                    <a:pt x="4670615" y="344639"/>
                  </a:lnTo>
                  <a:lnTo>
                    <a:pt x="4843601" y="344639"/>
                  </a:lnTo>
                  <a:lnTo>
                    <a:pt x="4843601" y="323999"/>
                  </a:lnTo>
                  <a:lnTo>
                    <a:pt x="5276065" y="323999"/>
                  </a:lnTo>
                  <a:lnTo>
                    <a:pt x="5276065" y="313645"/>
                  </a:lnTo>
                  <a:lnTo>
                    <a:pt x="5362558" y="313645"/>
                  </a:lnTo>
                  <a:lnTo>
                    <a:pt x="5362558" y="292987"/>
                  </a:lnTo>
                  <a:lnTo>
                    <a:pt x="5449051" y="292987"/>
                  </a:lnTo>
                  <a:lnTo>
                    <a:pt x="5449051" y="282643"/>
                  </a:lnTo>
                  <a:lnTo>
                    <a:pt x="5622037" y="282643"/>
                  </a:lnTo>
                  <a:lnTo>
                    <a:pt x="5622037" y="251613"/>
                  </a:lnTo>
                  <a:lnTo>
                    <a:pt x="5795023" y="251613"/>
                  </a:lnTo>
                  <a:lnTo>
                    <a:pt x="5795023" y="241223"/>
                  </a:lnTo>
                  <a:lnTo>
                    <a:pt x="5968008" y="241223"/>
                  </a:lnTo>
                  <a:lnTo>
                    <a:pt x="5968008" y="220384"/>
                  </a:lnTo>
                  <a:lnTo>
                    <a:pt x="6054501" y="220384"/>
                  </a:lnTo>
                  <a:lnTo>
                    <a:pt x="6054501" y="189214"/>
                  </a:lnTo>
                  <a:lnTo>
                    <a:pt x="6140994" y="189214"/>
                  </a:lnTo>
                  <a:lnTo>
                    <a:pt x="6140994" y="157947"/>
                  </a:lnTo>
                  <a:lnTo>
                    <a:pt x="6227487" y="157947"/>
                  </a:lnTo>
                  <a:lnTo>
                    <a:pt x="6227487" y="147485"/>
                  </a:lnTo>
                  <a:lnTo>
                    <a:pt x="6313980" y="147485"/>
                  </a:lnTo>
                  <a:lnTo>
                    <a:pt x="6313980" y="126583"/>
                  </a:lnTo>
                  <a:lnTo>
                    <a:pt x="6400473" y="126583"/>
                  </a:lnTo>
                  <a:lnTo>
                    <a:pt x="6400473" y="105587"/>
                  </a:lnTo>
                  <a:lnTo>
                    <a:pt x="6573458" y="105587"/>
                  </a:lnTo>
                  <a:lnTo>
                    <a:pt x="6573458" y="95046"/>
                  </a:lnTo>
                  <a:lnTo>
                    <a:pt x="6659951" y="95046"/>
                  </a:lnTo>
                  <a:lnTo>
                    <a:pt x="6659951" y="84512"/>
                  </a:lnTo>
                  <a:lnTo>
                    <a:pt x="6746444" y="84512"/>
                  </a:lnTo>
                  <a:lnTo>
                    <a:pt x="6746444" y="52920"/>
                  </a:lnTo>
                  <a:lnTo>
                    <a:pt x="6832937" y="52920"/>
                  </a:lnTo>
                  <a:lnTo>
                    <a:pt x="6832937" y="42338"/>
                  </a:lnTo>
                  <a:lnTo>
                    <a:pt x="6919430" y="42338"/>
                  </a:lnTo>
                  <a:lnTo>
                    <a:pt x="6919430" y="10624"/>
                  </a:lnTo>
                  <a:lnTo>
                    <a:pt x="7005923" y="1062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83159"/>
            </a:xfrm>
            <a:custGeom>
              <a:avLst/>
              <a:pathLst>
                <a:path w="7005923" h="2683159">
                  <a:moveTo>
                    <a:pt x="0" y="2683159"/>
                  </a:moveTo>
                  <a:lnTo>
                    <a:pt x="86492" y="2683159"/>
                  </a:lnTo>
                  <a:lnTo>
                    <a:pt x="86492" y="2647953"/>
                  </a:lnTo>
                  <a:lnTo>
                    <a:pt x="172985" y="2647953"/>
                  </a:lnTo>
                  <a:lnTo>
                    <a:pt x="172985" y="2543481"/>
                  </a:lnTo>
                  <a:lnTo>
                    <a:pt x="345971" y="2543481"/>
                  </a:lnTo>
                  <a:lnTo>
                    <a:pt x="345971" y="2303879"/>
                  </a:lnTo>
                  <a:lnTo>
                    <a:pt x="432464" y="2303879"/>
                  </a:lnTo>
                  <a:lnTo>
                    <a:pt x="432464" y="2233898"/>
                  </a:lnTo>
                  <a:lnTo>
                    <a:pt x="518957" y="2233898"/>
                  </a:lnTo>
                  <a:lnTo>
                    <a:pt x="518957" y="2164019"/>
                  </a:lnTo>
                  <a:lnTo>
                    <a:pt x="605450" y="2164019"/>
                  </a:lnTo>
                  <a:lnTo>
                    <a:pt x="605450" y="2094741"/>
                  </a:lnTo>
                  <a:lnTo>
                    <a:pt x="691943" y="2094741"/>
                  </a:lnTo>
                  <a:lnTo>
                    <a:pt x="691943" y="2060226"/>
                  </a:lnTo>
                  <a:lnTo>
                    <a:pt x="778435" y="2060226"/>
                  </a:lnTo>
                  <a:lnTo>
                    <a:pt x="778435" y="2025483"/>
                  </a:lnTo>
                  <a:lnTo>
                    <a:pt x="1210900" y="2025483"/>
                  </a:lnTo>
                  <a:lnTo>
                    <a:pt x="1210900" y="1956531"/>
                  </a:lnTo>
                  <a:lnTo>
                    <a:pt x="1383886" y="1956531"/>
                  </a:lnTo>
                  <a:lnTo>
                    <a:pt x="1383886" y="1921843"/>
                  </a:lnTo>
                  <a:lnTo>
                    <a:pt x="1556871" y="1921843"/>
                  </a:lnTo>
                  <a:lnTo>
                    <a:pt x="1556871" y="1887143"/>
                  </a:lnTo>
                  <a:lnTo>
                    <a:pt x="1643364" y="1887143"/>
                  </a:lnTo>
                  <a:lnTo>
                    <a:pt x="1643364" y="1852577"/>
                  </a:lnTo>
                  <a:lnTo>
                    <a:pt x="1816350" y="1852577"/>
                  </a:lnTo>
                  <a:lnTo>
                    <a:pt x="1816350" y="1682673"/>
                  </a:lnTo>
                  <a:lnTo>
                    <a:pt x="1902843" y="1682673"/>
                  </a:lnTo>
                  <a:lnTo>
                    <a:pt x="1902843" y="1648732"/>
                  </a:lnTo>
                  <a:lnTo>
                    <a:pt x="1989336" y="1648732"/>
                  </a:lnTo>
                  <a:lnTo>
                    <a:pt x="1989336" y="1581421"/>
                  </a:lnTo>
                  <a:lnTo>
                    <a:pt x="2248814" y="1581421"/>
                  </a:lnTo>
                  <a:lnTo>
                    <a:pt x="2248814" y="1547789"/>
                  </a:lnTo>
                  <a:lnTo>
                    <a:pt x="2421800" y="1547789"/>
                  </a:lnTo>
                  <a:lnTo>
                    <a:pt x="2421800" y="1514329"/>
                  </a:lnTo>
                  <a:lnTo>
                    <a:pt x="2767772" y="1514329"/>
                  </a:lnTo>
                  <a:lnTo>
                    <a:pt x="2767772" y="1447831"/>
                  </a:lnTo>
                  <a:lnTo>
                    <a:pt x="2854265" y="1447831"/>
                  </a:lnTo>
                  <a:lnTo>
                    <a:pt x="2854265" y="1414592"/>
                  </a:lnTo>
                  <a:lnTo>
                    <a:pt x="3027250" y="1414592"/>
                  </a:lnTo>
                  <a:lnTo>
                    <a:pt x="3027250" y="1219287"/>
                  </a:lnTo>
                  <a:lnTo>
                    <a:pt x="3286729" y="1219287"/>
                  </a:lnTo>
                  <a:lnTo>
                    <a:pt x="3286729" y="1186634"/>
                  </a:lnTo>
                  <a:lnTo>
                    <a:pt x="3546208" y="1186634"/>
                  </a:lnTo>
                  <a:lnTo>
                    <a:pt x="3546208" y="1154104"/>
                  </a:lnTo>
                  <a:lnTo>
                    <a:pt x="3805686" y="1154104"/>
                  </a:lnTo>
                  <a:lnTo>
                    <a:pt x="3805686" y="1121710"/>
                  </a:lnTo>
                  <a:lnTo>
                    <a:pt x="3892179" y="1121710"/>
                  </a:lnTo>
                  <a:lnTo>
                    <a:pt x="3892179" y="1089438"/>
                  </a:lnTo>
                  <a:lnTo>
                    <a:pt x="3978672" y="1089438"/>
                  </a:lnTo>
                  <a:lnTo>
                    <a:pt x="3978672" y="1025166"/>
                  </a:lnTo>
                  <a:lnTo>
                    <a:pt x="4670615" y="1025166"/>
                  </a:lnTo>
                  <a:lnTo>
                    <a:pt x="4670615" y="993114"/>
                  </a:lnTo>
                  <a:lnTo>
                    <a:pt x="4843601" y="993114"/>
                  </a:lnTo>
                  <a:lnTo>
                    <a:pt x="4843601" y="929514"/>
                  </a:lnTo>
                  <a:lnTo>
                    <a:pt x="5276065" y="929514"/>
                  </a:lnTo>
                  <a:lnTo>
                    <a:pt x="5276065" y="897820"/>
                  </a:lnTo>
                  <a:lnTo>
                    <a:pt x="5362558" y="897820"/>
                  </a:lnTo>
                  <a:lnTo>
                    <a:pt x="5362558" y="834994"/>
                  </a:lnTo>
                  <a:lnTo>
                    <a:pt x="5449051" y="834994"/>
                  </a:lnTo>
                  <a:lnTo>
                    <a:pt x="5449051" y="803741"/>
                  </a:lnTo>
                  <a:lnTo>
                    <a:pt x="5622037" y="803741"/>
                  </a:lnTo>
                  <a:lnTo>
                    <a:pt x="5622037" y="710804"/>
                  </a:lnTo>
                  <a:lnTo>
                    <a:pt x="5795023" y="710804"/>
                  </a:lnTo>
                  <a:lnTo>
                    <a:pt x="5795023" y="679956"/>
                  </a:lnTo>
                  <a:lnTo>
                    <a:pt x="5968008" y="679956"/>
                  </a:lnTo>
                  <a:lnTo>
                    <a:pt x="5968008" y="618486"/>
                  </a:lnTo>
                  <a:lnTo>
                    <a:pt x="6054501" y="618486"/>
                  </a:lnTo>
                  <a:lnTo>
                    <a:pt x="6054501" y="527539"/>
                  </a:lnTo>
                  <a:lnTo>
                    <a:pt x="6140994" y="527539"/>
                  </a:lnTo>
                  <a:lnTo>
                    <a:pt x="6140994" y="437488"/>
                  </a:lnTo>
                  <a:lnTo>
                    <a:pt x="6227487" y="437488"/>
                  </a:lnTo>
                  <a:lnTo>
                    <a:pt x="6227487" y="407616"/>
                  </a:lnTo>
                  <a:lnTo>
                    <a:pt x="6313980" y="407616"/>
                  </a:lnTo>
                  <a:lnTo>
                    <a:pt x="6313980" y="348326"/>
                  </a:lnTo>
                  <a:lnTo>
                    <a:pt x="6400473" y="348326"/>
                  </a:lnTo>
                  <a:lnTo>
                    <a:pt x="6400473" y="289282"/>
                  </a:lnTo>
                  <a:lnTo>
                    <a:pt x="6573458" y="289282"/>
                  </a:lnTo>
                  <a:lnTo>
                    <a:pt x="6573458" y="259835"/>
                  </a:lnTo>
                  <a:lnTo>
                    <a:pt x="6659951" y="259835"/>
                  </a:lnTo>
                  <a:lnTo>
                    <a:pt x="6659951" y="230533"/>
                  </a:lnTo>
                  <a:lnTo>
                    <a:pt x="6746444" y="230533"/>
                  </a:lnTo>
                  <a:lnTo>
                    <a:pt x="6746444" y="143415"/>
                  </a:lnTo>
                  <a:lnTo>
                    <a:pt x="6832937" y="143415"/>
                  </a:lnTo>
                  <a:lnTo>
                    <a:pt x="6832937" y="114488"/>
                  </a:lnTo>
                  <a:lnTo>
                    <a:pt x="6919430" y="114488"/>
                  </a:lnTo>
                  <a:lnTo>
                    <a:pt x="6919430" y="28543"/>
                  </a:lnTo>
                  <a:lnTo>
                    <a:pt x="7005923" y="28543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2595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71154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79713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7556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1800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803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3.87 (95% CI 2.19-6.85), p = &lt;0.001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2026-07-17T12:46:25Z</dcterms:modified>
  <cp:category/>
</cp:coreProperties>
</file>