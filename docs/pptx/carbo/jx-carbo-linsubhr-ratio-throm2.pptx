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542359"/>
            </a:xfrm>
            <a:custGeom>
              <a:avLst/>
              <a:pathLst>
                <a:path w="7403783" h="3542359">
                  <a:moveTo>
                    <a:pt x="629428" y="0"/>
                  </a:moveTo>
                  <a:lnTo>
                    <a:pt x="660118" y="58138"/>
                  </a:lnTo>
                  <a:lnTo>
                    <a:pt x="736751" y="197671"/>
                  </a:lnTo>
                  <a:lnTo>
                    <a:pt x="813384" y="331788"/>
                  </a:lnTo>
                  <a:lnTo>
                    <a:pt x="890016" y="460699"/>
                  </a:lnTo>
                  <a:lnTo>
                    <a:pt x="966649" y="584606"/>
                  </a:lnTo>
                  <a:lnTo>
                    <a:pt x="1043281" y="703703"/>
                  </a:lnTo>
                  <a:lnTo>
                    <a:pt x="1119914" y="818176"/>
                  </a:lnTo>
                  <a:lnTo>
                    <a:pt x="1196546" y="928206"/>
                  </a:lnTo>
                  <a:lnTo>
                    <a:pt x="1273179" y="1033965"/>
                  </a:lnTo>
                  <a:lnTo>
                    <a:pt x="1349811" y="1135618"/>
                  </a:lnTo>
                  <a:lnTo>
                    <a:pt x="1426444" y="1233326"/>
                  </a:lnTo>
                  <a:lnTo>
                    <a:pt x="1503076" y="1327240"/>
                  </a:lnTo>
                  <a:lnTo>
                    <a:pt x="1579709" y="1417509"/>
                  </a:lnTo>
                  <a:lnTo>
                    <a:pt x="1656342" y="1504274"/>
                  </a:lnTo>
                  <a:lnTo>
                    <a:pt x="1732974" y="1587670"/>
                  </a:lnTo>
                  <a:lnTo>
                    <a:pt x="1809607" y="1667830"/>
                  </a:lnTo>
                  <a:lnTo>
                    <a:pt x="1886239" y="1744877"/>
                  </a:lnTo>
                  <a:lnTo>
                    <a:pt x="1962872" y="1818934"/>
                  </a:lnTo>
                  <a:lnTo>
                    <a:pt x="2039504" y="1890116"/>
                  </a:lnTo>
                  <a:lnTo>
                    <a:pt x="2116137" y="1958535"/>
                  </a:lnTo>
                  <a:lnTo>
                    <a:pt x="2192769" y="2024298"/>
                  </a:lnTo>
                  <a:lnTo>
                    <a:pt x="2269402" y="2087508"/>
                  </a:lnTo>
                  <a:lnTo>
                    <a:pt x="2346034" y="2148264"/>
                  </a:lnTo>
                  <a:lnTo>
                    <a:pt x="2422667" y="2206662"/>
                  </a:lnTo>
                  <a:lnTo>
                    <a:pt x="2499300" y="2262793"/>
                  </a:lnTo>
                  <a:lnTo>
                    <a:pt x="2575932" y="2316745"/>
                  </a:lnTo>
                  <a:lnTo>
                    <a:pt x="2652565" y="2368602"/>
                  </a:lnTo>
                  <a:lnTo>
                    <a:pt x="2729197" y="2418447"/>
                  </a:lnTo>
                  <a:lnTo>
                    <a:pt x="2805830" y="2466357"/>
                  </a:lnTo>
                  <a:lnTo>
                    <a:pt x="2882462" y="2512407"/>
                  </a:lnTo>
                  <a:lnTo>
                    <a:pt x="2959095" y="2556669"/>
                  </a:lnTo>
                  <a:lnTo>
                    <a:pt x="3035727" y="2599213"/>
                  </a:lnTo>
                  <a:lnTo>
                    <a:pt x="3112360" y="2640106"/>
                  </a:lnTo>
                  <a:lnTo>
                    <a:pt x="3188993" y="2679411"/>
                  </a:lnTo>
                  <a:lnTo>
                    <a:pt x="3265625" y="2717191"/>
                  </a:lnTo>
                  <a:lnTo>
                    <a:pt x="3342258" y="2753504"/>
                  </a:lnTo>
                  <a:lnTo>
                    <a:pt x="3418890" y="2784509"/>
                  </a:lnTo>
                  <a:lnTo>
                    <a:pt x="3495523" y="2794179"/>
                  </a:lnTo>
                  <a:lnTo>
                    <a:pt x="3572155" y="2803741"/>
                  </a:lnTo>
                  <a:lnTo>
                    <a:pt x="3648788" y="2813197"/>
                  </a:lnTo>
                  <a:lnTo>
                    <a:pt x="3725420" y="2822548"/>
                  </a:lnTo>
                  <a:lnTo>
                    <a:pt x="3802053" y="2831794"/>
                  </a:lnTo>
                  <a:lnTo>
                    <a:pt x="3878685" y="2840937"/>
                  </a:lnTo>
                  <a:lnTo>
                    <a:pt x="3955318" y="2849979"/>
                  </a:lnTo>
                  <a:lnTo>
                    <a:pt x="4031951" y="2858919"/>
                  </a:lnTo>
                  <a:lnTo>
                    <a:pt x="4108583" y="2867761"/>
                  </a:lnTo>
                  <a:lnTo>
                    <a:pt x="4185216" y="2876503"/>
                  </a:lnTo>
                  <a:lnTo>
                    <a:pt x="4261848" y="2885149"/>
                  </a:lnTo>
                  <a:lnTo>
                    <a:pt x="4338481" y="2893698"/>
                  </a:lnTo>
                  <a:lnTo>
                    <a:pt x="4415113" y="2902151"/>
                  </a:lnTo>
                  <a:lnTo>
                    <a:pt x="4491746" y="2910511"/>
                  </a:lnTo>
                  <a:lnTo>
                    <a:pt x="4568378" y="2918778"/>
                  </a:lnTo>
                  <a:lnTo>
                    <a:pt x="4645011" y="2926952"/>
                  </a:lnTo>
                  <a:lnTo>
                    <a:pt x="4721644" y="2935035"/>
                  </a:lnTo>
                  <a:lnTo>
                    <a:pt x="4798276" y="2943029"/>
                  </a:lnTo>
                  <a:lnTo>
                    <a:pt x="4874909" y="2950933"/>
                  </a:lnTo>
                  <a:lnTo>
                    <a:pt x="4951541" y="2958749"/>
                  </a:lnTo>
                  <a:lnTo>
                    <a:pt x="5028174" y="2966478"/>
                  </a:lnTo>
                  <a:lnTo>
                    <a:pt x="5104806" y="2974122"/>
                  </a:lnTo>
                  <a:lnTo>
                    <a:pt x="5181439" y="2981680"/>
                  </a:lnTo>
                  <a:lnTo>
                    <a:pt x="5258071" y="2989153"/>
                  </a:lnTo>
                  <a:lnTo>
                    <a:pt x="5334704" y="2996544"/>
                  </a:lnTo>
                  <a:lnTo>
                    <a:pt x="5411336" y="3003852"/>
                  </a:lnTo>
                  <a:lnTo>
                    <a:pt x="5487969" y="3011079"/>
                  </a:lnTo>
                  <a:lnTo>
                    <a:pt x="5564602" y="3018225"/>
                  </a:lnTo>
                  <a:lnTo>
                    <a:pt x="5641234" y="3025292"/>
                  </a:lnTo>
                  <a:lnTo>
                    <a:pt x="5717867" y="3032280"/>
                  </a:lnTo>
                  <a:lnTo>
                    <a:pt x="5794499" y="3039190"/>
                  </a:lnTo>
                  <a:lnTo>
                    <a:pt x="5871132" y="3046023"/>
                  </a:lnTo>
                  <a:lnTo>
                    <a:pt x="5947764" y="3052780"/>
                  </a:lnTo>
                  <a:lnTo>
                    <a:pt x="6024397" y="3059462"/>
                  </a:lnTo>
                  <a:lnTo>
                    <a:pt x="6101029" y="3066069"/>
                  </a:lnTo>
                  <a:lnTo>
                    <a:pt x="6177662" y="3072603"/>
                  </a:lnTo>
                  <a:lnTo>
                    <a:pt x="6254294" y="3079064"/>
                  </a:lnTo>
                  <a:lnTo>
                    <a:pt x="6330927" y="3085453"/>
                  </a:lnTo>
                  <a:lnTo>
                    <a:pt x="6407560" y="3091771"/>
                  </a:lnTo>
                  <a:lnTo>
                    <a:pt x="6484192" y="3098018"/>
                  </a:lnTo>
                  <a:lnTo>
                    <a:pt x="6560825" y="3104196"/>
                  </a:lnTo>
                  <a:lnTo>
                    <a:pt x="6637457" y="3110305"/>
                  </a:lnTo>
                  <a:lnTo>
                    <a:pt x="6714090" y="3116346"/>
                  </a:lnTo>
                  <a:lnTo>
                    <a:pt x="6790722" y="3122320"/>
                  </a:lnTo>
                  <a:lnTo>
                    <a:pt x="6867355" y="3128227"/>
                  </a:lnTo>
                  <a:lnTo>
                    <a:pt x="6943987" y="3134069"/>
                  </a:lnTo>
                  <a:lnTo>
                    <a:pt x="7020620" y="3139845"/>
                  </a:lnTo>
                  <a:lnTo>
                    <a:pt x="7097253" y="3145557"/>
                  </a:lnTo>
                  <a:lnTo>
                    <a:pt x="7173885" y="3151205"/>
                  </a:lnTo>
                  <a:lnTo>
                    <a:pt x="7250518" y="3156791"/>
                  </a:lnTo>
                  <a:lnTo>
                    <a:pt x="7327150" y="3162314"/>
                  </a:lnTo>
                  <a:lnTo>
                    <a:pt x="7403783" y="3167776"/>
                  </a:lnTo>
                  <a:lnTo>
                    <a:pt x="7403783" y="3542359"/>
                  </a:lnTo>
                  <a:lnTo>
                    <a:pt x="7327150" y="3537905"/>
                  </a:lnTo>
                  <a:lnTo>
                    <a:pt x="7250518" y="3533272"/>
                  </a:lnTo>
                  <a:lnTo>
                    <a:pt x="7173885" y="3528451"/>
                  </a:lnTo>
                  <a:lnTo>
                    <a:pt x="7097253" y="3523435"/>
                  </a:lnTo>
                  <a:lnTo>
                    <a:pt x="7020620" y="3518217"/>
                  </a:lnTo>
                  <a:lnTo>
                    <a:pt x="6943987" y="3512788"/>
                  </a:lnTo>
                  <a:lnTo>
                    <a:pt x="6867355" y="3507139"/>
                  </a:lnTo>
                  <a:lnTo>
                    <a:pt x="6790722" y="3501263"/>
                  </a:lnTo>
                  <a:lnTo>
                    <a:pt x="6714090" y="3495149"/>
                  </a:lnTo>
                  <a:lnTo>
                    <a:pt x="6637457" y="3488789"/>
                  </a:lnTo>
                  <a:lnTo>
                    <a:pt x="6560825" y="3482171"/>
                  </a:lnTo>
                  <a:lnTo>
                    <a:pt x="6484192" y="3475287"/>
                  </a:lnTo>
                  <a:lnTo>
                    <a:pt x="6407560" y="3468124"/>
                  </a:lnTo>
                  <a:lnTo>
                    <a:pt x="6330927" y="3460672"/>
                  </a:lnTo>
                  <a:lnTo>
                    <a:pt x="6254294" y="3452919"/>
                  </a:lnTo>
                  <a:lnTo>
                    <a:pt x="6177662" y="3444853"/>
                  </a:lnTo>
                  <a:lnTo>
                    <a:pt x="6101029" y="3436461"/>
                  </a:lnTo>
                  <a:lnTo>
                    <a:pt x="6024397" y="3427730"/>
                  </a:lnTo>
                  <a:lnTo>
                    <a:pt x="5947764" y="3418647"/>
                  </a:lnTo>
                  <a:lnTo>
                    <a:pt x="5871132" y="3409196"/>
                  </a:lnTo>
                  <a:lnTo>
                    <a:pt x="5794499" y="3399364"/>
                  </a:lnTo>
                  <a:lnTo>
                    <a:pt x="5717867" y="3389135"/>
                  </a:lnTo>
                  <a:lnTo>
                    <a:pt x="5641234" y="3378493"/>
                  </a:lnTo>
                  <a:lnTo>
                    <a:pt x="5564602" y="3367421"/>
                  </a:lnTo>
                  <a:lnTo>
                    <a:pt x="5487969" y="3355902"/>
                  </a:lnTo>
                  <a:lnTo>
                    <a:pt x="5411336" y="3343918"/>
                  </a:lnTo>
                  <a:lnTo>
                    <a:pt x="5334704" y="3331450"/>
                  </a:lnTo>
                  <a:lnTo>
                    <a:pt x="5258071" y="3318478"/>
                  </a:lnTo>
                  <a:lnTo>
                    <a:pt x="5181439" y="3304982"/>
                  </a:lnTo>
                  <a:lnTo>
                    <a:pt x="5104806" y="3290941"/>
                  </a:lnTo>
                  <a:lnTo>
                    <a:pt x="5028174" y="3276334"/>
                  </a:lnTo>
                  <a:lnTo>
                    <a:pt x="4951541" y="3261136"/>
                  </a:lnTo>
                  <a:lnTo>
                    <a:pt x="4874909" y="3245324"/>
                  </a:lnTo>
                  <a:lnTo>
                    <a:pt x="4798276" y="3228874"/>
                  </a:lnTo>
                  <a:lnTo>
                    <a:pt x="4721644" y="3211760"/>
                  </a:lnTo>
                  <a:lnTo>
                    <a:pt x="4645011" y="3193954"/>
                  </a:lnTo>
                  <a:lnTo>
                    <a:pt x="4568378" y="3175429"/>
                  </a:lnTo>
                  <a:lnTo>
                    <a:pt x="4491746" y="3156156"/>
                  </a:lnTo>
                  <a:lnTo>
                    <a:pt x="4415113" y="3136105"/>
                  </a:lnTo>
                  <a:lnTo>
                    <a:pt x="4338481" y="3115244"/>
                  </a:lnTo>
                  <a:lnTo>
                    <a:pt x="4261848" y="3093540"/>
                  </a:lnTo>
                  <a:lnTo>
                    <a:pt x="4185216" y="3070960"/>
                  </a:lnTo>
                  <a:lnTo>
                    <a:pt x="4108583" y="3047468"/>
                  </a:lnTo>
                  <a:lnTo>
                    <a:pt x="4031951" y="3023028"/>
                  </a:lnTo>
                  <a:lnTo>
                    <a:pt x="3955318" y="2997600"/>
                  </a:lnTo>
                  <a:lnTo>
                    <a:pt x="3878685" y="2971145"/>
                  </a:lnTo>
                  <a:lnTo>
                    <a:pt x="3802053" y="2943622"/>
                  </a:lnTo>
                  <a:lnTo>
                    <a:pt x="3725420" y="2914987"/>
                  </a:lnTo>
                  <a:lnTo>
                    <a:pt x="3648788" y="2885196"/>
                  </a:lnTo>
                  <a:lnTo>
                    <a:pt x="3572155" y="2854201"/>
                  </a:lnTo>
                  <a:lnTo>
                    <a:pt x="3495523" y="2821955"/>
                  </a:lnTo>
                  <a:lnTo>
                    <a:pt x="3418890" y="2788407"/>
                  </a:lnTo>
                  <a:lnTo>
                    <a:pt x="3342258" y="2774730"/>
                  </a:lnTo>
                  <a:lnTo>
                    <a:pt x="3265625" y="2764841"/>
                  </a:lnTo>
                  <a:lnTo>
                    <a:pt x="3188993" y="2754840"/>
                  </a:lnTo>
                  <a:lnTo>
                    <a:pt x="3112360" y="2744727"/>
                  </a:lnTo>
                  <a:lnTo>
                    <a:pt x="3035727" y="2734500"/>
                  </a:lnTo>
                  <a:lnTo>
                    <a:pt x="2959095" y="2724158"/>
                  </a:lnTo>
                  <a:lnTo>
                    <a:pt x="2882462" y="2713699"/>
                  </a:lnTo>
                  <a:lnTo>
                    <a:pt x="2805830" y="2703123"/>
                  </a:lnTo>
                  <a:lnTo>
                    <a:pt x="2729197" y="2692427"/>
                  </a:lnTo>
                  <a:lnTo>
                    <a:pt x="2652565" y="2681611"/>
                  </a:lnTo>
                  <a:lnTo>
                    <a:pt x="2575932" y="2670673"/>
                  </a:lnTo>
                  <a:lnTo>
                    <a:pt x="2499300" y="2659611"/>
                  </a:lnTo>
                  <a:lnTo>
                    <a:pt x="2422667" y="2648425"/>
                  </a:lnTo>
                  <a:lnTo>
                    <a:pt x="2346034" y="2637114"/>
                  </a:lnTo>
                  <a:lnTo>
                    <a:pt x="2269402" y="2625674"/>
                  </a:lnTo>
                  <a:lnTo>
                    <a:pt x="2192769" y="2614106"/>
                  </a:lnTo>
                  <a:lnTo>
                    <a:pt x="2116137" y="2602408"/>
                  </a:lnTo>
                  <a:lnTo>
                    <a:pt x="2039504" y="2590578"/>
                  </a:lnTo>
                  <a:lnTo>
                    <a:pt x="1962872" y="2578614"/>
                  </a:lnTo>
                  <a:lnTo>
                    <a:pt x="1886239" y="2566516"/>
                  </a:lnTo>
                  <a:lnTo>
                    <a:pt x="1809607" y="2554281"/>
                  </a:lnTo>
                  <a:lnTo>
                    <a:pt x="1732974" y="2541909"/>
                  </a:lnTo>
                  <a:lnTo>
                    <a:pt x="1656342" y="2529397"/>
                  </a:lnTo>
                  <a:lnTo>
                    <a:pt x="1579709" y="2516745"/>
                  </a:lnTo>
                  <a:lnTo>
                    <a:pt x="1503076" y="2503950"/>
                  </a:lnTo>
                  <a:lnTo>
                    <a:pt x="1426444" y="2491010"/>
                  </a:lnTo>
                  <a:lnTo>
                    <a:pt x="1349811" y="2477925"/>
                  </a:lnTo>
                  <a:lnTo>
                    <a:pt x="1273179" y="2464693"/>
                  </a:lnTo>
                  <a:lnTo>
                    <a:pt x="1196546" y="2451312"/>
                  </a:lnTo>
                  <a:lnTo>
                    <a:pt x="1119914" y="2437779"/>
                  </a:lnTo>
                  <a:lnTo>
                    <a:pt x="1043281" y="2424095"/>
                  </a:lnTo>
                  <a:lnTo>
                    <a:pt x="966649" y="2410256"/>
                  </a:lnTo>
                  <a:lnTo>
                    <a:pt x="890016" y="2396261"/>
                  </a:lnTo>
                  <a:lnTo>
                    <a:pt x="813384" y="2382109"/>
                  </a:lnTo>
                  <a:lnTo>
                    <a:pt x="736751" y="2367797"/>
                  </a:lnTo>
                  <a:lnTo>
                    <a:pt x="660118" y="2353324"/>
                  </a:lnTo>
                  <a:lnTo>
                    <a:pt x="583486" y="2338688"/>
                  </a:lnTo>
                  <a:lnTo>
                    <a:pt x="506853" y="2323887"/>
                  </a:lnTo>
                  <a:lnTo>
                    <a:pt x="430221" y="2308920"/>
                  </a:lnTo>
                  <a:lnTo>
                    <a:pt x="353588" y="2293784"/>
                  </a:lnTo>
                  <a:lnTo>
                    <a:pt x="276956" y="2278477"/>
                  </a:lnTo>
                  <a:lnTo>
                    <a:pt x="200323" y="2262998"/>
                  </a:lnTo>
                  <a:lnTo>
                    <a:pt x="123691" y="2247345"/>
                  </a:lnTo>
                  <a:lnTo>
                    <a:pt x="47058" y="2231515"/>
                  </a:lnTo>
                  <a:lnTo>
                    <a:pt x="0" y="222168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46946" y="1896563"/>
              <a:ext cx="6774354" cy="3167776"/>
            </a:xfrm>
            <a:custGeom>
              <a:avLst/>
              <a:pathLst>
                <a:path w="6774354" h="3167776">
                  <a:moveTo>
                    <a:pt x="0" y="0"/>
                  </a:moveTo>
                  <a:lnTo>
                    <a:pt x="30690" y="58138"/>
                  </a:lnTo>
                  <a:lnTo>
                    <a:pt x="107322" y="197671"/>
                  </a:lnTo>
                  <a:lnTo>
                    <a:pt x="183955" y="331788"/>
                  </a:lnTo>
                  <a:lnTo>
                    <a:pt x="260587" y="460699"/>
                  </a:lnTo>
                  <a:lnTo>
                    <a:pt x="337220" y="584606"/>
                  </a:lnTo>
                  <a:lnTo>
                    <a:pt x="413853" y="703703"/>
                  </a:lnTo>
                  <a:lnTo>
                    <a:pt x="490485" y="818176"/>
                  </a:lnTo>
                  <a:lnTo>
                    <a:pt x="567118" y="928206"/>
                  </a:lnTo>
                  <a:lnTo>
                    <a:pt x="643750" y="1033965"/>
                  </a:lnTo>
                  <a:lnTo>
                    <a:pt x="720383" y="1135618"/>
                  </a:lnTo>
                  <a:lnTo>
                    <a:pt x="797015" y="1233326"/>
                  </a:lnTo>
                  <a:lnTo>
                    <a:pt x="873648" y="1327240"/>
                  </a:lnTo>
                  <a:lnTo>
                    <a:pt x="950280" y="1417509"/>
                  </a:lnTo>
                  <a:lnTo>
                    <a:pt x="1026913" y="1504274"/>
                  </a:lnTo>
                  <a:lnTo>
                    <a:pt x="1103546" y="1587670"/>
                  </a:lnTo>
                  <a:lnTo>
                    <a:pt x="1180178" y="1667830"/>
                  </a:lnTo>
                  <a:lnTo>
                    <a:pt x="1256811" y="1744877"/>
                  </a:lnTo>
                  <a:lnTo>
                    <a:pt x="1333443" y="1818934"/>
                  </a:lnTo>
                  <a:lnTo>
                    <a:pt x="1410076" y="1890116"/>
                  </a:lnTo>
                  <a:lnTo>
                    <a:pt x="1486708" y="1958535"/>
                  </a:lnTo>
                  <a:lnTo>
                    <a:pt x="1563341" y="2024298"/>
                  </a:lnTo>
                  <a:lnTo>
                    <a:pt x="1639973" y="2087508"/>
                  </a:lnTo>
                  <a:lnTo>
                    <a:pt x="1716606" y="2148264"/>
                  </a:lnTo>
                  <a:lnTo>
                    <a:pt x="1793238" y="2206662"/>
                  </a:lnTo>
                  <a:lnTo>
                    <a:pt x="1869871" y="2262793"/>
                  </a:lnTo>
                  <a:lnTo>
                    <a:pt x="1946504" y="2316745"/>
                  </a:lnTo>
                  <a:lnTo>
                    <a:pt x="2023136" y="2368602"/>
                  </a:lnTo>
                  <a:lnTo>
                    <a:pt x="2099769" y="2418447"/>
                  </a:lnTo>
                  <a:lnTo>
                    <a:pt x="2176401" y="2466357"/>
                  </a:lnTo>
                  <a:lnTo>
                    <a:pt x="2253034" y="2512407"/>
                  </a:lnTo>
                  <a:lnTo>
                    <a:pt x="2329666" y="2556669"/>
                  </a:lnTo>
                  <a:lnTo>
                    <a:pt x="2406299" y="2599213"/>
                  </a:lnTo>
                  <a:lnTo>
                    <a:pt x="2482931" y="2640106"/>
                  </a:lnTo>
                  <a:lnTo>
                    <a:pt x="2559564" y="2679411"/>
                  </a:lnTo>
                  <a:lnTo>
                    <a:pt x="2636197" y="2717191"/>
                  </a:lnTo>
                  <a:lnTo>
                    <a:pt x="2712829" y="2753504"/>
                  </a:lnTo>
                  <a:lnTo>
                    <a:pt x="2789462" y="2784509"/>
                  </a:lnTo>
                  <a:lnTo>
                    <a:pt x="2866094" y="2794179"/>
                  </a:lnTo>
                  <a:lnTo>
                    <a:pt x="2942727" y="2803741"/>
                  </a:lnTo>
                  <a:lnTo>
                    <a:pt x="3019359" y="2813197"/>
                  </a:lnTo>
                  <a:lnTo>
                    <a:pt x="3095992" y="2822548"/>
                  </a:lnTo>
                  <a:lnTo>
                    <a:pt x="3172624" y="2831794"/>
                  </a:lnTo>
                  <a:lnTo>
                    <a:pt x="3249257" y="2840937"/>
                  </a:lnTo>
                  <a:lnTo>
                    <a:pt x="3325889" y="2849979"/>
                  </a:lnTo>
                  <a:lnTo>
                    <a:pt x="3402522" y="2858919"/>
                  </a:lnTo>
                  <a:lnTo>
                    <a:pt x="3479155" y="2867761"/>
                  </a:lnTo>
                  <a:lnTo>
                    <a:pt x="3555787" y="2876503"/>
                  </a:lnTo>
                  <a:lnTo>
                    <a:pt x="3632420" y="2885149"/>
                  </a:lnTo>
                  <a:lnTo>
                    <a:pt x="3709052" y="2893698"/>
                  </a:lnTo>
                  <a:lnTo>
                    <a:pt x="3785685" y="2902151"/>
                  </a:lnTo>
                  <a:lnTo>
                    <a:pt x="3862317" y="2910511"/>
                  </a:lnTo>
                  <a:lnTo>
                    <a:pt x="3938950" y="2918778"/>
                  </a:lnTo>
                  <a:lnTo>
                    <a:pt x="4015582" y="2926952"/>
                  </a:lnTo>
                  <a:lnTo>
                    <a:pt x="4092215" y="2935035"/>
                  </a:lnTo>
                  <a:lnTo>
                    <a:pt x="4168847" y="2943029"/>
                  </a:lnTo>
                  <a:lnTo>
                    <a:pt x="4245480" y="2950933"/>
                  </a:lnTo>
                  <a:lnTo>
                    <a:pt x="4322113" y="2958749"/>
                  </a:lnTo>
                  <a:lnTo>
                    <a:pt x="4398745" y="2966478"/>
                  </a:lnTo>
                  <a:lnTo>
                    <a:pt x="4475378" y="2974122"/>
                  </a:lnTo>
                  <a:lnTo>
                    <a:pt x="4552010" y="2981680"/>
                  </a:lnTo>
                  <a:lnTo>
                    <a:pt x="4628643" y="2989153"/>
                  </a:lnTo>
                  <a:lnTo>
                    <a:pt x="4705275" y="2996544"/>
                  </a:lnTo>
                  <a:lnTo>
                    <a:pt x="4781908" y="3003852"/>
                  </a:lnTo>
                  <a:lnTo>
                    <a:pt x="4858540" y="3011079"/>
                  </a:lnTo>
                  <a:lnTo>
                    <a:pt x="4935173" y="3018225"/>
                  </a:lnTo>
                  <a:lnTo>
                    <a:pt x="5011806" y="3025292"/>
                  </a:lnTo>
                  <a:lnTo>
                    <a:pt x="5088438" y="3032280"/>
                  </a:lnTo>
                  <a:lnTo>
                    <a:pt x="5165071" y="3039190"/>
                  </a:lnTo>
                  <a:lnTo>
                    <a:pt x="5241703" y="3046023"/>
                  </a:lnTo>
                  <a:lnTo>
                    <a:pt x="5318336" y="3052780"/>
                  </a:lnTo>
                  <a:lnTo>
                    <a:pt x="5394968" y="3059462"/>
                  </a:lnTo>
                  <a:lnTo>
                    <a:pt x="5471601" y="3066069"/>
                  </a:lnTo>
                  <a:lnTo>
                    <a:pt x="5548233" y="3072603"/>
                  </a:lnTo>
                  <a:lnTo>
                    <a:pt x="5624866" y="3079064"/>
                  </a:lnTo>
                  <a:lnTo>
                    <a:pt x="5701498" y="3085453"/>
                  </a:lnTo>
                  <a:lnTo>
                    <a:pt x="5778131" y="3091771"/>
                  </a:lnTo>
                  <a:lnTo>
                    <a:pt x="5854764" y="3098018"/>
                  </a:lnTo>
                  <a:lnTo>
                    <a:pt x="5931396" y="3104196"/>
                  </a:lnTo>
                  <a:lnTo>
                    <a:pt x="6008029" y="3110305"/>
                  </a:lnTo>
                  <a:lnTo>
                    <a:pt x="6084661" y="3116346"/>
                  </a:lnTo>
                  <a:lnTo>
                    <a:pt x="6161294" y="3122320"/>
                  </a:lnTo>
                  <a:lnTo>
                    <a:pt x="6237926" y="3128227"/>
                  </a:lnTo>
                  <a:lnTo>
                    <a:pt x="6314559" y="3134069"/>
                  </a:lnTo>
                  <a:lnTo>
                    <a:pt x="6391191" y="3139845"/>
                  </a:lnTo>
                  <a:lnTo>
                    <a:pt x="6467824" y="3145557"/>
                  </a:lnTo>
                  <a:lnTo>
                    <a:pt x="6544457" y="3151205"/>
                  </a:lnTo>
                  <a:lnTo>
                    <a:pt x="6621089" y="3156791"/>
                  </a:lnTo>
                  <a:lnTo>
                    <a:pt x="6697722" y="3162314"/>
                  </a:lnTo>
                  <a:lnTo>
                    <a:pt x="6774354" y="31677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18248"/>
              <a:ext cx="7403783" cy="1320674"/>
            </a:xfrm>
            <a:custGeom>
              <a:avLst/>
              <a:pathLst>
                <a:path w="7403783" h="1320674">
                  <a:moveTo>
                    <a:pt x="7403783" y="1320674"/>
                  </a:moveTo>
                  <a:lnTo>
                    <a:pt x="7327150" y="1316220"/>
                  </a:lnTo>
                  <a:lnTo>
                    <a:pt x="7250518" y="1311586"/>
                  </a:lnTo>
                  <a:lnTo>
                    <a:pt x="7173885" y="1306765"/>
                  </a:lnTo>
                  <a:lnTo>
                    <a:pt x="7097253" y="1301750"/>
                  </a:lnTo>
                  <a:lnTo>
                    <a:pt x="7020620" y="1296532"/>
                  </a:lnTo>
                  <a:lnTo>
                    <a:pt x="6943987" y="1291103"/>
                  </a:lnTo>
                  <a:lnTo>
                    <a:pt x="6867355" y="1285454"/>
                  </a:lnTo>
                  <a:lnTo>
                    <a:pt x="6790722" y="1279578"/>
                  </a:lnTo>
                  <a:lnTo>
                    <a:pt x="6714090" y="1273464"/>
                  </a:lnTo>
                  <a:lnTo>
                    <a:pt x="6637457" y="1267104"/>
                  </a:lnTo>
                  <a:lnTo>
                    <a:pt x="6560825" y="1260486"/>
                  </a:lnTo>
                  <a:lnTo>
                    <a:pt x="6484192" y="1253601"/>
                  </a:lnTo>
                  <a:lnTo>
                    <a:pt x="6407560" y="1246439"/>
                  </a:lnTo>
                  <a:lnTo>
                    <a:pt x="6330927" y="1238987"/>
                  </a:lnTo>
                  <a:lnTo>
                    <a:pt x="6254294" y="1231234"/>
                  </a:lnTo>
                  <a:lnTo>
                    <a:pt x="6177662" y="1223167"/>
                  </a:lnTo>
                  <a:lnTo>
                    <a:pt x="6101029" y="1214776"/>
                  </a:lnTo>
                  <a:lnTo>
                    <a:pt x="6024397" y="1206045"/>
                  </a:lnTo>
                  <a:lnTo>
                    <a:pt x="5947764" y="1196961"/>
                  </a:lnTo>
                  <a:lnTo>
                    <a:pt x="5871132" y="1187511"/>
                  </a:lnTo>
                  <a:lnTo>
                    <a:pt x="5794499" y="1177679"/>
                  </a:lnTo>
                  <a:lnTo>
                    <a:pt x="5717867" y="1167450"/>
                  </a:lnTo>
                  <a:lnTo>
                    <a:pt x="5641234" y="1156808"/>
                  </a:lnTo>
                  <a:lnTo>
                    <a:pt x="5564602" y="1145736"/>
                  </a:lnTo>
                  <a:lnTo>
                    <a:pt x="5487969" y="1134217"/>
                  </a:lnTo>
                  <a:lnTo>
                    <a:pt x="5411336" y="1122233"/>
                  </a:lnTo>
                  <a:lnTo>
                    <a:pt x="5334704" y="1109765"/>
                  </a:lnTo>
                  <a:lnTo>
                    <a:pt x="5258071" y="1096793"/>
                  </a:lnTo>
                  <a:lnTo>
                    <a:pt x="5181439" y="1083297"/>
                  </a:lnTo>
                  <a:lnTo>
                    <a:pt x="5104806" y="1069256"/>
                  </a:lnTo>
                  <a:lnTo>
                    <a:pt x="5028174" y="1054648"/>
                  </a:lnTo>
                  <a:lnTo>
                    <a:pt x="4951541" y="1039451"/>
                  </a:lnTo>
                  <a:lnTo>
                    <a:pt x="4874909" y="1023639"/>
                  </a:lnTo>
                  <a:lnTo>
                    <a:pt x="4798276" y="1007189"/>
                  </a:lnTo>
                  <a:lnTo>
                    <a:pt x="4721644" y="990075"/>
                  </a:lnTo>
                  <a:lnTo>
                    <a:pt x="4645011" y="972269"/>
                  </a:lnTo>
                  <a:lnTo>
                    <a:pt x="4568378" y="953744"/>
                  </a:lnTo>
                  <a:lnTo>
                    <a:pt x="4491746" y="934471"/>
                  </a:lnTo>
                  <a:lnTo>
                    <a:pt x="4415113" y="914420"/>
                  </a:lnTo>
                  <a:lnTo>
                    <a:pt x="4338481" y="893559"/>
                  </a:lnTo>
                  <a:lnTo>
                    <a:pt x="4261848" y="871855"/>
                  </a:lnTo>
                  <a:lnTo>
                    <a:pt x="4185216" y="849275"/>
                  </a:lnTo>
                  <a:lnTo>
                    <a:pt x="4108583" y="825783"/>
                  </a:lnTo>
                  <a:lnTo>
                    <a:pt x="4031951" y="801342"/>
                  </a:lnTo>
                  <a:lnTo>
                    <a:pt x="3955318" y="775915"/>
                  </a:lnTo>
                  <a:lnTo>
                    <a:pt x="3878685" y="749460"/>
                  </a:lnTo>
                  <a:lnTo>
                    <a:pt x="3802053" y="721937"/>
                  </a:lnTo>
                  <a:lnTo>
                    <a:pt x="3725420" y="693302"/>
                  </a:lnTo>
                  <a:lnTo>
                    <a:pt x="3648788" y="663511"/>
                  </a:lnTo>
                  <a:lnTo>
                    <a:pt x="3572155" y="632516"/>
                  </a:lnTo>
                  <a:lnTo>
                    <a:pt x="3495523" y="600270"/>
                  </a:lnTo>
                  <a:lnTo>
                    <a:pt x="3418890" y="566722"/>
                  </a:lnTo>
                  <a:lnTo>
                    <a:pt x="3342258" y="553045"/>
                  </a:lnTo>
                  <a:lnTo>
                    <a:pt x="3265625" y="543156"/>
                  </a:lnTo>
                  <a:lnTo>
                    <a:pt x="3188993" y="533155"/>
                  </a:lnTo>
                  <a:lnTo>
                    <a:pt x="3112360" y="523042"/>
                  </a:lnTo>
                  <a:lnTo>
                    <a:pt x="3035727" y="512815"/>
                  </a:lnTo>
                  <a:lnTo>
                    <a:pt x="2959095" y="502473"/>
                  </a:lnTo>
                  <a:lnTo>
                    <a:pt x="2882462" y="492014"/>
                  </a:lnTo>
                  <a:lnTo>
                    <a:pt x="2805830" y="481437"/>
                  </a:lnTo>
                  <a:lnTo>
                    <a:pt x="2729197" y="470742"/>
                  </a:lnTo>
                  <a:lnTo>
                    <a:pt x="2652565" y="459925"/>
                  </a:lnTo>
                  <a:lnTo>
                    <a:pt x="2575932" y="448987"/>
                  </a:lnTo>
                  <a:lnTo>
                    <a:pt x="2499300" y="437926"/>
                  </a:lnTo>
                  <a:lnTo>
                    <a:pt x="2422667" y="426740"/>
                  </a:lnTo>
                  <a:lnTo>
                    <a:pt x="2346034" y="415428"/>
                  </a:lnTo>
                  <a:lnTo>
                    <a:pt x="2269402" y="403989"/>
                  </a:lnTo>
                  <a:lnTo>
                    <a:pt x="2192769" y="392421"/>
                  </a:lnTo>
                  <a:lnTo>
                    <a:pt x="2116137" y="380723"/>
                  </a:lnTo>
                  <a:lnTo>
                    <a:pt x="2039504" y="368892"/>
                  </a:lnTo>
                  <a:lnTo>
                    <a:pt x="1962872" y="356929"/>
                  </a:lnTo>
                  <a:lnTo>
                    <a:pt x="1886239" y="344831"/>
                  </a:lnTo>
                  <a:lnTo>
                    <a:pt x="1809607" y="332596"/>
                  </a:lnTo>
                  <a:lnTo>
                    <a:pt x="1732974" y="320224"/>
                  </a:lnTo>
                  <a:lnTo>
                    <a:pt x="1656342" y="307712"/>
                  </a:lnTo>
                  <a:lnTo>
                    <a:pt x="1579709" y="295060"/>
                  </a:lnTo>
                  <a:lnTo>
                    <a:pt x="1503076" y="282265"/>
                  </a:lnTo>
                  <a:lnTo>
                    <a:pt x="1426444" y="269325"/>
                  </a:lnTo>
                  <a:lnTo>
                    <a:pt x="1349811" y="256240"/>
                  </a:lnTo>
                  <a:lnTo>
                    <a:pt x="1273179" y="243008"/>
                  </a:lnTo>
                  <a:lnTo>
                    <a:pt x="1196546" y="229626"/>
                  </a:lnTo>
                  <a:lnTo>
                    <a:pt x="1119914" y="216094"/>
                  </a:lnTo>
                  <a:lnTo>
                    <a:pt x="1043281" y="202410"/>
                  </a:lnTo>
                  <a:lnTo>
                    <a:pt x="966649" y="188571"/>
                  </a:lnTo>
                  <a:lnTo>
                    <a:pt x="890016" y="174576"/>
                  </a:lnTo>
                  <a:lnTo>
                    <a:pt x="813384" y="160424"/>
                  </a:lnTo>
                  <a:lnTo>
                    <a:pt x="736751" y="146112"/>
                  </a:lnTo>
                  <a:lnTo>
                    <a:pt x="660118" y="131639"/>
                  </a:lnTo>
                  <a:lnTo>
                    <a:pt x="583486" y="117003"/>
                  </a:lnTo>
                  <a:lnTo>
                    <a:pt x="506853" y="102202"/>
                  </a:lnTo>
                  <a:lnTo>
                    <a:pt x="430221" y="87235"/>
                  </a:lnTo>
                  <a:lnTo>
                    <a:pt x="353588" y="72099"/>
                  </a:lnTo>
                  <a:lnTo>
                    <a:pt x="276956" y="56792"/>
                  </a:lnTo>
                  <a:lnTo>
                    <a:pt x="200323" y="41313"/>
                  </a:lnTo>
                  <a:lnTo>
                    <a:pt x="123691" y="25659"/>
                  </a:lnTo>
                  <a:lnTo>
                    <a:pt x="47058" y="98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859401"/>
              <a:ext cx="7403783" cy="2458563"/>
            </a:xfrm>
            <a:custGeom>
              <a:avLst/>
              <a:pathLst>
                <a:path w="7403783" h="2458563">
                  <a:moveTo>
                    <a:pt x="0" y="0"/>
                  </a:moveTo>
                  <a:lnTo>
                    <a:pt x="47058" y="41825"/>
                  </a:lnTo>
                  <a:lnTo>
                    <a:pt x="123691" y="108229"/>
                  </a:lnTo>
                  <a:lnTo>
                    <a:pt x="200323" y="172967"/>
                  </a:lnTo>
                  <a:lnTo>
                    <a:pt x="276956" y="236081"/>
                  </a:lnTo>
                  <a:lnTo>
                    <a:pt x="353588" y="297613"/>
                  </a:lnTo>
                  <a:lnTo>
                    <a:pt x="430221" y="357602"/>
                  </a:lnTo>
                  <a:lnTo>
                    <a:pt x="506853" y="416087"/>
                  </a:lnTo>
                  <a:lnTo>
                    <a:pt x="583486" y="473104"/>
                  </a:lnTo>
                  <a:lnTo>
                    <a:pt x="660118" y="528693"/>
                  </a:lnTo>
                  <a:lnTo>
                    <a:pt x="736751" y="582887"/>
                  </a:lnTo>
                  <a:lnTo>
                    <a:pt x="813384" y="635722"/>
                  </a:lnTo>
                  <a:lnTo>
                    <a:pt x="890016" y="687232"/>
                  </a:lnTo>
                  <a:lnTo>
                    <a:pt x="966649" y="737450"/>
                  </a:lnTo>
                  <a:lnTo>
                    <a:pt x="1043281" y="786409"/>
                  </a:lnTo>
                  <a:lnTo>
                    <a:pt x="1119914" y="834141"/>
                  </a:lnTo>
                  <a:lnTo>
                    <a:pt x="1196546" y="880675"/>
                  </a:lnTo>
                  <a:lnTo>
                    <a:pt x="1273179" y="926043"/>
                  </a:lnTo>
                  <a:lnTo>
                    <a:pt x="1349811" y="970272"/>
                  </a:lnTo>
                  <a:lnTo>
                    <a:pt x="1426444" y="1013393"/>
                  </a:lnTo>
                  <a:lnTo>
                    <a:pt x="1503076" y="1055432"/>
                  </a:lnTo>
                  <a:lnTo>
                    <a:pt x="1579709" y="1096417"/>
                  </a:lnTo>
                  <a:lnTo>
                    <a:pt x="1656342" y="1136375"/>
                  </a:lnTo>
                  <a:lnTo>
                    <a:pt x="1732974" y="1175330"/>
                  </a:lnTo>
                  <a:lnTo>
                    <a:pt x="1809607" y="1213308"/>
                  </a:lnTo>
                  <a:lnTo>
                    <a:pt x="1886239" y="1250334"/>
                  </a:lnTo>
                  <a:lnTo>
                    <a:pt x="1962872" y="1286432"/>
                  </a:lnTo>
                  <a:lnTo>
                    <a:pt x="2039504" y="1321624"/>
                  </a:lnTo>
                  <a:lnTo>
                    <a:pt x="2116137" y="1355934"/>
                  </a:lnTo>
                  <a:lnTo>
                    <a:pt x="2192769" y="1389384"/>
                  </a:lnTo>
                  <a:lnTo>
                    <a:pt x="2269402" y="1421994"/>
                  </a:lnTo>
                  <a:lnTo>
                    <a:pt x="2346034" y="1453787"/>
                  </a:lnTo>
                  <a:lnTo>
                    <a:pt x="2422667" y="1484783"/>
                  </a:lnTo>
                  <a:lnTo>
                    <a:pt x="2499300" y="1515001"/>
                  </a:lnTo>
                  <a:lnTo>
                    <a:pt x="2575932" y="1544461"/>
                  </a:lnTo>
                  <a:lnTo>
                    <a:pt x="2652565" y="1573183"/>
                  </a:lnTo>
                  <a:lnTo>
                    <a:pt x="2729197" y="1601185"/>
                  </a:lnTo>
                  <a:lnTo>
                    <a:pt x="2805830" y="1628484"/>
                  </a:lnTo>
                  <a:lnTo>
                    <a:pt x="2882462" y="1655099"/>
                  </a:lnTo>
                  <a:lnTo>
                    <a:pt x="2959095" y="1681046"/>
                  </a:lnTo>
                  <a:lnTo>
                    <a:pt x="3035727" y="1706342"/>
                  </a:lnTo>
                  <a:lnTo>
                    <a:pt x="3112360" y="1731005"/>
                  </a:lnTo>
                  <a:lnTo>
                    <a:pt x="3188993" y="1755049"/>
                  </a:lnTo>
                  <a:lnTo>
                    <a:pt x="3265625" y="1778489"/>
                  </a:lnTo>
                  <a:lnTo>
                    <a:pt x="3342258" y="1801342"/>
                  </a:lnTo>
                  <a:lnTo>
                    <a:pt x="3418890" y="1823622"/>
                  </a:lnTo>
                  <a:lnTo>
                    <a:pt x="3495523" y="1845344"/>
                  </a:lnTo>
                  <a:lnTo>
                    <a:pt x="3572155" y="1866520"/>
                  </a:lnTo>
                  <a:lnTo>
                    <a:pt x="3648788" y="1887166"/>
                  </a:lnTo>
                  <a:lnTo>
                    <a:pt x="3725420" y="1907293"/>
                  </a:lnTo>
                  <a:lnTo>
                    <a:pt x="3802053" y="1926916"/>
                  </a:lnTo>
                  <a:lnTo>
                    <a:pt x="3878685" y="1946047"/>
                  </a:lnTo>
                  <a:lnTo>
                    <a:pt x="3955318" y="1964698"/>
                  </a:lnTo>
                  <a:lnTo>
                    <a:pt x="4031951" y="1982882"/>
                  </a:lnTo>
                  <a:lnTo>
                    <a:pt x="4108583" y="2000609"/>
                  </a:lnTo>
                  <a:lnTo>
                    <a:pt x="4185216" y="2017892"/>
                  </a:lnTo>
                  <a:lnTo>
                    <a:pt x="4261848" y="2034742"/>
                  </a:lnTo>
                  <a:lnTo>
                    <a:pt x="4338481" y="2051169"/>
                  </a:lnTo>
                  <a:lnTo>
                    <a:pt x="4415113" y="2067184"/>
                  </a:lnTo>
                  <a:lnTo>
                    <a:pt x="4491746" y="2082797"/>
                  </a:lnTo>
                  <a:lnTo>
                    <a:pt x="4568378" y="2098019"/>
                  </a:lnTo>
                  <a:lnTo>
                    <a:pt x="4645011" y="2112859"/>
                  </a:lnTo>
                  <a:lnTo>
                    <a:pt x="4721644" y="2127328"/>
                  </a:lnTo>
                  <a:lnTo>
                    <a:pt x="4798276" y="2141433"/>
                  </a:lnTo>
                  <a:lnTo>
                    <a:pt x="4874909" y="2155184"/>
                  </a:lnTo>
                  <a:lnTo>
                    <a:pt x="4951541" y="2168591"/>
                  </a:lnTo>
                  <a:lnTo>
                    <a:pt x="5028174" y="2181661"/>
                  </a:lnTo>
                  <a:lnTo>
                    <a:pt x="5104806" y="2194404"/>
                  </a:lnTo>
                  <a:lnTo>
                    <a:pt x="5181439" y="2206827"/>
                  </a:lnTo>
                  <a:lnTo>
                    <a:pt x="5258071" y="2218939"/>
                  </a:lnTo>
                  <a:lnTo>
                    <a:pt x="5334704" y="2230747"/>
                  </a:lnTo>
                  <a:lnTo>
                    <a:pt x="5411336" y="2242259"/>
                  </a:lnTo>
                  <a:lnTo>
                    <a:pt x="5487969" y="2253482"/>
                  </a:lnTo>
                  <a:lnTo>
                    <a:pt x="5564602" y="2264423"/>
                  </a:lnTo>
                  <a:lnTo>
                    <a:pt x="5641234" y="2275091"/>
                  </a:lnTo>
                  <a:lnTo>
                    <a:pt x="5717867" y="2285490"/>
                  </a:lnTo>
                  <a:lnTo>
                    <a:pt x="5794499" y="2295629"/>
                  </a:lnTo>
                  <a:lnTo>
                    <a:pt x="5871132" y="2305514"/>
                  </a:lnTo>
                  <a:lnTo>
                    <a:pt x="5947764" y="2315151"/>
                  </a:lnTo>
                  <a:lnTo>
                    <a:pt x="6024397" y="2324546"/>
                  </a:lnTo>
                  <a:lnTo>
                    <a:pt x="6101029" y="2333706"/>
                  </a:lnTo>
                  <a:lnTo>
                    <a:pt x="6177662" y="2342636"/>
                  </a:lnTo>
                  <a:lnTo>
                    <a:pt x="6254294" y="2351342"/>
                  </a:lnTo>
                  <a:lnTo>
                    <a:pt x="6330927" y="2359829"/>
                  </a:lnTo>
                  <a:lnTo>
                    <a:pt x="6407560" y="2368104"/>
                  </a:lnTo>
                  <a:lnTo>
                    <a:pt x="6484192" y="2376171"/>
                  </a:lnTo>
                  <a:lnTo>
                    <a:pt x="6560825" y="2384036"/>
                  </a:lnTo>
                  <a:lnTo>
                    <a:pt x="6637457" y="2391704"/>
                  </a:lnTo>
                  <a:lnTo>
                    <a:pt x="6714090" y="2399180"/>
                  </a:lnTo>
                  <a:lnTo>
                    <a:pt x="6790722" y="2406468"/>
                  </a:lnTo>
                  <a:lnTo>
                    <a:pt x="6867355" y="2413573"/>
                  </a:lnTo>
                  <a:lnTo>
                    <a:pt x="6943987" y="2420500"/>
                  </a:lnTo>
                  <a:lnTo>
                    <a:pt x="7020620" y="2427253"/>
                  </a:lnTo>
                  <a:lnTo>
                    <a:pt x="7097253" y="2433837"/>
                  </a:lnTo>
                  <a:lnTo>
                    <a:pt x="7173885" y="2440256"/>
                  </a:lnTo>
                  <a:lnTo>
                    <a:pt x="7250518" y="2446514"/>
                  </a:lnTo>
                  <a:lnTo>
                    <a:pt x="7327150" y="2452615"/>
                  </a:lnTo>
                  <a:lnTo>
                    <a:pt x="7403783" y="24585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2026-05-21T09:04:04Z</dcterms:modified>
  <cp:category/>
</cp:coreProperties>
</file>