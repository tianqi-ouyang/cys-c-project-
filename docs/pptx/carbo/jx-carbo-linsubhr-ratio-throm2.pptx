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9243"/>
            </a:xfrm>
            <a:custGeom>
              <a:avLst/>
              <a:pathLst>
                <a:path w="6964104" h="1219243">
                  <a:moveTo>
                    <a:pt x="745617" y="0"/>
                  </a:moveTo>
                  <a:lnTo>
                    <a:pt x="773789" y="20010"/>
                  </a:lnTo>
                  <a:lnTo>
                    <a:pt x="844133" y="68036"/>
                  </a:lnTo>
                  <a:lnTo>
                    <a:pt x="914478" y="114198"/>
                  </a:lnTo>
                  <a:lnTo>
                    <a:pt x="984822" y="158568"/>
                  </a:lnTo>
                  <a:lnTo>
                    <a:pt x="1055167" y="201215"/>
                  </a:lnTo>
                  <a:lnTo>
                    <a:pt x="1125511" y="242207"/>
                  </a:lnTo>
                  <a:lnTo>
                    <a:pt x="1195856" y="281608"/>
                  </a:lnTo>
                  <a:lnTo>
                    <a:pt x="1266200" y="319479"/>
                  </a:lnTo>
                  <a:lnTo>
                    <a:pt x="1336545" y="355880"/>
                  </a:lnTo>
                  <a:lnTo>
                    <a:pt x="1406889" y="390868"/>
                  </a:lnTo>
                  <a:lnTo>
                    <a:pt x="1477234" y="424498"/>
                  </a:lnTo>
                  <a:lnTo>
                    <a:pt x="1547578" y="456822"/>
                  </a:lnTo>
                  <a:lnTo>
                    <a:pt x="1617923" y="487892"/>
                  </a:lnTo>
                  <a:lnTo>
                    <a:pt x="1688267" y="517755"/>
                  </a:lnTo>
                  <a:lnTo>
                    <a:pt x="1758612" y="546459"/>
                  </a:lnTo>
                  <a:lnTo>
                    <a:pt x="1828956" y="574049"/>
                  </a:lnTo>
                  <a:lnTo>
                    <a:pt x="1899301" y="600568"/>
                  </a:lnTo>
                  <a:lnTo>
                    <a:pt x="1969645" y="626058"/>
                  </a:lnTo>
                  <a:lnTo>
                    <a:pt x="2039990" y="650558"/>
                  </a:lnTo>
                  <a:lnTo>
                    <a:pt x="2110334" y="674107"/>
                  </a:lnTo>
                  <a:lnTo>
                    <a:pt x="2180679" y="696742"/>
                  </a:lnTo>
                  <a:lnTo>
                    <a:pt x="2251023" y="718498"/>
                  </a:lnTo>
                  <a:lnTo>
                    <a:pt x="2321368" y="739410"/>
                  </a:lnTo>
                  <a:lnTo>
                    <a:pt x="2391712" y="759510"/>
                  </a:lnTo>
                  <a:lnTo>
                    <a:pt x="2462057" y="778830"/>
                  </a:lnTo>
                  <a:lnTo>
                    <a:pt x="2532401" y="797399"/>
                  </a:lnTo>
                  <a:lnTo>
                    <a:pt x="2602746" y="815248"/>
                  </a:lnTo>
                  <a:lnTo>
                    <a:pt x="2673090" y="832404"/>
                  </a:lnTo>
                  <a:lnTo>
                    <a:pt x="2743435" y="848894"/>
                  </a:lnTo>
                  <a:lnTo>
                    <a:pt x="2813779" y="864744"/>
                  </a:lnTo>
                  <a:lnTo>
                    <a:pt x="2884124" y="879979"/>
                  </a:lnTo>
                  <a:lnTo>
                    <a:pt x="2954468" y="894622"/>
                  </a:lnTo>
                  <a:lnTo>
                    <a:pt x="3024813" y="908697"/>
                  </a:lnTo>
                  <a:lnTo>
                    <a:pt x="3095157" y="922225"/>
                  </a:lnTo>
                  <a:lnTo>
                    <a:pt x="3165502" y="935229"/>
                  </a:lnTo>
                  <a:lnTo>
                    <a:pt x="3235846" y="947727"/>
                  </a:lnTo>
                  <a:lnTo>
                    <a:pt x="3306191" y="958399"/>
                  </a:lnTo>
                  <a:lnTo>
                    <a:pt x="3376535" y="961727"/>
                  </a:lnTo>
                  <a:lnTo>
                    <a:pt x="3446880" y="965018"/>
                  </a:lnTo>
                  <a:lnTo>
                    <a:pt x="3517224" y="968273"/>
                  </a:lnTo>
                  <a:lnTo>
                    <a:pt x="3587569" y="971491"/>
                  </a:lnTo>
                  <a:lnTo>
                    <a:pt x="3657913" y="974674"/>
                  </a:lnTo>
                  <a:lnTo>
                    <a:pt x="3728257" y="977821"/>
                  </a:lnTo>
                  <a:lnTo>
                    <a:pt x="3798602" y="980933"/>
                  </a:lnTo>
                  <a:lnTo>
                    <a:pt x="3868946" y="984010"/>
                  </a:lnTo>
                  <a:lnTo>
                    <a:pt x="3939291" y="987053"/>
                  </a:lnTo>
                  <a:lnTo>
                    <a:pt x="4009635" y="990062"/>
                  </a:lnTo>
                  <a:lnTo>
                    <a:pt x="4079980" y="993038"/>
                  </a:lnTo>
                  <a:lnTo>
                    <a:pt x="4150324" y="995981"/>
                  </a:lnTo>
                  <a:lnTo>
                    <a:pt x="4220669" y="998890"/>
                  </a:lnTo>
                  <a:lnTo>
                    <a:pt x="4291013" y="1001768"/>
                  </a:lnTo>
                  <a:lnTo>
                    <a:pt x="4361358" y="1004613"/>
                  </a:lnTo>
                  <a:lnTo>
                    <a:pt x="4431702" y="1007426"/>
                  </a:lnTo>
                  <a:lnTo>
                    <a:pt x="4502047" y="1010209"/>
                  </a:lnTo>
                  <a:lnTo>
                    <a:pt x="4572391" y="1012960"/>
                  </a:lnTo>
                  <a:lnTo>
                    <a:pt x="4642736" y="1015680"/>
                  </a:lnTo>
                  <a:lnTo>
                    <a:pt x="4713080" y="1018371"/>
                  </a:lnTo>
                  <a:lnTo>
                    <a:pt x="4783425" y="1021031"/>
                  </a:lnTo>
                  <a:lnTo>
                    <a:pt x="4853769" y="1023662"/>
                  </a:lnTo>
                  <a:lnTo>
                    <a:pt x="4924114" y="1026263"/>
                  </a:lnTo>
                  <a:lnTo>
                    <a:pt x="4994458" y="1028835"/>
                  </a:lnTo>
                  <a:lnTo>
                    <a:pt x="5064803" y="1031379"/>
                  </a:lnTo>
                  <a:lnTo>
                    <a:pt x="5135147" y="1033895"/>
                  </a:lnTo>
                  <a:lnTo>
                    <a:pt x="5205492" y="1036382"/>
                  </a:lnTo>
                  <a:lnTo>
                    <a:pt x="5275836" y="1038842"/>
                  </a:lnTo>
                  <a:lnTo>
                    <a:pt x="5346181" y="1041274"/>
                  </a:lnTo>
                  <a:lnTo>
                    <a:pt x="5416525" y="1043679"/>
                  </a:lnTo>
                  <a:lnTo>
                    <a:pt x="5486870" y="1046057"/>
                  </a:lnTo>
                  <a:lnTo>
                    <a:pt x="5557214" y="1048409"/>
                  </a:lnTo>
                  <a:lnTo>
                    <a:pt x="5627559" y="1050735"/>
                  </a:lnTo>
                  <a:lnTo>
                    <a:pt x="5697903" y="1053035"/>
                  </a:lnTo>
                  <a:lnTo>
                    <a:pt x="5768248" y="1055309"/>
                  </a:lnTo>
                  <a:lnTo>
                    <a:pt x="5838592" y="1057558"/>
                  </a:lnTo>
                  <a:lnTo>
                    <a:pt x="5908937" y="1059782"/>
                  </a:lnTo>
                  <a:lnTo>
                    <a:pt x="5979281" y="1061981"/>
                  </a:lnTo>
                  <a:lnTo>
                    <a:pt x="6049626" y="1064155"/>
                  </a:lnTo>
                  <a:lnTo>
                    <a:pt x="6119970" y="1066306"/>
                  </a:lnTo>
                  <a:lnTo>
                    <a:pt x="6190315" y="1068432"/>
                  </a:lnTo>
                  <a:lnTo>
                    <a:pt x="6260659" y="1070535"/>
                  </a:lnTo>
                  <a:lnTo>
                    <a:pt x="6331004" y="1072614"/>
                  </a:lnTo>
                  <a:lnTo>
                    <a:pt x="6401348" y="1074670"/>
                  </a:lnTo>
                  <a:lnTo>
                    <a:pt x="6471693" y="1076703"/>
                  </a:lnTo>
                  <a:lnTo>
                    <a:pt x="6542037" y="1078714"/>
                  </a:lnTo>
                  <a:lnTo>
                    <a:pt x="6612382" y="1080702"/>
                  </a:lnTo>
                  <a:lnTo>
                    <a:pt x="6682726" y="1082668"/>
                  </a:lnTo>
                  <a:lnTo>
                    <a:pt x="6753071" y="1084612"/>
                  </a:lnTo>
                  <a:lnTo>
                    <a:pt x="6823415" y="1086535"/>
                  </a:lnTo>
                  <a:lnTo>
                    <a:pt x="6893760" y="1088436"/>
                  </a:lnTo>
                  <a:lnTo>
                    <a:pt x="6964104" y="1090315"/>
                  </a:lnTo>
                  <a:lnTo>
                    <a:pt x="6964104" y="1219243"/>
                  </a:lnTo>
                  <a:lnTo>
                    <a:pt x="6893760" y="1217710"/>
                  </a:lnTo>
                  <a:lnTo>
                    <a:pt x="6823415" y="1216115"/>
                  </a:lnTo>
                  <a:lnTo>
                    <a:pt x="6753071" y="1214456"/>
                  </a:lnTo>
                  <a:lnTo>
                    <a:pt x="6682726" y="1212730"/>
                  </a:lnTo>
                  <a:lnTo>
                    <a:pt x="6612382" y="1210934"/>
                  </a:lnTo>
                  <a:lnTo>
                    <a:pt x="6542037" y="1209065"/>
                  </a:lnTo>
                  <a:lnTo>
                    <a:pt x="6471693" y="1207121"/>
                  </a:lnTo>
                  <a:lnTo>
                    <a:pt x="6401348" y="1205098"/>
                  </a:lnTo>
                  <a:lnTo>
                    <a:pt x="6331004" y="1202994"/>
                  </a:lnTo>
                  <a:lnTo>
                    <a:pt x="6260659" y="1200805"/>
                  </a:lnTo>
                  <a:lnTo>
                    <a:pt x="6190315" y="1198527"/>
                  </a:lnTo>
                  <a:lnTo>
                    <a:pt x="6119970" y="1196157"/>
                  </a:lnTo>
                  <a:lnTo>
                    <a:pt x="6049626" y="1193692"/>
                  </a:lnTo>
                  <a:lnTo>
                    <a:pt x="5979281" y="1191127"/>
                  </a:lnTo>
                  <a:lnTo>
                    <a:pt x="5908937" y="1188459"/>
                  </a:lnTo>
                  <a:lnTo>
                    <a:pt x="5838592" y="1185682"/>
                  </a:lnTo>
                  <a:lnTo>
                    <a:pt x="5768248" y="1182794"/>
                  </a:lnTo>
                  <a:lnTo>
                    <a:pt x="5697903" y="1179789"/>
                  </a:lnTo>
                  <a:lnTo>
                    <a:pt x="5627559" y="1176663"/>
                  </a:lnTo>
                  <a:lnTo>
                    <a:pt x="5557214" y="1173410"/>
                  </a:lnTo>
                  <a:lnTo>
                    <a:pt x="5486870" y="1170026"/>
                  </a:lnTo>
                  <a:lnTo>
                    <a:pt x="5416525" y="1166505"/>
                  </a:lnTo>
                  <a:lnTo>
                    <a:pt x="5346181" y="1162842"/>
                  </a:lnTo>
                  <a:lnTo>
                    <a:pt x="5275836" y="1159031"/>
                  </a:lnTo>
                  <a:lnTo>
                    <a:pt x="5205492" y="1155067"/>
                  </a:lnTo>
                  <a:lnTo>
                    <a:pt x="5135147" y="1150942"/>
                  </a:lnTo>
                  <a:lnTo>
                    <a:pt x="5064803" y="1146650"/>
                  </a:lnTo>
                  <a:lnTo>
                    <a:pt x="4994458" y="1142186"/>
                  </a:lnTo>
                  <a:lnTo>
                    <a:pt x="4924114" y="1137540"/>
                  </a:lnTo>
                  <a:lnTo>
                    <a:pt x="4853769" y="1132708"/>
                  </a:lnTo>
                  <a:lnTo>
                    <a:pt x="4783425" y="1127680"/>
                  </a:lnTo>
                  <a:lnTo>
                    <a:pt x="4713080" y="1122449"/>
                  </a:lnTo>
                  <a:lnTo>
                    <a:pt x="4642736" y="1117007"/>
                  </a:lnTo>
                  <a:lnTo>
                    <a:pt x="4572391" y="1111345"/>
                  </a:lnTo>
                  <a:lnTo>
                    <a:pt x="4502047" y="1105454"/>
                  </a:lnTo>
                  <a:lnTo>
                    <a:pt x="4431702" y="1099326"/>
                  </a:lnTo>
                  <a:lnTo>
                    <a:pt x="4361358" y="1092950"/>
                  </a:lnTo>
                  <a:lnTo>
                    <a:pt x="4291013" y="1086316"/>
                  </a:lnTo>
                  <a:lnTo>
                    <a:pt x="4220669" y="1079415"/>
                  </a:lnTo>
                  <a:lnTo>
                    <a:pt x="4150324" y="1072235"/>
                  </a:lnTo>
                  <a:lnTo>
                    <a:pt x="4079980" y="1064764"/>
                  </a:lnTo>
                  <a:lnTo>
                    <a:pt x="4009635" y="1056993"/>
                  </a:lnTo>
                  <a:lnTo>
                    <a:pt x="3939291" y="1048907"/>
                  </a:lnTo>
                  <a:lnTo>
                    <a:pt x="3868946" y="1040495"/>
                  </a:lnTo>
                  <a:lnTo>
                    <a:pt x="3798602" y="1031743"/>
                  </a:lnTo>
                  <a:lnTo>
                    <a:pt x="3728257" y="1022637"/>
                  </a:lnTo>
                  <a:lnTo>
                    <a:pt x="3657913" y="1013164"/>
                  </a:lnTo>
                  <a:lnTo>
                    <a:pt x="3587569" y="1003308"/>
                  </a:lnTo>
                  <a:lnTo>
                    <a:pt x="3517224" y="993054"/>
                  </a:lnTo>
                  <a:lnTo>
                    <a:pt x="3446880" y="982386"/>
                  </a:lnTo>
                  <a:lnTo>
                    <a:pt x="3376535" y="971288"/>
                  </a:lnTo>
                  <a:lnTo>
                    <a:pt x="3306191" y="959741"/>
                  </a:lnTo>
                  <a:lnTo>
                    <a:pt x="3235846" y="955033"/>
                  </a:lnTo>
                  <a:lnTo>
                    <a:pt x="3165502" y="951629"/>
                  </a:lnTo>
                  <a:lnTo>
                    <a:pt x="3095157" y="948187"/>
                  </a:lnTo>
                  <a:lnTo>
                    <a:pt x="3024813" y="944706"/>
                  </a:lnTo>
                  <a:lnTo>
                    <a:pt x="2954468" y="941186"/>
                  </a:lnTo>
                  <a:lnTo>
                    <a:pt x="2884124" y="937627"/>
                  </a:lnTo>
                  <a:lnTo>
                    <a:pt x="2813779" y="934027"/>
                  </a:lnTo>
                  <a:lnTo>
                    <a:pt x="2743435" y="930387"/>
                  </a:lnTo>
                  <a:lnTo>
                    <a:pt x="2673090" y="926705"/>
                  </a:lnTo>
                  <a:lnTo>
                    <a:pt x="2602746" y="922982"/>
                  </a:lnTo>
                  <a:lnTo>
                    <a:pt x="2532401" y="919218"/>
                  </a:lnTo>
                  <a:lnTo>
                    <a:pt x="2462057" y="915410"/>
                  </a:lnTo>
                  <a:lnTo>
                    <a:pt x="2391712" y="911560"/>
                  </a:lnTo>
                  <a:lnTo>
                    <a:pt x="2321368" y="907667"/>
                  </a:lnTo>
                  <a:lnTo>
                    <a:pt x="2251023" y="903730"/>
                  </a:lnTo>
                  <a:lnTo>
                    <a:pt x="2180679" y="899748"/>
                  </a:lnTo>
                  <a:lnTo>
                    <a:pt x="2110334" y="895722"/>
                  </a:lnTo>
                  <a:lnTo>
                    <a:pt x="2039990" y="891650"/>
                  </a:lnTo>
                  <a:lnTo>
                    <a:pt x="1969645" y="887532"/>
                  </a:lnTo>
                  <a:lnTo>
                    <a:pt x="1899301" y="883368"/>
                  </a:lnTo>
                  <a:lnTo>
                    <a:pt x="1828956" y="879157"/>
                  </a:lnTo>
                  <a:lnTo>
                    <a:pt x="1758612" y="874899"/>
                  </a:lnTo>
                  <a:lnTo>
                    <a:pt x="1688267" y="870592"/>
                  </a:lnTo>
                  <a:lnTo>
                    <a:pt x="1617923" y="866237"/>
                  </a:lnTo>
                  <a:lnTo>
                    <a:pt x="1547578" y="861833"/>
                  </a:lnTo>
                  <a:lnTo>
                    <a:pt x="1477234" y="857380"/>
                  </a:lnTo>
                  <a:lnTo>
                    <a:pt x="1406889" y="852876"/>
                  </a:lnTo>
                  <a:lnTo>
                    <a:pt x="1336545" y="848322"/>
                  </a:lnTo>
                  <a:lnTo>
                    <a:pt x="1266200" y="843716"/>
                  </a:lnTo>
                  <a:lnTo>
                    <a:pt x="1195856" y="839058"/>
                  </a:lnTo>
                  <a:lnTo>
                    <a:pt x="1125511" y="834348"/>
                  </a:lnTo>
                  <a:lnTo>
                    <a:pt x="1055167" y="829585"/>
                  </a:lnTo>
                  <a:lnTo>
                    <a:pt x="984822" y="824768"/>
                  </a:lnTo>
                  <a:lnTo>
                    <a:pt x="914478" y="819897"/>
                  </a:lnTo>
                  <a:lnTo>
                    <a:pt x="844133" y="814971"/>
                  </a:lnTo>
                  <a:lnTo>
                    <a:pt x="773789" y="809990"/>
                  </a:lnTo>
                  <a:lnTo>
                    <a:pt x="703444" y="804952"/>
                  </a:lnTo>
                  <a:lnTo>
                    <a:pt x="633100" y="799858"/>
                  </a:lnTo>
                  <a:lnTo>
                    <a:pt x="562755" y="794706"/>
                  </a:lnTo>
                  <a:lnTo>
                    <a:pt x="492411" y="789496"/>
                  </a:lnTo>
                  <a:lnTo>
                    <a:pt x="422066" y="784228"/>
                  </a:lnTo>
                  <a:lnTo>
                    <a:pt x="351722" y="778900"/>
                  </a:lnTo>
                  <a:lnTo>
                    <a:pt x="281377" y="773513"/>
                  </a:lnTo>
                  <a:lnTo>
                    <a:pt x="211033" y="768064"/>
                  </a:lnTo>
                  <a:lnTo>
                    <a:pt x="140688" y="762554"/>
                  </a:lnTo>
                  <a:lnTo>
                    <a:pt x="70344" y="756982"/>
                  </a:lnTo>
                  <a:lnTo>
                    <a:pt x="0" y="751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80929" y="2143092"/>
              <a:ext cx="6218487" cy="1090315"/>
            </a:xfrm>
            <a:custGeom>
              <a:avLst/>
              <a:pathLst>
                <a:path w="6218487" h="1090315">
                  <a:moveTo>
                    <a:pt x="0" y="0"/>
                  </a:moveTo>
                  <a:lnTo>
                    <a:pt x="28172" y="20010"/>
                  </a:lnTo>
                  <a:lnTo>
                    <a:pt x="98516" y="68036"/>
                  </a:lnTo>
                  <a:lnTo>
                    <a:pt x="168861" y="114198"/>
                  </a:lnTo>
                  <a:lnTo>
                    <a:pt x="239205" y="158568"/>
                  </a:lnTo>
                  <a:lnTo>
                    <a:pt x="309550" y="201215"/>
                  </a:lnTo>
                  <a:lnTo>
                    <a:pt x="379894" y="242207"/>
                  </a:lnTo>
                  <a:lnTo>
                    <a:pt x="450238" y="281608"/>
                  </a:lnTo>
                  <a:lnTo>
                    <a:pt x="520583" y="319479"/>
                  </a:lnTo>
                  <a:lnTo>
                    <a:pt x="590927" y="355880"/>
                  </a:lnTo>
                  <a:lnTo>
                    <a:pt x="661272" y="390868"/>
                  </a:lnTo>
                  <a:lnTo>
                    <a:pt x="731616" y="424498"/>
                  </a:lnTo>
                  <a:lnTo>
                    <a:pt x="801961" y="456822"/>
                  </a:lnTo>
                  <a:lnTo>
                    <a:pt x="872305" y="487892"/>
                  </a:lnTo>
                  <a:lnTo>
                    <a:pt x="942650" y="517755"/>
                  </a:lnTo>
                  <a:lnTo>
                    <a:pt x="1012994" y="546459"/>
                  </a:lnTo>
                  <a:lnTo>
                    <a:pt x="1083339" y="574049"/>
                  </a:lnTo>
                  <a:lnTo>
                    <a:pt x="1153683" y="600568"/>
                  </a:lnTo>
                  <a:lnTo>
                    <a:pt x="1224028" y="626058"/>
                  </a:lnTo>
                  <a:lnTo>
                    <a:pt x="1294372" y="650558"/>
                  </a:lnTo>
                  <a:lnTo>
                    <a:pt x="1364717" y="674107"/>
                  </a:lnTo>
                  <a:lnTo>
                    <a:pt x="1435061" y="696742"/>
                  </a:lnTo>
                  <a:lnTo>
                    <a:pt x="1505406" y="718498"/>
                  </a:lnTo>
                  <a:lnTo>
                    <a:pt x="1575750" y="739410"/>
                  </a:lnTo>
                  <a:lnTo>
                    <a:pt x="1646095" y="759510"/>
                  </a:lnTo>
                  <a:lnTo>
                    <a:pt x="1716439" y="778830"/>
                  </a:lnTo>
                  <a:lnTo>
                    <a:pt x="1786784" y="797399"/>
                  </a:lnTo>
                  <a:lnTo>
                    <a:pt x="1857128" y="815248"/>
                  </a:lnTo>
                  <a:lnTo>
                    <a:pt x="1927473" y="832404"/>
                  </a:lnTo>
                  <a:lnTo>
                    <a:pt x="1997817" y="848894"/>
                  </a:lnTo>
                  <a:lnTo>
                    <a:pt x="2068162" y="864744"/>
                  </a:lnTo>
                  <a:lnTo>
                    <a:pt x="2138506" y="879979"/>
                  </a:lnTo>
                  <a:lnTo>
                    <a:pt x="2208851" y="894622"/>
                  </a:lnTo>
                  <a:lnTo>
                    <a:pt x="2279195" y="908697"/>
                  </a:lnTo>
                  <a:lnTo>
                    <a:pt x="2349540" y="922225"/>
                  </a:lnTo>
                  <a:lnTo>
                    <a:pt x="2419884" y="935229"/>
                  </a:lnTo>
                  <a:lnTo>
                    <a:pt x="2490229" y="947727"/>
                  </a:lnTo>
                  <a:lnTo>
                    <a:pt x="2560573" y="958399"/>
                  </a:lnTo>
                  <a:lnTo>
                    <a:pt x="2630918" y="961727"/>
                  </a:lnTo>
                  <a:lnTo>
                    <a:pt x="2701262" y="965018"/>
                  </a:lnTo>
                  <a:lnTo>
                    <a:pt x="2771607" y="968273"/>
                  </a:lnTo>
                  <a:lnTo>
                    <a:pt x="2841951" y="971491"/>
                  </a:lnTo>
                  <a:lnTo>
                    <a:pt x="2912296" y="974674"/>
                  </a:lnTo>
                  <a:lnTo>
                    <a:pt x="2982640" y="977821"/>
                  </a:lnTo>
                  <a:lnTo>
                    <a:pt x="3052985" y="980933"/>
                  </a:lnTo>
                  <a:lnTo>
                    <a:pt x="3123329" y="984010"/>
                  </a:lnTo>
                  <a:lnTo>
                    <a:pt x="3193674" y="987053"/>
                  </a:lnTo>
                  <a:lnTo>
                    <a:pt x="3264018" y="990062"/>
                  </a:lnTo>
                  <a:lnTo>
                    <a:pt x="3334363" y="993038"/>
                  </a:lnTo>
                  <a:lnTo>
                    <a:pt x="3404707" y="995981"/>
                  </a:lnTo>
                  <a:lnTo>
                    <a:pt x="3475052" y="998890"/>
                  </a:lnTo>
                  <a:lnTo>
                    <a:pt x="3545396" y="1001768"/>
                  </a:lnTo>
                  <a:lnTo>
                    <a:pt x="3615741" y="1004613"/>
                  </a:lnTo>
                  <a:lnTo>
                    <a:pt x="3686085" y="1007426"/>
                  </a:lnTo>
                  <a:lnTo>
                    <a:pt x="3756430" y="1010209"/>
                  </a:lnTo>
                  <a:lnTo>
                    <a:pt x="3826774" y="1012960"/>
                  </a:lnTo>
                  <a:lnTo>
                    <a:pt x="3897119" y="1015680"/>
                  </a:lnTo>
                  <a:lnTo>
                    <a:pt x="3967463" y="1018371"/>
                  </a:lnTo>
                  <a:lnTo>
                    <a:pt x="4037808" y="1021031"/>
                  </a:lnTo>
                  <a:lnTo>
                    <a:pt x="4108152" y="1023662"/>
                  </a:lnTo>
                  <a:lnTo>
                    <a:pt x="4178496" y="1026263"/>
                  </a:lnTo>
                  <a:lnTo>
                    <a:pt x="4248841" y="1028835"/>
                  </a:lnTo>
                  <a:lnTo>
                    <a:pt x="4319185" y="1031379"/>
                  </a:lnTo>
                  <a:lnTo>
                    <a:pt x="4389530" y="1033895"/>
                  </a:lnTo>
                  <a:lnTo>
                    <a:pt x="4459874" y="1036382"/>
                  </a:lnTo>
                  <a:lnTo>
                    <a:pt x="4530219" y="1038842"/>
                  </a:lnTo>
                  <a:lnTo>
                    <a:pt x="4600563" y="1041274"/>
                  </a:lnTo>
                  <a:lnTo>
                    <a:pt x="4670908" y="1043679"/>
                  </a:lnTo>
                  <a:lnTo>
                    <a:pt x="4741252" y="1046057"/>
                  </a:lnTo>
                  <a:lnTo>
                    <a:pt x="4811597" y="1048409"/>
                  </a:lnTo>
                  <a:lnTo>
                    <a:pt x="4881941" y="1050735"/>
                  </a:lnTo>
                  <a:lnTo>
                    <a:pt x="4952286" y="1053035"/>
                  </a:lnTo>
                  <a:lnTo>
                    <a:pt x="5022630" y="1055309"/>
                  </a:lnTo>
                  <a:lnTo>
                    <a:pt x="5092975" y="1057558"/>
                  </a:lnTo>
                  <a:lnTo>
                    <a:pt x="5163319" y="1059782"/>
                  </a:lnTo>
                  <a:lnTo>
                    <a:pt x="5233664" y="1061981"/>
                  </a:lnTo>
                  <a:lnTo>
                    <a:pt x="5304008" y="1064155"/>
                  </a:lnTo>
                  <a:lnTo>
                    <a:pt x="5374353" y="1066306"/>
                  </a:lnTo>
                  <a:lnTo>
                    <a:pt x="5444697" y="1068432"/>
                  </a:lnTo>
                  <a:lnTo>
                    <a:pt x="5515042" y="1070535"/>
                  </a:lnTo>
                  <a:lnTo>
                    <a:pt x="5585386" y="1072614"/>
                  </a:lnTo>
                  <a:lnTo>
                    <a:pt x="5655731" y="1074670"/>
                  </a:lnTo>
                  <a:lnTo>
                    <a:pt x="5726075" y="1076703"/>
                  </a:lnTo>
                  <a:lnTo>
                    <a:pt x="5796420" y="1078714"/>
                  </a:lnTo>
                  <a:lnTo>
                    <a:pt x="5866764" y="1080702"/>
                  </a:lnTo>
                  <a:lnTo>
                    <a:pt x="5937109" y="1082668"/>
                  </a:lnTo>
                  <a:lnTo>
                    <a:pt x="6007453" y="1084612"/>
                  </a:lnTo>
                  <a:lnTo>
                    <a:pt x="6077798" y="1086535"/>
                  </a:lnTo>
                  <a:lnTo>
                    <a:pt x="6148142" y="1088436"/>
                  </a:lnTo>
                  <a:lnTo>
                    <a:pt x="6218487" y="1090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94440"/>
              <a:ext cx="6964104" cy="467895"/>
            </a:xfrm>
            <a:custGeom>
              <a:avLst/>
              <a:pathLst>
                <a:path w="6964104" h="467895">
                  <a:moveTo>
                    <a:pt x="6964104" y="467895"/>
                  </a:moveTo>
                  <a:lnTo>
                    <a:pt x="6893760" y="466362"/>
                  </a:lnTo>
                  <a:lnTo>
                    <a:pt x="6823415" y="464767"/>
                  </a:lnTo>
                  <a:lnTo>
                    <a:pt x="6753071" y="463108"/>
                  </a:lnTo>
                  <a:lnTo>
                    <a:pt x="6682726" y="461381"/>
                  </a:lnTo>
                  <a:lnTo>
                    <a:pt x="6612382" y="459585"/>
                  </a:lnTo>
                  <a:lnTo>
                    <a:pt x="6542037" y="457717"/>
                  </a:lnTo>
                  <a:lnTo>
                    <a:pt x="6471693" y="455773"/>
                  </a:lnTo>
                  <a:lnTo>
                    <a:pt x="6401348" y="453750"/>
                  </a:lnTo>
                  <a:lnTo>
                    <a:pt x="6331004" y="451646"/>
                  </a:lnTo>
                  <a:lnTo>
                    <a:pt x="6260659" y="449457"/>
                  </a:lnTo>
                  <a:lnTo>
                    <a:pt x="6190315" y="447179"/>
                  </a:lnTo>
                  <a:lnTo>
                    <a:pt x="6119970" y="444809"/>
                  </a:lnTo>
                  <a:lnTo>
                    <a:pt x="6049626" y="442344"/>
                  </a:lnTo>
                  <a:lnTo>
                    <a:pt x="5979281" y="439779"/>
                  </a:lnTo>
                  <a:lnTo>
                    <a:pt x="5908937" y="437110"/>
                  </a:lnTo>
                  <a:lnTo>
                    <a:pt x="5838592" y="434334"/>
                  </a:lnTo>
                  <a:lnTo>
                    <a:pt x="5768248" y="431446"/>
                  </a:lnTo>
                  <a:lnTo>
                    <a:pt x="5697903" y="428441"/>
                  </a:lnTo>
                  <a:lnTo>
                    <a:pt x="5627559" y="425314"/>
                  </a:lnTo>
                  <a:lnTo>
                    <a:pt x="5557214" y="422062"/>
                  </a:lnTo>
                  <a:lnTo>
                    <a:pt x="5486870" y="418678"/>
                  </a:lnTo>
                  <a:lnTo>
                    <a:pt x="5416525" y="415157"/>
                  </a:lnTo>
                  <a:lnTo>
                    <a:pt x="5346181" y="411494"/>
                  </a:lnTo>
                  <a:lnTo>
                    <a:pt x="5275836" y="407683"/>
                  </a:lnTo>
                  <a:lnTo>
                    <a:pt x="5205492" y="403718"/>
                  </a:lnTo>
                  <a:lnTo>
                    <a:pt x="5135147" y="399593"/>
                  </a:lnTo>
                  <a:lnTo>
                    <a:pt x="5064803" y="395302"/>
                  </a:lnTo>
                  <a:lnTo>
                    <a:pt x="4994458" y="390837"/>
                  </a:lnTo>
                  <a:lnTo>
                    <a:pt x="4924114" y="386192"/>
                  </a:lnTo>
                  <a:lnTo>
                    <a:pt x="4853769" y="381359"/>
                  </a:lnTo>
                  <a:lnTo>
                    <a:pt x="4783425" y="376332"/>
                  </a:lnTo>
                  <a:lnTo>
                    <a:pt x="4713080" y="371101"/>
                  </a:lnTo>
                  <a:lnTo>
                    <a:pt x="4642736" y="365659"/>
                  </a:lnTo>
                  <a:lnTo>
                    <a:pt x="4572391" y="359997"/>
                  </a:lnTo>
                  <a:lnTo>
                    <a:pt x="4502047" y="354106"/>
                  </a:lnTo>
                  <a:lnTo>
                    <a:pt x="4431702" y="347977"/>
                  </a:lnTo>
                  <a:lnTo>
                    <a:pt x="4361358" y="341601"/>
                  </a:lnTo>
                  <a:lnTo>
                    <a:pt x="4291013" y="334968"/>
                  </a:lnTo>
                  <a:lnTo>
                    <a:pt x="4220669" y="328066"/>
                  </a:lnTo>
                  <a:lnTo>
                    <a:pt x="4150324" y="320886"/>
                  </a:lnTo>
                  <a:lnTo>
                    <a:pt x="4079980" y="313416"/>
                  </a:lnTo>
                  <a:lnTo>
                    <a:pt x="4009635" y="305644"/>
                  </a:lnTo>
                  <a:lnTo>
                    <a:pt x="3939291" y="297559"/>
                  </a:lnTo>
                  <a:lnTo>
                    <a:pt x="3868946" y="289146"/>
                  </a:lnTo>
                  <a:lnTo>
                    <a:pt x="3798602" y="280394"/>
                  </a:lnTo>
                  <a:lnTo>
                    <a:pt x="3728257" y="271289"/>
                  </a:lnTo>
                  <a:lnTo>
                    <a:pt x="3657913" y="261816"/>
                  </a:lnTo>
                  <a:lnTo>
                    <a:pt x="3587569" y="251960"/>
                  </a:lnTo>
                  <a:lnTo>
                    <a:pt x="3517224" y="241706"/>
                  </a:lnTo>
                  <a:lnTo>
                    <a:pt x="3446880" y="231038"/>
                  </a:lnTo>
                  <a:lnTo>
                    <a:pt x="3376535" y="219939"/>
                  </a:lnTo>
                  <a:lnTo>
                    <a:pt x="3306191" y="208392"/>
                  </a:lnTo>
                  <a:lnTo>
                    <a:pt x="3235846" y="203685"/>
                  </a:lnTo>
                  <a:lnTo>
                    <a:pt x="3165502" y="200281"/>
                  </a:lnTo>
                  <a:lnTo>
                    <a:pt x="3095157" y="196839"/>
                  </a:lnTo>
                  <a:lnTo>
                    <a:pt x="3024813" y="193358"/>
                  </a:lnTo>
                  <a:lnTo>
                    <a:pt x="2954468" y="189838"/>
                  </a:lnTo>
                  <a:lnTo>
                    <a:pt x="2884124" y="186278"/>
                  </a:lnTo>
                  <a:lnTo>
                    <a:pt x="2813779" y="182679"/>
                  </a:lnTo>
                  <a:lnTo>
                    <a:pt x="2743435" y="179038"/>
                  </a:lnTo>
                  <a:lnTo>
                    <a:pt x="2673090" y="175357"/>
                  </a:lnTo>
                  <a:lnTo>
                    <a:pt x="2602746" y="171634"/>
                  </a:lnTo>
                  <a:lnTo>
                    <a:pt x="2532401" y="167869"/>
                  </a:lnTo>
                  <a:lnTo>
                    <a:pt x="2462057" y="164062"/>
                  </a:lnTo>
                  <a:lnTo>
                    <a:pt x="2391712" y="160212"/>
                  </a:lnTo>
                  <a:lnTo>
                    <a:pt x="2321368" y="156319"/>
                  </a:lnTo>
                  <a:lnTo>
                    <a:pt x="2251023" y="152381"/>
                  </a:lnTo>
                  <a:lnTo>
                    <a:pt x="2180679" y="148400"/>
                  </a:lnTo>
                  <a:lnTo>
                    <a:pt x="2110334" y="144373"/>
                  </a:lnTo>
                  <a:lnTo>
                    <a:pt x="2039990" y="140302"/>
                  </a:lnTo>
                  <a:lnTo>
                    <a:pt x="1969645" y="136184"/>
                  </a:lnTo>
                  <a:lnTo>
                    <a:pt x="1899301" y="132020"/>
                  </a:lnTo>
                  <a:lnTo>
                    <a:pt x="1828956" y="127809"/>
                  </a:lnTo>
                  <a:lnTo>
                    <a:pt x="1758612" y="123550"/>
                  </a:lnTo>
                  <a:lnTo>
                    <a:pt x="1688267" y="119244"/>
                  </a:lnTo>
                  <a:lnTo>
                    <a:pt x="1617923" y="114889"/>
                  </a:lnTo>
                  <a:lnTo>
                    <a:pt x="1547578" y="110485"/>
                  </a:lnTo>
                  <a:lnTo>
                    <a:pt x="1477234" y="106032"/>
                  </a:lnTo>
                  <a:lnTo>
                    <a:pt x="1406889" y="101528"/>
                  </a:lnTo>
                  <a:lnTo>
                    <a:pt x="1336545" y="96973"/>
                  </a:lnTo>
                  <a:lnTo>
                    <a:pt x="1266200" y="92368"/>
                  </a:lnTo>
                  <a:lnTo>
                    <a:pt x="1195856" y="87710"/>
                  </a:lnTo>
                  <a:lnTo>
                    <a:pt x="1125511" y="83000"/>
                  </a:lnTo>
                  <a:lnTo>
                    <a:pt x="1055167" y="78237"/>
                  </a:lnTo>
                  <a:lnTo>
                    <a:pt x="984822" y="73420"/>
                  </a:lnTo>
                  <a:lnTo>
                    <a:pt x="914478" y="68549"/>
                  </a:lnTo>
                  <a:lnTo>
                    <a:pt x="844133" y="63623"/>
                  </a:lnTo>
                  <a:lnTo>
                    <a:pt x="773789" y="58641"/>
                  </a:lnTo>
                  <a:lnTo>
                    <a:pt x="703444" y="53604"/>
                  </a:lnTo>
                  <a:lnTo>
                    <a:pt x="633100" y="48510"/>
                  </a:lnTo>
                  <a:lnTo>
                    <a:pt x="562755" y="43358"/>
                  </a:lnTo>
                  <a:lnTo>
                    <a:pt x="492411" y="38148"/>
                  </a:lnTo>
                  <a:lnTo>
                    <a:pt x="422066" y="32880"/>
                  </a:lnTo>
                  <a:lnTo>
                    <a:pt x="351722" y="27552"/>
                  </a:lnTo>
                  <a:lnTo>
                    <a:pt x="281377" y="22164"/>
                  </a:lnTo>
                  <a:lnTo>
                    <a:pt x="211033" y="16716"/>
                  </a:lnTo>
                  <a:lnTo>
                    <a:pt x="140688" y="11206"/>
                  </a:lnTo>
                  <a:lnTo>
                    <a:pt x="70344" y="56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16732"/>
              <a:ext cx="6964104" cy="903970"/>
            </a:xfrm>
            <a:custGeom>
              <a:avLst/>
              <a:pathLst>
                <a:path w="6964104" h="903970">
                  <a:moveTo>
                    <a:pt x="0" y="0"/>
                  </a:moveTo>
                  <a:lnTo>
                    <a:pt x="70344" y="24664"/>
                  </a:lnTo>
                  <a:lnTo>
                    <a:pt x="140688" y="48710"/>
                  </a:lnTo>
                  <a:lnTo>
                    <a:pt x="211033" y="72154"/>
                  </a:lnTo>
                  <a:lnTo>
                    <a:pt x="281377" y="95009"/>
                  </a:lnTo>
                  <a:lnTo>
                    <a:pt x="351722" y="117291"/>
                  </a:lnTo>
                  <a:lnTo>
                    <a:pt x="422066" y="139015"/>
                  </a:lnTo>
                  <a:lnTo>
                    <a:pt x="492411" y="160193"/>
                  </a:lnTo>
                  <a:lnTo>
                    <a:pt x="562755" y="180841"/>
                  </a:lnTo>
                  <a:lnTo>
                    <a:pt x="633100" y="200970"/>
                  </a:lnTo>
                  <a:lnTo>
                    <a:pt x="703444" y="220595"/>
                  </a:lnTo>
                  <a:lnTo>
                    <a:pt x="773789" y="239728"/>
                  </a:lnTo>
                  <a:lnTo>
                    <a:pt x="844133" y="258381"/>
                  </a:lnTo>
                  <a:lnTo>
                    <a:pt x="914478" y="276567"/>
                  </a:lnTo>
                  <a:lnTo>
                    <a:pt x="984822" y="294296"/>
                  </a:lnTo>
                  <a:lnTo>
                    <a:pt x="1055167" y="311581"/>
                  </a:lnTo>
                  <a:lnTo>
                    <a:pt x="1125511" y="328432"/>
                  </a:lnTo>
                  <a:lnTo>
                    <a:pt x="1195856" y="344860"/>
                  </a:lnTo>
                  <a:lnTo>
                    <a:pt x="1266200" y="360877"/>
                  </a:lnTo>
                  <a:lnTo>
                    <a:pt x="1336545" y="376492"/>
                  </a:lnTo>
                  <a:lnTo>
                    <a:pt x="1406889" y="391716"/>
                  </a:lnTo>
                  <a:lnTo>
                    <a:pt x="1477234" y="406557"/>
                  </a:lnTo>
                  <a:lnTo>
                    <a:pt x="1547578" y="421027"/>
                  </a:lnTo>
                  <a:lnTo>
                    <a:pt x="1617923" y="435133"/>
                  </a:lnTo>
                  <a:lnTo>
                    <a:pt x="1688267" y="448886"/>
                  </a:lnTo>
                  <a:lnTo>
                    <a:pt x="1758612" y="462294"/>
                  </a:lnTo>
                  <a:lnTo>
                    <a:pt x="1828956" y="475366"/>
                  </a:lnTo>
                  <a:lnTo>
                    <a:pt x="1899301" y="488110"/>
                  </a:lnTo>
                  <a:lnTo>
                    <a:pt x="1969645" y="500534"/>
                  </a:lnTo>
                  <a:lnTo>
                    <a:pt x="2039990" y="512647"/>
                  </a:lnTo>
                  <a:lnTo>
                    <a:pt x="2110334" y="524456"/>
                  </a:lnTo>
                  <a:lnTo>
                    <a:pt x="2180679" y="535969"/>
                  </a:lnTo>
                  <a:lnTo>
                    <a:pt x="2251023" y="547194"/>
                  </a:lnTo>
                  <a:lnTo>
                    <a:pt x="2321368" y="558136"/>
                  </a:lnTo>
                  <a:lnTo>
                    <a:pt x="2391712" y="568805"/>
                  </a:lnTo>
                  <a:lnTo>
                    <a:pt x="2462057" y="579205"/>
                  </a:lnTo>
                  <a:lnTo>
                    <a:pt x="2532401" y="589345"/>
                  </a:lnTo>
                  <a:lnTo>
                    <a:pt x="2602746" y="599231"/>
                  </a:lnTo>
                  <a:lnTo>
                    <a:pt x="2673090" y="608869"/>
                  </a:lnTo>
                  <a:lnTo>
                    <a:pt x="2743435" y="618265"/>
                  </a:lnTo>
                  <a:lnTo>
                    <a:pt x="2813779" y="627426"/>
                  </a:lnTo>
                  <a:lnTo>
                    <a:pt x="2884124" y="636356"/>
                  </a:lnTo>
                  <a:lnTo>
                    <a:pt x="2954468" y="645063"/>
                  </a:lnTo>
                  <a:lnTo>
                    <a:pt x="3024813" y="653552"/>
                  </a:lnTo>
                  <a:lnTo>
                    <a:pt x="3095157" y="661827"/>
                  </a:lnTo>
                  <a:lnTo>
                    <a:pt x="3165502" y="669895"/>
                  </a:lnTo>
                  <a:lnTo>
                    <a:pt x="3235846" y="677761"/>
                  </a:lnTo>
                  <a:lnTo>
                    <a:pt x="3306191" y="685430"/>
                  </a:lnTo>
                  <a:lnTo>
                    <a:pt x="3376535" y="692906"/>
                  </a:lnTo>
                  <a:lnTo>
                    <a:pt x="3446880" y="700195"/>
                  </a:lnTo>
                  <a:lnTo>
                    <a:pt x="3517224" y="707301"/>
                  </a:lnTo>
                  <a:lnTo>
                    <a:pt x="3587569" y="714228"/>
                  </a:lnTo>
                  <a:lnTo>
                    <a:pt x="3657913" y="720983"/>
                  </a:lnTo>
                  <a:lnTo>
                    <a:pt x="3728257" y="727567"/>
                  </a:lnTo>
                  <a:lnTo>
                    <a:pt x="3798602" y="733987"/>
                  </a:lnTo>
                  <a:lnTo>
                    <a:pt x="3868946" y="740245"/>
                  </a:lnTo>
                  <a:lnTo>
                    <a:pt x="3939291" y="746347"/>
                  </a:lnTo>
                  <a:lnTo>
                    <a:pt x="4009635" y="752296"/>
                  </a:lnTo>
                  <a:lnTo>
                    <a:pt x="4079980" y="758095"/>
                  </a:lnTo>
                  <a:lnTo>
                    <a:pt x="4150324" y="763749"/>
                  </a:lnTo>
                  <a:lnTo>
                    <a:pt x="4220669" y="769261"/>
                  </a:lnTo>
                  <a:lnTo>
                    <a:pt x="4291013" y="774635"/>
                  </a:lnTo>
                  <a:lnTo>
                    <a:pt x="4361358" y="779874"/>
                  </a:lnTo>
                  <a:lnTo>
                    <a:pt x="4431702" y="784982"/>
                  </a:lnTo>
                  <a:lnTo>
                    <a:pt x="4502047" y="789962"/>
                  </a:lnTo>
                  <a:lnTo>
                    <a:pt x="4572391" y="794817"/>
                  </a:lnTo>
                  <a:lnTo>
                    <a:pt x="4642736" y="799550"/>
                  </a:lnTo>
                  <a:lnTo>
                    <a:pt x="4713080" y="804164"/>
                  </a:lnTo>
                  <a:lnTo>
                    <a:pt x="4783425" y="808663"/>
                  </a:lnTo>
                  <a:lnTo>
                    <a:pt x="4853769" y="813049"/>
                  </a:lnTo>
                  <a:lnTo>
                    <a:pt x="4924114" y="817325"/>
                  </a:lnTo>
                  <a:lnTo>
                    <a:pt x="4994458" y="821494"/>
                  </a:lnTo>
                  <a:lnTo>
                    <a:pt x="5064803" y="825558"/>
                  </a:lnTo>
                  <a:lnTo>
                    <a:pt x="5135147" y="829520"/>
                  </a:lnTo>
                  <a:lnTo>
                    <a:pt x="5205492" y="833383"/>
                  </a:lnTo>
                  <a:lnTo>
                    <a:pt x="5275836" y="837149"/>
                  </a:lnTo>
                  <a:lnTo>
                    <a:pt x="5346181" y="840821"/>
                  </a:lnTo>
                  <a:lnTo>
                    <a:pt x="5416525" y="844400"/>
                  </a:lnTo>
                  <a:lnTo>
                    <a:pt x="5486870" y="847890"/>
                  </a:lnTo>
                  <a:lnTo>
                    <a:pt x="5557214" y="851292"/>
                  </a:lnTo>
                  <a:lnTo>
                    <a:pt x="5627559" y="854609"/>
                  </a:lnTo>
                  <a:lnTo>
                    <a:pt x="5697903" y="857843"/>
                  </a:lnTo>
                  <a:lnTo>
                    <a:pt x="5768248" y="860995"/>
                  </a:lnTo>
                  <a:lnTo>
                    <a:pt x="5838592" y="864069"/>
                  </a:lnTo>
                  <a:lnTo>
                    <a:pt x="5908937" y="867065"/>
                  </a:lnTo>
                  <a:lnTo>
                    <a:pt x="5979281" y="869987"/>
                  </a:lnTo>
                  <a:lnTo>
                    <a:pt x="6049626" y="872835"/>
                  </a:lnTo>
                  <a:lnTo>
                    <a:pt x="6119970" y="875611"/>
                  </a:lnTo>
                  <a:lnTo>
                    <a:pt x="6190315" y="878318"/>
                  </a:lnTo>
                  <a:lnTo>
                    <a:pt x="6260659" y="880958"/>
                  </a:lnTo>
                  <a:lnTo>
                    <a:pt x="6331004" y="883531"/>
                  </a:lnTo>
                  <a:lnTo>
                    <a:pt x="6401348" y="886039"/>
                  </a:lnTo>
                  <a:lnTo>
                    <a:pt x="6471693" y="888485"/>
                  </a:lnTo>
                  <a:lnTo>
                    <a:pt x="6542037" y="890869"/>
                  </a:lnTo>
                  <a:lnTo>
                    <a:pt x="6612382" y="893193"/>
                  </a:lnTo>
                  <a:lnTo>
                    <a:pt x="6682726" y="895459"/>
                  </a:lnTo>
                  <a:lnTo>
                    <a:pt x="6753071" y="897669"/>
                  </a:lnTo>
                  <a:lnTo>
                    <a:pt x="6823415" y="899823"/>
                  </a:lnTo>
                  <a:lnTo>
                    <a:pt x="6893760" y="901923"/>
                  </a:lnTo>
                  <a:lnTo>
                    <a:pt x="6964104" y="9039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19243"/>
            </a:xfrm>
            <a:custGeom>
              <a:avLst/>
              <a:pathLst>
                <a:path w="6964104" h="1219243">
                  <a:moveTo>
                    <a:pt x="745617" y="0"/>
                  </a:moveTo>
                  <a:lnTo>
                    <a:pt x="773789" y="20010"/>
                  </a:lnTo>
                  <a:lnTo>
                    <a:pt x="844133" y="68036"/>
                  </a:lnTo>
                  <a:lnTo>
                    <a:pt x="914478" y="114198"/>
                  </a:lnTo>
                  <a:lnTo>
                    <a:pt x="984822" y="158568"/>
                  </a:lnTo>
                  <a:lnTo>
                    <a:pt x="1055167" y="201215"/>
                  </a:lnTo>
                  <a:lnTo>
                    <a:pt x="1125511" y="242207"/>
                  </a:lnTo>
                  <a:lnTo>
                    <a:pt x="1195856" y="281608"/>
                  </a:lnTo>
                  <a:lnTo>
                    <a:pt x="1266200" y="319479"/>
                  </a:lnTo>
                  <a:lnTo>
                    <a:pt x="1336545" y="355880"/>
                  </a:lnTo>
                  <a:lnTo>
                    <a:pt x="1406889" y="390868"/>
                  </a:lnTo>
                  <a:lnTo>
                    <a:pt x="1477234" y="424498"/>
                  </a:lnTo>
                  <a:lnTo>
                    <a:pt x="1547578" y="456822"/>
                  </a:lnTo>
                  <a:lnTo>
                    <a:pt x="1617923" y="487892"/>
                  </a:lnTo>
                  <a:lnTo>
                    <a:pt x="1688267" y="517755"/>
                  </a:lnTo>
                  <a:lnTo>
                    <a:pt x="1758612" y="546459"/>
                  </a:lnTo>
                  <a:lnTo>
                    <a:pt x="1828956" y="574049"/>
                  </a:lnTo>
                  <a:lnTo>
                    <a:pt x="1899301" y="600568"/>
                  </a:lnTo>
                  <a:lnTo>
                    <a:pt x="1969645" y="626058"/>
                  </a:lnTo>
                  <a:lnTo>
                    <a:pt x="2039990" y="650558"/>
                  </a:lnTo>
                  <a:lnTo>
                    <a:pt x="2110334" y="674107"/>
                  </a:lnTo>
                  <a:lnTo>
                    <a:pt x="2180679" y="696742"/>
                  </a:lnTo>
                  <a:lnTo>
                    <a:pt x="2251023" y="718498"/>
                  </a:lnTo>
                  <a:lnTo>
                    <a:pt x="2321368" y="739410"/>
                  </a:lnTo>
                  <a:lnTo>
                    <a:pt x="2391712" y="759510"/>
                  </a:lnTo>
                  <a:lnTo>
                    <a:pt x="2462057" y="778830"/>
                  </a:lnTo>
                  <a:lnTo>
                    <a:pt x="2532401" y="797399"/>
                  </a:lnTo>
                  <a:lnTo>
                    <a:pt x="2602746" y="815248"/>
                  </a:lnTo>
                  <a:lnTo>
                    <a:pt x="2673090" y="832404"/>
                  </a:lnTo>
                  <a:lnTo>
                    <a:pt x="2743435" y="848894"/>
                  </a:lnTo>
                  <a:lnTo>
                    <a:pt x="2813779" y="864744"/>
                  </a:lnTo>
                  <a:lnTo>
                    <a:pt x="2884124" y="879979"/>
                  </a:lnTo>
                  <a:lnTo>
                    <a:pt x="2954468" y="894622"/>
                  </a:lnTo>
                  <a:lnTo>
                    <a:pt x="3024813" y="908697"/>
                  </a:lnTo>
                  <a:lnTo>
                    <a:pt x="3095157" y="922225"/>
                  </a:lnTo>
                  <a:lnTo>
                    <a:pt x="3165502" y="935229"/>
                  </a:lnTo>
                  <a:lnTo>
                    <a:pt x="3235846" y="947727"/>
                  </a:lnTo>
                  <a:lnTo>
                    <a:pt x="3306191" y="958399"/>
                  </a:lnTo>
                  <a:lnTo>
                    <a:pt x="3376535" y="961727"/>
                  </a:lnTo>
                  <a:lnTo>
                    <a:pt x="3446880" y="965018"/>
                  </a:lnTo>
                  <a:lnTo>
                    <a:pt x="3517224" y="968273"/>
                  </a:lnTo>
                  <a:lnTo>
                    <a:pt x="3587569" y="971491"/>
                  </a:lnTo>
                  <a:lnTo>
                    <a:pt x="3657913" y="974674"/>
                  </a:lnTo>
                  <a:lnTo>
                    <a:pt x="3728257" y="977821"/>
                  </a:lnTo>
                  <a:lnTo>
                    <a:pt x="3798602" y="980933"/>
                  </a:lnTo>
                  <a:lnTo>
                    <a:pt x="3868946" y="984010"/>
                  </a:lnTo>
                  <a:lnTo>
                    <a:pt x="3939291" y="987053"/>
                  </a:lnTo>
                  <a:lnTo>
                    <a:pt x="4009635" y="990062"/>
                  </a:lnTo>
                  <a:lnTo>
                    <a:pt x="4079980" y="993038"/>
                  </a:lnTo>
                  <a:lnTo>
                    <a:pt x="4150324" y="995981"/>
                  </a:lnTo>
                  <a:lnTo>
                    <a:pt x="4220669" y="998890"/>
                  </a:lnTo>
                  <a:lnTo>
                    <a:pt x="4291013" y="1001768"/>
                  </a:lnTo>
                  <a:lnTo>
                    <a:pt x="4361358" y="1004613"/>
                  </a:lnTo>
                  <a:lnTo>
                    <a:pt x="4431702" y="1007426"/>
                  </a:lnTo>
                  <a:lnTo>
                    <a:pt x="4502047" y="1010209"/>
                  </a:lnTo>
                  <a:lnTo>
                    <a:pt x="4572391" y="1012960"/>
                  </a:lnTo>
                  <a:lnTo>
                    <a:pt x="4642736" y="1015680"/>
                  </a:lnTo>
                  <a:lnTo>
                    <a:pt x="4713080" y="1018371"/>
                  </a:lnTo>
                  <a:lnTo>
                    <a:pt x="4783425" y="1021031"/>
                  </a:lnTo>
                  <a:lnTo>
                    <a:pt x="4853769" y="1023662"/>
                  </a:lnTo>
                  <a:lnTo>
                    <a:pt x="4924114" y="1026263"/>
                  </a:lnTo>
                  <a:lnTo>
                    <a:pt x="4994458" y="1028835"/>
                  </a:lnTo>
                  <a:lnTo>
                    <a:pt x="5064803" y="1031379"/>
                  </a:lnTo>
                  <a:lnTo>
                    <a:pt x="5135147" y="1033895"/>
                  </a:lnTo>
                  <a:lnTo>
                    <a:pt x="5205492" y="1036382"/>
                  </a:lnTo>
                  <a:lnTo>
                    <a:pt x="5275836" y="1038842"/>
                  </a:lnTo>
                  <a:lnTo>
                    <a:pt x="5346181" y="1041274"/>
                  </a:lnTo>
                  <a:lnTo>
                    <a:pt x="5416525" y="1043679"/>
                  </a:lnTo>
                  <a:lnTo>
                    <a:pt x="5486870" y="1046057"/>
                  </a:lnTo>
                  <a:lnTo>
                    <a:pt x="5557214" y="1048409"/>
                  </a:lnTo>
                  <a:lnTo>
                    <a:pt x="5627559" y="1050735"/>
                  </a:lnTo>
                  <a:lnTo>
                    <a:pt x="5697903" y="1053035"/>
                  </a:lnTo>
                  <a:lnTo>
                    <a:pt x="5768248" y="1055309"/>
                  </a:lnTo>
                  <a:lnTo>
                    <a:pt x="5838592" y="1057558"/>
                  </a:lnTo>
                  <a:lnTo>
                    <a:pt x="5908937" y="1059782"/>
                  </a:lnTo>
                  <a:lnTo>
                    <a:pt x="5979281" y="1061981"/>
                  </a:lnTo>
                  <a:lnTo>
                    <a:pt x="6049626" y="1064155"/>
                  </a:lnTo>
                  <a:lnTo>
                    <a:pt x="6119970" y="1066306"/>
                  </a:lnTo>
                  <a:lnTo>
                    <a:pt x="6190315" y="1068432"/>
                  </a:lnTo>
                  <a:lnTo>
                    <a:pt x="6260659" y="1070535"/>
                  </a:lnTo>
                  <a:lnTo>
                    <a:pt x="6331004" y="1072614"/>
                  </a:lnTo>
                  <a:lnTo>
                    <a:pt x="6401348" y="1074670"/>
                  </a:lnTo>
                  <a:lnTo>
                    <a:pt x="6471693" y="1076703"/>
                  </a:lnTo>
                  <a:lnTo>
                    <a:pt x="6542037" y="1078714"/>
                  </a:lnTo>
                  <a:lnTo>
                    <a:pt x="6612382" y="1080702"/>
                  </a:lnTo>
                  <a:lnTo>
                    <a:pt x="6682726" y="1082668"/>
                  </a:lnTo>
                  <a:lnTo>
                    <a:pt x="6753071" y="1084612"/>
                  </a:lnTo>
                  <a:lnTo>
                    <a:pt x="6823415" y="1086535"/>
                  </a:lnTo>
                  <a:lnTo>
                    <a:pt x="6893760" y="1088436"/>
                  </a:lnTo>
                  <a:lnTo>
                    <a:pt x="6964104" y="1090315"/>
                  </a:lnTo>
                  <a:lnTo>
                    <a:pt x="6964104" y="1219243"/>
                  </a:lnTo>
                  <a:lnTo>
                    <a:pt x="6893760" y="1217710"/>
                  </a:lnTo>
                  <a:lnTo>
                    <a:pt x="6823415" y="1216115"/>
                  </a:lnTo>
                  <a:lnTo>
                    <a:pt x="6753071" y="1214456"/>
                  </a:lnTo>
                  <a:lnTo>
                    <a:pt x="6682726" y="1212730"/>
                  </a:lnTo>
                  <a:lnTo>
                    <a:pt x="6612382" y="1210934"/>
                  </a:lnTo>
                  <a:lnTo>
                    <a:pt x="6542037" y="1209065"/>
                  </a:lnTo>
                  <a:lnTo>
                    <a:pt x="6471693" y="1207121"/>
                  </a:lnTo>
                  <a:lnTo>
                    <a:pt x="6401348" y="1205098"/>
                  </a:lnTo>
                  <a:lnTo>
                    <a:pt x="6331004" y="1202994"/>
                  </a:lnTo>
                  <a:lnTo>
                    <a:pt x="6260659" y="1200805"/>
                  </a:lnTo>
                  <a:lnTo>
                    <a:pt x="6190315" y="1198527"/>
                  </a:lnTo>
                  <a:lnTo>
                    <a:pt x="6119970" y="1196157"/>
                  </a:lnTo>
                  <a:lnTo>
                    <a:pt x="6049626" y="1193692"/>
                  </a:lnTo>
                  <a:lnTo>
                    <a:pt x="5979281" y="1191127"/>
                  </a:lnTo>
                  <a:lnTo>
                    <a:pt x="5908937" y="1188459"/>
                  </a:lnTo>
                  <a:lnTo>
                    <a:pt x="5838592" y="1185682"/>
                  </a:lnTo>
                  <a:lnTo>
                    <a:pt x="5768248" y="1182794"/>
                  </a:lnTo>
                  <a:lnTo>
                    <a:pt x="5697903" y="1179789"/>
                  </a:lnTo>
                  <a:lnTo>
                    <a:pt x="5627559" y="1176663"/>
                  </a:lnTo>
                  <a:lnTo>
                    <a:pt x="5557214" y="1173410"/>
                  </a:lnTo>
                  <a:lnTo>
                    <a:pt x="5486870" y="1170026"/>
                  </a:lnTo>
                  <a:lnTo>
                    <a:pt x="5416525" y="1166505"/>
                  </a:lnTo>
                  <a:lnTo>
                    <a:pt x="5346181" y="1162842"/>
                  </a:lnTo>
                  <a:lnTo>
                    <a:pt x="5275836" y="1159031"/>
                  </a:lnTo>
                  <a:lnTo>
                    <a:pt x="5205492" y="1155067"/>
                  </a:lnTo>
                  <a:lnTo>
                    <a:pt x="5135147" y="1150942"/>
                  </a:lnTo>
                  <a:lnTo>
                    <a:pt x="5064803" y="1146650"/>
                  </a:lnTo>
                  <a:lnTo>
                    <a:pt x="4994458" y="1142186"/>
                  </a:lnTo>
                  <a:lnTo>
                    <a:pt x="4924114" y="1137540"/>
                  </a:lnTo>
                  <a:lnTo>
                    <a:pt x="4853769" y="1132708"/>
                  </a:lnTo>
                  <a:lnTo>
                    <a:pt x="4783425" y="1127680"/>
                  </a:lnTo>
                  <a:lnTo>
                    <a:pt x="4713080" y="1122449"/>
                  </a:lnTo>
                  <a:lnTo>
                    <a:pt x="4642736" y="1117007"/>
                  </a:lnTo>
                  <a:lnTo>
                    <a:pt x="4572391" y="1111345"/>
                  </a:lnTo>
                  <a:lnTo>
                    <a:pt x="4502047" y="1105454"/>
                  </a:lnTo>
                  <a:lnTo>
                    <a:pt x="4431702" y="1099326"/>
                  </a:lnTo>
                  <a:lnTo>
                    <a:pt x="4361358" y="1092950"/>
                  </a:lnTo>
                  <a:lnTo>
                    <a:pt x="4291013" y="1086316"/>
                  </a:lnTo>
                  <a:lnTo>
                    <a:pt x="4220669" y="1079415"/>
                  </a:lnTo>
                  <a:lnTo>
                    <a:pt x="4150324" y="1072235"/>
                  </a:lnTo>
                  <a:lnTo>
                    <a:pt x="4079980" y="1064764"/>
                  </a:lnTo>
                  <a:lnTo>
                    <a:pt x="4009635" y="1056993"/>
                  </a:lnTo>
                  <a:lnTo>
                    <a:pt x="3939291" y="1048907"/>
                  </a:lnTo>
                  <a:lnTo>
                    <a:pt x="3868946" y="1040495"/>
                  </a:lnTo>
                  <a:lnTo>
                    <a:pt x="3798602" y="1031743"/>
                  </a:lnTo>
                  <a:lnTo>
                    <a:pt x="3728257" y="1022637"/>
                  </a:lnTo>
                  <a:lnTo>
                    <a:pt x="3657913" y="1013164"/>
                  </a:lnTo>
                  <a:lnTo>
                    <a:pt x="3587569" y="1003308"/>
                  </a:lnTo>
                  <a:lnTo>
                    <a:pt x="3517224" y="993054"/>
                  </a:lnTo>
                  <a:lnTo>
                    <a:pt x="3446880" y="982386"/>
                  </a:lnTo>
                  <a:lnTo>
                    <a:pt x="3376535" y="971288"/>
                  </a:lnTo>
                  <a:lnTo>
                    <a:pt x="3306191" y="959741"/>
                  </a:lnTo>
                  <a:lnTo>
                    <a:pt x="3235846" y="955033"/>
                  </a:lnTo>
                  <a:lnTo>
                    <a:pt x="3165502" y="951629"/>
                  </a:lnTo>
                  <a:lnTo>
                    <a:pt x="3095157" y="948187"/>
                  </a:lnTo>
                  <a:lnTo>
                    <a:pt x="3024813" y="944706"/>
                  </a:lnTo>
                  <a:lnTo>
                    <a:pt x="2954468" y="941186"/>
                  </a:lnTo>
                  <a:lnTo>
                    <a:pt x="2884124" y="937627"/>
                  </a:lnTo>
                  <a:lnTo>
                    <a:pt x="2813779" y="934027"/>
                  </a:lnTo>
                  <a:lnTo>
                    <a:pt x="2743435" y="930387"/>
                  </a:lnTo>
                  <a:lnTo>
                    <a:pt x="2673090" y="926705"/>
                  </a:lnTo>
                  <a:lnTo>
                    <a:pt x="2602746" y="922982"/>
                  </a:lnTo>
                  <a:lnTo>
                    <a:pt x="2532401" y="919218"/>
                  </a:lnTo>
                  <a:lnTo>
                    <a:pt x="2462057" y="915410"/>
                  </a:lnTo>
                  <a:lnTo>
                    <a:pt x="2391712" y="911560"/>
                  </a:lnTo>
                  <a:lnTo>
                    <a:pt x="2321368" y="907667"/>
                  </a:lnTo>
                  <a:lnTo>
                    <a:pt x="2251023" y="903730"/>
                  </a:lnTo>
                  <a:lnTo>
                    <a:pt x="2180679" y="899748"/>
                  </a:lnTo>
                  <a:lnTo>
                    <a:pt x="2110334" y="895722"/>
                  </a:lnTo>
                  <a:lnTo>
                    <a:pt x="2039990" y="891650"/>
                  </a:lnTo>
                  <a:lnTo>
                    <a:pt x="1969645" y="887532"/>
                  </a:lnTo>
                  <a:lnTo>
                    <a:pt x="1899301" y="883368"/>
                  </a:lnTo>
                  <a:lnTo>
                    <a:pt x="1828956" y="879157"/>
                  </a:lnTo>
                  <a:lnTo>
                    <a:pt x="1758612" y="874899"/>
                  </a:lnTo>
                  <a:lnTo>
                    <a:pt x="1688267" y="870592"/>
                  </a:lnTo>
                  <a:lnTo>
                    <a:pt x="1617923" y="866237"/>
                  </a:lnTo>
                  <a:lnTo>
                    <a:pt x="1547578" y="861833"/>
                  </a:lnTo>
                  <a:lnTo>
                    <a:pt x="1477234" y="857380"/>
                  </a:lnTo>
                  <a:lnTo>
                    <a:pt x="1406889" y="852876"/>
                  </a:lnTo>
                  <a:lnTo>
                    <a:pt x="1336545" y="848322"/>
                  </a:lnTo>
                  <a:lnTo>
                    <a:pt x="1266200" y="843716"/>
                  </a:lnTo>
                  <a:lnTo>
                    <a:pt x="1195856" y="839058"/>
                  </a:lnTo>
                  <a:lnTo>
                    <a:pt x="1125511" y="834348"/>
                  </a:lnTo>
                  <a:lnTo>
                    <a:pt x="1055167" y="829585"/>
                  </a:lnTo>
                  <a:lnTo>
                    <a:pt x="984822" y="824768"/>
                  </a:lnTo>
                  <a:lnTo>
                    <a:pt x="914478" y="819897"/>
                  </a:lnTo>
                  <a:lnTo>
                    <a:pt x="844133" y="814971"/>
                  </a:lnTo>
                  <a:lnTo>
                    <a:pt x="773789" y="809990"/>
                  </a:lnTo>
                  <a:lnTo>
                    <a:pt x="703444" y="804952"/>
                  </a:lnTo>
                  <a:lnTo>
                    <a:pt x="633100" y="799858"/>
                  </a:lnTo>
                  <a:lnTo>
                    <a:pt x="562755" y="794706"/>
                  </a:lnTo>
                  <a:lnTo>
                    <a:pt x="492411" y="789496"/>
                  </a:lnTo>
                  <a:lnTo>
                    <a:pt x="422066" y="784228"/>
                  </a:lnTo>
                  <a:lnTo>
                    <a:pt x="351722" y="778900"/>
                  </a:lnTo>
                  <a:lnTo>
                    <a:pt x="281377" y="773513"/>
                  </a:lnTo>
                  <a:lnTo>
                    <a:pt x="211033" y="768064"/>
                  </a:lnTo>
                  <a:lnTo>
                    <a:pt x="140688" y="762554"/>
                  </a:lnTo>
                  <a:lnTo>
                    <a:pt x="70344" y="756982"/>
                  </a:lnTo>
                  <a:lnTo>
                    <a:pt x="0" y="751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80929" y="4336484"/>
              <a:ext cx="6218487" cy="1090315"/>
            </a:xfrm>
            <a:custGeom>
              <a:avLst/>
              <a:pathLst>
                <a:path w="6218487" h="1090315">
                  <a:moveTo>
                    <a:pt x="0" y="0"/>
                  </a:moveTo>
                  <a:lnTo>
                    <a:pt x="28172" y="20010"/>
                  </a:lnTo>
                  <a:lnTo>
                    <a:pt x="98516" y="68036"/>
                  </a:lnTo>
                  <a:lnTo>
                    <a:pt x="168861" y="114198"/>
                  </a:lnTo>
                  <a:lnTo>
                    <a:pt x="239205" y="158568"/>
                  </a:lnTo>
                  <a:lnTo>
                    <a:pt x="309550" y="201215"/>
                  </a:lnTo>
                  <a:lnTo>
                    <a:pt x="379894" y="242207"/>
                  </a:lnTo>
                  <a:lnTo>
                    <a:pt x="450238" y="281608"/>
                  </a:lnTo>
                  <a:lnTo>
                    <a:pt x="520583" y="319479"/>
                  </a:lnTo>
                  <a:lnTo>
                    <a:pt x="590927" y="355880"/>
                  </a:lnTo>
                  <a:lnTo>
                    <a:pt x="661272" y="390868"/>
                  </a:lnTo>
                  <a:lnTo>
                    <a:pt x="731616" y="424498"/>
                  </a:lnTo>
                  <a:lnTo>
                    <a:pt x="801961" y="456822"/>
                  </a:lnTo>
                  <a:lnTo>
                    <a:pt x="872305" y="487892"/>
                  </a:lnTo>
                  <a:lnTo>
                    <a:pt x="942650" y="517755"/>
                  </a:lnTo>
                  <a:lnTo>
                    <a:pt x="1012994" y="546459"/>
                  </a:lnTo>
                  <a:lnTo>
                    <a:pt x="1083339" y="574049"/>
                  </a:lnTo>
                  <a:lnTo>
                    <a:pt x="1153683" y="600568"/>
                  </a:lnTo>
                  <a:lnTo>
                    <a:pt x="1224028" y="626058"/>
                  </a:lnTo>
                  <a:lnTo>
                    <a:pt x="1294372" y="650558"/>
                  </a:lnTo>
                  <a:lnTo>
                    <a:pt x="1364717" y="674107"/>
                  </a:lnTo>
                  <a:lnTo>
                    <a:pt x="1435061" y="696742"/>
                  </a:lnTo>
                  <a:lnTo>
                    <a:pt x="1505406" y="718498"/>
                  </a:lnTo>
                  <a:lnTo>
                    <a:pt x="1575750" y="739410"/>
                  </a:lnTo>
                  <a:lnTo>
                    <a:pt x="1646095" y="759510"/>
                  </a:lnTo>
                  <a:lnTo>
                    <a:pt x="1716439" y="778830"/>
                  </a:lnTo>
                  <a:lnTo>
                    <a:pt x="1786784" y="797399"/>
                  </a:lnTo>
                  <a:lnTo>
                    <a:pt x="1857128" y="815248"/>
                  </a:lnTo>
                  <a:lnTo>
                    <a:pt x="1927473" y="832404"/>
                  </a:lnTo>
                  <a:lnTo>
                    <a:pt x="1997817" y="848894"/>
                  </a:lnTo>
                  <a:lnTo>
                    <a:pt x="2068162" y="864744"/>
                  </a:lnTo>
                  <a:lnTo>
                    <a:pt x="2138506" y="879979"/>
                  </a:lnTo>
                  <a:lnTo>
                    <a:pt x="2208851" y="894622"/>
                  </a:lnTo>
                  <a:lnTo>
                    <a:pt x="2279195" y="908697"/>
                  </a:lnTo>
                  <a:lnTo>
                    <a:pt x="2349540" y="922225"/>
                  </a:lnTo>
                  <a:lnTo>
                    <a:pt x="2419884" y="935229"/>
                  </a:lnTo>
                  <a:lnTo>
                    <a:pt x="2490229" y="947727"/>
                  </a:lnTo>
                  <a:lnTo>
                    <a:pt x="2560573" y="958399"/>
                  </a:lnTo>
                  <a:lnTo>
                    <a:pt x="2630918" y="961727"/>
                  </a:lnTo>
                  <a:lnTo>
                    <a:pt x="2701262" y="965018"/>
                  </a:lnTo>
                  <a:lnTo>
                    <a:pt x="2771607" y="968273"/>
                  </a:lnTo>
                  <a:lnTo>
                    <a:pt x="2841951" y="971491"/>
                  </a:lnTo>
                  <a:lnTo>
                    <a:pt x="2912296" y="974674"/>
                  </a:lnTo>
                  <a:lnTo>
                    <a:pt x="2982640" y="977821"/>
                  </a:lnTo>
                  <a:lnTo>
                    <a:pt x="3052985" y="980933"/>
                  </a:lnTo>
                  <a:lnTo>
                    <a:pt x="3123329" y="984010"/>
                  </a:lnTo>
                  <a:lnTo>
                    <a:pt x="3193674" y="987053"/>
                  </a:lnTo>
                  <a:lnTo>
                    <a:pt x="3264018" y="990062"/>
                  </a:lnTo>
                  <a:lnTo>
                    <a:pt x="3334363" y="993038"/>
                  </a:lnTo>
                  <a:lnTo>
                    <a:pt x="3404707" y="995981"/>
                  </a:lnTo>
                  <a:lnTo>
                    <a:pt x="3475052" y="998890"/>
                  </a:lnTo>
                  <a:lnTo>
                    <a:pt x="3545396" y="1001768"/>
                  </a:lnTo>
                  <a:lnTo>
                    <a:pt x="3615741" y="1004613"/>
                  </a:lnTo>
                  <a:lnTo>
                    <a:pt x="3686085" y="1007426"/>
                  </a:lnTo>
                  <a:lnTo>
                    <a:pt x="3756430" y="1010209"/>
                  </a:lnTo>
                  <a:lnTo>
                    <a:pt x="3826774" y="1012960"/>
                  </a:lnTo>
                  <a:lnTo>
                    <a:pt x="3897119" y="1015680"/>
                  </a:lnTo>
                  <a:lnTo>
                    <a:pt x="3967463" y="1018371"/>
                  </a:lnTo>
                  <a:lnTo>
                    <a:pt x="4037808" y="1021031"/>
                  </a:lnTo>
                  <a:lnTo>
                    <a:pt x="4108152" y="1023662"/>
                  </a:lnTo>
                  <a:lnTo>
                    <a:pt x="4178496" y="1026263"/>
                  </a:lnTo>
                  <a:lnTo>
                    <a:pt x="4248841" y="1028835"/>
                  </a:lnTo>
                  <a:lnTo>
                    <a:pt x="4319185" y="1031379"/>
                  </a:lnTo>
                  <a:lnTo>
                    <a:pt x="4389530" y="1033895"/>
                  </a:lnTo>
                  <a:lnTo>
                    <a:pt x="4459874" y="1036382"/>
                  </a:lnTo>
                  <a:lnTo>
                    <a:pt x="4530219" y="1038842"/>
                  </a:lnTo>
                  <a:lnTo>
                    <a:pt x="4600563" y="1041274"/>
                  </a:lnTo>
                  <a:lnTo>
                    <a:pt x="4670908" y="1043679"/>
                  </a:lnTo>
                  <a:lnTo>
                    <a:pt x="4741252" y="1046057"/>
                  </a:lnTo>
                  <a:lnTo>
                    <a:pt x="4811597" y="1048409"/>
                  </a:lnTo>
                  <a:lnTo>
                    <a:pt x="4881941" y="1050735"/>
                  </a:lnTo>
                  <a:lnTo>
                    <a:pt x="4952286" y="1053035"/>
                  </a:lnTo>
                  <a:lnTo>
                    <a:pt x="5022630" y="1055309"/>
                  </a:lnTo>
                  <a:lnTo>
                    <a:pt x="5092975" y="1057558"/>
                  </a:lnTo>
                  <a:lnTo>
                    <a:pt x="5163319" y="1059782"/>
                  </a:lnTo>
                  <a:lnTo>
                    <a:pt x="5233664" y="1061981"/>
                  </a:lnTo>
                  <a:lnTo>
                    <a:pt x="5304008" y="1064155"/>
                  </a:lnTo>
                  <a:lnTo>
                    <a:pt x="5374353" y="1066306"/>
                  </a:lnTo>
                  <a:lnTo>
                    <a:pt x="5444697" y="1068432"/>
                  </a:lnTo>
                  <a:lnTo>
                    <a:pt x="5515042" y="1070535"/>
                  </a:lnTo>
                  <a:lnTo>
                    <a:pt x="5585386" y="1072614"/>
                  </a:lnTo>
                  <a:lnTo>
                    <a:pt x="5655731" y="1074670"/>
                  </a:lnTo>
                  <a:lnTo>
                    <a:pt x="5726075" y="1076703"/>
                  </a:lnTo>
                  <a:lnTo>
                    <a:pt x="5796420" y="1078714"/>
                  </a:lnTo>
                  <a:lnTo>
                    <a:pt x="5866764" y="1080702"/>
                  </a:lnTo>
                  <a:lnTo>
                    <a:pt x="5937109" y="1082668"/>
                  </a:lnTo>
                  <a:lnTo>
                    <a:pt x="6007453" y="1084612"/>
                  </a:lnTo>
                  <a:lnTo>
                    <a:pt x="6077798" y="1086535"/>
                  </a:lnTo>
                  <a:lnTo>
                    <a:pt x="6148142" y="1088436"/>
                  </a:lnTo>
                  <a:lnTo>
                    <a:pt x="6218487" y="1090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087832"/>
              <a:ext cx="6964104" cy="467895"/>
            </a:xfrm>
            <a:custGeom>
              <a:avLst/>
              <a:pathLst>
                <a:path w="6964104" h="467895">
                  <a:moveTo>
                    <a:pt x="6964104" y="467895"/>
                  </a:moveTo>
                  <a:lnTo>
                    <a:pt x="6893760" y="466362"/>
                  </a:lnTo>
                  <a:lnTo>
                    <a:pt x="6823415" y="464767"/>
                  </a:lnTo>
                  <a:lnTo>
                    <a:pt x="6753071" y="463108"/>
                  </a:lnTo>
                  <a:lnTo>
                    <a:pt x="6682726" y="461381"/>
                  </a:lnTo>
                  <a:lnTo>
                    <a:pt x="6612382" y="459585"/>
                  </a:lnTo>
                  <a:lnTo>
                    <a:pt x="6542037" y="457717"/>
                  </a:lnTo>
                  <a:lnTo>
                    <a:pt x="6471693" y="455773"/>
                  </a:lnTo>
                  <a:lnTo>
                    <a:pt x="6401348" y="453750"/>
                  </a:lnTo>
                  <a:lnTo>
                    <a:pt x="6331004" y="451646"/>
                  </a:lnTo>
                  <a:lnTo>
                    <a:pt x="6260659" y="449457"/>
                  </a:lnTo>
                  <a:lnTo>
                    <a:pt x="6190315" y="447179"/>
                  </a:lnTo>
                  <a:lnTo>
                    <a:pt x="6119970" y="444809"/>
                  </a:lnTo>
                  <a:lnTo>
                    <a:pt x="6049626" y="442344"/>
                  </a:lnTo>
                  <a:lnTo>
                    <a:pt x="5979281" y="439779"/>
                  </a:lnTo>
                  <a:lnTo>
                    <a:pt x="5908937" y="437110"/>
                  </a:lnTo>
                  <a:lnTo>
                    <a:pt x="5838592" y="434334"/>
                  </a:lnTo>
                  <a:lnTo>
                    <a:pt x="5768248" y="431446"/>
                  </a:lnTo>
                  <a:lnTo>
                    <a:pt x="5697903" y="428441"/>
                  </a:lnTo>
                  <a:lnTo>
                    <a:pt x="5627559" y="425314"/>
                  </a:lnTo>
                  <a:lnTo>
                    <a:pt x="5557214" y="422062"/>
                  </a:lnTo>
                  <a:lnTo>
                    <a:pt x="5486870" y="418678"/>
                  </a:lnTo>
                  <a:lnTo>
                    <a:pt x="5416525" y="415157"/>
                  </a:lnTo>
                  <a:lnTo>
                    <a:pt x="5346181" y="411494"/>
                  </a:lnTo>
                  <a:lnTo>
                    <a:pt x="5275836" y="407683"/>
                  </a:lnTo>
                  <a:lnTo>
                    <a:pt x="5205492" y="403718"/>
                  </a:lnTo>
                  <a:lnTo>
                    <a:pt x="5135147" y="399593"/>
                  </a:lnTo>
                  <a:lnTo>
                    <a:pt x="5064803" y="395302"/>
                  </a:lnTo>
                  <a:lnTo>
                    <a:pt x="4994458" y="390837"/>
                  </a:lnTo>
                  <a:lnTo>
                    <a:pt x="4924114" y="386192"/>
                  </a:lnTo>
                  <a:lnTo>
                    <a:pt x="4853769" y="381359"/>
                  </a:lnTo>
                  <a:lnTo>
                    <a:pt x="4783425" y="376332"/>
                  </a:lnTo>
                  <a:lnTo>
                    <a:pt x="4713080" y="371101"/>
                  </a:lnTo>
                  <a:lnTo>
                    <a:pt x="4642736" y="365659"/>
                  </a:lnTo>
                  <a:lnTo>
                    <a:pt x="4572391" y="359997"/>
                  </a:lnTo>
                  <a:lnTo>
                    <a:pt x="4502047" y="354106"/>
                  </a:lnTo>
                  <a:lnTo>
                    <a:pt x="4431702" y="347977"/>
                  </a:lnTo>
                  <a:lnTo>
                    <a:pt x="4361358" y="341601"/>
                  </a:lnTo>
                  <a:lnTo>
                    <a:pt x="4291013" y="334968"/>
                  </a:lnTo>
                  <a:lnTo>
                    <a:pt x="4220669" y="328066"/>
                  </a:lnTo>
                  <a:lnTo>
                    <a:pt x="4150324" y="320886"/>
                  </a:lnTo>
                  <a:lnTo>
                    <a:pt x="4079980" y="313416"/>
                  </a:lnTo>
                  <a:lnTo>
                    <a:pt x="4009635" y="305644"/>
                  </a:lnTo>
                  <a:lnTo>
                    <a:pt x="3939291" y="297559"/>
                  </a:lnTo>
                  <a:lnTo>
                    <a:pt x="3868946" y="289146"/>
                  </a:lnTo>
                  <a:lnTo>
                    <a:pt x="3798602" y="280394"/>
                  </a:lnTo>
                  <a:lnTo>
                    <a:pt x="3728257" y="271289"/>
                  </a:lnTo>
                  <a:lnTo>
                    <a:pt x="3657913" y="261816"/>
                  </a:lnTo>
                  <a:lnTo>
                    <a:pt x="3587569" y="251960"/>
                  </a:lnTo>
                  <a:lnTo>
                    <a:pt x="3517224" y="241706"/>
                  </a:lnTo>
                  <a:lnTo>
                    <a:pt x="3446880" y="231038"/>
                  </a:lnTo>
                  <a:lnTo>
                    <a:pt x="3376535" y="219939"/>
                  </a:lnTo>
                  <a:lnTo>
                    <a:pt x="3306191" y="208392"/>
                  </a:lnTo>
                  <a:lnTo>
                    <a:pt x="3235846" y="203685"/>
                  </a:lnTo>
                  <a:lnTo>
                    <a:pt x="3165502" y="200281"/>
                  </a:lnTo>
                  <a:lnTo>
                    <a:pt x="3095157" y="196839"/>
                  </a:lnTo>
                  <a:lnTo>
                    <a:pt x="3024813" y="193358"/>
                  </a:lnTo>
                  <a:lnTo>
                    <a:pt x="2954468" y="189838"/>
                  </a:lnTo>
                  <a:lnTo>
                    <a:pt x="2884124" y="186278"/>
                  </a:lnTo>
                  <a:lnTo>
                    <a:pt x="2813779" y="182679"/>
                  </a:lnTo>
                  <a:lnTo>
                    <a:pt x="2743435" y="179038"/>
                  </a:lnTo>
                  <a:lnTo>
                    <a:pt x="2673090" y="175357"/>
                  </a:lnTo>
                  <a:lnTo>
                    <a:pt x="2602746" y="171634"/>
                  </a:lnTo>
                  <a:lnTo>
                    <a:pt x="2532401" y="167869"/>
                  </a:lnTo>
                  <a:lnTo>
                    <a:pt x="2462057" y="164062"/>
                  </a:lnTo>
                  <a:lnTo>
                    <a:pt x="2391712" y="160212"/>
                  </a:lnTo>
                  <a:lnTo>
                    <a:pt x="2321368" y="156319"/>
                  </a:lnTo>
                  <a:lnTo>
                    <a:pt x="2251023" y="152381"/>
                  </a:lnTo>
                  <a:lnTo>
                    <a:pt x="2180679" y="148400"/>
                  </a:lnTo>
                  <a:lnTo>
                    <a:pt x="2110334" y="144373"/>
                  </a:lnTo>
                  <a:lnTo>
                    <a:pt x="2039990" y="140302"/>
                  </a:lnTo>
                  <a:lnTo>
                    <a:pt x="1969645" y="136184"/>
                  </a:lnTo>
                  <a:lnTo>
                    <a:pt x="1899301" y="132020"/>
                  </a:lnTo>
                  <a:lnTo>
                    <a:pt x="1828956" y="127809"/>
                  </a:lnTo>
                  <a:lnTo>
                    <a:pt x="1758612" y="123550"/>
                  </a:lnTo>
                  <a:lnTo>
                    <a:pt x="1688267" y="119244"/>
                  </a:lnTo>
                  <a:lnTo>
                    <a:pt x="1617923" y="114889"/>
                  </a:lnTo>
                  <a:lnTo>
                    <a:pt x="1547578" y="110485"/>
                  </a:lnTo>
                  <a:lnTo>
                    <a:pt x="1477234" y="106032"/>
                  </a:lnTo>
                  <a:lnTo>
                    <a:pt x="1406889" y="101528"/>
                  </a:lnTo>
                  <a:lnTo>
                    <a:pt x="1336545" y="96973"/>
                  </a:lnTo>
                  <a:lnTo>
                    <a:pt x="1266200" y="92368"/>
                  </a:lnTo>
                  <a:lnTo>
                    <a:pt x="1195856" y="87710"/>
                  </a:lnTo>
                  <a:lnTo>
                    <a:pt x="1125511" y="83000"/>
                  </a:lnTo>
                  <a:lnTo>
                    <a:pt x="1055167" y="78237"/>
                  </a:lnTo>
                  <a:lnTo>
                    <a:pt x="984822" y="73420"/>
                  </a:lnTo>
                  <a:lnTo>
                    <a:pt x="914478" y="68549"/>
                  </a:lnTo>
                  <a:lnTo>
                    <a:pt x="844133" y="63623"/>
                  </a:lnTo>
                  <a:lnTo>
                    <a:pt x="773789" y="58641"/>
                  </a:lnTo>
                  <a:lnTo>
                    <a:pt x="703444" y="53604"/>
                  </a:lnTo>
                  <a:lnTo>
                    <a:pt x="633100" y="48510"/>
                  </a:lnTo>
                  <a:lnTo>
                    <a:pt x="562755" y="43358"/>
                  </a:lnTo>
                  <a:lnTo>
                    <a:pt x="492411" y="38148"/>
                  </a:lnTo>
                  <a:lnTo>
                    <a:pt x="422066" y="32880"/>
                  </a:lnTo>
                  <a:lnTo>
                    <a:pt x="351722" y="27552"/>
                  </a:lnTo>
                  <a:lnTo>
                    <a:pt x="281377" y="22164"/>
                  </a:lnTo>
                  <a:lnTo>
                    <a:pt x="211033" y="16716"/>
                  </a:lnTo>
                  <a:lnTo>
                    <a:pt x="140688" y="11206"/>
                  </a:lnTo>
                  <a:lnTo>
                    <a:pt x="70344" y="56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610125"/>
              <a:ext cx="6964104" cy="903970"/>
            </a:xfrm>
            <a:custGeom>
              <a:avLst/>
              <a:pathLst>
                <a:path w="6964104" h="903970">
                  <a:moveTo>
                    <a:pt x="0" y="0"/>
                  </a:moveTo>
                  <a:lnTo>
                    <a:pt x="70344" y="24664"/>
                  </a:lnTo>
                  <a:lnTo>
                    <a:pt x="140688" y="48710"/>
                  </a:lnTo>
                  <a:lnTo>
                    <a:pt x="211033" y="72154"/>
                  </a:lnTo>
                  <a:lnTo>
                    <a:pt x="281377" y="95009"/>
                  </a:lnTo>
                  <a:lnTo>
                    <a:pt x="351722" y="117291"/>
                  </a:lnTo>
                  <a:lnTo>
                    <a:pt x="422066" y="139015"/>
                  </a:lnTo>
                  <a:lnTo>
                    <a:pt x="492411" y="160193"/>
                  </a:lnTo>
                  <a:lnTo>
                    <a:pt x="562755" y="180841"/>
                  </a:lnTo>
                  <a:lnTo>
                    <a:pt x="633100" y="200970"/>
                  </a:lnTo>
                  <a:lnTo>
                    <a:pt x="703444" y="220595"/>
                  </a:lnTo>
                  <a:lnTo>
                    <a:pt x="773789" y="239728"/>
                  </a:lnTo>
                  <a:lnTo>
                    <a:pt x="844133" y="258381"/>
                  </a:lnTo>
                  <a:lnTo>
                    <a:pt x="914478" y="276567"/>
                  </a:lnTo>
                  <a:lnTo>
                    <a:pt x="984822" y="294296"/>
                  </a:lnTo>
                  <a:lnTo>
                    <a:pt x="1055167" y="311581"/>
                  </a:lnTo>
                  <a:lnTo>
                    <a:pt x="1125511" y="328432"/>
                  </a:lnTo>
                  <a:lnTo>
                    <a:pt x="1195856" y="344860"/>
                  </a:lnTo>
                  <a:lnTo>
                    <a:pt x="1266200" y="360877"/>
                  </a:lnTo>
                  <a:lnTo>
                    <a:pt x="1336545" y="376492"/>
                  </a:lnTo>
                  <a:lnTo>
                    <a:pt x="1406889" y="391716"/>
                  </a:lnTo>
                  <a:lnTo>
                    <a:pt x="1477234" y="406557"/>
                  </a:lnTo>
                  <a:lnTo>
                    <a:pt x="1547578" y="421027"/>
                  </a:lnTo>
                  <a:lnTo>
                    <a:pt x="1617923" y="435133"/>
                  </a:lnTo>
                  <a:lnTo>
                    <a:pt x="1688267" y="448886"/>
                  </a:lnTo>
                  <a:lnTo>
                    <a:pt x="1758612" y="462294"/>
                  </a:lnTo>
                  <a:lnTo>
                    <a:pt x="1828956" y="475366"/>
                  </a:lnTo>
                  <a:lnTo>
                    <a:pt x="1899301" y="488110"/>
                  </a:lnTo>
                  <a:lnTo>
                    <a:pt x="1969645" y="500534"/>
                  </a:lnTo>
                  <a:lnTo>
                    <a:pt x="2039990" y="512647"/>
                  </a:lnTo>
                  <a:lnTo>
                    <a:pt x="2110334" y="524456"/>
                  </a:lnTo>
                  <a:lnTo>
                    <a:pt x="2180679" y="535969"/>
                  </a:lnTo>
                  <a:lnTo>
                    <a:pt x="2251023" y="547194"/>
                  </a:lnTo>
                  <a:lnTo>
                    <a:pt x="2321368" y="558136"/>
                  </a:lnTo>
                  <a:lnTo>
                    <a:pt x="2391712" y="568805"/>
                  </a:lnTo>
                  <a:lnTo>
                    <a:pt x="2462057" y="579205"/>
                  </a:lnTo>
                  <a:lnTo>
                    <a:pt x="2532401" y="589345"/>
                  </a:lnTo>
                  <a:lnTo>
                    <a:pt x="2602746" y="599231"/>
                  </a:lnTo>
                  <a:lnTo>
                    <a:pt x="2673090" y="608869"/>
                  </a:lnTo>
                  <a:lnTo>
                    <a:pt x="2743435" y="618265"/>
                  </a:lnTo>
                  <a:lnTo>
                    <a:pt x="2813779" y="627426"/>
                  </a:lnTo>
                  <a:lnTo>
                    <a:pt x="2884124" y="636356"/>
                  </a:lnTo>
                  <a:lnTo>
                    <a:pt x="2954468" y="645063"/>
                  </a:lnTo>
                  <a:lnTo>
                    <a:pt x="3024813" y="653552"/>
                  </a:lnTo>
                  <a:lnTo>
                    <a:pt x="3095157" y="661827"/>
                  </a:lnTo>
                  <a:lnTo>
                    <a:pt x="3165502" y="669895"/>
                  </a:lnTo>
                  <a:lnTo>
                    <a:pt x="3235846" y="677761"/>
                  </a:lnTo>
                  <a:lnTo>
                    <a:pt x="3306191" y="685430"/>
                  </a:lnTo>
                  <a:lnTo>
                    <a:pt x="3376535" y="692906"/>
                  </a:lnTo>
                  <a:lnTo>
                    <a:pt x="3446880" y="700195"/>
                  </a:lnTo>
                  <a:lnTo>
                    <a:pt x="3517224" y="707301"/>
                  </a:lnTo>
                  <a:lnTo>
                    <a:pt x="3587569" y="714228"/>
                  </a:lnTo>
                  <a:lnTo>
                    <a:pt x="3657913" y="720983"/>
                  </a:lnTo>
                  <a:lnTo>
                    <a:pt x="3728257" y="727567"/>
                  </a:lnTo>
                  <a:lnTo>
                    <a:pt x="3798602" y="733987"/>
                  </a:lnTo>
                  <a:lnTo>
                    <a:pt x="3868946" y="740245"/>
                  </a:lnTo>
                  <a:lnTo>
                    <a:pt x="3939291" y="746347"/>
                  </a:lnTo>
                  <a:lnTo>
                    <a:pt x="4009635" y="752296"/>
                  </a:lnTo>
                  <a:lnTo>
                    <a:pt x="4079980" y="758095"/>
                  </a:lnTo>
                  <a:lnTo>
                    <a:pt x="4150324" y="763749"/>
                  </a:lnTo>
                  <a:lnTo>
                    <a:pt x="4220669" y="769261"/>
                  </a:lnTo>
                  <a:lnTo>
                    <a:pt x="4291013" y="774635"/>
                  </a:lnTo>
                  <a:lnTo>
                    <a:pt x="4361358" y="779874"/>
                  </a:lnTo>
                  <a:lnTo>
                    <a:pt x="4431702" y="784982"/>
                  </a:lnTo>
                  <a:lnTo>
                    <a:pt x="4502047" y="789962"/>
                  </a:lnTo>
                  <a:lnTo>
                    <a:pt x="4572391" y="794817"/>
                  </a:lnTo>
                  <a:lnTo>
                    <a:pt x="4642736" y="799550"/>
                  </a:lnTo>
                  <a:lnTo>
                    <a:pt x="4713080" y="804164"/>
                  </a:lnTo>
                  <a:lnTo>
                    <a:pt x="4783425" y="808663"/>
                  </a:lnTo>
                  <a:lnTo>
                    <a:pt x="4853769" y="813049"/>
                  </a:lnTo>
                  <a:lnTo>
                    <a:pt x="4924114" y="817325"/>
                  </a:lnTo>
                  <a:lnTo>
                    <a:pt x="4994458" y="821494"/>
                  </a:lnTo>
                  <a:lnTo>
                    <a:pt x="5064803" y="825558"/>
                  </a:lnTo>
                  <a:lnTo>
                    <a:pt x="5135147" y="829520"/>
                  </a:lnTo>
                  <a:lnTo>
                    <a:pt x="5205492" y="833383"/>
                  </a:lnTo>
                  <a:lnTo>
                    <a:pt x="5275836" y="837149"/>
                  </a:lnTo>
                  <a:lnTo>
                    <a:pt x="5346181" y="840821"/>
                  </a:lnTo>
                  <a:lnTo>
                    <a:pt x="5416525" y="844400"/>
                  </a:lnTo>
                  <a:lnTo>
                    <a:pt x="5486870" y="847890"/>
                  </a:lnTo>
                  <a:lnTo>
                    <a:pt x="5557214" y="851292"/>
                  </a:lnTo>
                  <a:lnTo>
                    <a:pt x="5627559" y="854609"/>
                  </a:lnTo>
                  <a:lnTo>
                    <a:pt x="5697903" y="857843"/>
                  </a:lnTo>
                  <a:lnTo>
                    <a:pt x="5768248" y="860995"/>
                  </a:lnTo>
                  <a:lnTo>
                    <a:pt x="5838592" y="864069"/>
                  </a:lnTo>
                  <a:lnTo>
                    <a:pt x="5908937" y="867065"/>
                  </a:lnTo>
                  <a:lnTo>
                    <a:pt x="5979281" y="869987"/>
                  </a:lnTo>
                  <a:lnTo>
                    <a:pt x="6049626" y="872835"/>
                  </a:lnTo>
                  <a:lnTo>
                    <a:pt x="6119970" y="875611"/>
                  </a:lnTo>
                  <a:lnTo>
                    <a:pt x="6190315" y="878318"/>
                  </a:lnTo>
                  <a:lnTo>
                    <a:pt x="6260659" y="880958"/>
                  </a:lnTo>
                  <a:lnTo>
                    <a:pt x="6331004" y="883531"/>
                  </a:lnTo>
                  <a:lnTo>
                    <a:pt x="6401348" y="886039"/>
                  </a:lnTo>
                  <a:lnTo>
                    <a:pt x="6471693" y="888485"/>
                  </a:lnTo>
                  <a:lnTo>
                    <a:pt x="6542037" y="890869"/>
                  </a:lnTo>
                  <a:lnTo>
                    <a:pt x="6612382" y="893193"/>
                  </a:lnTo>
                  <a:lnTo>
                    <a:pt x="6682726" y="895459"/>
                  </a:lnTo>
                  <a:lnTo>
                    <a:pt x="6753071" y="897669"/>
                  </a:lnTo>
                  <a:lnTo>
                    <a:pt x="6823415" y="899823"/>
                  </a:lnTo>
                  <a:lnTo>
                    <a:pt x="6893760" y="901923"/>
                  </a:lnTo>
                  <a:lnTo>
                    <a:pt x="6964104" y="9039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2026-07-22T07:57:16Z</dcterms:modified>
  <cp:category/>
</cp:coreProperties>
</file>