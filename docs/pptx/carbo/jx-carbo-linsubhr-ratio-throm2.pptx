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378562"/>
            </a:xfrm>
            <a:custGeom>
              <a:avLst/>
              <a:pathLst>
                <a:path w="7403783" h="3378562">
                  <a:moveTo>
                    <a:pt x="629428" y="0"/>
                  </a:moveTo>
                  <a:lnTo>
                    <a:pt x="660118" y="55449"/>
                  </a:lnTo>
                  <a:lnTo>
                    <a:pt x="736751" y="188531"/>
                  </a:lnTo>
                  <a:lnTo>
                    <a:pt x="813384" y="316447"/>
                  </a:lnTo>
                  <a:lnTo>
                    <a:pt x="890016" y="439397"/>
                  </a:lnTo>
                  <a:lnTo>
                    <a:pt x="966649" y="557574"/>
                  </a:lnTo>
                  <a:lnTo>
                    <a:pt x="1043281" y="671164"/>
                  </a:lnTo>
                  <a:lnTo>
                    <a:pt x="1119914" y="780344"/>
                  </a:lnTo>
                  <a:lnTo>
                    <a:pt x="1196546" y="885286"/>
                  </a:lnTo>
                  <a:lnTo>
                    <a:pt x="1273179" y="986155"/>
                  </a:lnTo>
                  <a:lnTo>
                    <a:pt x="1349811" y="1083108"/>
                  </a:lnTo>
                  <a:lnTo>
                    <a:pt x="1426444" y="1176297"/>
                  </a:lnTo>
                  <a:lnTo>
                    <a:pt x="1503076" y="1265869"/>
                  </a:lnTo>
                  <a:lnTo>
                    <a:pt x="1579709" y="1351964"/>
                  </a:lnTo>
                  <a:lnTo>
                    <a:pt x="1656342" y="1434717"/>
                  </a:lnTo>
                  <a:lnTo>
                    <a:pt x="1732974" y="1514257"/>
                  </a:lnTo>
                  <a:lnTo>
                    <a:pt x="1809607" y="1590710"/>
                  </a:lnTo>
                  <a:lnTo>
                    <a:pt x="1886239" y="1664195"/>
                  </a:lnTo>
                  <a:lnTo>
                    <a:pt x="1962872" y="1734827"/>
                  </a:lnTo>
                  <a:lnTo>
                    <a:pt x="2039504" y="1802718"/>
                  </a:lnTo>
                  <a:lnTo>
                    <a:pt x="2116137" y="1867973"/>
                  </a:lnTo>
                  <a:lnTo>
                    <a:pt x="2192769" y="1930695"/>
                  </a:lnTo>
                  <a:lnTo>
                    <a:pt x="2269402" y="1990982"/>
                  </a:lnTo>
                  <a:lnTo>
                    <a:pt x="2346034" y="2048929"/>
                  </a:lnTo>
                  <a:lnTo>
                    <a:pt x="2422667" y="2104627"/>
                  </a:lnTo>
                  <a:lnTo>
                    <a:pt x="2499300" y="2158162"/>
                  </a:lnTo>
                  <a:lnTo>
                    <a:pt x="2575932" y="2209619"/>
                  </a:lnTo>
                  <a:lnTo>
                    <a:pt x="2652565" y="2259079"/>
                  </a:lnTo>
                  <a:lnTo>
                    <a:pt x="2729197" y="2306619"/>
                  </a:lnTo>
                  <a:lnTo>
                    <a:pt x="2805830" y="2352313"/>
                  </a:lnTo>
                  <a:lnTo>
                    <a:pt x="2882462" y="2396234"/>
                  </a:lnTo>
                  <a:lnTo>
                    <a:pt x="2959095" y="2438450"/>
                  </a:lnTo>
                  <a:lnTo>
                    <a:pt x="3035727" y="2479027"/>
                  </a:lnTo>
                  <a:lnTo>
                    <a:pt x="3112360" y="2518028"/>
                  </a:lnTo>
                  <a:lnTo>
                    <a:pt x="3188993" y="2555516"/>
                  </a:lnTo>
                  <a:lnTo>
                    <a:pt x="3265625" y="2591549"/>
                  </a:lnTo>
                  <a:lnTo>
                    <a:pt x="3342258" y="2626183"/>
                  </a:lnTo>
                  <a:lnTo>
                    <a:pt x="3418890" y="2655754"/>
                  </a:lnTo>
                  <a:lnTo>
                    <a:pt x="3495523" y="2664977"/>
                  </a:lnTo>
                  <a:lnTo>
                    <a:pt x="3572155" y="2674097"/>
                  </a:lnTo>
                  <a:lnTo>
                    <a:pt x="3648788" y="2683116"/>
                  </a:lnTo>
                  <a:lnTo>
                    <a:pt x="3725420" y="2692034"/>
                  </a:lnTo>
                  <a:lnTo>
                    <a:pt x="3802053" y="2700853"/>
                  </a:lnTo>
                  <a:lnTo>
                    <a:pt x="3878685" y="2709573"/>
                  </a:lnTo>
                  <a:lnTo>
                    <a:pt x="3955318" y="2718197"/>
                  </a:lnTo>
                  <a:lnTo>
                    <a:pt x="4031951" y="2726724"/>
                  </a:lnTo>
                  <a:lnTo>
                    <a:pt x="4108583" y="2735156"/>
                  </a:lnTo>
                  <a:lnTo>
                    <a:pt x="4185216" y="2743495"/>
                  </a:lnTo>
                  <a:lnTo>
                    <a:pt x="4261848" y="2751740"/>
                  </a:lnTo>
                  <a:lnTo>
                    <a:pt x="4338481" y="2759894"/>
                  </a:lnTo>
                  <a:lnTo>
                    <a:pt x="4415113" y="2767957"/>
                  </a:lnTo>
                  <a:lnTo>
                    <a:pt x="4491746" y="2775930"/>
                  </a:lnTo>
                  <a:lnTo>
                    <a:pt x="4568378" y="2783814"/>
                  </a:lnTo>
                  <a:lnTo>
                    <a:pt x="4645011" y="2791611"/>
                  </a:lnTo>
                  <a:lnTo>
                    <a:pt x="4721644" y="2799320"/>
                  </a:lnTo>
                  <a:lnTo>
                    <a:pt x="4798276" y="2806944"/>
                  </a:lnTo>
                  <a:lnTo>
                    <a:pt x="4874909" y="2814483"/>
                  </a:lnTo>
                  <a:lnTo>
                    <a:pt x="4951541" y="2821938"/>
                  </a:lnTo>
                  <a:lnTo>
                    <a:pt x="5028174" y="2829310"/>
                  </a:lnTo>
                  <a:lnTo>
                    <a:pt x="5104806" y="2836599"/>
                  </a:lnTo>
                  <a:lnTo>
                    <a:pt x="5181439" y="2843808"/>
                  </a:lnTo>
                  <a:lnTo>
                    <a:pt x="5258071" y="2850936"/>
                  </a:lnTo>
                  <a:lnTo>
                    <a:pt x="5334704" y="2857985"/>
                  </a:lnTo>
                  <a:lnTo>
                    <a:pt x="5411336" y="2864955"/>
                  </a:lnTo>
                  <a:lnTo>
                    <a:pt x="5487969" y="2871848"/>
                  </a:lnTo>
                  <a:lnTo>
                    <a:pt x="5564602" y="2878663"/>
                  </a:lnTo>
                  <a:lnTo>
                    <a:pt x="5641234" y="2885403"/>
                  </a:lnTo>
                  <a:lnTo>
                    <a:pt x="5717867" y="2892068"/>
                  </a:lnTo>
                  <a:lnTo>
                    <a:pt x="5794499" y="2898659"/>
                  </a:lnTo>
                  <a:lnTo>
                    <a:pt x="5871132" y="2905176"/>
                  </a:lnTo>
                  <a:lnTo>
                    <a:pt x="5947764" y="2911621"/>
                  </a:lnTo>
                  <a:lnTo>
                    <a:pt x="6024397" y="2917994"/>
                  </a:lnTo>
                  <a:lnTo>
                    <a:pt x="6101029" y="2924295"/>
                  </a:lnTo>
                  <a:lnTo>
                    <a:pt x="6177662" y="2930527"/>
                  </a:lnTo>
                  <a:lnTo>
                    <a:pt x="6254294" y="2936689"/>
                  </a:lnTo>
                  <a:lnTo>
                    <a:pt x="6330927" y="2942783"/>
                  </a:lnTo>
                  <a:lnTo>
                    <a:pt x="6407560" y="2948809"/>
                  </a:lnTo>
                  <a:lnTo>
                    <a:pt x="6484192" y="2954767"/>
                  </a:lnTo>
                  <a:lnTo>
                    <a:pt x="6560825" y="2960659"/>
                  </a:lnTo>
                  <a:lnTo>
                    <a:pt x="6637457" y="2966486"/>
                  </a:lnTo>
                  <a:lnTo>
                    <a:pt x="6714090" y="2972248"/>
                  </a:lnTo>
                  <a:lnTo>
                    <a:pt x="6790722" y="2977945"/>
                  </a:lnTo>
                  <a:lnTo>
                    <a:pt x="6867355" y="2983579"/>
                  </a:lnTo>
                  <a:lnTo>
                    <a:pt x="6943987" y="2989151"/>
                  </a:lnTo>
                  <a:lnTo>
                    <a:pt x="7020620" y="2994660"/>
                  </a:lnTo>
                  <a:lnTo>
                    <a:pt x="7097253" y="3000108"/>
                  </a:lnTo>
                  <a:lnTo>
                    <a:pt x="7173885" y="3005495"/>
                  </a:lnTo>
                  <a:lnTo>
                    <a:pt x="7250518" y="3010822"/>
                  </a:lnTo>
                  <a:lnTo>
                    <a:pt x="7327150" y="3016090"/>
                  </a:lnTo>
                  <a:lnTo>
                    <a:pt x="7403783" y="3021299"/>
                  </a:lnTo>
                  <a:lnTo>
                    <a:pt x="7403783" y="3378562"/>
                  </a:lnTo>
                  <a:lnTo>
                    <a:pt x="7327150" y="3374314"/>
                  </a:lnTo>
                  <a:lnTo>
                    <a:pt x="7250518" y="3369894"/>
                  </a:lnTo>
                  <a:lnTo>
                    <a:pt x="7173885" y="3365296"/>
                  </a:lnTo>
                  <a:lnTo>
                    <a:pt x="7097253" y="3360513"/>
                  </a:lnTo>
                  <a:lnTo>
                    <a:pt x="7020620" y="3355536"/>
                  </a:lnTo>
                  <a:lnTo>
                    <a:pt x="6943987" y="3350358"/>
                  </a:lnTo>
                  <a:lnTo>
                    <a:pt x="6867355" y="3344971"/>
                  </a:lnTo>
                  <a:lnTo>
                    <a:pt x="6790722" y="3339366"/>
                  </a:lnTo>
                  <a:lnTo>
                    <a:pt x="6714090" y="3333535"/>
                  </a:lnTo>
                  <a:lnTo>
                    <a:pt x="6637457" y="3327469"/>
                  </a:lnTo>
                  <a:lnTo>
                    <a:pt x="6560825" y="3321157"/>
                  </a:lnTo>
                  <a:lnTo>
                    <a:pt x="6484192" y="3314591"/>
                  </a:lnTo>
                  <a:lnTo>
                    <a:pt x="6407560" y="3307759"/>
                  </a:lnTo>
                  <a:lnTo>
                    <a:pt x="6330927" y="3300652"/>
                  </a:lnTo>
                  <a:lnTo>
                    <a:pt x="6254294" y="3293257"/>
                  </a:lnTo>
                  <a:lnTo>
                    <a:pt x="6177662" y="3285564"/>
                  </a:lnTo>
                  <a:lnTo>
                    <a:pt x="6101029" y="3277560"/>
                  </a:lnTo>
                  <a:lnTo>
                    <a:pt x="6024397" y="3269233"/>
                  </a:lnTo>
                  <a:lnTo>
                    <a:pt x="5947764" y="3260570"/>
                  </a:lnTo>
                  <a:lnTo>
                    <a:pt x="5871132" y="3251556"/>
                  </a:lnTo>
                  <a:lnTo>
                    <a:pt x="5794499" y="3242179"/>
                  </a:lnTo>
                  <a:lnTo>
                    <a:pt x="5717867" y="3232423"/>
                  </a:lnTo>
                  <a:lnTo>
                    <a:pt x="5641234" y="3222273"/>
                  </a:lnTo>
                  <a:lnTo>
                    <a:pt x="5564602" y="3211713"/>
                  </a:lnTo>
                  <a:lnTo>
                    <a:pt x="5487969" y="3200727"/>
                  </a:lnTo>
                  <a:lnTo>
                    <a:pt x="5411336" y="3189296"/>
                  </a:lnTo>
                  <a:lnTo>
                    <a:pt x="5334704" y="3177405"/>
                  </a:lnTo>
                  <a:lnTo>
                    <a:pt x="5258071" y="3165033"/>
                  </a:lnTo>
                  <a:lnTo>
                    <a:pt x="5181439" y="3152161"/>
                  </a:lnTo>
                  <a:lnTo>
                    <a:pt x="5104806" y="3138769"/>
                  </a:lnTo>
                  <a:lnTo>
                    <a:pt x="5028174" y="3124837"/>
                  </a:lnTo>
                  <a:lnTo>
                    <a:pt x="4951541" y="3110342"/>
                  </a:lnTo>
                  <a:lnTo>
                    <a:pt x="4874909" y="3095262"/>
                  </a:lnTo>
                  <a:lnTo>
                    <a:pt x="4798276" y="3079572"/>
                  </a:lnTo>
                  <a:lnTo>
                    <a:pt x="4721644" y="3063249"/>
                  </a:lnTo>
                  <a:lnTo>
                    <a:pt x="4645011" y="3046267"/>
                  </a:lnTo>
                  <a:lnTo>
                    <a:pt x="4568378" y="3028599"/>
                  </a:lnTo>
                  <a:lnTo>
                    <a:pt x="4491746" y="3010217"/>
                  </a:lnTo>
                  <a:lnTo>
                    <a:pt x="4415113" y="2991093"/>
                  </a:lnTo>
                  <a:lnTo>
                    <a:pt x="4338481" y="2971196"/>
                  </a:lnTo>
                  <a:lnTo>
                    <a:pt x="4261848" y="2950496"/>
                  </a:lnTo>
                  <a:lnTo>
                    <a:pt x="4185216" y="2928960"/>
                  </a:lnTo>
                  <a:lnTo>
                    <a:pt x="4108583" y="2906555"/>
                  </a:lnTo>
                  <a:lnTo>
                    <a:pt x="4031951" y="2883244"/>
                  </a:lnTo>
                  <a:lnTo>
                    <a:pt x="3955318" y="2858992"/>
                  </a:lnTo>
                  <a:lnTo>
                    <a:pt x="3878685" y="2833760"/>
                  </a:lnTo>
                  <a:lnTo>
                    <a:pt x="3802053" y="2807510"/>
                  </a:lnTo>
                  <a:lnTo>
                    <a:pt x="3725420" y="2780199"/>
                  </a:lnTo>
                  <a:lnTo>
                    <a:pt x="3648788" y="2751785"/>
                  </a:lnTo>
                  <a:lnTo>
                    <a:pt x="3572155" y="2722224"/>
                  </a:lnTo>
                  <a:lnTo>
                    <a:pt x="3495523" y="2691469"/>
                  </a:lnTo>
                  <a:lnTo>
                    <a:pt x="3418890" y="2659472"/>
                  </a:lnTo>
                  <a:lnTo>
                    <a:pt x="3342258" y="2646427"/>
                  </a:lnTo>
                  <a:lnTo>
                    <a:pt x="3265625" y="2636996"/>
                  </a:lnTo>
                  <a:lnTo>
                    <a:pt x="3188993" y="2627458"/>
                  </a:lnTo>
                  <a:lnTo>
                    <a:pt x="3112360" y="2617812"/>
                  </a:lnTo>
                  <a:lnTo>
                    <a:pt x="3035727" y="2608058"/>
                  </a:lnTo>
                  <a:lnTo>
                    <a:pt x="2959095" y="2598194"/>
                  </a:lnTo>
                  <a:lnTo>
                    <a:pt x="2882462" y="2588219"/>
                  </a:lnTo>
                  <a:lnTo>
                    <a:pt x="2805830" y="2578131"/>
                  </a:lnTo>
                  <a:lnTo>
                    <a:pt x="2729197" y="2567930"/>
                  </a:lnTo>
                  <a:lnTo>
                    <a:pt x="2652565" y="2557614"/>
                  </a:lnTo>
                  <a:lnTo>
                    <a:pt x="2575932" y="2547182"/>
                  </a:lnTo>
                  <a:lnTo>
                    <a:pt x="2499300" y="2536632"/>
                  </a:lnTo>
                  <a:lnTo>
                    <a:pt x="2422667" y="2525963"/>
                  </a:lnTo>
                  <a:lnTo>
                    <a:pt x="2346034" y="2515174"/>
                  </a:lnTo>
                  <a:lnTo>
                    <a:pt x="2269402" y="2504264"/>
                  </a:lnTo>
                  <a:lnTo>
                    <a:pt x="2192769" y="2493231"/>
                  </a:lnTo>
                  <a:lnTo>
                    <a:pt x="2116137" y="2482073"/>
                  </a:lnTo>
                  <a:lnTo>
                    <a:pt x="2039504" y="2470790"/>
                  </a:lnTo>
                  <a:lnTo>
                    <a:pt x="1962872" y="2459380"/>
                  </a:lnTo>
                  <a:lnTo>
                    <a:pt x="1886239" y="2447841"/>
                  </a:lnTo>
                  <a:lnTo>
                    <a:pt x="1809607" y="2436172"/>
                  </a:lnTo>
                  <a:lnTo>
                    <a:pt x="1732974" y="2424372"/>
                  </a:lnTo>
                  <a:lnTo>
                    <a:pt x="1656342" y="2412439"/>
                  </a:lnTo>
                  <a:lnTo>
                    <a:pt x="1579709" y="2400371"/>
                  </a:lnTo>
                  <a:lnTo>
                    <a:pt x="1503076" y="2388168"/>
                  </a:lnTo>
                  <a:lnTo>
                    <a:pt x="1426444" y="2375827"/>
                  </a:lnTo>
                  <a:lnTo>
                    <a:pt x="1349811" y="2363347"/>
                  </a:lnTo>
                  <a:lnTo>
                    <a:pt x="1273179" y="2350726"/>
                  </a:lnTo>
                  <a:lnTo>
                    <a:pt x="1196546" y="2337964"/>
                  </a:lnTo>
                  <a:lnTo>
                    <a:pt x="1119914" y="2325057"/>
                  </a:lnTo>
                  <a:lnTo>
                    <a:pt x="1043281" y="2312005"/>
                  </a:lnTo>
                  <a:lnTo>
                    <a:pt x="966649" y="2298807"/>
                  </a:lnTo>
                  <a:lnTo>
                    <a:pt x="890016" y="2285459"/>
                  </a:lnTo>
                  <a:lnTo>
                    <a:pt x="813384" y="2271961"/>
                  </a:lnTo>
                  <a:lnTo>
                    <a:pt x="736751" y="2258311"/>
                  </a:lnTo>
                  <a:lnTo>
                    <a:pt x="660118" y="2244507"/>
                  </a:lnTo>
                  <a:lnTo>
                    <a:pt x="583486" y="2230548"/>
                  </a:lnTo>
                  <a:lnTo>
                    <a:pt x="506853" y="2216432"/>
                  </a:lnTo>
                  <a:lnTo>
                    <a:pt x="430221" y="2202156"/>
                  </a:lnTo>
                  <a:lnTo>
                    <a:pt x="353588" y="2187720"/>
                  </a:lnTo>
                  <a:lnTo>
                    <a:pt x="276956" y="2173121"/>
                  </a:lnTo>
                  <a:lnTo>
                    <a:pt x="200323" y="2158358"/>
                  </a:lnTo>
                  <a:lnTo>
                    <a:pt x="123691" y="2143428"/>
                  </a:lnTo>
                  <a:lnTo>
                    <a:pt x="47058" y="2128330"/>
                  </a:lnTo>
                  <a:lnTo>
                    <a:pt x="0" y="211895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46946" y="2073503"/>
              <a:ext cx="6774354" cy="3021299"/>
            </a:xfrm>
            <a:custGeom>
              <a:avLst/>
              <a:pathLst>
                <a:path w="6774354" h="3021299">
                  <a:moveTo>
                    <a:pt x="0" y="0"/>
                  </a:moveTo>
                  <a:lnTo>
                    <a:pt x="30690" y="55449"/>
                  </a:lnTo>
                  <a:lnTo>
                    <a:pt x="107322" y="188531"/>
                  </a:lnTo>
                  <a:lnTo>
                    <a:pt x="183955" y="316447"/>
                  </a:lnTo>
                  <a:lnTo>
                    <a:pt x="260587" y="439397"/>
                  </a:lnTo>
                  <a:lnTo>
                    <a:pt x="337220" y="557574"/>
                  </a:lnTo>
                  <a:lnTo>
                    <a:pt x="413853" y="671164"/>
                  </a:lnTo>
                  <a:lnTo>
                    <a:pt x="490485" y="780344"/>
                  </a:lnTo>
                  <a:lnTo>
                    <a:pt x="567118" y="885286"/>
                  </a:lnTo>
                  <a:lnTo>
                    <a:pt x="643750" y="986155"/>
                  </a:lnTo>
                  <a:lnTo>
                    <a:pt x="720383" y="1083108"/>
                  </a:lnTo>
                  <a:lnTo>
                    <a:pt x="797015" y="1176297"/>
                  </a:lnTo>
                  <a:lnTo>
                    <a:pt x="873648" y="1265869"/>
                  </a:lnTo>
                  <a:lnTo>
                    <a:pt x="950280" y="1351964"/>
                  </a:lnTo>
                  <a:lnTo>
                    <a:pt x="1026913" y="1434717"/>
                  </a:lnTo>
                  <a:lnTo>
                    <a:pt x="1103546" y="1514257"/>
                  </a:lnTo>
                  <a:lnTo>
                    <a:pt x="1180178" y="1590710"/>
                  </a:lnTo>
                  <a:lnTo>
                    <a:pt x="1256811" y="1664195"/>
                  </a:lnTo>
                  <a:lnTo>
                    <a:pt x="1333443" y="1734827"/>
                  </a:lnTo>
                  <a:lnTo>
                    <a:pt x="1410076" y="1802718"/>
                  </a:lnTo>
                  <a:lnTo>
                    <a:pt x="1486708" y="1867973"/>
                  </a:lnTo>
                  <a:lnTo>
                    <a:pt x="1563341" y="1930695"/>
                  </a:lnTo>
                  <a:lnTo>
                    <a:pt x="1639973" y="1990982"/>
                  </a:lnTo>
                  <a:lnTo>
                    <a:pt x="1716606" y="2048929"/>
                  </a:lnTo>
                  <a:lnTo>
                    <a:pt x="1793238" y="2104627"/>
                  </a:lnTo>
                  <a:lnTo>
                    <a:pt x="1869871" y="2158162"/>
                  </a:lnTo>
                  <a:lnTo>
                    <a:pt x="1946504" y="2209619"/>
                  </a:lnTo>
                  <a:lnTo>
                    <a:pt x="2023136" y="2259079"/>
                  </a:lnTo>
                  <a:lnTo>
                    <a:pt x="2099769" y="2306619"/>
                  </a:lnTo>
                  <a:lnTo>
                    <a:pt x="2176401" y="2352313"/>
                  </a:lnTo>
                  <a:lnTo>
                    <a:pt x="2253034" y="2396234"/>
                  </a:lnTo>
                  <a:lnTo>
                    <a:pt x="2329666" y="2438450"/>
                  </a:lnTo>
                  <a:lnTo>
                    <a:pt x="2406299" y="2479027"/>
                  </a:lnTo>
                  <a:lnTo>
                    <a:pt x="2482931" y="2518028"/>
                  </a:lnTo>
                  <a:lnTo>
                    <a:pt x="2559564" y="2555516"/>
                  </a:lnTo>
                  <a:lnTo>
                    <a:pt x="2636197" y="2591549"/>
                  </a:lnTo>
                  <a:lnTo>
                    <a:pt x="2712829" y="2626183"/>
                  </a:lnTo>
                  <a:lnTo>
                    <a:pt x="2789462" y="2655754"/>
                  </a:lnTo>
                  <a:lnTo>
                    <a:pt x="2866094" y="2664977"/>
                  </a:lnTo>
                  <a:lnTo>
                    <a:pt x="2942727" y="2674097"/>
                  </a:lnTo>
                  <a:lnTo>
                    <a:pt x="3019359" y="2683116"/>
                  </a:lnTo>
                  <a:lnTo>
                    <a:pt x="3095992" y="2692034"/>
                  </a:lnTo>
                  <a:lnTo>
                    <a:pt x="3172624" y="2700853"/>
                  </a:lnTo>
                  <a:lnTo>
                    <a:pt x="3249257" y="2709573"/>
                  </a:lnTo>
                  <a:lnTo>
                    <a:pt x="3325889" y="2718197"/>
                  </a:lnTo>
                  <a:lnTo>
                    <a:pt x="3402522" y="2726724"/>
                  </a:lnTo>
                  <a:lnTo>
                    <a:pt x="3479155" y="2735156"/>
                  </a:lnTo>
                  <a:lnTo>
                    <a:pt x="3555787" y="2743495"/>
                  </a:lnTo>
                  <a:lnTo>
                    <a:pt x="3632420" y="2751740"/>
                  </a:lnTo>
                  <a:lnTo>
                    <a:pt x="3709052" y="2759894"/>
                  </a:lnTo>
                  <a:lnTo>
                    <a:pt x="3785685" y="2767957"/>
                  </a:lnTo>
                  <a:lnTo>
                    <a:pt x="3862317" y="2775930"/>
                  </a:lnTo>
                  <a:lnTo>
                    <a:pt x="3938950" y="2783814"/>
                  </a:lnTo>
                  <a:lnTo>
                    <a:pt x="4015582" y="2791611"/>
                  </a:lnTo>
                  <a:lnTo>
                    <a:pt x="4092215" y="2799320"/>
                  </a:lnTo>
                  <a:lnTo>
                    <a:pt x="4168847" y="2806944"/>
                  </a:lnTo>
                  <a:lnTo>
                    <a:pt x="4245480" y="2814483"/>
                  </a:lnTo>
                  <a:lnTo>
                    <a:pt x="4322113" y="2821938"/>
                  </a:lnTo>
                  <a:lnTo>
                    <a:pt x="4398745" y="2829310"/>
                  </a:lnTo>
                  <a:lnTo>
                    <a:pt x="4475378" y="2836599"/>
                  </a:lnTo>
                  <a:lnTo>
                    <a:pt x="4552010" y="2843808"/>
                  </a:lnTo>
                  <a:lnTo>
                    <a:pt x="4628643" y="2850936"/>
                  </a:lnTo>
                  <a:lnTo>
                    <a:pt x="4705275" y="2857985"/>
                  </a:lnTo>
                  <a:lnTo>
                    <a:pt x="4781908" y="2864955"/>
                  </a:lnTo>
                  <a:lnTo>
                    <a:pt x="4858540" y="2871848"/>
                  </a:lnTo>
                  <a:lnTo>
                    <a:pt x="4935173" y="2878663"/>
                  </a:lnTo>
                  <a:lnTo>
                    <a:pt x="5011806" y="2885403"/>
                  </a:lnTo>
                  <a:lnTo>
                    <a:pt x="5088438" y="2892068"/>
                  </a:lnTo>
                  <a:lnTo>
                    <a:pt x="5165071" y="2898659"/>
                  </a:lnTo>
                  <a:lnTo>
                    <a:pt x="5241703" y="2905176"/>
                  </a:lnTo>
                  <a:lnTo>
                    <a:pt x="5318336" y="2911621"/>
                  </a:lnTo>
                  <a:lnTo>
                    <a:pt x="5394968" y="2917994"/>
                  </a:lnTo>
                  <a:lnTo>
                    <a:pt x="5471601" y="2924295"/>
                  </a:lnTo>
                  <a:lnTo>
                    <a:pt x="5548233" y="2930527"/>
                  </a:lnTo>
                  <a:lnTo>
                    <a:pt x="5624866" y="2936689"/>
                  </a:lnTo>
                  <a:lnTo>
                    <a:pt x="5701498" y="2942783"/>
                  </a:lnTo>
                  <a:lnTo>
                    <a:pt x="5778131" y="2948809"/>
                  </a:lnTo>
                  <a:lnTo>
                    <a:pt x="5854764" y="2954767"/>
                  </a:lnTo>
                  <a:lnTo>
                    <a:pt x="5931396" y="2960659"/>
                  </a:lnTo>
                  <a:lnTo>
                    <a:pt x="6008029" y="2966486"/>
                  </a:lnTo>
                  <a:lnTo>
                    <a:pt x="6084661" y="2972248"/>
                  </a:lnTo>
                  <a:lnTo>
                    <a:pt x="6161294" y="2977945"/>
                  </a:lnTo>
                  <a:lnTo>
                    <a:pt x="6237926" y="2983579"/>
                  </a:lnTo>
                  <a:lnTo>
                    <a:pt x="6314559" y="2989151"/>
                  </a:lnTo>
                  <a:lnTo>
                    <a:pt x="6391191" y="2994660"/>
                  </a:lnTo>
                  <a:lnTo>
                    <a:pt x="6467824" y="3000108"/>
                  </a:lnTo>
                  <a:lnTo>
                    <a:pt x="6544457" y="3005495"/>
                  </a:lnTo>
                  <a:lnTo>
                    <a:pt x="6621089" y="3010822"/>
                  </a:lnTo>
                  <a:lnTo>
                    <a:pt x="6697722" y="3016090"/>
                  </a:lnTo>
                  <a:lnTo>
                    <a:pt x="6774354" y="30212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92458"/>
              <a:ext cx="7403783" cy="1259607"/>
            </a:xfrm>
            <a:custGeom>
              <a:avLst/>
              <a:pathLst>
                <a:path w="7403783" h="1259607">
                  <a:moveTo>
                    <a:pt x="7403783" y="1259607"/>
                  </a:moveTo>
                  <a:lnTo>
                    <a:pt x="7327150" y="1255359"/>
                  </a:lnTo>
                  <a:lnTo>
                    <a:pt x="7250518" y="1250939"/>
                  </a:lnTo>
                  <a:lnTo>
                    <a:pt x="7173885" y="1246341"/>
                  </a:lnTo>
                  <a:lnTo>
                    <a:pt x="7097253" y="1241557"/>
                  </a:lnTo>
                  <a:lnTo>
                    <a:pt x="7020620" y="1236580"/>
                  </a:lnTo>
                  <a:lnTo>
                    <a:pt x="6943987" y="1231402"/>
                  </a:lnTo>
                  <a:lnTo>
                    <a:pt x="6867355" y="1226015"/>
                  </a:lnTo>
                  <a:lnTo>
                    <a:pt x="6790722" y="1220411"/>
                  </a:lnTo>
                  <a:lnTo>
                    <a:pt x="6714090" y="1214580"/>
                  </a:lnTo>
                  <a:lnTo>
                    <a:pt x="6637457" y="1208513"/>
                  </a:lnTo>
                  <a:lnTo>
                    <a:pt x="6560825" y="1202202"/>
                  </a:lnTo>
                  <a:lnTo>
                    <a:pt x="6484192" y="1195635"/>
                  </a:lnTo>
                  <a:lnTo>
                    <a:pt x="6407560" y="1188804"/>
                  </a:lnTo>
                  <a:lnTo>
                    <a:pt x="6330927" y="1181696"/>
                  </a:lnTo>
                  <a:lnTo>
                    <a:pt x="6254294" y="1174302"/>
                  </a:lnTo>
                  <a:lnTo>
                    <a:pt x="6177662" y="1166609"/>
                  </a:lnTo>
                  <a:lnTo>
                    <a:pt x="6101029" y="1158605"/>
                  </a:lnTo>
                  <a:lnTo>
                    <a:pt x="6024397" y="1150278"/>
                  </a:lnTo>
                  <a:lnTo>
                    <a:pt x="5947764" y="1141614"/>
                  </a:lnTo>
                  <a:lnTo>
                    <a:pt x="5871132" y="1132601"/>
                  </a:lnTo>
                  <a:lnTo>
                    <a:pt x="5794499" y="1123224"/>
                  </a:lnTo>
                  <a:lnTo>
                    <a:pt x="5717867" y="1113468"/>
                  </a:lnTo>
                  <a:lnTo>
                    <a:pt x="5641234" y="1103318"/>
                  </a:lnTo>
                  <a:lnTo>
                    <a:pt x="5564602" y="1092758"/>
                  </a:lnTo>
                  <a:lnTo>
                    <a:pt x="5487969" y="1081771"/>
                  </a:lnTo>
                  <a:lnTo>
                    <a:pt x="5411336" y="1070341"/>
                  </a:lnTo>
                  <a:lnTo>
                    <a:pt x="5334704" y="1058449"/>
                  </a:lnTo>
                  <a:lnTo>
                    <a:pt x="5258071" y="1046077"/>
                  </a:lnTo>
                  <a:lnTo>
                    <a:pt x="5181439" y="1033206"/>
                  </a:lnTo>
                  <a:lnTo>
                    <a:pt x="5104806" y="1019814"/>
                  </a:lnTo>
                  <a:lnTo>
                    <a:pt x="5028174" y="1005882"/>
                  </a:lnTo>
                  <a:lnTo>
                    <a:pt x="4951541" y="991387"/>
                  </a:lnTo>
                  <a:lnTo>
                    <a:pt x="4874909" y="976306"/>
                  </a:lnTo>
                  <a:lnTo>
                    <a:pt x="4798276" y="960617"/>
                  </a:lnTo>
                  <a:lnTo>
                    <a:pt x="4721644" y="944294"/>
                  </a:lnTo>
                  <a:lnTo>
                    <a:pt x="4645011" y="927312"/>
                  </a:lnTo>
                  <a:lnTo>
                    <a:pt x="4568378" y="909643"/>
                  </a:lnTo>
                  <a:lnTo>
                    <a:pt x="4491746" y="891262"/>
                  </a:lnTo>
                  <a:lnTo>
                    <a:pt x="4415113" y="872137"/>
                  </a:lnTo>
                  <a:lnTo>
                    <a:pt x="4338481" y="852241"/>
                  </a:lnTo>
                  <a:lnTo>
                    <a:pt x="4261848" y="831541"/>
                  </a:lnTo>
                  <a:lnTo>
                    <a:pt x="4185216" y="810005"/>
                  </a:lnTo>
                  <a:lnTo>
                    <a:pt x="4108583" y="787599"/>
                  </a:lnTo>
                  <a:lnTo>
                    <a:pt x="4031951" y="764289"/>
                  </a:lnTo>
                  <a:lnTo>
                    <a:pt x="3955318" y="740037"/>
                  </a:lnTo>
                  <a:lnTo>
                    <a:pt x="3878685" y="714805"/>
                  </a:lnTo>
                  <a:lnTo>
                    <a:pt x="3802053" y="688554"/>
                  </a:lnTo>
                  <a:lnTo>
                    <a:pt x="3725420" y="661244"/>
                  </a:lnTo>
                  <a:lnTo>
                    <a:pt x="3648788" y="632830"/>
                  </a:lnTo>
                  <a:lnTo>
                    <a:pt x="3572155" y="603269"/>
                  </a:lnTo>
                  <a:lnTo>
                    <a:pt x="3495523" y="572514"/>
                  </a:lnTo>
                  <a:lnTo>
                    <a:pt x="3418890" y="540517"/>
                  </a:lnTo>
                  <a:lnTo>
                    <a:pt x="3342258" y="527472"/>
                  </a:lnTo>
                  <a:lnTo>
                    <a:pt x="3265625" y="518040"/>
                  </a:lnTo>
                  <a:lnTo>
                    <a:pt x="3188993" y="508502"/>
                  </a:lnTo>
                  <a:lnTo>
                    <a:pt x="3112360" y="498857"/>
                  </a:lnTo>
                  <a:lnTo>
                    <a:pt x="3035727" y="489103"/>
                  </a:lnTo>
                  <a:lnTo>
                    <a:pt x="2959095" y="479239"/>
                  </a:lnTo>
                  <a:lnTo>
                    <a:pt x="2882462" y="469263"/>
                  </a:lnTo>
                  <a:lnTo>
                    <a:pt x="2805830" y="459176"/>
                  </a:lnTo>
                  <a:lnTo>
                    <a:pt x="2729197" y="448975"/>
                  </a:lnTo>
                  <a:lnTo>
                    <a:pt x="2652565" y="438659"/>
                  </a:lnTo>
                  <a:lnTo>
                    <a:pt x="2575932" y="428226"/>
                  </a:lnTo>
                  <a:lnTo>
                    <a:pt x="2499300" y="417677"/>
                  </a:lnTo>
                  <a:lnTo>
                    <a:pt x="2422667" y="407008"/>
                  </a:lnTo>
                  <a:lnTo>
                    <a:pt x="2346034" y="396219"/>
                  </a:lnTo>
                  <a:lnTo>
                    <a:pt x="2269402" y="385309"/>
                  </a:lnTo>
                  <a:lnTo>
                    <a:pt x="2192769" y="374276"/>
                  </a:lnTo>
                  <a:lnTo>
                    <a:pt x="2116137" y="363118"/>
                  </a:lnTo>
                  <a:lnTo>
                    <a:pt x="2039504" y="351835"/>
                  </a:lnTo>
                  <a:lnTo>
                    <a:pt x="1962872" y="340425"/>
                  </a:lnTo>
                  <a:lnTo>
                    <a:pt x="1886239" y="328886"/>
                  </a:lnTo>
                  <a:lnTo>
                    <a:pt x="1809607" y="317217"/>
                  </a:lnTo>
                  <a:lnTo>
                    <a:pt x="1732974" y="305417"/>
                  </a:lnTo>
                  <a:lnTo>
                    <a:pt x="1656342" y="293484"/>
                  </a:lnTo>
                  <a:lnTo>
                    <a:pt x="1579709" y="281416"/>
                  </a:lnTo>
                  <a:lnTo>
                    <a:pt x="1503076" y="269213"/>
                  </a:lnTo>
                  <a:lnTo>
                    <a:pt x="1426444" y="256872"/>
                  </a:lnTo>
                  <a:lnTo>
                    <a:pt x="1349811" y="244392"/>
                  </a:lnTo>
                  <a:lnTo>
                    <a:pt x="1273179" y="231771"/>
                  </a:lnTo>
                  <a:lnTo>
                    <a:pt x="1196546" y="219008"/>
                  </a:lnTo>
                  <a:lnTo>
                    <a:pt x="1119914" y="206102"/>
                  </a:lnTo>
                  <a:lnTo>
                    <a:pt x="1043281" y="193050"/>
                  </a:lnTo>
                  <a:lnTo>
                    <a:pt x="966649" y="179851"/>
                  </a:lnTo>
                  <a:lnTo>
                    <a:pt x="890016" y="166504"/>
                  </a:lnTo>
                  <a:lnTo>
                    <a:pt x="813384" y="153006"/>
                  </a:lnTo>
                  <a:lnTo>
                    <a:pt x="736751" y="139356"/>
                  </a:lnTo>
                  <a:lnTo>
                    <a:pt x="660118" y="125552"/>
                  </a:lnTo>
                  <a:lnTo>
                    <a:pt x="583486" y="111593"/>
                  </a:lnTo>
                  <a:lnTo>
                    <a:pt x="506853" y="97476"/>
                  </a:lnTo>
                  <a:lnTo>
                    <a:pt x="430221" y="83201"/>
                  </a:lnTo>
                  <a:lnTo>
                    <a:pt x="353588" y="68765"/>
                  </a:lnTo>
                  <a:lnTo>
                    <a:pt x="276956" y="54166"/>
                  </a:lnTo>
                  <a:lnTo>
                    <a:pt x="200323" y="39403"/>
                  </a:lnTo>
                  <a:lnTo>
                    <a:pt x="123691" y="24473"/>
                  </a:lnTo>
                  <a:lnTo>
                    <a:pt x="47058" y="93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991819"/>
              <a:ext cx="7403783" cy="2344880"/>
            </a:xfrm>
            <a:custGeom>
              <a:avLst/>
              <a:pathLst>
                <a:path w="7403783" h="2344880">
                  <a:moveTo>
                    <a:pt x="0" y="0"/>
                  </a:moveTo>
                  <a:lnTo>
                    <a:pt x="47058" y="39891"/>
                  </a:lnTo>
                  <a:lnTo>
                    <a:pt x="123691" y="103224"/>
                  </a:lnTo>
                  <a:lnTo>
                    <a:pt x="200323" y="164969"/>
                  </a:lnTo>
                  <a:lnTo>
                    <a:pt x="276956" y="225165"/>
                  </a:lnTo>
                  <a:lnTo>
                    <a:pt x="353588" y="283852"/>
                  </a:lnTo>
                  <a:lnTo>
                    <a:pt x="430221" y="341067"/>
                  </a:lnTo>
                  <a:lnTo>
                    <a:pt x="506853" y="396847"/>
                  </a:lnTo>
                  <a:lnTo>
                    <a:pt x="583486" y="451228"/>
                  </a:lnTo>
                  <a:lnTo>
                    <a:pt x="660118" y="504246"/>
                  </a:lnTo>
                  <a:lnTo>
                    <a:pt x="736751" y="555934"/>
                  </a:lnTo>
                  <a:lnTo>
                    <a:pt x="813384" y="606326"/>
                  </a:lnTo>
                  <a:lnTo>
                    <a:pt x="890016" y="655455"/>
                  </a:lnTo>
                  <a:lnTo>
                    <a:pt x="966649" y="703351"/>
                  </a:lnTo>
                  <a:lnTo>
                    <a:pt x="1043281" y="750046"/>
                  </a:lnTo>
                  <a:lnTo>
                    <a:pt x="1119914" y="795570"/>
                  </a:lnTo>
                  <a:lnTo>
                    <a:pt x="1196546" y="839953"/>
                  </a:lnTo>
                  <a:lnTo>
                    <a:pt x="1273179" y="883223"/>
                  </a:lnTo>
                  <a:lnTo>
                    <a:pt x="1349811" y="925407"/>
                  </a:lnTo>
                  <a:lnTo>
                    <a:pt x="1426444" y="966534"/>
                  </a:lnTo>
                  <a:lnTo>
                    <a:pt x="1503076" y="1006630"/>
                  </a:lnTo>
                  <a:lnTo>
                    <a:pt x="1579709" y="1045719"/>
                  </a:lnTo>
                  <a:lnTo>
                    <a:pt x="1656342" y="1083829"/>
                  </a:lnTo>
                  <a:lnTo>
                    <a:pt x="1732974" y="1120983"/>
                  </a:lnTo>
                  <a:lnTo>
                    <a:pt x="1809607" y="1157206"/>
                  </a:lnTo>
                  <a:lnTo>
                    <a:pt x="1886239" y="1192519"/>
                  </a:lnTo>
                  <a:lnTo>
                    <a:pt x="1962872" y="1226948"/>
                  </a:lnTo>
                  <a:lnTo>
                    <a:pt x="2039504" y="1260513"/>
                  </a:lnTo>
                  <a:lnTo>
                    <a:pt x="2116137" y="1293236"/>
                  </a:lnTo>
                  <a:lnTo>
                    <a:pt x="2192769" y="1325139"/>
                  </a:lnTo>
                  <a:lnTo>
                    <a:pt x="2269402" y="1356242"/>
                  </a:lnTo>
                  <a:lnTo>
                    <a:pt x="2346034" y="1386564"/>
                  </a:lnTo>
                  <a:lnTo>
                    <a:pt x="2422667" y="1416127"/>
                  </a:lnTo>
                  <a:lnTo>
                    <a:pt x="2499300" y="1444948"/>
                  </a:lnTo>
                  <a:lnTo>
                    <a:pt x="2575932" y="1473046"/>
                  </a:lnTo>
                  <a:lnTo>
                    <a:pt x="2652565" y="1500440"/>
                  </a:lnTo>
                  <a:lnTo>
                    <a:pt x="2729197" y="1527146"/>
                  </a:lnTo>
                  <a:lnTo>
                    <a:pt x="2805830" y="1553183"/>
                  </a:lnTo>
                  <a:lnTo>
                    <a:pt x="2882462" y="1578567"/>
                  </a:lnTo>
                  <a:lnTo>
                    <a:pt x="2959095" y="1603315"/>
                  </a:lnTo>
                  <a:lnTo>
                    <a:pt x="3035727" y="1627442"/>
                  </a:lnTo>
                  <a:lnTo>
                    <a:pt x="3112360" y="1650964"/>
                  </a:lnTo>
                  <a:lnTo>
                    <a:pt x="3188993" y="1673896"/>
                  </a:lnTo>
                  <a:lnTo>
                    <a:pt x="3265625" y="1696253"/>
                  </a:lnTo>
                  <a:lnTo>
                    <a:pt x="3342258" y="1718049"/>
                  </a:lnTo>
                  <a:lnTo>
                    <a:pt x="3418890" y="1739299"/>
                  </a:lnTo>
                  <a:lnTo>
                    <a:pt x="3495523" y="1760016"/>
                  </a:lnTo>
                  <a:lnTo>
                    <a:pt x="3572155" y="1780213"/>
                  </a:lnTo>
                  <a:lnTo>
                    <a:pt x="3648788" y="1799904"/>
                  </a:lnTo>
                  <a:lnTo>
                    <a:pt x="3725420" y="1819101"/>
                  </a:lnTo>
                  <a:lnTo>
                    <a:pt x="3802053" y="1837816"/>
                  </a:lnTo>
                  <a:lnTo>
                    <a:pt x="3878685" y="1856063"/>
                  </a:lnTo>
                  <a:lnTo>
                    <a:pt x="3955318" y="1873852"/>
                  </a:lnTo>
                  <a:lnTo>
                    <a:pt x="4031951" y="1891194"/>
                  </a:lnTo>
                  <a:lnTo>
                    <a:pt x="4108583" y="1908102"/>
                  </a:lnTo>
                  <a:lnTo>
                    <a:pt x="4185216" y="1924586"/>
                  </a:lnTo>
                  <a:lnTo>
                    <a:pt x="4261848" y="1940656"/>
                  </a:lnTo>
                  <a:lnTo>
                    <a:pt x="4338481" y="1956324"/>
                  </a:lnTo>
                  <a:lnTo>
                    <a:pt x="4415113" y="1971598"/>
                  </a:lnTo>
                  <a:lnTo>
                    <a:pt x="4491746" y="1986490"/>
                  </a:lnTo>
                  <a:lnTo>
                    <a:pt x="4568378" y="2001008"/>
                  </a:lnTo>
                  <a:lnTo>
                    <a:pt x="4645011" y="2015162"/>
                  </a:lnTo>
                  <a:lnTo>
                    <a:pt x="4721644" y="2028961"/>
                  </a:lnTo>
                  <a:lnTo>
                    <a:pt x="4798276" y="2042414"/>
                  </a:lnTo>
                  <a:lnTo>
                    <a:pt x="4874909" y="2055529"/>
                  </a:lnTo>
                  <a:lnTo>
                    <a:pt x="4951541" y="2068316"/>
                  </a:lnTo>
                  <a:lnTo>
                    <a:pt x="5028174" y="2080782"/>
                  </a:lnTo>
                  <a:lnTo>
                    <a:pt x="5104806" y="2092936"/>
                  </a:lnTo>
                  <a:lnTo>
                    <a:pt x="5181439" y="2104784"/>
                  </a:lnTo>
                  <a:lnTo>
                    <a:pt x="5258071" y="2116336"/>
                  </a:lnTo>
                  <a:lnTo>
                    <a:pt x="5334704" y="2127598"/>
                  </a:lnTo>
                  <a:lnTo>
                    <a:pt x="5411336" y="2138577"/>
                  </a:lnTo>
                  <a:lnTo>
                    <a:pt x="5487969" y="2149281"/>
                  </a:lnTo>
                  <a:lnTo>
                    <a:pt x="5564602" y="2159717"/>
                  </a:lnTo>
                  <a:lnTo>
                    <a:pt x="5641234" y="2169891"/>
                  </a:lnTo>
                  <a:lnTo>
                    <a:pt x="5717867" y="2179810"/>
                  </a:lnTo>
                  <a:lnTo>
                    <a:pt x="5794499" y="2189480"/>
                  </a:lnTo>
                  <a:lnTo>
                    <a:pt x="5871132" y="2198908"/>
                  </a:lnTo>
                  <a:lnTo>
                    <a:pt x="5947764" y="2208099"/>
                  </a:lnTo>
                  <a:lnTo>
                    <a:pt x="6024397" y="2217060"/>
                  </a:lnTo>
                  <a:lnTo>
                    <a:pt x="6101029" y="2225796"/>
                  </a:lnTo>
                  <a:lnTo>
                    <a:pt x="6177662" y="2234313"/>
                  </a:lnTo>
                  <a:lnTo>
                    <a:pt x="6254294" y="2242616"/>
                  </a:lnTo>
                  <a:lnTo>
                    <a:pt x="6330927" y="2250712"/>
                  </a:lnTo>
                  <a:lnTo>
                    <a:pt x="6407560" y="2258604"/>
                  </a:lnTo>
                  <a:lnTo>
                    <a:pt x="6484192" y="2266298"/>
                  </a:lnTo>
                  <a:lnTo>
                    <a:pt x="6560825" y="2273799"/>
                  </a:lnTo>
                  <a:lnTo>
                    <a:pt x="6637457" y="2281113"/>
                  </a:lnTo>
                  <a:lnTo>
                    <a:pt x="6714090" y="2288242"/>
                  </a:lnTo>
                  <a:lnTo>
                    <a:pt x="6790722" y="2295193"/>
                  </a:lnTo>
                  <a:lnTo>
                    <a:pt x="6867355" y="2301970"/>
                  </a:lnTo>
                  <a:lnTo>
                    <a:pt x="6943987" y="2308577"/>
                  </a:lnTo>
                  <a:lnTo>
                    <a:pt x="7020620" y="2315018"/>
                  </a:lnTo>
                  <a:lnTo>
                    <a:pt x="7097253" y="2321298"/>
                  </a:lnTo>
                  <a:lnTo>
                    <a:pt x="7173885" y="2327420"/>
                  </a:lnTo>
                  <a:lnTo>
                    <a:pt x="7250518" y="2333388"/>
                  </a:lnTo>
                  <a:lnTo>
                    <a:pt x="7327150" y="2339207"/>
                  </a:lnTo>
                  <a:lnTo>
                    <a:pt x="7403783" y="234488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1.34 (1.14-1.58), p_Bonf = 0.003 (n = 6)  |  per IQR decline (Δ = 0.30): 2.41 (1.47-3.94)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2026-07-01T09:33:48Z</dcterms:modified>
  <cp:category/>
</cp:coreProperties>
</file>