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78562"/>
            </a:xfrm>
            <a:custGeom>
              <a:avLst/>
              <a:pathLst>
                <a:path w="7090630" h="3378562">
                  <a:moveTo>
                    <a:pt x="759163" y="0"/>
                  </a:moveTo>
                  <a:lnTo>
                    <a:pt x="787847" y="55449"/>
                  </a:lnTo>
                  <a:lnTo>
                    <a:pt x="859470" y="188531"/>
                  </a:lnTo>
                  <a:lnTo>
                    <a:pt x="931092" y="316447"/>
                  </a:lnTo>
                  <a:lnTo>
                    <a:pt x="1002715" y="439397"/>
                  </a:lnTo>
                  <a:lnTo>
                    <a:pt x="1074337" y="557574"/>
                  </a:lnTo>
                  <a:lnTo>
                    <a:pt x="1145960" y="671164"/>
                  </a:lnTo>
                  <a:lnTo>
                    <a:pt x="1217582" y="780344"/>
                  </a:lnTo>
                  <a:lnTo>
                    <a:pt x="1289205" y="885286"/>
                  </a:lnTo>
                  <a:lnTo>
                    <a:pt x="1360827" y="986155"/>
                  </a:lnTo>
                  <a:lnTo>
                    <a:pt x="1432450" y="1083108"/>
                  </a:lnTo>
                  <a:lnTo>
                    <a:pt x="1504073" y="1176297"/>
                  </a:lnTo>
                  <a:lnTo>
                    <a:pt x="1575695" y="1265869"/>
                  </a:lnTo>
                  <a:lnTo>
                    <a:pt x="1647318" y="1351964"/>
                  </a:lnTo>
                  <a:lnTo>
                    <a:pt x="1718940" y="1434717"/>
                  </a:lnTo>
                  <a:lnTo>
                    <a:pt x="1790563" y="1514257"/>
                  </a:lnTo>
                  <a:lnTo>
                    <a:pt x="1862185" y="1590710"/>
                  </a:lnTo>
                  <a:lnTo>
                    <a:pt x="1933808" y="1664195"/>
                  </a:lnTo>
                  <a:lnTo>
                    <a:pt x="2005430" y="1734827"/>
                  </a:lnTo>
                  <a:lnTo>
                    <a:pt x="2077053" y="1802718"/>
                  </a:lnTo>
                  <a:lnTo>
                    <a:pt x="2148675" y="1867973"/>
                  </a:lnTo>
                  <a:lnTo>
                    <a:pt x="2220298" y="1930695"/>
                  </a:lnTo>
                  <a:lnTo>
                    <a:pt x="2291920" y="1990982"/>
                  </a:lnTo>
                  <a:lnTo>
                    <a:pt x="2363543" y="2048929"/>
                  </a:lnTo>
                  <a:lnTo>
                    <a:pt x="2435165" y="2104627"/>
                  </a:lnTo>
                  <a:lnTo>
                    <a:pt x="2506788" y="2158162"/>
                  </a:lnTo>
                  <a:lnTo>
                    <a:pt x="2578410" y="2209619"/>
                  </a:lnTo>
                  <a:lnTo>
                    <a:pt x="2650033" y="2259079"/>
                  </a:lnTo>
                  <a:lnTo>
                    <a:pt x="2721655" y="2306619"/>
                  </a:lnTo>
                  <a:lnTo>
                    <a:pt x="2793278" y="2352313"/>
                  </a:lnTo>
                  <a:lnTo>
                    <a:pt x="2864901" y="2396234"/>
                  </a:lnTo>
                  <a:lnTo>
                    <a:pt x="2936523" y="2438450"/>
                  </a:lnTo>
                  <a:lnTo>
                    <a:pt x="3008146" y="2479027"/>
                  </a:lnTo>
                  <a:lnTo>
                    <a:pt x="3079768" y="2518028"/>
                  </a:lnTo>
                  <a:lnTo>
                    <a:pt x="3151391" y="2555516"/>
                  </a:lnTo>
                  <a:lnTo>
                    <a:pt x="3223013" y="2591549"/>
                  </a:lnTo>
                  <a:lnTo>
                    <a:pt x="3294636" y="2626183"/>
                  </a:lnTo>
                  <a:lnTo>
                    <a:pt x="3366258" y="2655754"/>
                  </a:lnTo>
                  <a:lnTo>
                    <a:pt x="3437881" y="2664977"/>
                  </a:lnTo>
                  <a:lnTo>
                    <a:pt x="3509503" y="2674097"/>
                  </a:lnTo>
                  <a:lnTo>
                    <a:pt x="3581126" y="2683116"/>
                  </a:lnTo>
                  <a:lnTo>
                    <a:pt x="3652748" y="2692034"/>
                  </a:lnTo>
                  <a:lnTo>
                    <a:pt x="3724371" y="2700853"/>
                  </a:lnTo>
                  <a:lnTo>
                    <a:pt x="3795993" y="2709573"/>
                  </a:lnTo>
                  <a:lnTo>
                    <a:pt x="3867616" y="2718197"/>
                  </a:lnTo>
                  <a:lnTo>
                    <a:pt x="3939238" y="2726724"/>
                  </a:lnTo>
                  <a:lnTo>
                    <a:pt x="4010861" y="2735156"/>
                  </a:lnTo>
                  <a:lnTo>
                    <a:pt x="4082483" y="2743495"/>
                  </a:lnTo>
                  <a:lnTo>
                    <a:pt x="4154106" y="2751740"/>
                  </a:lnTo>
                  <a:lnTo>
                    <a:pt x="4225729" y="2759894"/>
                  </a:lnTo>
                  <a:lnTo>
                    <a:pt x="4297351" y="2767957"/>
                  </a:lnTo>
                  <a:lnTo>
                    <a:pt x="4368974" y="2775930"/>
                  </a:lnTo>
                  <a:lnTo>
                    <a:pt x="4440596" y="2783814"/>
                  </a:lnTo>
                  <a:lnTo>
                    <a:pt x="4512219" y="2791611"/>
                  </a:lnTo>
                  <a:lnTo>
                    <a:pt x="4583841" y="2799320"/>
                  </a:lnTo>
                  <a:lnTo>
                    <a:pt x="4655464" y="2806944"/>
                  </a:lnTo>
                  <a:lnTo>
                    <a:pt x="4727086" y="2814483"/>
                  </a:lnTo>
                  <a:lnTo>
                    <a:pt x="4798709" y="2821938"/>
                  </a:lnTo>
                  <a:lnTo>
                    <a:pt x="4870331" y="2829310"/>
                  </a:lnTo>
                  <a:lnTo>
                    <a:pt x="4941954" y="2836599"/>
                  </a:lnTo>
                  <a:lnTo>
                    <a:pt x="5013576" y="2843808"/>
                  </a:lnTo>
                  <a:lnTo>
                    <a:pt x="5085199" y="2850936"/>
                  </a:lnTo>
                  <a:lnTo>
                    <a:pt x="5156821" y="2857985"/>
                  </a:lnTo>
                  <a:lnTo>
                    <a:pt x="5228444" y="2864955"/>
                  </a:lnTo>
                  <a:lnTo>
                    <a:pt x="5300066" y="2871848"/>
                  </a:lnTo>
                  <a:lnTo>
                    <a:pt x="5371689" y="2878663"/>
                  </a:lnTo>
                  <a:lnTo>
                    <a:pt x="5443311" y="2885403"/>
                  </a:lnTo>
                  <a:lnTo>
                    <a:pt x="5514934" y="2892068"/>
                  </a:lnTo>
                  <a:lnTo>
                    <a:pt x="5586557" y="2898659"/>
                  </a:lnTo>
                  <a:lnTo>
                    <a:pt x="5658179" y="2905176"/>
                  </a:lnTo>
                  <a:lnTo>
                    <a:pt x="5729802" y="2911621"/>
                  </a:lnTo>
                  <a:lnTo>
                    <a:pt x="5801424" y="2917994"/>
                  </a:lnTo>
                  <a:lnTo>
                    <a:pt x="5873047" y="2924295"/>
                  </a:lnTo>
                  <a:lnTo>
                    <a:pt x="5944669" y="2930527"/>
                  </a:lnTo>
                  <a:lnTo>
                    <a:pt x="6016292" y="2936689"/>
                  </a:lnTo>
                  <a:lnTo>
                    <a:pt x="6087914" y="2942783"/>
                  </a:lnTo>
                  <a:lnTo>
                    <a:pt x="6159537" y="2948809"/>
                  </a:lnTo>
                  <a:lnTo>
                    <a:pt x="6231159" y="2954767"/>
                  </a:lnTo>
                  <a:lnTo>
                    <a:pt x="6302782" y="2960659"/>
                  </a:lnTo>
                  <a:lnTo>
                    <a:pt x="6374404" y="2966486"/>
                  </a:lnTo>
                  <a:lnTo>
                    <a:pt x="6446027" y="2972248"/>
                  </a:lnTo>
                  <a:lnTo>
                    <a:pt x="6517649" y="2977945"/>
                  </a:lnTo>
                  <a:lnTo>
                    <a:pt x="6589272" y="2983579"/>
                  </a:lnTo>
                  <a:lnTo>
                    <a:pt x="6660894" y="2989151"/>
                  </a:lnTo>
                  <a:lnTo>
                    <a:pt x="6732517" y="2994660"/>
                  </a:lnTo>
                  <a:lnTo>
                    <a:pt x="6804139" y="3000108"/>
                  </a:lnTo>
                  <a:lnTo>
                    <a:pt x="6875762" y="3005495"/>
                  </a:lnTo>
                  <a:lnTo>
                    <a:pt x="6947385" y="3010822"/>
                  </a:lnTo>
                  <a:lnTo>
                    <a:pt x="7019007" y="3016090"/>
                  </a:lnTo>
                  <a:lnTo>
                    <a:pt x="7090630" y="3021299"/>
                  </a:lnTo>
                  <a:lnTo>
                    <a:pt x="7090630" y="3378562"/>
                  </a:lnTo>
                  <a:lnTo>
                    <a:pt x="7019007" y="3374314"/>
                  </a:lnTo>
                  <a:lnTo>
                    <a:pt x="6947385" y="3369894"/>
                  </a:lnTo>
                  <a:lnTo>
                    <a:pt x="6875762" y="3365296"/>
                  </a:lnTo>
                  <a:lnTo>
                    <a:pt x="6804139" y="3360513"/>
                  </a:lnTo>
                  <a:lnTo>
                    <a:pt x="6732517" y="3355536"/>
                  </a:lnTo>
                  <a:lnTo>
                    <a:pt x="6660894" y="3350358"/>
                  </a:lnTo>
                  <a:lnTo>
                    <a:pt x="6589272" y="3344971"/>
                  </a:lnTo>
                  <a:lnTo>
                    <a:pt x="6517649" y="3339366"/>
                  </a:lnTo>
                  <a:lnTo>
                    <a:pt x="6446027" y="3333535"/>
                  </a:lnTo>
                  <a:lnTo>
                    <a:pt x="6374404" y="3327469"/>
                  </a:lnTo>
                  <a:lnTo>
                    <a:pt x="6302782" y="3321157"/>
                  </a:lnTo>
                  <a:lnTo>
                    <a:pt x="6231159" y="3314591"/>
                  </a:lnTo>
                  <a:lnTo>
                    <a:pt x="6159537" y="3307759"/>
                  </a:lnTo>
                  <a:lnTo>
                    <a:pt x="6087914" y="3300652"/>
                  </a:lnTo>
                  <a:lnTo>
                    <a:pt x="6016292" y="3293257"/>
                  </a:lnTo>
                  <a:lnTo>
                    <a:pt x="5944669" y="3285564"/>
                  </a:lnTo>
                  <a:lnTo>
                    <a:pt x="5873047" y="3277560"/>
                  </a:lnTo>
                  <a:lnTo>
                    <a:pt x="5801424" y="3269233"/>
                  </a:lnTo>
                  <a:lnTo>
                    <a:pt x="5729802" y="3260570"/>
                  </a:lnTo>
                  <a:lnTo>
                    <a:pt x="5658179" y="3251556"/>
                  </a:lnTo>
                  <a:lnTo>
                    <a:pt x="5586557" y="3242179"/>
                  </a:lnTo>
                  <a:lnTo>
                    <a:pt x="5514934" y="3232423"/>
                  </a:lnTo>
                  <a:lnTo>
                    <a:pt x="5443311" y="3222273"/>
                  </a:lnTo>
                  <a:lnTo>
                    <a:pt x="5371689" y="3211713"/>
                  </a:lnTo>
                  <a:lnTo>
                    <a:pt x="5300066" y="3200727"/>
                  </a:lnTo>
                  <a:lnTo>
                    <a:pt x="5228444" y="3189296"/>
                  </a:lnTo>
                  <a:lnTo>
                    <a:pt x="5156821" y="3177405"/>
                  </a:lnTo>
                  <a:lnTo>
                    <a:pt x="5085199" y="3165033"/>
                  </a:lnTo>
                  <a:lnTo>
                    <a:pt x="5013576" y="3152161"/>
                  </a:lnTo>
                  <a:lnTo>
                    <a:pt x="4941954" y="3138769"/>
                  </a:lnTo>
                  <a:lnTo>
                    <a:pt x="4870331" y="3124837"/>
                  </a:lnTo>
                  <a:lnTo>
                    <a:pt x="4798709" y="3110342"/>
                  </a:lnTo>
                  <a:lnTo>
                    <a:pt x="4727086" y="3095262"/>
                  </a:lnTo>
                  <a:lnTo>
                    <a:pt x="4655464" y="3079572"/>
                  </a:lnTo>
                  <a:lnTo>
                    <a:pt x="4583841" y="3063249"/>
                  </a:lnTo>
                  <a:lnTo>
                    <a:pt x="4512219" y="3046267"/>
                  </a:lnTo>
                  <a:lnTo>
                    <a:pt x="4440596" y="3028599"/>
                  </a:lnTo>
                  <a:lnTo>
                    <a:pt x="4368974" y="3010217"/>
                  </a:lnTo>
                  <a:lnTo>
                    <a:pt x="4297351" y="2991093"/>
                  </a:lnTo>
                  <a:lnTo>
                    <a:pt x="4225729" y="2971196"/>
                  </a:lnTo>
                  <a:lnTo>
                    <a:pt x="4154106" y="2950496"/>
                  </a:lnTo>
                  <a:lnTo>
                    <a:pt x="4082483" y="2928960"/>
                  </a:lnTo>
                  <a:lnTo>
                    <a:pt x="4010861" y="2906555"/>
                  </a:lnTo>
                  <a:lnTo>
                    <a:pt x="3939238" y="2883244"/>
                  </a:lnTo>
                  <a:lnTo>
                    <a:pt x="3867616" y="2858992"/>
                  </a:lnTo>
                  <a:lnTo>
                    <a:pt x="3795993" y="2833760"/>
                  </a:lnTo>
                  <a:lnTo>
                    <a:pt x="3724371" y="2807510"/>
                  </a:lnTo>
                  <a:lnTo>
                    <a:pt x="3652748" y="2780199"/>
                  </a:lnTo>
                  <a:lnTo>
                    <a:pt x="3581126" y="2751785"/>
                  </a:lnTo>
                  <a:lnTo>
                    <a:pt x="3509503" y="2722224"/>
                  </a:lnTo>
                  <a:lnTo>
                    <a:pt x="3437881" y="2691469"/>
                  </a:lnTo>
                  <a:lnTo>
                    <a:pt x="3366258" y="2659472"/>
                  </a:lnTo>
                  <a:lnTo>
                    <a:pt x="3294636" y="2646427"/>
                  </a:lnTo>
                  <a:lnTo>
                    <a:pt x="3223013" y="2636996"/>
                  </a:lnTo>
                  <a:lnTo>
                    <a:pt x="3151391" y="2627458"/>
                  </a:lnTo>
                  <a:lnTo>
                    <a:pt x="3079768" y="2617812"/>
                  </a:lnTo>
                  <a:lnTo>
                    <a:pt x="3008146" y="2608058"/>
                  </a:lnTo>
                  <a:lnTo>
                    <a:pt x="2936523" y="2598194"/>
                  </a:lnTo>
                  <a:lnTo>
                    <a:pt x="2864901" y="2588219"/>
                  </a:lnTo>
                  <a:lnTo>
                    <a:pt x="2793278" y="2578131"/>
                  </a:lnTo>
                  <a:lnTo>
                    <a:pt x="2721655" y="2567930"/>
                  </a:lnTo>
                  <a:lnTo>
                    <a:pt x="2650033" y="2557614"/>
                  </a:lnTo>
                  <a:lnTo>
                    <a:pt x="2578410" y="2547182"/>
                  </a:lnTo>
                  <a:lnTo>
                    <a:pt x="2506788" y="2536632"/>
                  </a:lnTo>
                  <a:lnTo>
                    <a:pt x="2435165" y="2525963"/>
                  </a:lnTo>
                  <a:lnTo>
                    <a:pt x="2363543" y="2515174"/>
                  </a:lnTo>
                  <a:lnTo>
                    <a:pt x="2291920" y="2504264"/>
                  </a:lnTo>
                  <a:lnTo>
                    <a:pt x="2220298" y="2493231"/>
                  </a:lnTo>
                  <a:lnTo>
                    <a:pt x="2148675" y="2482073"/>
                  </a:lnTo>
                  <a:lnTo>
                    <a:pt x="2077053" y="2470790"/>
                  </a:lnTo>
                  <a:lnTo>
                    <a:pt x="2005430" y="2459380"/>
                  </a:lnTo>
                  <a:lnTo>
                    <a:pt x="1933808" y="2447841"/>
                  </a:lnTo>
                  <a:lnTo>
                    <a:pt x="1862185" y="2436172"/>
                  </a:lnTo>
                  <a:lnTo>
                    <a:pt x="1790563" y="2424372"/>
                  </a:lnTo>
                  <a:lnTo>
                    <a:pt x="1718940" y="2412439"/>
                  </a:lnTo>
                  <a:lnTo>
                    <a:pt x="1647318" y="2400371"/>
                  </a:lnTo>
                  <a:lnTo>
                    <a:pt x="1575695" y="2388168"/>
                  </a:lnTo>
                  <a:lnTo>
                    <a:pt x="1504073" y="2375827"/>
                  </a:lnTo>
                  <a:lnTo>
                    <a:pt x="1432450" y="2363347"/>
                  </a:lnTo>
                  <a:lnTo>
                    <a:pt x="1360827" y="2350726"/>
                  </a:lnTo>
                  <a:lnTo>
                    <a:pt x="1289205" y="2337964"/>
                  </a:lnTo>
                  <a:lnTo>
                    <a:pt x="1217582" y="2325057"/>
                  </a:lnTo>
                  <a:lnTo>
                    <a:pt x="1145960" y="2312005"/>
                  </a:lnTo>
                  <a:lnTo>
                    <a:pt x="1074337" y="2298807"/>
                  </a:lnTo>
                  <a:lnTo>
                    <a:pt x="1002715" y="2285459"/>
                  </a:lnTo>
                  <a:lnTo>
                    <a:pt x="931092" y="2271961"/>
                  </a:lnTo>
                  <a:lnTo>
                    <a:pt x="859470" y="2258311"/>
                  </a:lnTo>
                  <a:lnTo>
                    <a:pt x="787847" y="2244507"/>
                  </a:lnTo>
                  <a:lnTo>
                    <a:pt x="716225" y="2230548"/>
                  </a:lnTo>
                  <a:lnTo>
                    <a:pt x="644602" y="2216432"/>
                  </a:lnTo>
                  <a:lnTo>
                    <a:pt x="572980" y="2202156"/>
                  </a:lnTo>
                  <a:lnTo>
                    <a:pt x="501357" y="2187720"/>
                  </a:lnTo>
                  <a:lnTo>
                    <a:pt x="429735" y="2173121"/>
                  </a:lnTo>
                  <a:lnTo>
                    <a:pt x="358112" y="2158358"/>
                  </a:lnTo>
                  <a:lnTo>
                    <a:pt x="286490" y="2143428"/>
                  </a:lnTo>
                  <a:lnTo>
                    <a:pt x="214867" y="2128330"/>
                  </a:lnTo>
                  <a:lnTo>
                    <a:pt x="143245" y="2113063"/>
                  </a:lnTo>
                  <a:lnTo>
                    <a:pt x="71622" y="2097623"/>
                  </a:lnTo>
                  <a:lnTo>
                    <a:pt x="0" y="208200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31213" y="2073503"/>
              <a:ext cx="6331466" cy="3021299"/>
            </a:xfrm>
            <a:custGeom>
              <a:avLst/>
              <a:pathLst>
                <a:path w="6331466" h="3021299">
                  <a:moveTo>
                    <a:pt x="0" y="0"/>
                  </a:moveTo>
                  <a:lnTo>
                    <a:pt x="28683" y="55449"/>
                  </a:lnTo>
                  <a:lnTo>
                    <a:pt x="100306" y="188531"/>
                  </a:lnTo>
                  <a:lnTo>
                    <a:pt x="171928" y="316447"/>
                  </a:lnTo>
                  <a:lnTo>
                    <a:pt x="243551" y="439397"/>
                  </a:lnTo>
                  <a:lnTo>
                    <a:pt x="315173" y="557574"/>
                  </a:lnTo>
                  <a:lnTo>
                    <a:pt x="386796" y="671164"/>
                  </a:lnTo>
                  <a:lnTo>
                    <a:pt x="458419" y="780344"/>
                  </a:lnTo>
                  <a:lnTo>
                    <a:pt x="530041" y="885286"/>
                  </a:lnTo>
                  <a:lnTo>
                    <a:pt x="601664" y="986155"/>
                  </a:lnTo>
                  <a:lnTo>
                    <a:pt x="673286" y="1083108"/>
                  </a:lnTo>
                  <a:lnTo>
                    <a:pt x="744909" y="1176297"/>
                  </a:lnTo>
                  <a:lnTo>
                    <a:pt x="816531" y="1265869"/>
                  </a:lnTo>
                  <a:lnTo>
                    <a:pt x="888154" y="1351964"/>
                  </a:lnTo>
                  <a:lnTo>
                    <a:pt x="959776" y="1434717"/>
                  </a:lnTo>
                  <a:lnTo>
                    <a:pt x="1031399" y="1514257"/>
                  </a:lnTo>
                  <a:lnTo>
                    <a:pt x="1103021" y="1590710"/>
                  </a:lnTo>
                  <a:lnTo>
                    <a:pt x="1174644" y="1664195"/>
                  </a:lnTo>
                  <a:lnTo>
                    <a:pt x="1246266" y="1734827"/>
                  </a:lnTo>
                  <a:lnTo>
                    <a:pt x="1317889" y="1802718"/>
                  </a:lnTo>
                  <a:lnTo>
                    <a:pt x="1389511" y="1867973"/>
                  </a:lnTo>
                  <a:lnTo>
                    <a:pt x="1461134" y="1930695"/>
                  </a:lnTo>
                  <a:lnTo>
                    <a:pt x="1532756" y="1990982"/>
                  </a:lnTo>
                  <a:lnTo>
                    <a:pt x="1604379" y="2048929"/>
                  </a:lnTo>
                  <a:lnTo>
                    <a:pt x="1676001" y="2104627"/>
                  </a:lnTo>
                  <a:lnTo>
                    <a:pt x="1747624" y="2158162"/>
                  </a:lnTo>
                  <a:lnTo>
                    <a:pt x="1819247" y="2209619"/>
                  </a:lnTo>
                  <a:lnTo>
                    <a:pt x="1890869" y="2259079"/>
                  </a:lnTo>
                  <a:lnTo>
                    <a:pt x="1962492" y="2306619"/>
                  </a:lnTo>
                  <a:lnTo>
                    <a:pt x="2034114" y="2352313"/>
                  </a:lnTo>
                  <a:lnTo>
                    <a:pt x="2105737" y="2396234"/>
                  </a:lnTo>
                  <a:lnTo>
                    <a:pt x="2177359" y="2438450"/>
                  </a:lnTo>
                  <a:lnTo>
                    <a:pt x="2248982" y="2479027"/>
                  </a:lnTo>
                  <a:lnTo>
                    <a:pt x="2320604" y="2518028"/>
                  </a:lnTo>
                  <a:lnTo>
                    <a:pt x="2392227" y="2555516"/>
                  </a:lnTo>
                  <a:lnTo>
                    <a:pt x="2463849" y="2591549"/>
                  </a:lnTo>
                  <a:lnTo>
                    <a:pt x="2535472" y="2626183"/>
                  </a:lnTo>
                  <a:lnTo>
                    <a:pt x="2607094" y="2655754"/>
                  </a:lnTo>
                  <a:lnTo>
                    <a:pt x="2678717" y="2664977"/>
                  </a:lnTo>
                  <a:lnTo>
                    <a:pt x="2750339" y="2674097"/>
                  </a:lnTo>
                  <a:lnTo>
                    <a:pt x="2821962" y="2683116"/>
                  </a:lnTo>
                  <a:lnTo>
                    <a:pt x="2893584" y="2692034"/>
                  </a:lnTo>
                  <a:lnTo>
                    <a:pt x="2965207" y="2700853"/>
                  </a:lnTo>
                  <a:lnTo>
                    <a:pt x="3036829" y="2709573"/>
                  </a:lnTo>
                  <a:lnTo>
                    <a:pt x="3108452" y="2718197"/>
                  </a:lnTo>
                  <a:lnTo>
                    <a:pt x="3180075" y="2726724"/>
                  </a:lnTo>
                  <a:lnTo>
                    <a:pt x="3251697" y="2735156"/>
                  </a:lnTo>
                  <a:lnTo>
                    <a:pt x="3323320" y="2743495"/>
                  </a:lnTo>
                  <a:lnTo>
                    <a:pt x="3394942" y="2751740"/>
                  </a:lnTo>
                  <a:lnTo>
                    <a:pt x="3466565" y="2759894"/>
                  </a:lnTo>
                  <a:lnTo>
                    <a:pt x="3538187" y="2767957"/>
                  </a:lnTo>
                  <a:lnTo>
                    <a:pt x="3609810" y="2775930"/>
                  </a:lnTo>
                  <a:lnTo>
                    <a:pt x="3681432" y="2783814"/>
                  </a:lnTo>
                  <a:lnTo>
                    <a:pt x="3753055" y="2791611"/>
                  </a:lnTo>
                  <a:lnTo>
                    <a:pt x="3824677" y="2799320"/>
                  </a:lnTo>
                  <a:lnTo>
                    <a:pt x="3896300" y="2806944"/>
                  </a:lnTo>
                  <a:lnTo>
                    <a:pt x="3967922" y="2814483"/>
                  </a:lnTo>
                  <a:lnTo>
                    <a:pt x="4039545" y="2821938"/>
                  </a:lnTo>
                  <a:lnTo>
                    <a:pt x="4111167" y="2829310"/>
                  </a:lnTo>
                  <a:lnTo>
                    <a:pt x="4182790" y="2836599"/>
                  </a:lnTo>
                  <a:lnTo>
                    <a:pt x="4254412" y="2843808"/>
                  </a:lnTo>
                  <a:lnTo>
                    <a:pt x="4326035" y="2850936"/>
                  </a:lnTo>
                  <a:lnTo>
                    <a:pt x="4397657" y="2857985"/>
                  </a:lnTo>
                  <a:lnTo>
                    <a:pt x="4469280" y="2864955"/>
                  </a:lnTo>
                  <a:lnTo>
                    <a:pt x="4540903" y="2871848"/>
                  </a:lnTo>
                  <a:lnTo>
                    <a:pt x="4612525" y="2878663"/>
                  </a:lnTo>
                  <a:lnTo>
                    <a:pt x="4684148" y="2885403"/>
                  </a:lnTo>
                  <a:lnTo>
                    <a:pt x="4755770" y="2892068"/>
                  </a:lnTo>
                  <a:lnTo>
                    <a:pt x="4827393" y="2898659"/>
                  </a:lnTo>
                  <a:lnTo>
                    <a:pt x="4899015" y="2905176"/>
                  </a:lnTo>
                  <a:lnTo>
                    <a:pt x="4970638" y="2911621"/>
                  </a:lnTo>
                  <a:lnTo>
                    <a:pt x="5042260" y="2917994"/>
                  </a:lnTo>
                  <a:lnTo>
                    <a:pt x="5113883" y="2924295"/>
                  </a:lnTo>
                  <a:lnTo>
                    <a:pt x="5185505" y="2930527"/>
                  </a:lnTo>
                  <a:lnTo>
                    <a:pt x="5257128" y="2936689"/>
                  </a:lnTo>
                  <a:lnTo>
                    <a:pt x="5328750" y="2942783"/>
                  </a:lnTo>
                  <a:lnTo>
                    <a:pt x="5400373" y="2948809"/>
                  </a:lnTo>
                  <a:lnTo>
                    <a:pt x="5471995" y="2954767"/>
                  </a:lnTo>
                  <a:lnTo>
                    <a:pt x="5543618" y="2960659"/>
                  </a:lnTo>
                  <a:lnTo>
                    <a:pt x="5615240" y="2966486"/>
                  </a:lnTo>
                  <a:lnTo>
                    <a:pt x="5686863" y="2972248"/>
                  </a:lnTo>
                  <a:lnTo>
                    <a:pt x="5758485" y="2977945"/>
                  </a:lnTo>
                  <a:lnTo>
                    <a:pt x="5830108" y="2983579"/>
                  </a:lnTo>
                  <a:lnTo>
                    <a:pt x="5901731" y="2989151"/>
                  </a:lnTo>
                  <a:lnTo>
                    <a:pt x="5973353" y="2994660"/>
                  </a:lnTo>
                  <a:lnTo>
                    <a:pt x="6044976" y="3000108"/>
                  </a:lnTo>
                  <a:lnTo>
                    <a:pt x="6116598" y="3005495"/>
                  </a:lnTo>
                  <a:lnTo>
                    <a:pt x="6188221" y="3010822"/>
                  </a:lnTo>
                  <a:lnTo>
                    <a:pt x="6259843" y="3016090"/>
                  </a:lnTo>
                  <a:lnTo>
                    <a:pt x="6331466" y="30212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55512"/>
              <a:ext cx="7090630" cy="1296553"/>
            </a:xfrm>
            <a:custGeom>
              <a:avLst/>
              <a:pathLst>
                <a:path w="7090630" h="1296553">
                  <a:moveTo>
                    <a:pt x="7090630" y="1296553"/>
                  </a:moveTo>
                  <a:lnTo>
                    <a:pt x="7019007" y="1292305"/>
                  </a:lnTo>
                  <a:lnTo>
                    <a:pt x="6947385" y="1287885"/>
                  </a:lnTo>
                  <a:lnTo>
                    <a:pt x="6875762" y="1283287"/>
                  </a:lnTo>
                  <a:lnTo>
                    <a:pt x="6804139" y="1278503"/>
                  </a:lnTo>
                  <a:lnTo>
                    <a:pt x="6732517" y="1273526"/>
                  </a:lnTo>
                  <a:lnTo>
                    <a:pt x="6660894" y="1268348"/>
                  </a:lnTo>
                  <a:lnTo>
                    <a:pt x="6589272" y="1262961"/>
                  </a:lnTo>
                  <a:lnTo>
                    <a:pt x="6517649" y="1257356"/>
                  </a:lnTo>
                  <a:lnTo>
                    <a:pt x="6446027" y="1251525"/>
                  </a:lnTo>
                  <a:lnTo>
                    <a:pt x="6374404" y="1245459"/>
                  </a:lnTo>
                  <a:lnTo>
                    <a:pt x="6302782" y="1239148"/>
                  </a:lnTo>
                  <a:lnTo>
                    <a:pt x="6231159" y="1232581"/>
                  </a:lnTo>
                  <a:lnTo>
                    <a:pt x="6159537" y="1225750"/>
                  </a:lnTo>
                  <a:lnTo>
                    <a:pt x="6087914" y="1218642"/>
                  </a:lnTo>
                  <a:lnTo>
                    <a:pt x="6016292" y="1211248"/>
                  </a:lnTo>
                  <a:lnTo>
                    <a:pt x="5944669" y="1203554"/>
                  </a:lnTo>
                  <a:lnTo>
                    <a:pt x="5873047" y="1195551"/>
                  </a:lnTo>
                  <a:lnTo>
                    <a:pt x="5801424" y="1187223"/>
                  </a:lnTo>
                  <a:lnTo>
                    <a:pt x="5729802" y="1178560"/>
                  </a:lnTo>
                  <a:lnTo>
                    <a:pt x="5658179" y="1169547"/>
                  </a:lnTo>
                  <a:lnTo>
                    <a:pt x="5586557" y="1160169"/>
                  </a:lnTo>
                  <a:lnTo>
                    <a:pt x="5514934" y="1150413"/>
                  </a:lnTo>
                  <a:lnTo>
                    <a:pt x="5443311" y="1140263"/>
                  </a:lnTo>
                  <a:lnTo>
                    <a:pt x="5371689" y="1129703"/>
                  </a:lnTo>
                  <a:lnTo>
                    <a:pt x="5300066" y="1118717"/>
                  </a:lnTo>
                  <a:lnTo>
                    <a:pt x="5228444" y="1107287"/>
                  </a:lnTo>
                  <a:lnTo>
                    <a:pt x="5156821" y="1095395"/>
                  </a:lnTo>
                  <a:lnTo>
                    <a:pt x="5085199" y="1083023"/>
                  </a:lnTo>
                  <a:lnTo>
                    <a:pt x="5013576" y="1070151"/>
                  </a:lnTo>
                  <a:lnTo>
                    <a:pt x="4941954" y="1056760"/>
                  </a:lnTo>
                  <a:lnTo>
                    <a:pt x="4870331" y="1042828"/>
                  </a:lnTo>
                  <a:lnTo>
                    <a:pt x="4798709" y="1028333"/>
                  </a:lnTo>
                  <a:lnTo>
                    <a:pt x="4727086" y="1013252"/>
                  </a:lnTo>
                  <a:lnTo>
                    <a:pt x="4655464" y="997563"/>
                  </a:lnTo>
                  <a:lnTo>
                    <a:pt x="4583841" y="981240"/>
                  </a:lnTo>
                  <a:lnTo>
                    <a:pt x="4512219" y="964257"/>
                  </a:lnTo>
                  <a:lnTo>
                    <a:pt x="4440596" y="946589"/>
                  </a:lnTo>
                  <a:lnTo>
                    <a:pt x="4368974" y="928207"/>
                  </a:lnTo>
                  <a:lnTo>
                    <a:pt x="4297351" y="909083"/>
                  </a:lnTo>
                  <a:lnTo>
                    <a:pt x="4225729" y="889187"/>
                  </a:lnTo>
                  <a:lnTo>
                    <a:pt x="4154106" y="868487"/>
                  </a:lnTo>
                  <a:lnTo>
                    <a:pt x="4082483" y="846951"/>
                  </a:lnTo>
                  <a:lnTo>
                    <a:pt x="4010861" y="824545"/>
                  </a:lnTo>
                  <a:lnTo>
                    <a:pt x="3939238" y="801234"/>
                  </a:lnTo>
                  <a:lnTo>
                    <a:pt x="3867616" y="776982"/>
                  </a:lnTo>
                  <a:lnTo>
                    <a:pt x="3795993" y="751751"/>
                  </a:lnTo>
                  <a:lnTo>
                    <a:pt x="3724371" y="725500"/>
                  </a:lnTo>
                  <a:lnTo>
                    <a:pt x="3652748" y="698190"/>
                  </a:lnTo>
                  <a:lnTo>
                    <a:pt x="3581126" y="669776"/>
                  </a:lnTo>
                  <a:lnTo>
                    <a:pt x="3509503" y="640215"/>
                  </a:lnTo>
                  <a:lnTo>
                    <a:pt x="3437881" y="609460"/>
                  </a:lnTo>
                  <a:lnTo>
                    <a:pt x="3366258" y="577462"/>
                  </a:lnTo>
                  <a:lnTo>
                    <a:pt x="3294636" y="564418"/>
                  </a:lnTo>
                  <a:lnTo>
                    <a:pt x="3223013" y="554986"/>
                  </a:lnTo>
                  <a:lnTo>
                    <a:pt x="3151391" y="545448"/>
                  </a:lnTo>
                  <a:lnTo>
                    <a:pt x="3079768" y="535803"/>
                  </a:lnTo>
                  <a:lnTo>
                    <a:pt x="3008146" y="526048"/>
                  </a:lnTo>
                  <a:lnTo>
                    <a:pt x="2936523" y="516184"/>
                  </a:lnTo>
                  <a:lnTo>
                    <a:pt x="2864901" y="506209"/>
                  </a:lnTo>
                  <a:lnTo>
                    <a:pt x="2793278" y="496122"/>
                  </a:lnTo>
                  <a:lnTo>
                    <a:pt x="2721655" y="485920"/>
                  </a:lnTo>
                  <a:lnTo>
                    <a:pt x="2650033" y="475604"/>
                  </a:lnTo>
                  <a:lnTo>
                    <a:pt x="2578410" y="465172"/>
                  </a:lnTo>
                  <a:lnTo>
                    <a:pt x="2506788" y="454622"/>
                  </a:lnTo>
                  <a:lnTo>
                    <a:pt x="2435165" y="443954"/>
                  </a:lnTo>
                  <a:lnTo>
                    <a:pt x="2363543" y="433165"/>
                  </a:lnTo>
                  <a:lnTo>
                    <a:pt x="2291920" y="422255"/>
                  </a:lnTo>
                  <a:lnTo>
                    <a:pt x="2220298" y="411221"/>
                  </a:lnTo>
                  <a:lnTo>
                    <a:pt x="2148675" y="400064"/>
                  </a:lnTo>
                  <a:lnTo>
                    <a:pt x="2077053" y="388781"/>
                  </a:lnTo>
                  <a:lnTo>
                    <a:pt x="2005430" y="377370"/>
                  </a:lnTo>
                  <a:lnTo>
                    <a:pt x="1933808" y="365832"/>
                  </a:lnTo>
                  <a:lnTo>
                    <a:pt x="1862185" y="354163"/>
                  </a:lnTo>
                  <a:lnTo>
                    <a:pt x="1790563" y="342363"/>
                  </a:lnTo>
                  <a:lnTo>
                    <a:pt x="1718940" y="330430"/>
                  </a:lnTo>
                  <a:lnTo>
                    <a:pt x="1647318" y="318362"/>
                  </a:lnTo>
                  <a:lnTo>
                    <a:pt x="1575695" y="306158"/>
                  </a:lnTo>
                  <a:lnTo>
                    <a:pt x="1504073" y="293817"/>
                  </a:lnTo>
                  <a:lnTo>
                    <a:pt x="1432450" y="281338"/>
                  </a:lnTo>
                  <a:lnTo>
                    <a:pt x="1360827" y="268717"/>
                  </a:lnTo>
                  <a:lnTo>
                    <a:pt x="1289205" y="255954"/>
                  </a:lnTo>
                  <a:lnTo>
                    <a:pt x="1217582" y="243048"/>
                  </a:lnTo>
                  <a:lnTo>
                    <a:pt x="1145960" y="229996"/>
                  </a:lnTo>
                  <a:lnTo>
                    <a:pt x="1074337" y="216797"/>
                  </a:lnTo>
                  <a:lnTo>
                    <a:pt x="1002715" y="203449"/>
                  </a:lnTo>
                  <a:lnTo>
                    <a:pt x="931092" y="189952"/>
                  </a:lnTo>
                  <a:lnTo>
                    <a:pt x="859470" y="176302"/>
                  </a:lnTo>
                  <a:lnTo>
                    <a:pt x="787847" y="162498"/>
                  </a:lnTo>
                  <a:lnTo>
                    <a:pt x="716225" y="148539"/>
                  </a:lnTo>
                  <a:lnTo>
                    <a:pt x="644602" y="134422"/>
                  </a:lnTo>
                  <a:lnTo>
                    <a:pt x="572980" y="120147"/>
                  </a:lnTo>
                  <a:lnTo>
                    <a:pt x="501357" y="105711"/>
                  </a:lnTo>
                  <a:lnTo>
                    <a:pt x="429735" y="91112"/>
                  </a:lnTo>
                  <a:lnTo>
                    <a:pt x="358112" y="76348"/>
                  </a:lnTo>
                  <a:lnTo>
                    <a:pt x="286490" y="61419"/>
                  </a:lnTo>
                  <a:lnTo>
                    <a:pt x="214867" y="46321"/>
                  </a:lnTo>
                  <a:lnTo>
                    <a:pt x="143245" y="31053"/>
                  </a:lnTo>
                  <a:lnTo>
                    <a:pt x="71622" y="1561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31769"/>
              <a:ext cx="7090630" cy="2504930"/>
            </a:xfrm>
            <a:custGeom>
              <a:avLst/>
              <a:pathLst>
                <a:path w="7090630" h="2504930">
                  <a:moveTo>
                    <a:pt x="0" y="0"/>
                  </a:moveTo>
                  <a:lnTo>
                    <a:pt x="71622" y="68346"/>
                  </a:lnTo>
                  <a:lnTo>
                    <a:pt x="143245" y="134979"/>
                  </a:lnTo>
                  <a:lnTo>
                    <a:pt x="214867" y="199941"/>
                  </a:lnTo>
                  <a:lnTo>
                    <a:pt x="286490" y="263274"/>
                  </a:lnTo>
                  <a:lnTo>
                    <a:pt x="358112" y="325018"/>
                  </a:lnTo>
                  <a:lnTo>
                    <a:pt x="429735" y="385214"/>
                  </a:lnTo>
                  <a:lnTo>
                    <a:pt x="501357" y="443901"/>
                  </a:lnTo>
                  <a:lnTo>
                    <a:pt x="572980" y="501116"/>
                  </a:lnTo>
                  <a:lnTo>
                    <a:pt x="644602" y="556896"/>
                  </a:lnTo>
                  <a:lnTo>
                    <a:pt x="716225" y="611278"/>
                  </a:lnTo>
                  <a:lnTo>
                    <a:pt x="787847" y="664296"/>
                  </a:lnTo>
                  <a:lnTo>
                    <a:pt x="859470" y="715984"/>
                  </a:lnTo>
                  <a:lnTo>
                    <a:pt x="931092" y="766376"/>
                  </a:lnTo>
                  <a:lnTo>
                    <a:pt x="1002715" y="815504"/>
                  </a:lnTo>
                  <a:lnTo>
                    <a:pt x="1074337" y="863400"/>
                  </a:lnTo>
                  <a:lnTo>
                    <a:pt x="1145960" y="910096"/>
                  </a:lnTo>
                  <a:lnTo>
                    <a:pt x="1217582" y="955620"/>
                  </a:lnTo>
                  <a:lnTo>
                    <a:pt x="1289205" y="1000003"/>
                  </a:lnTo>
                  <a:lnTo>
                    <a:pt x="1360827" y="1043272"/>
                  </a:lnTo>
                  <a:lnTo>
                    <a:pt x="1432450" y="1085457"/>
                  </a:lnTo>
                  <a:lnTo>
                    <a:pt x="1504073" y="1126584"/>
                  </a:lnTo>
                  <a:lnTo>
                    <a:pt x="1575695" y="1166679"/>
                  </a:lnTo>
                  <a:lnTo>
                    <a:pt x="1647318" y="1205769"/>
                  </a:lnTo>
                  <a:lnTo>
                    <a:pt x="1718940" y="1243879"/>
                  </a:lnTo>
                  <a:lnTo>
                    <a:pt x="1790563" y="1281033"/>
                  </a:lnTo>
                  <a:lnTo>
                    <a:pt x="1862185" y="1317255"/>
                  </a:lnTo>
                  <a:lnTo>
                    <a:pt x="1933808" y="1352569"/>
                  </a:lnTo>
                  <a:lnTo>
                    <a:pt x="2005430" y="1386997"/>
                  </a:lnTo>
                  <a:lnTo>
                    <a:pt x="2077053" y="1420562"/>
                  </a:lnTo>
                  <a:lnTo>
                    <a:pt x="2148675" y="1453286"/>
                  </a:lnTo>
                  <a:lnTo>
                    <a:pt x="2220298" y="1485189"/>
                  </a:lnTo>
                  <a:lnTo>
                    <a:pt x="2291920" y="1516291"/>
                  </a:lnTo>
                  <a:lnTo>
                    <a:pt x="2363543" y="1546614"/>
                  </a:lnTo>
                  <a:lnTo>
                    <a:pt x="2435165" y="1576176"/>
                  </a:lnTo>
                  <a:lnTo>
                    <a:pt x="2506788" y="1604997"/>
                  </a:lnTo>
                  <a:lnTo>
                    <a:pt x="2578410" y="1633096"/>
                  </a:lnTo>
                  <a:lnTo>
                    <a:pt x="2650033" y="1660489"/>
                  </a:lnTo>
                  <a:lnTo>
                    <a:pt x="2721655" y="1687196"/>
                  </a:lnTo>
                  <a:lnTo>
                    <a:pt x="2793278" y="1713233"/>
                  </a:lnTo>
                  <a:lnTo>
                    <a:pt x="2864901" y="1738617"/>
                  </a:lnTo>
                  <a:lnTo>
                    <a:pt x="2936523" y="1763364"/>
                  </a:lnTo>
                  <a:lnTo>
                    <a:pt x="3008146" y="1787491"/>
                  </a:lnTo>
                  <a:lnTo>
                    <a:pt x="3079768" y="1811013"/>
                  </a:lnTo>
                  <a:lnTo>
                    <a:pt x="3151391" y="1833945"/>
                  </a:lnTo>
                  <a:lnTo>
                    <a:pt x="3223013" y="1856302"/>
                  </a:lnTo>
                  <a:lnTo>
                    <a:pt x="3294636" y="1878099"/>
                  </a:lnTo>
                  <a:lnTo>
                    <a:pt x="3366258" y="1899348"/>
                  </a:lnTo>
                  <a:lnTo>
                    <a:pt x="3437881" y="1920065"/>
                  </a:lnTo>
                  <a:lnTo>
                    <a:pt x="3509503" y="1940262"/>
                  </a:lnTo>
                  <a:lnTo>
                    <a:pt x="3581126" y="1959953"/>
                  </a:lnTo>
                  <a:lnTo>
                    <a:pt x="3652748" y="1979150"/>
                  </a:lnTo>
                  <a:lnTo>
                    <a:pt x="3724371" y="1997866"/>
                  </a:lnTo>
                  <a:lnTo>
                    <a:pt x="3795993" y="2016112"/>
                  </a:lnTo>
                  <a:lnTo>
                    <a:pt x="3867616" y="2033901"/>
                  </a:lnTo>
                  <a:lnTo>
                    <a:pt x="3939238" y="2051244"/>
                  </a:lnTo>
                  <a:lnTo>
                    <a:pt x="4010861" y="2068152"/>
                  </a:lnTo>
                  <a:lnTo>
                    <a:pt x="4082483" y="2084635"/>
                  </a:lnTo>
                  <a:lnTo>
                    <a:pt x="4154106" y="2100706"/>
                  </a:lnTo>
                  <a:lnTo>
                    <a:pt x="4225729" y="2116373"/>
                  </a:lnTo>
                  <a:lnTo>
                    <a:pt x="4297351" y="2131648"/>
                  </a:lnTo>
                  <a:lnTo>
                    <a:pt x="4368974" y="2146539"/>
                  </a:lnTo>
                  <a:lnTo>
                    <a:pt x="4440596" y="2161057"/>
                  </a:lnTo>
                  <a:lnTo>
                    <a:pt x="4512219" y="2175211"/>
                  </a:lnTo>
                  <a:lnTo>
                    <a:pt x="4583841" y="2189010"/>
                  </a:lnTo>
                  <a:lnTo>
                    <a:pt x="4655464" y="2202463"/>
                  </a:lnTo>
                  <a:lnTo>
                    <a:pt x="4727086" y="2215579"/>
                  </a:lnTo>
                  <a:lnTo>
                    <a:pt x="4798709" y="2228366"/>
                  </a:lnTo>
                  <a:lnTo>
                    <a:pt x="4870331" y="2240832"/>
                  </a:lnTo>
                  <a:lnTo>
                    <a:pt x="4941954" y="2252985"/>
                  </a:lnTo>
                  <a:lnTo>
                    <a:pt x="5013576" y="2264834"/>
                  </a:lnTo>
                  <a:lnTo>
                    <a:pt x="5085199" y="2276386"/>
                  </a:lnTo>
                  <a:lnTo>
                    <a:pt x="5156821" y="2287647"/>
                  </a:lnTo>
                  <a:lnTo>
                    <a:pt x="5228444" y="2298627"/>
                  </a:lnTo>
                  <a:lnTo>
                    <a:pt x="5300066" y="2309331"/>
                  </a:lnTo>
                  <a:lnTo>
                    <a:pt x="5371689" y="2319767"/>
                  </a:lnTo>
                  <a:lnTo>
                    <a:pt x="5443311" y="2329941"/>
                  </a:lnTo>
                  <a:lnTo>
                    <a:pt x="5514934" y="2339860"/>
                  </a:lnTo>
                  <a:lnTo>
                    <a:pt x="5586557" y="2349530"/>
                  </a:lnTo>
                  <a:lnTo>
                    <a:pt x="5658179" y="2358958"/>
                  </a:lnTo>
                  <a:lnTo>
                    <a:pt x="5729802" y="2368149"/>
                  </a:lnTo>
                  <a:lnTo>
                    <a:pt x="5801424" y="2377110"/>
                  </a:lnTo>
                  <a:lnTo>
                    <a:pt x="5873047" y="2385846"/>
                  </a:lnTo>
                  <a:lnTo>
                    <a:pt x="5944669" y="2394363"/>
                  </a:lnTo>
                  <a:lnTo>
                    <a:pt x="6016292" y="2402666"/>
                  </a:lnTo>
                  <a:lnTo>
                    <a:pt x="6087914" y="2410761"/>
                  </a:lnTo>
                  <a:lnTo>
                    <a:pt x="6159537" y="2418653"/>
                  </a:lnTo>
                  <a:lnTo>
                    <a:pt x="6231159" y="2426348"/>
                  </a:lnTo>
                  <a:lnTo>
                    <a:pt x="6302782" y="2433849"/>
                  </a:lnTo>
                  <a:lnTo>
                    <a:pt x="6374404" y="2441162"/>
                  </a:lnTo>
                  <a:lnTo>
                    <a:pt x="6446027" y="2448292"/>
                  </a:lnTo>
                  <a:lnTo>
                    <a:pt x="6517649" y="2455243"/>
                  </a:lnTo>
                  <a:lnTo>
                    <a:pt x="6589272" y="2462020"/>
                  </a:lnTo>
                  <a:lnTo>
                    <a:pt x="6660894" y="2468626"/>
                  </a:lnTo>
                  <a:lnTo>
                    <a:pt x="6732517" y="2475068"/>
                  </a:lnTo>
                  <a:lnTo>
                    <a:pt x="6804139" y="2481347"/>
                  </a:lnTo>
                  <a:lnTo>
                    <a:pt x="6875762" y="2487469"/>
                  </a:lnTo>
                  <a:lnTo>
                    <a:pt x="6947385" y="2493438"/>
                  </a:lnTo>
                  <a:lnTo>
                    <a:pt x="7019007" y="2499257"/>
                  </a:lnTo>
                  <a:lnTo>
                    <a:pt x="7090630" y="250493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1.34 (1.14-1.58), p_Bonf = 0.003 (n = 6)  |  per IQR decline (Δ = 29.9 %): 2.41 (1.47-3.94)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2026-09-28T17:00:25Z</dcterms:modified>
  <cp:category/>
</cp:coreProperties>
</file>