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459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6742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5026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33105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1594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9878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81620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644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4729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3013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26009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0884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9168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4524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5736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40201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2303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0587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8871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172049" y="2073503"/>
              <a:ext cx="7090630" cy="3337449"/>
            </a:xfrm>
            <a:custGeom>
              <a:avLst/>
              <a:pathLst>
                <a:path w="7090630" h="3337449">
                  <a:moveTo>
                    <a:pt x="265439" y="0"/>
                  </a:moveTo>
                  <a:lnTo>
                    <a:pt x="286490" y="34293"/>
                  </a:lnTo>
                  <a:lnTo>
                    <a:pt x="358112" y="147157"/>
                  </a:lnTo>
                  <a:lnTo>
                    <a:pt x="429735" y="256328"/>
                  </a:lnTo>
                  <a:lnTo>
                    <a:pt x="501357" y="361927"/>
                  </a:lnTo>
                  <a:lnTo>
                    <a:pt x="572980" y="464071"/>
                  </a:lnTo>
                  <a:lnTo>
                    <a:pt x="644602" y="562873"/>
                  </a:lnTo>
                  <a:lnTo>
                    <a:pt x="716225" y="658442"/>
                  </a:lnTo>
                  <a:lnTo>
                    <a:pt x="787847" y="750884"/>
                  </a:lnTo>
                  <a:lnTo>
                    <a:pt x="859470" y="840302"/>
                  </a:lnTo>
                  <a:lnTo>
                    <a:pt x="931092" y="926794"/>
                  </a:lnTo>
                  <a:lnTo>
                    <a:pt x="1002715" y="1010456"/>
                  </a:lnTo>
                  <a:lnTo>
                    <a:pt x="1074337" y="1091380"/>
                  </a:lnTo>
                  <a:lnTo>
                    <a:pt x="1145960" y="1169657"/>
                  </a:lnTo>
                  <a:lnTo>
                    <a:pt x="1217582" y="1245372"/>
                  </a:lnTo>
                  <a:lnTo>
                    <a:pt x="1289205" y="1318611"/>
                  </a:lnTo>
                  <a:lnTo>
                    <a:pt x="1360827" y="1389453"/>
                  </a:lnTo>
                  <a:lnTo>
                    <a:pt x="1432450" y="1457976"/>
                  </a:lnTo>
                  <a:lnTo>
                    <a:pt x="1504073" y="1524258"/>
                  </a:lnTo>
                  <a:lnTo>
                    <a:pt x="1575695" y="1588372"/>
                  </a:lnTo>
                  <a:lnTo>
                    <a:pt x="1647318" y="1650387"/>
                  </a:lnTo>
                  <a:lnTo>
                    <a:pt x="1718940" y="1710374"/>
                  </a:lnTo>
                  <a:lnTo>
                    <a:pt x="1790563" y="1768397"/>
                  </a:lnTo>
                  <a:lnTo>
                    <a:pt x="1862185" y="1824522"/>
                  </a:lnTo>
                  <a:lnTo>
                    <a:pt x="1933808" y="1878811"/>
                  </a:lnTo>
                  <a:lnTo>
                    <a:pt x="2005430" y="1931324"/>
                  </a:lnTo>
                  <a:lnTo>
                    <a:pt x="2077053" y="1982118"/>
                  </a:lnTo>
                  <a:lnTo>
                    <a:pt x="2148675" y="2031250"/>
                  </a:lnTo>
                  <a:lnTo>
                    <a:pt x="2220298" y="2078775"/>
                  </a:lnTo>
                  <a:lnTo>
                    <a:pt x="2291920" y="2124745"/>
                  </a:lnTo>
                  <a:lnTo>
                    <a:pt x="2363543" y="2169210"/>
                  </a:lnTo>
                  <a:lnTo>
                    <a:pt x="2435165" y="2212221"/>
                  </a:lnTo>
                  <a:lnTo>
                    <a:pt x="2506788" y="2253825"/>
                  </a:lnTo>
                  <a:lnTo>
                    <a:pt x="2578410" y="2294067"/>
                  </a:lnTo>
                  <a:lnTo>
                    <a:pt x="2650033" y="2332993"/>
                  </a:lnTo>
                  <a:lnTo>
                    <a:pt x="2721655" y="2370645"/>
                  </a:lnTo>
                  <a:lnTo>
                    <a:pt x="2793278" y="2407065"/>
                  </a:lnTo>
                  <a:lnTo>
                    <a:pt x="2864901" y="2442293"/>
                  </a:lnTo>
                  <a:lnTo>
                    <a:pt x="2936523" y="2476369"/>
                  </a:lnTo>
                  <a:lnTo>
                    <a:pt x="3008146" y="2509329"/>
                  </a:lnTo>
                  <a:lnTo>
                    <a:pt x="3079768" y="2541212"/>
                  </a:lnTo>
                  <a:lnTo>
                    <a:pt x="3151391" y="2572051"/>
                  </a:lnTo>
                  <a:lnTo>
                    <a:pt x="3223013" y="2601881"/>
                  </a:lnTo>
                  <a:lnTo>
                    <a:pt x="3294636" y="2630735"/>
                  </a:lnTo>
                  <a:lnTo>
                    <a:pt x="3366258" y="2653917"/>
                  </a:lnTo>
                  <a:lnTo>
                    <a:pt x="3437881" y="2651608"/>
                  </a:lnTo>
                  <a:lnTo>
                    <a:pt x="3509503" y="2649292"/>
                  </a:lnTo>
                  <a:lnTo>
                    <a:pt x="3581126" y="2646970"/>
                  </a:lnTo>
                  <a:lnTo>
                    <a:pt x="3652748" y="2644642"/>
                  </a:lnTo>
                  <a:lnTo>
                    <a:pt x="3724371" y="2642306"/>
                  </a:lnTo>
                  <a:lnTo>
                    <a:pt x="3795993" y="2639965"/>
                  </a:lnTo>
                  <a:lnTo>
                    <a:pt x="3867616" y="2637617"/>
                  </a:lnTo>
                  <a:lnTo>
                    <a:pt x="3939238" y="2635262"/>
                  </a:lnTo>
                  <a:lnTo>
                    <a:pt x="4010861" y="2632901"/>
                  </a:lnTo>
                  <a:lnTo>
                    <a:pt x="4082483" y="2630533"/>
                  </a:lnTo>
                  <a:lnTo>
                    <a:pt x="4154106" y="2628159"/>
                  </a:lnTo>
                  <a:lnTo>
                    <a:pt x="4225729" y="2625778"/>
                  </a:lnTo>
                  <a:lnTo>
                    <a:pt x="4297351" y="2623390"/>
                  </a:lnTo>
                  <a:lnTo>
                    <a:pt x="4368974" y="2620996"/>
                  </a:lnTo>
                  <a:lnTo>
                    <a:pt x="4440596" y="2618595"/>
                  </a:lnTo>
                  <a:lnTo>
                    <a:pt x="4512219" y="2616187"/>
                  </a:lnTo>
                  <a:lnTo>
                    <a:pt x="4583841" y="2613773"/>
                  </a:lnTo>
                  <a:lnTo>
                    <a:pt x="4655464" y="2611352"/>
                  </a:lnTo>
                  <a:lnTo>
                    <a:pt x="4727086" y="2608924"/>
                  </a:lnTo>
                  <a:lnTo>
                    <a:pt x="4798709" y="2606490"/>
                  </a:lnTo>
                  <a:lnTo>
                    <a:pt x="4870331" y="2604048"/>
                  </a:lnTo>
                  <a:lnTo>
                    <a:pt x="4941954" y="2601600"/>
                  </a:lnTo>
                  <a:lnTo>
                    <a:pt x="5013576" y="2599146"/>
                  </a:lnTo>
                  <a:lnTo>
                    <a:pt x="5085199" y="2596684"/>
                  </a:lnTo>
                  <a:lnTo>
                    <a:pt x="5156821" y="2594215"/>
                  </a:lnTo>
                  <a:lnTo>
                    <a:pt x="5228444" y="2591740"/>
                  </a:lnTo>
                  <a:lnTo>
                    <a:pt x="5300066" y="2589257"/>
                  </a:lnTo>
                  <a:lnTo>
                    <a:pt x="5371689" y="2586768"/>
                  </a:lnTo>
                  <a:lnTo>
                    <a:pt x="5443311" y="2584272"/>
                  </a:lnTo>
                  <a:lnTo>
                    <a:pt x="5514934" y="2581769"/>
                  </a:lnTo>
                  <a:lnTo>
                    <a:pt x="5586557" y="2579259"/>
                  </a:lnTo>
                  <a:lnTo>
                    <a:pt x="5658179" y="2576742"/>
                  </a:lnTo>
                  <a:lnTo>
                    <a:pt x="5729802" y="2574218"/>
                  </a:lnTo>
                  <a:lnTo>
                    <a:pt x="5801424" y="2571687"/>
                  </a:lnTo>
                  <a:lnTo>
                    <a:pt x="5873047" y="2569149"/>
                  </a:lnTo>
                  <a:lnTo>
                    <a:pt x="5944669" y="2566603"/>
                  </a:lnTo>
                  <a:lnTo>
                    <a:pt x="6016292" y="2564051"/>
                  </a:lnTo>
                  <a:lnTo>
                    <a:pt x="6087914" y="2561492"/>
                  </a:lnTo>
                  <a:lnTo>
                    <a:pt x="6159537" y="2558925"/>
                  </a:lnTo>
                  <a:lnTo>
                    <a:pt x="6231159" y="2556351"/>
                  </a:lnTo>
                  <a:lnTo>
                    <a:pt x="6302782" y="2553771"/>
                  </a:lnTo>
                  <a:lnTo>
                    <a:pt x="6374404" y="2551183"/>
                  </a:lnTo>
                  <a:lnTo>
                    <a:pt x="6446027" y="2548587"/>
                  </a:lnTo>
                  <a:lnTo>
                    <a:pt x="6517649" y="2545985"/>
                  </a:lnTo>
                  <a:lnTo>
                    <a:pt x="6589272" y="2543375"/>
                  </a:lnTo>
                  <a:lnTo>
                    <a:pt x="6660894" y="2540758"/>
                  </a:lnTo>
                  <a:lnTo>
                    <a:pt x="6732517" y="2538134"/>
                  </a:lnTo>
                  <a:lnTo>
                    <a:pt x="6804139" y="2535503"/>
                  </a:lnTo>
                  <a:lnTo>
                    <a:pt x="6875762" y="2532864"/>
                  </a:lnTo>
                  <a:lnTo>
                    <a:pt x="6947385" y="2530218"/>
                  </a:lnTo>
                  <a:lnTo>
                    <a:pt x="7019007" y="2527564"/>
                  </a:lnTo>
                  <a:lnTo>
                    <a:pt x="7090630" y="2524903"/>
                  </a:lnTo>
                  <a:lnTo>
                    <a:pt x="7090630" y="3337449"/>
                  </a:lnTo>
                  <a:lnTo>
                    <a:pt x="7019007" y="3332500"/>
                  </a:lnTo>
                  <a:lnTo>
                    <a:pt x="6947385" y="3327384"/>
                  </a:lnTo>
                  <a:lnTo>
                    <a:pt x="6875762" y="3322095"/>
                  </a:lnTo>
                  <a:lnTo>
                    <a:pt x="6804139" y="3316627"/>
                  </a:lnTo>
                  <a:lnTo>
                    <a:pt x="6732517" y="3310974"/>
                  </a:lnTo>
                  <a:lnTo>
                    <a:pt x="6660894" y="3305130"/>
                  </a:lnTo>
                  <a:lnTo>
                    <a:pt x="6589272" y="3299088"/>
                  </a:lnTo>
                  <a:lnTo>
                    <a:pt x="6517649" y="3292842"/>
                  </a:lnTo>
                  <a:lnTo>
                    <a:pt x="6446027" y="3286384"/>
                  </a:lnTo>
                  <a:lnTo>
                    <a:pt x="6374404" y="3279708"/>
                  </a:lnTo>
                  <a:lnTo>
                    <a:pt x="6302782" y="3272806"/>
                  </a:lnTo>
                  <a:lnTo>
                    <a:pt x="6231159" y="3265671"/>
                  </a:lnTo>
                  <a:lnTo>
                    <a:pt x="6159537" y="3258294"/>
                  </a:lnTo>
                  <a:lnTo>
                    <a:pt x="6087914" y="3250668"/>
                  </a:lnTo>
                  <a:lnTo>
                    <a:pt x="6016292" y="3242784"/>
                  </a:lnTo>
                  <a:lnTo>
                    <a:pt x="5944669" y="3234633"/>
                  </a:lnTo>
                  <a:lnTo>
                    <a:pt x="5873047" y="3226207"/>
                  </a:lnTo>
                  <a:lnTo>
                    <a:pt x="5801424" y="3217495"/>
                  </a:lnTo>
                  <a:lnTo>
                    <a:pt x="5729802" y="3208489"/>
                  </a:lnTo>
                  <a:lnTo>
                    <a:pt x="5658179" y="3199178"/>
                  </a:lnTo>
                  <a:lnTo>
                    <a:pt x="5586557" y="3189552"/>
                  </a:lnTo>
                  <a:lnTo>
                    <a:pt x="5514934" y="3179601"/>
                  </a:lnTo>
                  <a:lnTo>
                    <a:pt x="5443311" y="3169312"/>
                  </a:lnTo>
                  <a:lnTo>
                    <a:pt x="5371689" y="3158676"/>
                  </a:lnTo>
                  <a:lnTo>
                    <a:pt x="5300066" y="3147680"/>
                  </a:lnTo>
                  <a:lnTo>
                    <a:pt x="5228444" y="3136313"/>
                  </a:lnTo>
                  <a:lnTo>
                    <a:pt x="5156821" y="3124560"/>
                  </a:lnTo>
                  <a:lnTo>
                    <a:pt x="5085199" y="3112410"/>
                  </a:lnTo>
                  <a:lnTo>
                    <a:pt x="5013576" y="3099850"/>
                  </a:lnTo>
                  <a:lnTo>
                    <a:pt x="4941954" y="3086864"/>
                  </a:lnTo>
                  <a:lnTo>
                    <a:pt x="4870331" y="3073439"/>
                  </a:lnTo>
                  <a:lnTo>
                    <a:pt x="4798709" y="3059560"/>
                  </a:lnTo>
                  <a:lnTo>
                    <a:pt x="4727086" y="3045211"/>
                  </a:lnTo>
                  <a:lnTo>
                    <a:pt x="4655464" y="3030377"/>
                  </a:lnTo>
                  <a:lnTo>
                    <a:pt x="4583841" y="3015041"/>
                  </a:lnTo>
                  <a:lnTo>
                    <a:pt x="4512219" y="2999187"/>
                  </a:lnTo>
                  <a:lnTo>
                    <a:pt x="4440596" y="2982796"/>
                  </a:lnTo>
                  <a:lnTo>
                    <a:pt x="4368974" y="2965851"/>
                  </a:lnTo>
                  <a:lnTo>
                    <a:pt x="4297351" y="2948333"/>
                  </a:lnTo>
                  <a:lnTo>
                    <a:pt x="4225729" y="2930222"/>
                  </a:lnTo>
                  <a:lnTo>
                    <a:pt x="4154106" y="2911498"/>
                  </a:lnTo>
                  <a:lnTo>
                    <a:pt x="4082483" y="2892141"/>
                  </a:lnTo>
                  <a:lnTo>
                    <a:pt x="4010861" y="2872129"/>
                  </a:lnTo>
                  <a:lnTo>
                    <a:pt x="3939238" y="2851441"/>
                  </a:lnTo>
                  <a:lnTo>
                    <a:pt x="3867616" y="2830052"/>
                  </a:lnTo>
                  <a:lnTo>
                    <a:pt x="3795993" y="2807940"/>
                  </a:lnTo>
                  <a:lnTo>
                    <a:pt x="3724371" y="2785080"/>
                  </a:lnTo>
                  <a:lnTo>
                    <a:pt x="3652748" y="2761447"/>
                  </a:lnTo>
                  <a:lnTo>
                    <a:pt x="3581126" y="2737014"/>
                  </a:lnTo>
                  <a:lnTo>
                    <a:pt x="3509503" y="2711755"/>
                  </a:lnTo>
                  <a:lnTo>
                    <a:pt x="3437881" y="2685642"/>
                  </a:lnTo>
                  <a:lnTo>
                    <a:pt x="3366258" y="2658645"/>
                  </a:lnTo>
                  <a:lnTo>
                    <a:pt x="3294636" y="2656220"/>
                  </a:lnTo>
                  <a:lnTo>
                    <a:pt x="3223013" y="2658517"/>
                  </a:lnTo>
                  <a:lnTo>
                    <a:pt x="3151391" y="2660807"/>
                  </a:lnTo>
                  <a:lnTo>
                    <a:pt x="3079768" y="2663091"/>
                  </a:lnTo>
                  <a:lnTo>
                    <a:pt x="3008146" y="2665368"/>
                  </a:lnTo>
                  <a:lnTo>
                    <a:pt x="2936523" y="2667639"/>
                  </a:lnTo>
                  <a:lnTo>
                    <a:pt x="2864901" y="2669904"/>
                  </a:lnTo>
                  <a:lnTo>
                    <a:pt x="2793278" y="2672163"/>
                  </a:lnTo>
                  <a:lnTo>
                    <a:pt x="2721655" y="2674415"/>
                  </a:lnTo>
                  <a:lnTo>
                    <a:pt x="2650033" y="2676661"/>
                  </a:lnTo>
                  <a:lnTo>
                    <a:pt x="2578410" y="2678901"/>
                  </a:lnTo>
                  <a:lnTo>
                    <a:pt x="2506788" y="2681134"/>
                  </a:lnTo>
                  <a:lnTo>
                    <a:pt x="2435165" y="2683362"/>
                  </a:lnTo>
                  <a:lnTo>
                    <a:pt x="2363543" y="2685583"/>
                  </a:lnTo>
                  <a:lnTo>
                    <a:pt x="2291920" y="2687798"/>
                  </a:lnTo>
                  <a:lnTo>
                    <a:pt x="2220298" y="2690007"/>
                  </a:lnTo>
                  <a:lnTo>
                    <a:pt x="2148675" y="2692209"/>
                  </a:lnTo>
                  <a:lnTo>
                    <a:pt x="2077053" y="2694406"/>
                  </a:lnTo>
                  <a:lnTo>
                    <a:pt x="2005430" y="2696596"/>
                  </a:lnTo>
                  <a:lnTo>
                    <a:pt x="1933808" y="2698781"/>
                  </a:lnTo>
                  <a:lnTo>
                    <a:pt x="1862185" y="2700959"/>
                  </a:lnTo>
                  <a:lnTo>
                    <a:pt x="1790563" y="2703132"/>
                  </a:lnTo>
                  <a:lnTo>
                    <a:pt x="1718940" y="2705298"/>
                  </a:lnTo>
                  <a:lnTo>
                    <a:pt x="1647318" y="2707458"/>
                  </a:lnTo>
                  <a:lnTo>
                    <a:pt x="1575695" y="2709613"/>
                  </a:lnTo>
                  <a:lnTo>
                    <a:pt x="1504073" y="2711761"/>
                  </a:lnTo>
                  <a:lnTo>
                    <a:pt x="1432450" y="2713903"/>
                  </a:lnTo>
                  <a:lnTo>
                    <a:pt x="1360827" y="2716040"/>
                  </a:lnTo>
                  <a:lnTo>
                    <a:pt x="1289205" y="2718170"/>
                  </a:lnTo>
                  <a:lnTo>
                    <a:pt x="1217582" y="2720295"/>
                  </a:lnTo>
                  <a:lnTo>
                    <a:pt x="1145960" y="2722413"/>
                  </a:lnTo>
                  <a:lnTo>
                    <a:pt x="1074337" y="2724526"/>
                  </a:lnTo>
                  <a:lnTo>
                    <a:pt x="1002715" y="2726633"/>
                  </a:lnTo>
                  <a:lnTo>
                    <a:pt x="931092" y="2728734"/>
                  </a:lnTo>
                  <a:lnTo>
                    <a:pt x="859470" y="2730830"/>
                  </a:lnTo>
                  <a:lnTo>
                    <a:pt x="787847" y="2732919"/>
                  </a:lnTo>
                  <a:lnTo>
                    <a:pt x="716225" y="2735003"/>
                  </a:lnTo>
                  <a:lnTo>
                    <a:pt x="644602" y="2737081"/>
                  </a:lnTo>
                  <a:lnTo>
                    <a:pt x="572980" y="2739153"/>
                  </a:lnTo>
                  <a:lnTo>
                    <a:pt x="501357" y="2741219"/>
                  </a:lnTo>
                  <a:lnTo>
                    <a:pt x="429735" y="2743280"/>
                  </a:lnTo>
                  <a:lnTo>
                    <a:pt x="358112" y="2745334"/>
                  </a:lnTo>
                  <a:lnTo>
                    <a:pt x="286490" y="2747384"/>
                  </a:lnTo>
                  <a:lnTo>
                    <a:pt x="214867" y="2749427"/>
                  </a:lnTo>
                  <a:lnTo>
                    <a:pt x="143245" y="2751465"/>
                  </a:lnTo>
                  <a:lnTo>
                    <a:pt x="71622" y="2753497"/>
                  </a:lnTo>
                  <a:lnTo>
                    <a:pt x="0" y="2755524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437489" y="2073503"/>
              <a:ext cx="6825190" cy="2653917"/>
            </a:xfrm>
            <a:custGeom>
              <a:avLst/>
              <a:pathLst>
                <a:path w="6825190" h="2653917">
                  <a:moveTo>
                    <a:pt x="0" y="0"/>
                  </a:moveTo>
                  <a:lnTo>
                    <a:pt x="21050" y="34293"/>
                  </a:lnTo>
                  <a:lnTo>
                    <a:pt x="92672" y="147157"/>
                  </a:lnTo>
                  <a:lnTo>
                    <a:pt x="164295" y="256328"/>
                  </a:lnTo>
                  <a:lnTo>
                    <a:pt x="235917" y="361927"/>
                  </a:lnTo>
                  <a:lnTo>
                    <a:pt x="307540" y="464071"/>
                  </a:lnTo>
                  <a:lnTo>
                    <a:pt x="379162" y="562873"/>
                  </a:lnTo>
                  <a:lnTo>
                    <a:pt x="450785" y="658442"/>
                  </a:lnTo>
                  <a:lnTo>
                    <a:pt x="522407" y="750884"/>
                  </a:lnTo>
                  <a:lnTo>
                    <a:pt x="594030" y="840302"/>
                  </a:lnTo>
                  <a:lnTo>
                    <a:pt x="665652" y="926794"/>
                  </a:lnTo>
                  <a:lnTo>
                    <a:pt x="737275" y="1010456"/>
                  </a:lnTo>
                  <a:lnTo>
                    <a:pt x="808897" y="1091380"/>
                  </a:lnTo>
                  <a:lnTo>
                    <a:pt x="880520" y="1169657"/>
                  </a:lnTo>
                  <a:lnTo>
                    <a:pt x="952143" y="1245372"/>
                  </a:lnTo>
                  <a:lnTo>
                    <a:pt x="1023765" y="1318611"/>
                  </a:lnTo>
                  <a:lnTo>
                    <a:pt x="1095388" y="1389453"/>
                  </a:lnTo>
                  <a:lnTo>
                    <a:pt x="1167010" y="1457976"/>
                  </a:lnTo>
                  <a:lnTo>
                    <a:pt x="1238633" y="1524258"/>
                  </a:lnTo>
                  <a:lnTo>
                    <a:pt x="1310255" y="1588372"/>
                  </a:lnTo>
                  <a:lnTo>
                    <a:pt x="1381878" y="1650387"/>
                  </a:lnTo>
                  <a:lnTo>
                    <a:pt x="1453500" y="1710374"/>
                  </a:lnTo>
                  <a:lnTo>
                    <a:pt x="1525123" y="1768397"/>
                  </a:lnTo>
                  <a:lnTo>
                    <a:pt x="1596745" y="1824522"/>
                  </a:lnTo>
                  <a:lnTo>
                    <a:pt x="1668368" y="1878811"/>
                  </a:lnTo>
                  <a:lnTo>
                    <a:pt x="1739990" y="1931324"/>
                  </a:lnTo>
                  <a:lnTo>
                    <a:pt x="1811613" y="1982118"/>
                  </a:lnTo>
                  <a:lnTo>
                    <a:pt x="1883235" y="2031250"/>
                  </a:lnTo>
                  <a:lnTo>
                    <a:pt x="1954858" y="2078775"/>
                  </a:lnTo>
                  <a:lnTo>
                    <a:pt x="2026480" y="2124745"/>
                  </a:lnTo>
                  <a:lnTo>
                    <a:pt x="2098103" y="2169210"/>
                  </a:lnTo>
                  <a:lnTo>
                    <a:pt x="2169725" y="2212221"/>
                  </a:lnTo>
                  <a:lnTo>
                    <a:pt x="2241348" y="2253825"/>
                  </a:lnTo>
                  <a:lnTo>
                    <a:pt x="2312971" y="2294067"/>
                  </a:lnTo>
                  <a:lnTo>
                    <a:pt x="2384593" y="2332993"/>
                  </a:lnTo>
                  <a:lnTo>
                    <a:pt x="2456216" y="2370645"/>
                  </a:lnTo>
                  <a:lnTo>
                    <a:pt x="2527838" y="2407065"/>
                  </a:lnTo>
                  <a:lnTo>
                    <a:pt x="2599461" y="2442293"/>
                  </a:lnTo>
                  <a:lnTo>
                    <a:pt x="2671083" y="2476369"/>
                  </a:lnTo>
                  <a:lnTo>
                    <a:pt x="2742706" y="2509329"/>
                  </a:lnTo>
                  <a:lnTo>
                    <a:pt x="2814328" y="2541212"/>
                  </a:lnTo>
                  <a:lnTo>
                    <a:pt x="2885951" y="2572051"/>
                  </a:lnTo>
                  <a:lnTo>
                    <a:pt x="2957573" y="2601881"/>
                  </a:lnTo>
                  <a:lnTo>
                    <a:pt x="3029196" y="2630735"/>
                  </a:lnTo>
                  <a:lnTo>
                    <a:pt x="3100818" y="2653917"/>
                  </a:lnTo>
                  <a:lnTo>
                    <a:pt x="3172441" y="2651608"/>
                  </a:lnTo>
                  <a:lnTo>
                    <a:pt x="3244063" y="2649292"/>
                  </a:lnTo>
                  <a:lnTo>
                    <a:pt x="3315686" y="2646970"/>
                  </a:lnTo>
                  <a:lnTo>
                    <a:pt x="3387308" y="2644642"/>
                  </a:lnTo>
                  <a:lnTo>
                    <a:pt x="3458931" y="2642306"/>
                  </a:lnTo>
                  <a:lnTo>
                    <a:pt x="3530553" y="2639965"/>
                  </a:lnTo>
                  <a:lnTo>
                    <a:pt x="3602176" y="2637617"/>
                  </a:lnTo>
                  <a:lnTo>
                    <a:pt x="3673799" y="2635262"/>
                  </a:lnTo>
                  <a:lnTo>
                    <a:pt x="3745421" y="2632901"/>
                  </a:lnTo>
                  <a:lnTo>
                    <a:pt x="3817044" y="2630533"/>
                  </a:lnTo>
                  <a:lnTo>
                    <a:pt x="3888666" y="2628159"/>
                  </a:lnTo>
                  <a:lnTo>
                    <a:pt x="3960289" y="2625778"/>
                  </a:lnTo>
                  <a:lnTo>
                    <a:pt x="4031911" y="2623390"/>
                  </a:lnTo>
                  <a:lnTo>
                    <a:pt x="4103534" y="2620996"/>
                  </a:lnTo>
                  <a:lnTo>
                    <a:pt x="4175156" y="2618595"/>
                  </a:lnTo>
                  <a:lnTo>
                    <a:pt x="4246779" y="2616187"/>
                  </a:lnTo>
                  <a:lnTo>
                    <a:pt x="4318401" y="2613773"/>
                  </a:lnTo>
                  <a:lnTo>
                    <a:pt x="4390024" y="2611352"/>
                  </a:lnTo>
                  <a:lnTo>
                    <a:pt x="4461646" y="2608924"/>
                  </a:lnTo>
                  <a:lnTo>
                    <a:pt x="4533269" y="2606490"/>
                  </a:lnTo>
                  <a:lnTo>
                    <a:pt x="4604891" y="2604048"/>
                  </a:lnTo>
                  <a:lnTo>
                    <a:pt x="4676514" y="2601600"/>
                  </a:lnTo>
                  <a:lnTo>
                    <a:pt x="4748136" y="2599146"/>
                  </a:lnTo>
                  <a:lnTo>
                    <a:pt x="4819759" y="2596684"/>
                  </a:lnTo>
                  <a:lnTo>
                    <a:pt x="4891381" y="2594215"/>
                  </a:lnTo>
                  <a:lnTo>
                    <a:pt x="4963004" y="2591740"/>
                  </a:lnTo>
                  <a:lnTo>
                    <a:pt x="5034627" y="2589257"/>
                  </a:lnTo>
                  <a:lnTo>
                    <a:pt x="5106249" y="2586768"/>
                  </a:lnTo>
                  <a:lnTo>
                    <a:pt x="5177872" y="2584272"/>
                  </a:lnTo>
                  <a:lnTo>
                    <a:pt x="5249494" y="2581769"/>
                  </a:lnTo>
                  <a:lnTo>
                    <a:pt x="5321117" y="2579259"/>
                  </a:lnTo>
                  <a:lnTo>
                    <a:pt x="5392739" y="2576742"/>
                  </a:lnTo>
                  <a:lnTo>
                    <a:pt x="5464362" y="2574218"/>
                  </a:lnTo>
                  <a:lnTo>
                    <a:pt x="5535984" y="2571687"/>
                  </a:lnTo>
                  <a:lnTo>
                    <a:pt x="5607607" y="2569149"/>
                  </a:lnTo>
                  <a:lnTo>
                    <a:pt x="5679229" y="2566603"/>
                  </a:lnTo>
                  <a:lnTo>
                    <a:pt x="5750852" y="2564051"/>
                  </a:lnTo>
                  <a:lnTo>
                    <a:pt x="5822474" y="2561492"/>
                  </a:lnTo>
                  <a:lnTo>
                    <a:pt x="5894097" y="2558925"/>
                  </a:lnTo>
                  <a:lnTo>
                    <a:pt x="5965719" y="2556351"/>
                  </a:lnTo>
                  <a:lnTo>
                    <a:pt x="6037342" y="2553771"/>
                  </a:lnTo>
                  <a:lnTo>
                    <a:pt x="6108964" y="2551183"/>
                  </a:lnTo>
                  <a:lnTo>
                    <a:pt x="6180587" y="2548587"/>
                  </a:lnTo>
                  <a:lnTo>
                    <a:pt x="6252209" y="2545985"/>
                  </a:lnTo>
                  <a:lnTo>
                    <a:pt x="6323832" y="2543375"/>
                  </a:lnTo>
                  <a:lnTo>
                    <a:pt x="6395455" y="2540758"/>
                  </a:lnTo>
                  <a:lnTo>
                    <a:pt x="6467077" y="2538134"/>
                  </a:lnTo>
                  <a:lnTo>
                    <a:pt x="6538700" y="2535503"/>
                  </a:lnTo>
                  <a:lnTo>
                    <a:pt x="6610322" y="2532864"/>
                  </a:lnTo>
                  <a:lnTo>
                    <a:pt x="6681945" y="2530218"/>
                  </a:lnTo>
                  <a:lnTo>
                    <a:pt x="6753567" y="2527564"/>
                  </a:lnTo>
                  <a:lnTo>
                    <a:pt x="6825190" y="252490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4729723"/>
              <a:ext cx="7090630" cy="681228"/>
            </a:xfrm>
            <a:custGeom>
              <a:avLst/>
              <a:pathLst>
                <a:path w="7090630" h="681228">
                  <a:moveTo>
                    <a:pt x="7090630" y="681228"/>
                  </a:moveTo>
                  <a:lnTo>
                    <a:pt x="7019007" y="676280"/>
                  </a:lnTo>
                  <a:lnTo>
                    <a:pt x="6947385" y="671163"/>
                  </a:lnTo>
                  <a:lnTo>
                    <a:pt x="6875762" y="665874"/>
                  </a:lnTo>
                  <a:lnTo>
                    <a:pt x="6804139" y="660406"/>
                  </a:lnTo>
                  <a:lnTo>
                    <a:pt x="6732517" y="654753"/>
                  </a:lnTo>
                  <a:lnTo>
                    <a:pt x="6660894" y="648909"/>
                  </a:lnTo>
                  <a:lnTo>
                    <a:pt x="6589272" y="642867"/>
                  </a:lnTo>
                  <a:lnTo>
                    <a:pt x="6517649" y="636621"/>
                  </a:lnTo>
                  <a:lnTo>
                    <a:pt x="6446027" y="630163"/>
                  </a:lnTo>
                  <a:lnTo>
                    <a:pt x="6374404" y="623487"/>
                  </a:lnTo>
                  <a:lnTo>
                    <a:pt x="6302782" y="616585"/>
                  </a:lnTo>
                  <a:lnTo>
                    <a:pt x="6231159" y="609450"/>
                  </a:lnTo>
                  <a:lnTo>
                    <a:pt x="6159537" y="602073"/>
                  </a:lnTo>
                  <a:lnTo>
                    <a:pt x="6087914" y="594447"/>
                  </a:lnTo>
                  <a:lnTo>
                    <a:pt x="6016292" y="586563"/>
                  </a:lnTo>
                  <a:lnTo>
                    <a:pt x="5944669" y="578412"/>
                  </a:lnTo>
                  <a:lnTo>
                    <a:pt x="5873047" y="569986"/>
                  </a:lnTo>
                  <a:lnTo>
                    <a:pt x="5801424" y="561274"/>
                  </a:lnTo>
                  <a:lnTo>
                    <a:pt x="5729802" y="552268"/>
                  </a:lnTo>
                  <a:lnTo>
                    <a:pt x="5658179" y="542957"/>
                  </a:lnTo>
                  <a:lnTo>
                    <a:pt x="5586557" y="533331"/>
                  </a:lnTo>
                  <a:lnTo>
                    <a:pt x="5514934" y="523380"/>
                  </a:lnTo>
                  <a:lnTo>
                    <a:pt x="5443311" y="513092"/>
                  </a:lnTo>
                  <a:lnTo>
                    <a:pt x="5371689" y="502456"/>
                  </a:lnTo>
                  <a:lnTo>
                    <a:pt x="5300066" y="491460"/>
                  </a:lnTo>
                  <a:lnTo>
                    <a:pt x="5228444" y="480092"/>
                  </a:lnTo>
                  <a:lnTo>
                    <a:pt x="5156821" y="468340"/>
                  </a:lnTo>
                  <a:lnTo>
                    <a:pt x="5085199" y="456190"/>
                  </a:lnTo>
                  <a:lnTo>
                    <a:pt x="5013576" y="443629"/>
                  </a:lnTo>
                  <a:lnTo>
                    <a:pt x="4941954" y="430643"/>
                  </a:lnTo>
                  <a:lnTo>
                    <a:pt x="4870331" y="417218"/>
                  </a:lnTo>
                  <a:lnTo>
                    <a:pt x="4798709" y="403339"/>
                  </a:lnTo>
                  <a:lnTo>
                    <a:pt x="4727086" y="388990"/>
                  </a:lnTo>
                  <a:lnTo>
                    <a:pt x="4655464" y="374156"/>
                  </a:lnTo>
                  <a:lnTo>
                    <a:pt x="4583841" y="358821"/>
                  </a:lnTo>
                  <a:lnTo>
                    <a:pt x="4512219" y="342966"/>
                  </a:lnTo>
                  <a:lnTo>
                    <a:pt x="4440596" y="326575"/>
                  </a:lnTo>
                  <a:lnTo>
                    <a:pt x="4368974" y="309630"/>
                  </a:lnTo>
                  <a:lnTo>
                    <a:pt x="4297351" y="292112"/>
                  </a:lnTo>
                  <a:lnTo>
                    <a:pt x="4225729" y="274001"/>
                  </a:lnTo>
                  <a:lnTo>
                    <a:pt x="4154106" y="255277"/>
                  </a:lnTo>
                  <a:lnTo>
                    <a:pt x="4082483" y="235920"/>
                  </a:lnTo>
                  <a:lnTo>
                    <a:pt x="4010861" y="215908"/>
                  </a:lnTo>
                  <a:lnTo>
                    <a:pt x="3939238" y="195220"/>
                  </a:lnTo>
                  <a:lnTo>
                    <a:pt x="3867616" y="173831"/>
                  </a:lnTo>
                  <a:lnTo>
                    <a:pt x="3795993" y="151719"/>
                  </a:lnTo>
                  <a:lnTo>
                    <a:pt x="3724371" y="128859"/>
                  </a:lnTo>
                  <a:lnTo>
                    <a:pt x="3652748" y="105226"/>
                  </a:lnTo>
                  <a:lnTo>
                    <a:pt x="3581126" y="80794"/>
                  </a:lnTo>
                  <a:lnTo>
                    <a:pt x="3509503" y="55535"/>
                  </a:lnTo>
                  <a:lnTo>
                    <a:pt x="3437881" y="29421"/>
                  </a:lnTo>
                  <a:lnTo>
                    <a:pt x="3366258" y="2424"/>
                  </a:lnTo>
                  <a:lnTo>
                    <a:pt x="3294636" y="0"/>
                  </a:lnTo>
                  <a:lnTo>
                    <a:pt x="3223013" y="2296"/>
                  </a:lnTo>
                  <a:lnTo>
                    <a:pt x="3151391" y="4586"/>
                  </a:lnTo>
                  <a:lnTo>
                    <a:pt x="3079768" y="6870"/>
                  </a:lnTo>
                  <a:lnTo>
                    <a:pt x="3008146" y="9147"/>
                  </a:lnTo>
                  <a:lnTo>
                    <a:pt x="2936523" y="11418"/>
                  </a:lnTo>
                  <a:lnTo>
                    <a:pt x="2864901" y="13683"/>
                  </a:lnTo>
                  <a:lnTo>
                    <a:pt x="2793278" y="15942"/>
                  </a:lnTo>
                  <a:lnTo>
                    <a:pt x="2721655" y="18194"/>
                  </a:lnTo>
                  <a:lnTo>
                    <a:pt x="2650033" y="20440"/>
                  </a:lnTo>
                  <a:lnTo>
                    <a:pt x="2578410" y="22680"/>
                  </a:lnTo>
                  <a:lnTo>
                    <a:pt x="2506788" y="24913"/>
                  </a:lnTo>
                  <a:lnTo>
                    <a:pt x="2435165" y="27141"/>
                  </a:lnTo>
                  <a:lnTo>
                    <a:pt x="2363543" y="29362"/>
                  </a:lnTo>
                  <a:lnTo>
                    <a:pt x="2291920" y="31577"/>
                  </a:lnTo>
                  <a:lnTo>
                    <a:pt x="2220298" y="33786"/>
                  </a:lnTo>
                  <a:lnTo>
                    <a:pt x="2148675" y="35989"/>
                  </a:lnTo>
                  <a:lnTo>
                    <a:pt x="2077053" y="38185"/>
                  </a:lnTo>
                  <a:lnTo>
                    <a:pt x="2005430" y="40376"/>
                  </a:lnTo>
                  <a:lnTo>
                    <a:pt x="1933808" y="42560"/>
                  </a:lnTo>
                  <a:lnTo>
                    <a:pt x="1862185" y="44739"/>
                  </a:lnTo>
                  <a:lnTo>
                    <a:pt x="1790563" y="46911"/>
                  </a:lnTo>
                  <a:lnTo>
                    <a:pt x="1718940" y="49077"/>
                  </a:lnTo>
                  <a:lnTo>
                    <a:pt x="1647318" y="51237"/>
                  </a:lnTo>
                  <a:lnTo>
                    <a:pt x="1575695" y="53392"/>
                  </a:lnTo>
                  <a:lnTo>
                    <a:pt x="1504073" y="55540"/>
                  </a:lnTo>
                  <a:lnTo>
                    <a:pt x="1432450" y="57682"/>
                  </a:lnTo>
                  <a:lnTo>
                    <a:pt x="1360827" y="59819"/>
                  </a:lnTo>
                  <a:lnTo>
                    <a:pt x="1289205" y="61949"/>
                  </a:lnTo>
                  <a:lnTo>
                    <a:pt x="1217582" y="64074"/>
                  </a:lnTo>
                  <a:lnTo>
                    <a:pt x="1145960" y="66193"/>
                  </a:lnTo>
                  <a:lnTo>
                    <a:pt x="1074337" y="68305"/>
                  </a:lnTo>
                  <a:lnTo>
                    <a:pt x="1002715" y="70412"/>
                  </a:lnTo>
                  <a:lnTo>
                    <a:pt x="931092" y="72513"/>
                  </a:lnTo>
                  <a:lnTo>
                    <a:pt x="859470" y="74609"/>
                  </a:lnTo>
                  <a:lnTo>
                    <a:pt x="787847" y="76698"/>
                  </a:lnTo>
                  <a:lnTo>
                    <a:pt x="716225" y="78782"/>
                  </a:lnTo>
                  <a:lnTo>
                    <a:pt x="644602" y="80860"/>
                  </a:lnTo>
                  <a:lnTo>
                    <a:pt x="572980" y="82932"/>
                  </a:lnTo>
                  <a:lnTo>
                    <a:pt x="501357" y="84998"/>
                  </a:lnTo>
                  <a:lnTo>
                    <a:pt x="429735" y="87059"/>
                  </a:lnTo>
                  <a:lnTo>
                    <a:pt x="358112" y="89114"/>
                  </a:lnTo>
                  <a:lnTo>
                    <a:pt x="286490" y="91163"/>
                  </a:lnTo>
                  <a:lnTo>
                    <a:pt x="214867" y="93206"/>
                  </a:lnTo>
                  <a:lnTo>
                    <a:pt x="143245" y="95244"/>
                  </a:lnTo>
                  <a:lnTo>
                    <a:pt x="71622" y="97276"/>
                  </a:lnTo>
                  <a:lnTo>
                    <a:pt x="0" y="9930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172049" y="3863293"/>
              <a:ext cx="7090630" cy="1319421"/>
            </a:xfrm>
            <a:custGeom>
              <a:avLst/>
              <a:pathLst>
                <a:path w="7090630" h="1319421">
                  <a:moveTo>
                    <a:pt x="0" y="0"/>
                  </a:moveTo>
                  <a:lnTo>
                    <a:pt x="71622" y="25626"/>
                  </a:lnTo>
                  <a:lnTo>
                    <a:pt x="143245" y="50865"/>
                  </a:lnTo>
                  <a:lnTo>
                    <a:pt x="214867" y="75722"/>
                  </a:lnTo>
                  <a:lnTo>
                    <a:pt x="286490" y="100203"/>
                  </a:lnTo>
                  <a:lnTo>
                    <a:pt x="358112" y="124314"/>
                  </a:lnTo>
                  <a:lnTo>
                    <a:pt x="429735" y="148059"/>
                  </a:lnTo>
                  <a:lnTo>
                    <a:pt x="501357" y="171446"/>
                  </a:lnTo>
                  <a:lnTo>
                    <a:pt x="572980" y="194479"/>
                  </a:lnTo>
                  <a:lnTo>
                    <a:pt x="644602" y="217163"/>
                  </a:lnTo>
                  <a:lnTo>
                    <a:pt x="716225" y="239505"/>
                  </a:lnTo>
                  <a:lnTo>
                    <a:pt x="787847" y="261508"/>
                  </a:lnTo>
                  <a:lnTo>
                    <a:pt x="859470" y="283178"/>
                  </a:lnTo>
                  <a:lnTo>
                    <a:pt x="931092" y="304521"/>
                  </a:lnTo>
                  <a:lnTo>
                    <a:pt x="1002715" y="325541"/>
                  </a:lnTo>
                  <a:lnTo>
                    <a:pt x="1074337" y="346242"/>
                  </a:lnTo>
                  <a:lnTo>
                    <a:pt x="1145960" y="366631"/>
                  </a:lnTo>
                  <a:lnTo>
                    <a:pt x="1217582" y="386711"/>
                  </a:lnTo>
                  <a:lnTo>
                    <a:pt x="1289205" y="406487"/>
                  </a:lnTo>
                  <a:lnTo>
                    <a:pt x="1360827" y="425964"/>
                  </a:lnTo>
                  <a:lnTo>
                    <a:pt x="1432450" y="445147"/>
                  </a:lnTo>
                  <a:lnTo>
                    <a:pt x="1504073" y="464039"/>
                  </a:lnTo>
                  <a:lnTo>
                    <a:pt x="1575695" y="482645"/>
                  </a:lnTo>
                  <a:lnTo>
                    <a:pt x="1647318" y="500970"/>
                  </a:lnTo>
                  <a:lnTo>
                    <a:pt x="1718940" y="519018"/>
                  </a:lnTo>
                  <a:lnTo>
                    <a:pt x="1790563" y="536793"/>
                  </a:lnTo>
                  <a:lnTo>
                    <a:pt x="1862185" y="554299"/>
                  </a:lnTo>
                  <a:lnTo>
                    <a:pt x="1933808" y="571540"/>
                  </a:lnTo>
                  <a:lnTo>
                    <a:pt x="2005430" y="588520"/>
                  </a:lnTo>
                  <a:lnTo>
                    <a:pt x="2077053" y="605243"/>
                  </a:lnTo>
                  <a:lnTo>
                    <a:pt x="2148675" y="621713"/>
                  </a:lnTo>
                  <a:lnTo>
                    <a:pt x="2220298" y="637934"/>
                  </a:lnTo>
                  <a:lnTo>
                    <a:pt x="2291920" y="653910"/>
                  </a:lnTo>
                  <a:lnTo>
                    <a:pt x="2363543" y="669644"/>
                  </a:lnTo>
                  <a:lnTo>
                    <a:pt x="2435165" y="685140"/>
                  </a:lnTo>
                  <a:lnTo>
                    <a:pt x="2506788" y="700402"/>
                  </a:lnTo>
                  <a:lnTo>
                    <a:pt x="2578410" y="715432"/>
                  </a:lnTo>
                  <a:lnTo>
                    <a:pt x="2650033" y="730236"/>
                  </a:lnTo>
                  <a:lnTo>
                    <a:pt x="2721655" y="744815"/>
                  </a:lnTo>
                  <a:lnTo>
                    <a:pt x="2793278" y="759174"/>
                  </a:lnTo>
                  <a:lnTo>
                    <a:pt x="2864901" y="773316"/>
                  </a:lnTo>
                  <a:lnTo>
                    <a:pt x="2936523" y="787243"/>
                  </a:lnTo>
                  <a:lnTo>
                    <a:pt x="3008146" y="800960"/>
                  </a:lnTo>
                  <a:lnTo>
                    <a:pt x="3079768" y="814470"/>
                  </a:lnTo>
                  <a:lnTo>
                    <a:pt x="3151391" y="827775"/>
                  </a:lnTo>
                  <a:lnTo>
                    <a:pt x="3223013" y="840878"/>
                  </a:lnTo>
                  <a:lnTo>
                    <a:pt x="3294636" y="853784"/>
                  </a:lnTo>
                  <a:lnTo>
                    <a:pt x="3366258" y="866494"/>
                  </a:lnTo>
                  <a:lnTo>
                    <a:pt x="3437881" y="879012"/>
                  </a:lnTo>
                  <a:lnTo>
                    <a:pt x="3509503" y="891341"/>
                  </a:lnTo>
                  <a:lnTo>
                    <a:pt x="3581126" y="903483"/>
                  </a:lnTo>
                  <a:lnTo>
                    <a:pt x="3652748" y="915442"/>
                  </a:lnTo>
                  <a:lnTo>
                    <a:pt x="3724371" y="927219"/>
                  </a:lnTo>
                  <a:lnTo>
                    <a:pt x="3795993" y="938818"/>
                  </a:lnTo>
                  <a:lnTo>
                    <a:pt x="3867616" y="950242"/>
                  </a:lnTo>
                  <a:lnTo>
                    <a:pt x="3939238" y="961493"/>
                  </a:lnTo>
                  <a:lnTo>
                    <a:pt x="4010861" y="972574"/>
                  </a:lnTo>
                  <a:lnTo>
                    <a:pt x="4082483" y="983487"/>
                  </a:lnTo>
                  <a:lnTo>
                    <a:pt x="4154106" y="994236"/>
                  </a:lnTo>
                  <a:lnTo>
                    <a:pt x="4225729" y="1004821"/>
                  </a:lnTo>
                  <a:lnTo>
                    <a:pt x="4297351" y="1015246"/>
                  </a:lnTo>
                  <a:lnTo>
                    <a:pt x="4368974" y="1025514"/>
                  </a:lnTo>
                  <a:lnTo>
                    <a:pt x="4440596" y="1035626"/>
                  </a:lnTo>
                  <a:lnTo>
                    <a:pt x="4512219" y="1045586"/>
                  </a:lnTo>
                  <a:lnTo>
                    <a:pt x="4583841" y="1055395"/>
                  </a:lnTo>
                  <a:lnTo>
                    <a:pt x="4655464" y="1065055"/>
                  </a:lnTo>
                  <a:lnTo>
                    <a:pt x="4727086" y="1074569"/>
                  </a:lnTo>
                  <a:lnTo>
                    <a:pt x="4798709" y="1083939"/>
                  </a:lnTo>
                  <a:lnTo>
                    <a:pt x="4870331" y="1093168"/>
                  </a:lnTo>
                  <a:lnTo>
                    <a:pt x="4941954" y="1102257"/>
                  </a:lnTo>
                  <a:lnTo>
                    <a:pt x="5013576" y="1111208"/>
                  </a:lnTo>
                  <a:lnTo>
                    <a:pt x="5085199" y="1120024"/>
                  </a:lnTo>
                  <a:lnTo>
                    <a:pt x="5156821" y="1128706"/>
                  </a:lnTo>
                  <a:lnTo>
                    <a:pt x="5228444" y="1137258"/>
                  </a:lnTo>
                  <a:lnTo>
                    <a:pt x="5300066" y="1145679"/>
                  </a:lnTo>
                  <a:lnTo>
                    <a:pt x="5371689" y="1153974"/>
                  </a:lnTo>
                  <a:lnTo>
                    <a:pt x="5443311" y="1162143"/>
                  </a:lnTo>
                  <a:lnTo>
                    <a:pt x="5514934" y="1170188"/>
                  </a:lnTo>
                  <a:lnTo>
                    <a:pt x="5586557" y="1178112"/>
                  </a:lnTo>
                  <a:lnTo>
                    <a:pt x="5658179" y="1185916"/>
                  </a:lnTo>
                  <a:lnTo>
                    <a:pt x="5729802" y="1193601"/>
                  </a:lnTo>
                  <a:lnTo>
                    <a:pt x="5801424" y="1201171"/>
                  </a:lnTo>
                  <a:lnTo>
                    <a:pt x="5873047" y="1208626"/>
                  </a:lnTo>
                  <a:lnTo>
                    <a:pt x="5944669" y="1215968"/>
                  </a:lnTo>
                  <a:lnTo>
                    <a:pt x="6016292" y="1223199"/>
                  </a:lnTo>
                  <a:lnTo>
                    <a:pt x="6087914" y="1230321"/>
                  </a:lnTo>
                  <a:lnTo>
                    <a:pt x="6159537" y="1237335"/>
                  </a:lnTo>
                  <a:lnTo>
                    <a:pt x="6231159" y="1244243"/>
                  </a:lnTo>
                  <a:lnTo>
                    <a:pt x="6302782" y="1251046"/>
                  </a:lnTo>
                  <a:lnTo>
                    <a:pt x="6374404" y="1257747"/>
                  </a:lnTo>
                  <a:lnTo>
                    <a:pt x="6446027" y="1264346"/>
                  </a:lnTo>
                  <a:lnTo>
                    <a:pt x="6517649" y="1270845"/>
                  </a:lnTo>
                  <a:lnTo>
                    <a:pt x="6589272" y="1277246"/>
                  </a:lnTo>
                  <a:lnTo>
                    <a:pt x="6660894" y="1283550"/>
                  </a:lnTo>
                  <a:lnTo>
                    <a:pt x="6732517" y="1289759"/>
                  </a:lnTo>
                  <a:lnTo>
                    <a:pt x="6804139" y="1295873"/>
                  </a:lnTo>
                  <a:lnTo>
                    <a:pt x="6875762" y="1301896"/>
                  </a:lnTo>
                  <a:lnTo>
                    <a:pt x="6947385" y="1307827"/>
                  </a:lnTo>
                  <a:lnTo>
                    <a:pt x="7019007" y="1313668"/>
                  </a:lnTo>
                  <a:lnTo>
                    <a:pt x="7090630" y="131942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52695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17930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007692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3607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66445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54253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33983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16821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99659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82498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1.19 (0.97-1.47), p = 0.097  |  per IQR decline (Δ = 29.9 %): 1.69 (0.91-3.16)  |  IQR: [-15.0, 14.9]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308189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Immune-related AE &amp; Other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2026-09-28T17:00:36Z</dcterms:modified>
  <cp:category/>
</cp:coreProperties>
</file>