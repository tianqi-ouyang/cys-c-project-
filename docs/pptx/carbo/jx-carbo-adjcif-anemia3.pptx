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72874" y="5253710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72874" y="4600288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72874" y="3946865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72874" y="329344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72874" y="2640020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1124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882934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054620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22630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72874" y="558042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72874" y="4926999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72874" y="4273576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72874" y="3620154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72874" y="2966731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797091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96877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140464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320344" y="4360074"/>
              <a:ext cx="6949396" cy="1205801"/>
            </a:xfrm>
            <a:custGeom>
              <a:avLst/>
              <a:pathLst>
                <a:path w="6949396" h="1205801">
                  <a:moveTo>
                    <a:pt x="0" y="1205801"/>
                  </a:moveTo>
                  <a:lnTo>
                    <a:pt x="86867" y="1205801"/>
                  </a:lnTo>
                  <a:lnTo>
                    <a:pt x="86867" y="1176635"/>
                  </a:lnTo>
                  <a:lnTo>
                    <a:pt x="173734" y="1176635"/>
                  </a:lnTo>
                  <a:lnTo>
                    <a:pt x="173734" y="1161897"/>
                  </a:lnTo>
                  <a:lnTo>
                    <a:pt x="260602" y="1161897"/>
                  </a:lnTo>
                  <a:lnTo>
                    <a:pt x="260602" y="1088819"/>
                  </a:lnTo>
                  <a:lnTo>
                    <a:pt x="347469" y="1088819"/>
                  </a:lnTo>
                  <a:lnTo>
                    <a:pt x="347469" y="1072714"/>
                  </a:lnTo>
                  <a:lnTo>
                    <a:pt x="434337" y="1072714"/>
                  </a:lnTo>
                  <a:lnTo>
                    <a:pt x="434337" y="1056296"/>
                  </a:lnTo>
                  <a:lnTo>
                    <a:pt x="521204" y="1056296"/>
                  </a:lnTo>
                  <a:lnTo>
                    <a:pt x="521204" y="991376"/>
                  </a:lnTo>
                  <a:lnTo>
                    <a:pt x="608072" y="991376"/>
                  </a:lnTo>
                  <a:lnTo>
                    <a:pt x="608072" y="974827"/>
                  </a:lnTo>
                  <a:lnTo>
                    <a:pt x="694939" y="974827"/>
                  </a:lnTo>
                  <a:lnTo>
                    <a:pt x="694939" y="958173"/>
                  </a:lnTo>
                  <a:lnTo>
                    <a:pt x="868674" y="958173"/>
                  </a:lnTo>
                  <a:lnTo>
                    <a:pt x="868674" y="941401"/>
                  </a:lnTo>
                  <a:lnTo>
                    <a:pt x="1303011" y="941401"/>
                  </a:lnTo>
                  <a:lnTo>
                    <a:pt x="1303011" y="924690"/>
                  </a:lnTo>
                  <a:lnTo>
                    <a:pt x="1476746" y="924690"/>
                  </a:lnTo>
                  <a:lnTo>
                    <a:pt x="1476746" y="908028"/>
                  </a:lnTo>
                  <a:lnTo>
                    <a:pt x="1737349" y="908028"/>
                  </a:lnTo>
                  <a:lnTo>
                    <a:pt x="1737349" y="858189"/>
                  </a:lnTo>
                  <a:lnTo>
                    <a:pt x="1911084" y="858189"/>
                  </a:lnTo>
                  <a:lnTo>
                    <a:pt x="1911084" y="824775"/>
                  </a:lnTo>
                  <a:lnTo>
                    <a:pt x="2171686" y="824775"/>
                  </a:lnTo>
                  <a:lnTo>
                    <a:pt x="2171686" y="807853"/>
                  </a:lnTo>
                  <a:lnTo>
                    <a:pt x="2692891" y="807853"/>
                  </a:lnTo>
                  <a:lnTo>
                    <a:pt x="2692891" y="774078"/>
                  </a:lnTo>
                  <a:lnTo>
                    <a:pt x="2953493" y="774078"/>
                  </a:lnTo>
                  <a:lnTo>
                    <a:pt x="2953493" y="673790"/>
                  </a:lnTo>
                  <a:lnTo>
                    <a:pt x="3214096" y="673790"/>
                  </a:lnTo>
                  <a:lnTo>
                    <a:pt x="3214096" y="656689"/>
                  </a:lnTo>
                  <a:lnTo>
                    <a:pt x="3474698" y="656689"/>
                  </a:lnTo>
                  <a:lnTo>
                    <a:pt x="3474698" y="639634"/>
                  </a:lnTo>
                  <a:lnTo>
                    <a:pt x="3735300" y="639634"/>
                  </a:lnTo>
                  <a:lnTo>
                    <a:pt x="3735300" y="622547"/>
                  </a:lnTo>
                  <a:lnTo>
                    <a:pt x="3822168" y="622547"/>
                  </a:lnTo>
                  <a:lnTo>
                    <a:pt x="3822168" y="605475"/>
                  </a:lnTo>
                  <a:lnTo>
                    <a:pt x="3909035" y="605475"/>
                  </a:lnTo>
                  <a:lnTo>
                    <a:pt x="3909035" y="571446"/>
                  </a:lnTo>
                  <a:lnTo>
                    <a:pt x="4169638" y="571446"/>
                  </a:lnTo>
                  <a:lnTo>
                    <a:pt x="4169638" y="554433"/>
                  </a:lnTo>
                  <a:lnTo>
                    <a:pt x="4603975" y="554433"/>
                  </a:lnTo>
                  <a:lnTo>
                    <a:pt x="4603975" y="537484"/>
                  </a:lnTo>
                  <a:lnTo>
                    <a:pt x="4777710" y="537484"/>
                  </a:lnTo>
                  <a:lnTo>
                    <a:pt x="4777710" y="503762"/>
                  </a:lnTo>
                  <a:lnTo>
                    <a:pt x="5212047" y="503762"/>
                  </a:lnTo>
                  <a:lnTo>
                    <a:pt x="5212047" y="486797"/>
                  </a:lnTo>
                  <a:lnTo>
                    <a:pt x="5298915" y="486797"/>
                  </a:lnTo>
                  <a:lnTo>
                    <a:pt x="5298915" y="453085"/>
                  </a:lnTo>
                  <a:lnTo>
                    <a:pt x="5385782" y="453085"/>
                  </a:lnTo>
                  <a:lnTo>
                    <a:pt x="5385782" y="436149"/>
                  </a:lnTo>
                  <a:lnTo>
                    <a:pt x="5559517" y="436149"/>
                  </a:lnTo>
                  <a:lnTo>
                    <a:pt x="5559517" y="385568"/>
                  </a:lnTo>
                  <a:lnTo>
                    <a:pt x="5733252" y="385568"/>
                  </a:lnTo>
                  <a:lnTo>
                    <a:pt x="5733252" y="368771"/>
                  </a:lnTo>
                  <a:lnTo>
                    <a:pt x="5906987" y="368771"/>
                  </a:lnTo>
                  <a:lnTo>
                    <a:pt x="5906987" y="335205"/>
                  </a:lnTo>
                  <a:lnTo>
                    <a:pt x="5993854" y="335205"/>
                  </a:lnTo>
                  <a:lnTo>
                    <a:pt x="5993854" y="285303"/>
                  </a:lnTo>
                  <a:lnTo>
                    <a:pt x="6080722" y="285303"/>
                  </a:lnTo>
                  <a:lnTo>
                    <a:pt x="6080722" y="234500"/>
                  </a:lnTo>
                  <a:lnTo>
                    <a:pt x="6167589" y="234500"/>
                  </a:lnTo>
                  <a:lnTo>
                    <a:pt x="6167589" y="217590"/>
                  </a:lnTo>
                  <a:lnTo>
                    <a:pt x="6254457" y="217590"/>
                  </a:lnTo>
                  <a:lnTo>
                    <a:pt x="6254457" y="183971"/>
                  </a:lnTo>
                  <a:lnTo>
                    <a:pt x="6341324" y="183971"/>
                  </a:lnTo>
                  <a:lnTo>
                    <a:pt x="6341324" y="150388"/>
                  </a:lnTo>
                  <a:lnTo>
                    <a:pt x="6515059" y="150388"/>
                  </a:lnTo>
                  <a:lnTo>
                    <a:pt x="6515059" y="133614"/>
                  </a:lnTo>
                  <a:lnTo>
                    <a:pt x="6688794" y="133614"/>
                  </a:lnTo>
                  <a:lnTo>
                    <a:pt x="6688794" y="83696"/>
                  </a:lnTo>
                  <a:lnTo>
                    <a:pt x="6775661" y="83696"/>
                  </a:lnTo>
                  <a:lnTo>
                    <a:pt x="6775661" y="67030"/>
                  </a:lnTo>
                  <a:lnTo>
                    <a:pt x="6862529" y="67030"/>
                  </a:lnTo>
                  <a:lnTo>
                    <a:pt x="6862529" y="16895"/>
                  </a:lnTo>
                  <a:lnTo>
                    <a:pt x="6949396" y="16895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320344" y="2861938"/>
              <a:ext cx="6949396" cy="2678584"/>
            </a:xfrm>
            <a:custGeom>
              <a:avLst/>
              <a:pathLst>
                <a:path w="6949396" h="2678584">
                  <a:moveTo>
                    <a:pt x="0" y="2678584"/>
                  </a:moveTo>
                  <a:lnTo>
                    <a:pt x="86867" y="2678584"/>
                  </a:lnTo>
                  <a:lnTo>
                    <a:pt x="86867" y="2599505"/>
                  </a:lnTo>
                  <a:lnTo>
                    <a:pt x="173734" y="2599505"/>
                  </a:lnTo>
                  <a:lnTo>
                    <a:pt x="173734" y="2559993"/>
                  </a:lnTo>
                  <a:lnTo>
                    <a:pt x="260602" y="2559993"/>
                  </a:lnTo>
                  <a:lnTo>
                    <a:pt x="260602" y="2368201"/>
                  </a:lnTo>
                  <a:lnTo>
                    <a:pt x="347469" y="2368201"/>
                  </a:lnTo>
                  <a:lnTo>
                    <a:pt x="347469" y="2326799"/>
                  </a:lnTo>
                  <a:lnTo>
                    <a:pt x="434337" y="2326799"/>
                  </a:lnTo>
                  <a:lnTo>
                    <a:pt x="434337" y="2284893"/>
                  </a:lnTo>
                  <a:lnTo>
                    <a:pt x="521204" y="2284893"/>
                  </a:lnTo>
                  <a:lnTo>
                    <a:pt x="521204" y="2122009"/>
                  </a:lnTo>
                  <a:lnTo>
                    <a:pt x="608072" y="2122009"/>
                  </a:lnTo>
                  <a:lnTo>
                    <a:pt x="608072" y="2081168"/>
                  </a:lnTo>
                  <a:lnTo>
                    <a:pt x="694939" y="2081168"/>
                  </a:lnTo>
                  <a:lnTo>
                    <a:pt x="694939" y="2040334"/>
                  </a:lnTo>
                  <a:lnTo>
                    <a:pt x="868674" y="2040334"/>
                  </a:lnTo>
                  <a:lnTo>
                    <a:pt x="868674" y="1999470"/>
                  </a:lnTo>
                  <a:lnTo>
                    <a:pt x="1303011" y="1999470"/>
                  </a:lnTo>
                  <a:lnTo>
                    <a:pt x="1303011" y="1959012"/>
                  </a:lnTo>
                  <a:lnTo>
                    <a:pt x="1476746" y="1959012"/>
                  </a:lnTo>
                  <a:lnTo>
                    <a:pt x="1476746" y="1918917"/>
                  </a:lnTo>
                  <a:lnTo>
                    <a:pt x="1737349" y="1918917"/>
                  </a:lnTo>
                  <a:lnTo>
                    <a:pt x="1737349" y="1800399"/>
                  </a:lnTo>
                  <a:lnTo>
                    <a:pt x="1911084" y="1800399"/>
                  </a:lnTo>
                  <a:lnTo>
                    <a:pt x="1911084" y="1722073"/>
                  </a:lnTo>
                  <a:lnTo>
                    <a:pt x="2171686" y="1722073"/>
                  </a:lnTo>
                  <a:lnTo>
                    <a:pt x="2171686" y="1682736"/>
                  </a:lnTo>
                  <a:lnTo>
                    <a:pt x="2692891" y="1682736"/>
                  </a:lnTo>
                  <a:lnTo>
                    <a:pt x="2692891" y="1604867"/>
                  </a:lnTo>
                  <a:lnTo>
                    <a:pt x="2953493" y="1604867"/>
                  </a:lnTo>
                  <a:lnTo>
                    <a:pt x="2953493" y="1378393"/>
                  </a:lnTo>
                  <a:lnTo>
                    <a:pt x="3214096" y="1378393"/>
                  </a:lnTo>
                  <a:lnTo>
                    <a:pt x="3214096" y="1340444"/>
                  </a:lnTo>
                  <a:lnTo>
                    <a:pt x="3474698" y="1340444"/>
                  </a:lnTo>
                  <a:lnTo>
                    <a:pt x="3474698" y="1302781"/>
                  </a:lnTo>
                  <a:lnTo>
                    <a:pt x="3735300" y="1302781"/>
                  </a:lnTo>
                  <a:lnTo>
                    <a:pt x="3735300" y="1265230"/>
                  </a:lnTo>
                  <a:lnTo>
                    <a:pt x="3822168" y="1265230"/>
                  </a:lnTo>
                  <a:lnTo>
                    <a:pt x="3822168" y="1227891"/>
                  </a:lnTo>
                  <a:lnTo>
                    <a:pt x="3909035" y="1227891"/>
                  </a:lnTo>
                  <a:lnTo>
                    <a:pt x="3909035" y="1153982"/>
                  </a:lnTo>
                  <a:lnTo>
                    <a:pt x="4169638" y="1153982"/>
                  </a:lnTo>
                  <a:lnTo>
                    <a:pt x="4169638" y="1117284"/>
                  </a:lnTo>
                  <a:lnTo>
                    <a:pt x="4603975" y="1117284"/>
                  </a:lnTo>
                  <a:lnTo>
                    <a:pt x="4603975" y="1080890"/>
                  </a:lnTo>
                  <a:lnTo>
                    <a:pt x="4777710" y="1080890"/>
                  </a:lnTo>
                  <a:lnTo>
                    <a:pt x="4777710" y="1008960"/>
                  </a:lnTo>
                  <a:lnTo>
                    <a:pt x="5212047" y="1008960"/>
                  </a:lnTo>
                  <a:lnTo>
                    <a:pt x="5212047" y="973010"/>
                  </a:lnTo>
                  <a:lnTo>
                    <a:pt x="5298915" y="973010"/>
                  </a:lnTo>
                  <a:lnTo>
                    <a:pt x="5298915" y="902026"/>
                  </a:lnTo>
                  <a:lnTo>
                    <a:pt x="5385782" y="902026"/>
                  </a:lnTo>
                  <a:lnTo>
                    <a:pt x="5385782" y="866593"/>
                  </a:lnTo>
                  <a:lnTo>
                    <a:pt x="5559517" y="866593"/>
                  </a:lnTo>
                  <a:lnTo>
                    <a:pt x="5559517" y="761638"/>
                  </a:lnTo>
                  <a:lnTo>
                    <a:pt x="5733252" y="761638"/>
                  </a:lnTo>
                  <a:lnTo>
                    <a:pt x="5733252" y="727067"/>
                  </a:lnTo>
                  <a:lnTo>
                    <a:pt x="5906987" y="727067"/>
                  </a:lnTo>
                  <a:lnTo>
                    <a:pt x="5906987" y="658394"/>
                  </a:lnTo>
                  <a:lnTo>
                    <a:pt x="5993854" y="658394"/>
                  </a:lnTo>
                  <a:lnTo>
                    <a:pt x="5993854" y="557286"/>
                  </a:lnTo>
                  <a:lnTo>
                    <a:pt x="6080722" y="557286"/>
                  </a:lnTo>
                  <a:lnTo>
                    <a:pt x="6080722" y="455527"/>
                  </a:lnTo>
                  <a:lnTo>
                    <a:pt x="6167589" y="455527"/>
                  </a:lnTo>
                  <a:lnTo>
                    <a:pt x="6167589" y="421909"/>
                  </a:lnTo>
                  <a:lnTo>
                    <a:pt x="6254457" y="421909"/>
                  </a:lnTo>
                  <a:lnTo>
                    <a:pt x="6254457" y="355446"/>
                  </a:lnTo>
                  <a:lnTo>
                    <a:pt x="6341324" y="355446"/>
                  </a:lnTo>
                  <a:lnTo>
                    <a:pt x="6341324" y="289534"/>
                  </a:lnTo>
                  <a:lnTo>
                    <a:pt x="6515059" y="289534"/>
                  </a:lnTo>
                  <a:lnTo>
                    <a:pt x="6515059" y="256789"/>
                  </a:lnTo>
                  <a:lnTo>
                    <a:pt x="6688794" y="256789"/>
                  </a:lnTo>
                  <a:lnTo>
                    <a:pt x="6688794" y="160026"/>
                  </a:lnTo>
                  <a:lnTo>
                    <a:pt x="6775661" y="160026"/>
                  </a:lnTo>
                  <a:lnTo>
                    <a:pt x="6775661" y="127941"/>
                  </a:lnTo>
                  <a:lnTo>
                    <a:pt x="6862529" y="127941"/>
                  </a:lnTo>
                  <a:lnTo>
                    <a:pt x="6862529" y="32086"/>
                  </a:lnTo>
                  <a:lnTo>
                    <a:pt x="6949396" y="32086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tx23"/>
            <p:cNvSpPr/>
            <p:nvPr/>
          </p:nvSpPr>
          <p:spPr>
            <a:xfrm>
              <a:off x="692708" y="5540371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692708" y="4886948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0.05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692708" y="4233526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0.10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692708" y="3580103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0.15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2926680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273491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49065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707828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4197162" y="5925448"/>
              <a:ext cx="1195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32" name="tx32"/>
            <p:cNvSpPr/>
            <p:nvPr/>
          </p:nvSpPr>
          <p:spPr>
            <a:xfrm rot="-5400000">
              <a:off x="-87047" y="4103109"/>
              <a:ext cx="13278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33" name="pl33"/>
            <p:cNvSpPr/>
            <p:nvPr/>
          </p:nvSpPr>
          <p:spPr>
            <a:xfrm>
              <a:off x="3578565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819138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tx35"/>
            <p:cNvSpPr/>
            <p:nvPr/>
          </p:nvSpPr>
          <p:spPr>
            <a:xfrm>
              <a:off x="3845665" y="2224748"/>
              <a:ext cx="88193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&lt; +25 mg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5086238" y="2224748"/>
              <a:ext cx="9472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&gt;= +25 mg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972874" y="1896563"/>
              <a:ext cx="3913906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Discrep &gt;= +25 vs &lt;+25: subHR = 2.75 (95% CI 1.40-5.42), p = 0.003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972874" y="1669789"/>
              <a:ext cx="121990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2026-09-28T16:51:18Z</dcterms:modified>
  <cp:category/>
</cp:coreProperties>
</file>