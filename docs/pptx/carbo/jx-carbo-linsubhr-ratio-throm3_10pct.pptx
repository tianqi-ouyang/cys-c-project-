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68611"/>
            </a:xfrm>
            <a:custGeom>
              <a:avLst/>
              <a:pathLst>
                <a:path w="7090630" h="3468611">
                  <a:moveTo>
                    <a:pt x="2016237" y="0"/>
                  </a:moveTo>
                  <a:lnTo>
                    <a:pt x="2077053" y="221036"/>
                  </a:lnTo>
                  <a:lnTo>
                    <a:pt x="2148675" y="462114"/>
                  </a:lnTo>
                  <a:lnTo>
                    <a:pt x="2220298" y="685380"/>
                  </a:lnTo>
                  <a:lnTo>
                    <a:pt x="2291920" y="892148"/>
                  </a:lnTo>
                  <a:lnTo>
                    <a:pt x="2363543" y="1083639"/>
                  </a:lnTo>
                  <a:lnTo>
                    <a:pt x="2435165" y="1260981"/>
                  </a:lnTo>
                  <a:lnTo>
                    <a:pt x="2506788" y="1425219"/>
                  </a:lnTo>
                  <a:lnTo>
                    <a:pt x="2578410" y="1577321"/>
                  </a:lnTo>
                  <a:lnTo>
                    <a:pt x="2650033" y="1718185"/>
                  </a:lnTo>
                  <a:lnTo>
                    <a:pt x="2721655" y="1848641"/>
                  </a:lnTo>
                  <a:lnTo>
                    <a:pt x="2793278" y="1969457"/>
                  </a:lnTo>
                  <a:lnTo>
                    <a:pt x="2864901" y="2081346"/>
                  </a:lnTo>
                  <a:lnTo>
                    <a:pt x="2936523" y="2184968"/>
                  </a:lnTo>
                  <a:lnTo>
                    <a:pt x="3008146" y="2280934"/>
                  </a:lnTo>
                  <a:lnTo>
                    <a:pt x="3079768" y="2369808"/>
                  </a:lnTo>
                  <a:lnTo>
                    <a:pt x="3151391" y="2452116"/>
                  </a:lnTo>
                  <a:lnTo>
                    <a:pt x="3223013" y="2528342"/>
                  </a:lnTo>
                  <a:lnTo>
                    <a:pt x="3294636" y="2598936"/>
                  </a:lnTo>
                  <a:lnTo>
                    <a:pt x="3366258" y="2657468"/>
                  </a:lnTo>
                  <a:lnTo>
                    <a:pt x="3437881" y="2677285"/>
                  </a:lnTo>
                  <a:lnTo>
                    <a:pt x="3509503" y="2696627"/>
                  </a:lnTo>
                  <a:lnTo>
                    <a:pt x="3581126" y="2715505"/>
                  </a:lnTo>
                  <a:lnTo>
                    <a:pt x="3652748" y="2733930"/>
                  </a:lnTo>
                  <a:lnTo>
                    <a:pt x="3724371" y="2751913"/>
                  </a:lnTo>
                  <a:lnTo>
                    <a:pt x="3795993" y="2769464"/>
                  </a:lnTo>
                  <a:lnTo>
                    <a:pt x="3867616" y="2786595"/>
                  </a:lnTo>
                  <a:lnTo>
                    <a:pt x="3939238" y="2803315"/>
                  </a:lnTo>
                  <a:lnTo>
                    <a:pt x="4010861" y="2819634"/>
                  </a:lnTo>
                  <a:lnTo>
                    <a:pt x="4082483" y="2835562"/>
                  </a:lnTo>
                  <a:lnTo>
                    <a:pt x="4154106" y="2851107"/>
                  </a:lnTo>
                  <a:lnTo>
                    <a:pt x="4225729" y="2866280"/>
                  </a:lnTo>
                  <a:lnTo>
                    <a:pt x="4297351" y="2881089"/>
                  </a:lnTo>
                  <a:lnTo>
                    <a:pt x="4368974" y="2895543"/>
                  </a:lnTo>
                  <a:lnTo>
                    <a:pt x="4440596" y="2909650"/>
                  </a:lnTo>
                  <a:lnTo>
                    <a:pt x="4512219" y="2923419"/>
                  </a:lnTo>
                  <a:lnTo>
                    <a:pt x="4583841" y="2936857"/>
                  </a:lnTo>
                  <a:lnTo>
                    <a:pt x="4655464" y="2949973"/>
                  </a:lnTo>
                  <a:lnTo>
                    <a:pt x="4727086" y="2962775"/>
                  </a:lnTo>
                  <a:lnTo>
                    <a:pt x="4798709" y="2975269"/>
                  </a:lnTo>
                  <a:lnTo>
                    <a:pt x="4870331" y="2987464"/>
                  </a:lnTo>
                  <a:lnTo>
                    <a:pt x="4941954" y="2999367"/>
                  </a:lnTo>
                  <a:lnTo>
                    <a:pt x="5013576" y="3010984"/>
                  </a:lnTo>
                  <a:lnTo>
                    <a:pt x="5085199" y="3022322"/>
                  </a:lnTo>
                  <a:lnTo>
                    <a:pt x="5156821" y="3033389"/>
                  </a:lnTo>
                  <a:lnTo>
                    <a:pt x="5228444" y="3044190"/>
                  </a:lnTo>
                  <a:lnTo>
                    <a:pt x="5300066" y="3054732"/>
                  </a:lnTo>
                  <a:lnTo>
                    <a:pt x="5371689" y="3065021"/>
                  </a:lnTo>
                  <a:lnTo>
                    <a:pt x="5443311" y="3075063"/>
                  </a:lnTo>
                  <a:lnTo>
                    <a:pt x="5514934" y="3084865"/>
                  </a:lnTo>
                  <a:lnTo>
                    <a:pt x="5586557" y="3094432"/>
                  </a:lnTo>
                  <a:lnTo>
                    <a:pt x="5658179" y="3103769"/>
                  </a:lnTo>
                  <a:lnTo>
                    <a:pt x="5729802" y="3112882"/>
                  </a:lnTo>
                  <a:lnTo>
                    <a:pt x="5801424" y="3121776"/>
                  </a:lnTo>
                  <a:lnTo>
                    <a:pt x="5873047" y="3130457"/>
                  </a:lnTo>
                  <a:lnTo>
                    <a:pt x="5944669" y="3138931"/>
                  </a:lnTo>
                  <a:lnTo>
                    <a:pt x="6016292" y="3147200"/>
                  </a:lnTo>
                  <a:lnTo>
                    <a:pt x="6087914" y="3155272"/>
                  </a:lnTo>
                  <a:lnTo>
                    <a:pt x="6159537" y="3163150"/>
                  </a:lnTo>
                  <a:lnTo>
                    <a:pt x="6231159" y="3170839"/>
                  </a:lnTo>
                  <a:lnTo>
                    <a:pt x="6302782" y="3178343"/>
                  </a:lnTo>
                  <a:lnTo>
                    <a:pt x="6374404" y="3185668"/>
                  </a:lnTo>
                  <a:lnTo>
                    <a:pt x="6446027" y="3192817"/>
                  </a:lnTo>
                  <a:lnTo>
                    <a:pt x="6517649" y="3199794"/>
                  </a:lnTo>
                  <a:lnTo>
                    <a:pt x="6589272" y="3206604"/>
                  </a:lnTo>
                  <a:lnTo>
                    <a:pt x="6660894" y="3213251"/>
                  </a:lnTo>
                  <a:lnTo>
                    <a:pt x="6732517" y="3219738"/>
                  </a:lnTo>
                  <a:lnTo>
                    <a:pt x="6804139" y="3226070"/>
                  </a:lnTo>
                  <a:lnTo>
                    <a:pt x="6875762" y="3232250"/>
                  </a:lnTo>
                  <a:lnTo>
                    <a:pt x="6947385" y="3238282"/>
                  </a:lnTo>
                  <a:lnTo>
                    <a:pt x="7019007" y="3244169"/>
                  </a:lnTo>
                  <a:lnTo>
                    <a:pt x="7090630" y="3249915"/>
                  </a:lnTo>
                  <a:lnTo>
                    <a:pt x="7090630" y="3468611"/>
                  </a:lnTo>
                  <a:lnTo>
                    <a:pt x="7019007" y="3467404"/>
                  </a:lnTo>
                  <a:lnTo>
                    <a:pt x="6947385" y="3466100"/>
                  </a:lnTo>
                  <a:lnTo>
                    <a:pt x="6875762" y="3464692"/>
                  </a:lnTo>
                  <a:lnTo>
                    <a:pt x="6804139" y="3463171"/>
                  </a:lnTo>
                  <a:lnTo>
                    <a:pt x="6732517" y="3461530"/>
                  </a:lnTo>
                  <a:lnTo>
                    <a:pt x="6660894" y="3459757"/>
                  </a:lnTo>
                  <a:lnTo>
                    <a:pt x="6589272" y="3457843"/>
                  </a:lnTo>
                  <a:lnTo>
                    <a:pt x="6517649" y="3455777"/>
                  </a:lnTo>
                  <a:lnTo>
                    <a:pt x="6446027" y="3453545"/>
                  </a:lnTo>
                  <a:lnTo>
                    <a:pt x="6374404" y="3451136"/>
                  </a:lnTo>
                  <a:lnTo>
                    <a:pt x="6302782" y="3448534"/>
                  </a:lnTo>
                  <a:lnTo>
                    <a:pt x="6231159" y="3445724"/>
                  </a:lnTo>
                  <a:lnTo>
                    <a:pt x="6159537" y="3442691"/>
                  </a:lnTo>
                  <a:lnTo>
                    <a:pt x="6087914" y="3439415"/>
                  </a:lnTo>
                  <a:lnTo>
                    <a:pt x="6016292" y="3435878"/>
                  </a:lnTo>
                  <a:lnTo>
                    <a:pt x="5944669" y="3432059"/>
                  </a:lnTo>
                  <a:lnTo>
                    <a:pt x="5873047" y="3427935"/>
                  </a:lnTo>
                  <a:lnTo>
                    <a:pt x="5801424" y="3423483"/>
                  </a:lnTo>
                  <a:lnTo>
                    <a:pt x="5729802" y="3418675"/>
                  </a:lnTo>
                  <a:lnTo>
                    <a:pt x="5658179" y="3413483"/>
                  </a:lnTo>
                  <a:lnTo>
                    <a:pt x="5586557" y="3407877"/>
                  </a:lnTo>
                  <a:lnTo>
                    <a:pt x="5514934" y="3401824"/>
                  </a:lnTo>
                  <a:lnTo>
                    <a:pt x="5443311" y="3395288"/>
                  </a:lnTo>
                  <a:lnTo>
                    <a:pt x="5371689" y="3388230"/>
                  </a:lnTo>
                  <a:lnTo>
                    <a:pt x="5300066" y="3380609"/>
                  </a:lnTo>
                  <a:lnTo>
                    <a:pt x="5228444" y="3372381"/>
                  </a:lnTo>
                  <a:lnTo>
                    <a:pt x="5156821" y="3363495"/>
                  </a:lnTo>
                  <a:lnTo>
                    <a:pt x="5085199" y="3353901"/>
                  </a:lnTo>
                  <a:lnTo>
                    <a:pt x="5013576" y="3343542"/>
                  </a:lnTo>
                  <a:lnTo>
                    <a:pt x="4941954" y="3332355"/>
                  </a:lnTo>
                  <a:lnTo>
                    <a:pt x="4870331" y="3320277"/>
                  </a:lnTo>
                  <a:lnTo>
                    <a:pt x="4798709" y="3307235"/>
                  </a:lnTo>
                  <a:lnTo>
                    <a:pt x="4727086" y="3293152"/>
                  </a:lnTo>
                  <a:lnTo>
                    <a:pt x="4655464" y="3277945"/>
                  </a:lnTo>
                  <a:lnTo>
                    <a:pt x="4583841" y="3261526"/>
                  </a:lnTo>
                  <a:lnTo>
                    <a:pt x="4512219" y="3243796"/>
                  </a:lnTo>
                  <a:lnTo>
                    <a:pt x="4440596" y="3224652"/>
                  </a:lnTo>
                  <a:lnTo>
                    <a:pt x="4368974" y="3203980"/>
                  </a:lnTo>
                  <a:lnTo>
                    <a:pt x="4297351" y="3181659"/>
                  </a:lnTo>
                  <a:lnTo>
                    <a:pt x="4225729" y="3157557"/>
                  </a:lnTo>
                  <a:lnTo>
                    <a:pt x="4154106" y="3131532"/>
                  </a:lnTo>
                  <a:lnTo>
                    <a:pt x="4082483" y="3103431"/>
                  </a:lnTo>
                  <a:lnTo>
                    <a:pt x="4010861" y="3073088"/>
                  </a:lnTo>
                  <a:lnTo>
                    <a:pt x="3939238" y="3040324"/>
                  </a:lnTo>
                  <a:lnTo>
                    <a:pt x="3867616" y="3004946"/>
                  </a:lnTo>
                  <a:lnTo>
                    <a:pt x="3795993" y="2966745"/>
                  </a:lnTo>
                  <a:lnTo>
                    <a:pt x="3724371" y="2925497"/>
                  </a:lnTo>
                  <a:lnTo>
                    <a:pt x="3652748" y="2880957"/>
                  </a:lnTo>
                  <a:lnTo>
                    <a:pt x="3581126" y="2832864"/>
                  </a:lnTo>
                  <a:lnTo>
                    <a:pt x="3509503" y="2780934"/>
                  </a:lnTo>
                  <a:lnTo>
                    <a:pt x="3437881" y="2724861"/>
                  </a:lnTo>
                  <a:lnTo>
                    <a:pt x="3366258" y="2664314"/>
                  </a:lnTo>
                  <a:lnTo>
                    <a:pt x="3294636" y="2637165"/>
                  </a:lnTo>
                  <a:lnTo>
                    <a:pt x="3223013" y="2616362"/>
                  </a:lnTo>
                  <a:lnTo>
                    <a:pt x="3151391" y="2595048"/>
                  </a:lnTo>
                  <a:lnTo>
                    <a:pt x="3079768" y="2573210"/>
                  </a:lnTo>
                  <a:lnTo>
                    <a:pt x="3008146" y="2550836"/>
                  </a:lnTo>
                  <a:lnTo>
                    <a:pt x="2936523" y="2527912"/>
                  </a:lnTo>
                  <a:lnTo>
                    <a:pt x="2864901" y="2504425"/>
                  </a:lnTo>
                  <a:lnTo>
                    <a:pt x="2793278" y="2480360"/>
                  </a:lnTo>
                  <a:lnTo>
                    <a:pt x="2721655" y="2455704"/>
                  </a:lnTo>
                  <a:lnTo>
                    <a:pt x="2650033" y="2430442"/>
                  </a:lnTo>
                  <a:lnTo>
                    <a:pt x="2578410" y="2404560"/>
                  </a:lnTo>
                  <a:lnTo>
                    <a:pt x="2506788" y="2378042"/>
                  </a:lnTo>
                  <a:lnTo>
                    <a:pt x="2435165" y="2350872"/>
                  </a:lnTo>
                  <a:lnTo>
                    <a:pt x="2363543" y="2323034"/>
                  </a:lnTo>
                  <a:lnTo>
                    <a:pt x="2291920" y="2294512"/>
                  </a:lnTo>
                  <a:lnTo>
                    <a:pt x="2220298" y="2265289"/>
                  </a:lnTo>
                  <a:lnTo>
                    <a:pt x="2148675" y="2235349"/>
                  </a:lnTo>
                  <a:lnTo>
                    <a:pt x="2077053" y="2204672"/>
                  </a:lnTo>
                  <a:lnTo>
                    <a:pt x="2005430" y="2173242"/>
                  </a:lnTo>
                  <a:lnTo>
                    <a:pt x="1933808" y="2141040"/>
                  </a:lnTo>
                  <a:lnTo>
                    <a:pt x="1862185" y="2108046"/>
                  </a:lnTo>
                  <a:lnTo>
                    <a:pt x="1790563" y="2074241"/>
                  </a:lnTo>
                  <a:lnTo>
                    <a:pt x="1718940" y="2039606"/>
                  </a:lnTo>
                  <a:lnTo>
                    <a:pt x="1647318" y="2004120"/>
                  </a:lnTo>
                  <a:lnTo>
                    <a:pt x="1575695" y="1967761"/>
                  </a:lnTo>
                  <a:lnTo>
                    <a:pt x="1504073" y="1930510"/>
                  </a:lnTo>
                  <a:lnTo>
                    <a:pt x="1432450" y="1892343"/>
                  </a:lnTo>
                  <a:lnTo>
                    <a:pt x="1360827" y="1853238"/>
                  </a:lnTo>
                  <a:lnTo>
                    <a:pt x="1289205" y="1813172"/>
                  </a:lnTo>
                  <a:lnTo>
                    <a:pt x="1217582" y="1772121"/>
                  </a:lnTo>
                  <a:lnTo>
                    <a:pt x="1145960" y="1730062"/>
                  </a:lnTo>
                  <a:lnTo>
                    <a:pt x="1074337" y="1686969"/>
                  </a:lnTo>
                  <a:lnTo>
                    <a:pt x="1002715" y="1642818"/>
                  </a:lnTo>
                  <a:lnTo>
                    <a:pt x="931092" y="1597582"/>
                  </a:lnTo>
                  <a:lnTo>
                    <a:pt x="859470" y="1551233"/>
                  </a:lnTo>
                  <a:lnTo>
                    <a:pt x="787847" y="1503747"/>
                  </a:lnTo>
                  <a:lnTo>
                    <a:pt x="716225" y="1455093"/>
                  </a:lnTo>
                  <a:lnTo>
                    <a:pt x="644602" y="1405243"/>
                  </a:lnTo>
                  <a:lnTo>
                    <a:pt x="572980" y="1354169"/>
                  </a:lnTo>
                  <a:lnTo>
                    <a:pt x="501357" y="1301840"/>
                  </a:lnTo>
                  <a:lnTo>
                    <a:pt x="429735" y="1248225"/>
                  </a:lnTo>
                  <a:lnTo>
                    <a:pt x="358112" y="1193292"/>
                  </a:lnTo>
                  <a:lnTo>
                    <a:pt x="286490" y="1137010"/>
                  </a:lnTo>
                  <a:lnTo>
                    <a:pt x="214867" y="1079344"/>
                  </a:lnTo>
                  <a:lnTo>
                    <a:pt x="143245" y="1020262"/>
                  </a:lnTo>
                  <a:lnTo>
                    <a:pt x="71622" y="959727"/>
                  </a:lnTo>
                  <a:lnTo>
                    <a:pt x="0" y="8977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188286" y="2073503"/>
              <a:ext cx="5074392" cy="3249915"/>
            </a:xfrm>
            <a:custGeom>
              <a:avLst/>
              <a:pathLst>
                <a:path w="5074392" h="3249915">
                  <a:moveTo>
                    <a:pt x="0" y="0"/>
                  </a:moveTo>
                  <a:lnTo>
                    <a:pt x="60816" y="221036"/>
                  </a:lnTo>
                  <a:lnTo>
                    <a:pt x="132438" y="462114"/>
                  </a:lnTo>
                  <a:lnTo>
                    <a:pt x="204061" y="685380"/>
                  </a:lnTo>
                  <a:lnTo>
                    <a:pt x="275683" y="892148"/>
                  </a:lnTo>
                  <a:lnTo>
                    <a:pt x="347306" y="1083639"/>
                  </a:lnTo>
                  <a:lnTo>
                    <a:pt x="418928" y="1260981"/>
                  </a:lnTo>
                  <a:lnTo>
                    <a:pt x="490551" y="1425219"/>
                  </a:lnTo>
                  <a:lnTo>
                    <a:pt x="562173" y="1577321"/>
                  </a:lnTo>
                  <a:lnTo>
                    <a:pt x="633796" y="1718185"/>
                  </a:lnTo>
                  <a:lnTo>
                    <a:pt x="705418" y="1848641"/>
                  </a:lnTo>
                  <a:lnTo>
                    <a:pt x="777041" y="1969457"/>
                  </a:lnTo>
                  <a:lnTo>
                    <a:pt x="848663" y="2081346"/>
                  </a:lnTo>
                  <a:lnTo>
                    <a:pt x="920286" y="2184968"/>
                  </a:lnTo>
                  <a:lnTo>
                    <a:pt x="991908" y="2280934"/>
                  </a:lnTo>
                  <a:lnTo>
                    <a:pt x="1063531" y="2369808"/>
                  </a:lnTo>
                  <a:lnTo>
                    <a:pt x="1135153" y="2452116"/>
                  </a:lnTo>
                  <a:lnTo>
                    <a:pt x="1206776" y="2528342"/>
                  </a:lnTo>
                  <a:lnTo>
                    <a:pt x="1278399" y="2598936"/>
                  </a:lnTo>
                  <a:lnTo>
                    <a:pt x="1350021" y="2657468"/>
                  </a:lnTo>
                  <a:lnTo>
                    <a:pt x="1421644" y="2677285"/>
                  </a:lnTo>
                  <a:lnTo>
                    <a:pt x="1493266" y="2696627"/>
                  </a:lnTo>
                  <a:lnTo>
                    <a:pt x="1564889" y="2715505"/>
                  </a:lnTo>
                  <a:lnTo>
                    <a:pt x="1636511" y="2733930"/>
                  </a:lnTo>
                  <a:lnTo>
                    <a:pt x="1708134" y="2751913"/>
                  </a:lnTo>
                  <a:lnTo>
                    <a:pt x="1779756" y="2769464"/>
                  </a:lnTo>
                  <a:lnTo>
                    <a:pt x="1851379" y="2786595"/>
                  </a:lnTo>
                  <a:lnTo>
                    <a:pt x="1923001" y="2803315"/>
                  </a:lnTo>
                  <a:lnTo>
                    <a:pt x="1994624" y="2819634"/>
                  </a:lnTo>
                  <a:lnTo>
                    <a:pt x="2066246" y="2835562"/>
                  </a:lnTo>
                  <a:lnTo>
                    <a:pt x="2137869" y="2851107"/>
                  </a:lnTo>
                  <a:lnTo>
                    <a:pt x="2209491" y="2866280"/>
                  </a:lnTo>
                  <a:lnTo>
                    <a:pt x="2281114" y="2881089"/>
                  </a:lnTo>
                  <a:lnTo>
                    <a:pt x="2352736" y="2895543"/>
                  </a:lnTo>
                  <a:lnTo>
                    <a:pt x="2424359" y="2909650"/>
                  </a:lnTo>
                  <a:lnTo>
                    <a:pt x="2495981" y="2923419"/>
                  </a:lnTo>
                  <a:lnTo>
                    <a:pt x="2567604" y="2936857"/>
                  </a:lnTo>
                  <a:lnTo>
                    <a:pt x="2639227" y="2949973"/>
                  </a:lnTo>
                  <a:lnTo>
                    <a:pt x="2710849" y="2962775"/>
                  </a:lnTo>
                  <a:lnTo>
                    <a:pt x="2782472" y="2975269"/>
                  </a:lnTo>
                  <a:lnTo>
                    <a:pt x="2854094" y="2987464"/>
                  </a:lnTo>
                  <a:lnTo>
                    <a:pt x="2925717" y="2999367"/>
                  </a:lnTo>
                  <a:lnTo>
                    <a:pt x="2997339" y="3010984"/>
                  </a:lnTo>
                  <a:lnTo>
                    <a:pt x="3068962" y="3022322"/>
                  </a:lnTo>
                  <a:lnTo>
                    <a:pt x="3140584" y="3033389"/>
                  </a:lnTo>
                  <a:lnTo>
                    <a:pt x="3212207" y="3044190"/>
                  </a:lnTo>
                  <a:lnTo>
                    <a:pt x="3283829" y="3054732"/>
                  </a:lnTo>
                  <a:lnTo>
                    <a:pt x="3355452" y="3065021"/>
                  </a:lnTo>
                  <a:lnTo>
                    <a:pt x="3427074" y="3075063"/>
                  </a:lnTo>
                  <a:lnTo>
                    <a:pt x="3498697" y="3084865"/>
                  </a:lnTo>
                  <a:lnTo>
                    <a:pt x="3570319" y="3094432"/>
                  </a:lnTo>
                  <a:lnTo>
                    <a:pt x="3641942" y="3103769"/>
                  </a:lnTo>
                  <a:lnTo>
                    <a:pt x="3713564" y="3112882"/>
                  </a:lnTo>
                  <a:lnTo>
                    <a:pt x="3785187" y="3121776"/>
                  </a:lnTo>
                  <a:lnTo>
                    <a:pt x="3856809" y="3130457"/>
                  </a:lnTo>
                  <a:lnTo>
                    <a:pt x="3928432" y="3138931"/>
                  </a:lnTo>
                  <a:lnTo>
                    <a:pt x="4000055" y="3147200"/>
                  </a:lnTo>
                  <a:lnTo>
                    <a:pt x="4071677" y="3155272"/>
                  </a:lnTo>
                  <a:lnTo>
                    <a:pt x="4143300" y="3163150"/>
                  </a:lnTo>
                  <a:lnTo>
                    <a:pt x="4214922" y="3170839"/>
                  </a:lnTo>
                  <a:lnTo>
                    <a:pt x="4286545" y="3178343"/>
                  </a:lnTo>
                  <a:lnTo>
                    <a:pt x="4358167" y="3185668"/>
                  </a:lnTo>
                  <a:lnTo>
                    <a:pt x="4429790" y="3192817"/>
                  </a:lnTo>
                  <a:lnTo>
                    <a:pt x="4501412" y="3199794"/>
                  </a:lnTo>
                  <a:lnTo>
                    <a:pt x="4573035" y="3206604"/>
                  </a:lnTo>
                  <a:lnTo>
                    <a:pt x="4644657" y="3213251"/>
                  </a:lnTo>
                  <a:lnTo>
                    <a:pt x="4716280" y="3219738"/>
                  </a:lnTo>
                  <a:lnTo>
                    <a:pt x="4787902" y="3226070"/>
                  </a:lnTo>
                  <a:lnTo>
                    <a:pt x="4859525" y="3232250"/>
                  </a:lnTo>
                  <a:lnTo>
                    <a:pt x="4931147" y="3238282"/>
                  </a:lnTo>
                  <a:lnTo>
                    <a:pt x="5002770" y="3244169"/>
                  </a:lnTo>
                  <a:lnTo>
                    <a:pt x="5074392" y="3249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971209"/>
              <a:ext cx="7090630" cy="2570905"/>
            </a:xfrm>
            <a:custGeom>
              <a:avLst/>
              <a:pathLst>
                <a:path w="7090630" h="2570905">
                  <a:moveTo>
                    <a:pt x="7090630" y="2570905"/>
                  </a:moveTo>
                  <a:lnTo>
                    <a:pt x="7019007" y="2569698"/>
                  </a:lnTo>
                  <a:lnTo>
                    <a:pt x="6947385" y="2568394"/>
                  </a:lnTo>
                  <a:lnTo>
                    <a:pt x="6875762" y="2566986"/>
                  </a:lnTo>
                  <a:lnTo>
                    <a:pt x="6804139" y="2565465"/>
                  </a:lnTo>
                  <a:lnTo>
                    <a:pt x="6732517" y="2563824"/>
                  </a:lnTo>
                  <a:lnTo>
                    <a:pt x="6660894" y="2562051"/>
                  </a:lnTo>
                  <a:lnTo>
                    <a:pt x="6589272" y="2560137"/>
                  </a:lnTo>
                  <a:lnTo>
                    <a:pt x="6517649" y="2558071"/>
                  </a:lnTo>
                  <a:lnTo>
                    <a:pt x="6446027" y="2555839"/>
                  </a:lnTo>
                  <a:lnTo>
                    <a:pt x="6374404" y="2553430"/>
                  </a:lnTo>
                  <a:lnTo>
                    <a:pt x="6302782" y="2550828"/>
                  </a:lnTo>
                  <a:lnTo>
                    <a:pt x="6231159" y="2548018"/>
                  </a:lnTo>
                  <a:lnTo>
                    <a:pt x="6159537" y="2544985"/>
                  </a:lnTo>
                  <a:lnTo>
                    <a:pt x="6087914" y="2541709"/>
                  </a:lnTo>
                  <a:lnTo>
                    <a:pt x="6016292" y="2538172"/>
                  </a:lnTo>
                  <a:lnTo>
                    <a:pt x="5944669" y="2534353"/>
                  </a:lnTo>
                  <a:lnTo>
                    <a:pt x="5873047" y="2530229"/>
                  </a:lnTo>
                  <a:lnTo>
                    <a:pt x="5801424" y="2525777"/>
                  </a:lnTo>
                  <a:lnTo>
                    <a:pt x="5729802" y="2520968"/>
                  </a:lnTo>
                  <a:lnTo>
                    <a:pt x="5658179" y="2515777"/>
                  </a:lnTo>
                  <a:lnTo>
                    <a:pt x="5586557" y="2510171"/>
                  </a:lnTo>
                  <a:lnTo>
                    <a:pt x="5514934" y="2504118"/>
                  </a:lnTo>
                  <a:lnTo>
                    <a:pt x="5443311" y="2497582"/>
                  </a:lnTo>
                  <a:lnTo>
                    <a:pt x="5371689" y="2490524"/>
                  </a:lnTo>
                  <a:lnTo>
                    <a:pt x="5300066" y="2482903"/>
                  </a:lnTo>
                  <a:lnTo>
                    <a:pt x="5228444" y="2474674"/>
                  </a:lnTo>
                  <a:lnTo>
                    <a:pt x="5156821" y="2465789"/>
                  </a:lnTo>
                  <a:lnTo>
                    <a:pt x="5085199" y="2456195"/>
                  </a:lnTo>
                  <a:lnTo>
                    <a:pt x="5013576" y="2445836"/>
                  </a:lnTo>
                  <a:lnTo>
                    <a:pt x="4941954" y="2434649"/>
                  </a:lnTo>
                  <a:lnTo>
                    <a:pt x="4870331" y="2422571"/>
                  </a:lnTo>
                  <a:lnTo>
                    <a:pt x="4798709" y="2409528"/>
                  </a:lnTo>
                  <a:lnTo>
                    <a:pt x="4727086" y="2395446"/>
                  </a:lnTo>
                  <a:lnTo>
                    <a:pt x="4655464" y="2380239"/>
                  </a:lnTo>
                  <a:lnTo>
                    <a:pt x="4583841" y="2363819"/>
                  </a:lnTo>
                  <a:lnTo>
                    <a:pt x="4512219" y="2346090"/>
                  </a:lnTo>
                  <a:lnTo>
                    <a:pt x="4440596" y="2326946"/>
                  </a:lnTo>
                  <a:lnTo>
                    <a:pt x="4368974" y="2306274"/>
                  </a:lnTo>
                  <a:lnTo>
                    <a:pt x="4297351" y="2283953"/>
                  </a:lnTo>
                  <a:lnTo>
                    <a:pt x="4225729" y="2259851"/>
                  </a:lnTo>
                  <a:lnTo>
                    <a:pt x="4154106" y="2233826"/>
                  </a:lnTo>
                  <a:lnTo>
                    <a:pt x="4082483" y="2205725"/>
                  </a:lnTo>
                  <a:lnTo>
                    <a:pt x="4010861" y="2175382"/>
                  </a:lnTo>
                  <a:lnTo>
                    <a:pt x="3939238" y="2142618"/>
                  </a:lnTo>
                  <a:lnTo>
                    <a:pt x="3867616" y="2107240"/>
                  </a:lnTo>
                  <a:lnTo>
                    <a:pt x="3795993" y="2069039"/>
                  </a:lnTo>
                  <a:lnTo>
                    <a:pt x="3724371" y="2027791"/>
                  </a:lnTo>
                  <a:lnTo>
                    <a:pt x="3652748" y="1983251"/>
                  </a:lnTo>
                  <a:lnTo>
                    <a:pt x="3581126" y="1935158"/>
                  </a:lnTo>
                  <a:lnTo>
                    <a:pt x="3509503" y="1883228"/>
                  </a:lnTo>
                  <a:lnTo>
                    <a:pt x="3437881" y="1827155"/>
                  </a:lnTo>
                  <a:lnTo>
                    <a:pt x="3366258" y="1766608"/>
                  </a:lnTo>
                  <a:lnTo>
                    <a:pt x="3294636" y="1739458"/>
                  </a:lnTo>
                  <a:lnTo>
                    <a:pt x="3223013" y="1718656"/>
                  </a:lnTo>
                  <a:lnTo>
                    <a:pt x="3151391" y="1697342"/>
                  </a:lnTo>
                  <a:lnTo>
                    <a:pt x="3079768" y="1675504"/>
                  </a:lnTo>
                  <a:lnTo>
                    <a:pt x="3008146" y="1653130"/>
                  </a:lnTo>
                  <a:lnTo>
                    <a:pt x="2936523" y="1630206"/>
                  </a:lnTo>
                  <a:lnTo>
                    <a:pt x="2864901" y="1606718"/>
                  </a:lnTo>
                  <a:lnTo>
                    <a:pt x="2793278" y="1582654"/>
                  </a:lnTo>
                  <a:lnTo>
                    <a:pt x="2721655" y="1557998"/>
                  </a:lnTo>
                  <a:lnTo>
                    <a:pt x="2650033" y="1532736"/>
                  </a:lnTo>
                  <a:lnTo>
                    <a:pt x="2578410" y="1506854"/>
                  </a:lnTo>
                  <a:lnTo>
                    <a:pt x="2506788" y="1480336"/>
                  </a:lnTo>
                  <a:lnTo>
                    <a:pt x="2435165" y="1453165"/>
                  </a:lnTo>
                  <a:lnTo>
                    <a:pt x="2363543" y="1425328"/>
                  </a:lnTo>
                  <a:lnTo>
                    <a:pt x="2291920" y="1396806"/>
                  </a:lnTo>
                  <a:lnTo>
                    <a:pt x="2220298" y="1367583"/>
                  </a:lnTo>
                  <a:lnTo>
                    <a:pt x="2148675" y="1337643"/>
                  </a:lnTo>
                  <a:lnTo>
                    <a:pt x="2077053" y="1306966"/>
                  </a:lnTo>
                  <a:lnTo>
                    <a:pt x="2005430" y="1275536"/>
                  </a:lnTo>
                  <a:lnTo>
                    <a:pt x="1933808" y="1243334"/>
                  </a:lnTo>
                  <a:lnTo>
                    <a:pt x="1862185" y="1210340"/>
                  </a:lnTo>
                  <a:lnTo>
                    <a:pt x="1790563" y="1176535"/>
                  </a:lnTo>
                  <a:lnTo>
                    <a:pt x="1718940" y="1141900"/>
                  </a:lnTo>
                  <a:lnTo>
                    <a:pt x="1647318" y="1106414"/>
                  </a:lnTo>
                  <a:lnTo>
                    <a:pt x="1575695" y="1070055"/>
                  </a:lnTo>
                  <a:lnTo>
                    <a:pt x="1504073" y="1032804"/>
                  </a:lnTo>
                  <a:lnTo>
                    <a:pt x="1432450" y="994636"/>
                  </a:lnTo>
                  <a:lnTo>
                    <a:pt x="1360827" y="955531"/>
                  </a:lnTo>
                  <a:lnTo>
                    <a:pt x="1289205" y="915466"/>
                  </a:lnTo>
                  <a:lnTo>
                    <a:pt x="1217582" y="874415"/>
                  </a:lnTo>
                  <a:lnTo>
                    <a:pt x="1145960" y="832356"/>
                  </a:lnTo>
                  <a:lnTo>
                    <a:pt x="1074337" y="789263"/>
                  </a:lnTo>
                  <a:lnTo>
                    <a:pt x="1002715" y="745112"/>
                  </a:lnTo>
                  <a:lnTo>
                    <a:pt x="931092" y="699875"/>
                  </a:lnTo>
                  <a:lnTo>
                    <a:pt x="859470" y="653527"/>
                  </a:lnTo>
                  <a:lnTo>
                    <a:pt x="787847" y="606041"/>
                  </a:lnTo>
                  <a:lnTo>
                    <a:pt x="716225" y="557387"/>
                  </a:lnTo>
                  <a:lnTo>
                    <a:pt x="644602" y="507537"/>
                  </a:lnTo>
                  <a:lnTo>
                    <a:pt x="572980" y="456463"/>
                  </a:lnTo>
                  <a:lnTo>
                    <a:pt x="501357" y="404134"/>
                  </a:lnTo>
                  <a:lnTo>
                    <a:pt x="429735" y="350519"/>
                  </a:lnTo>
                  <a:lnTo>
                    <a:pt x="358112" y="295586"/>
                  </a:lnTo>
                  <a:lnTo>
                    <a:pt x="286490" y="239304"/>
                  </a:lnTo>
                  <a:lnTo>
                    <a:pt x="214867" y="181638"/>
                  </a:lnTo>
                  <a:lnTo>
                    <a:pt x="143245" y="122556"/>
                  </a:lnTo>
                  <a:lnTo>
                    <a:pt x="71622" y="620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492806" y="2073503"/>
              <a:ext cx="5769872" cy="3424256"/>
            </a:xfrm>
            <a:custGeom>
              <a:avLst/>
              <a:pathLst>
                <a:path w="5769872" h="3424256">
                  <a:moveTo>
                    <a:pt x="0" y="0"/>
                  </a:moveTo>
                  <a:lnTo>
                    <a:pt x="40070" y="98146"/>
                  </a:lnTo>
                  <a:lnTo>
                    <a:pt x="111693" y="264933"/>
                  </a:lnTo>
                  <a:lnTo>
                    <a:pt x="183315" y="423503"/>
                  </a:lnTo>
                  <a:lnTo>
                    <a:pt x="254938" y="574262"/>
                  </a:lnTo>
                  <a:lnTo>
                    <a:pt x="326560" y="717593"/>
                  </a:lnTo>
                  <a:lnTo>
                    <a:pt x="398183" y="853864"/>
                  </a:lnTo>
                  <a:lnTo>
                    <a:pt x="469805" y="983421"/>
                  </a:lnTo>
                  <a:lnTo>
                    <a:pt x="541428" y="1106596"/>
                  </a:lnTo>
                  <a:lnTo>
                    <a:pt x="613050" y="1223703"/>
                  </a:lnTo>
                  <a:lnTo>
                    <a:pt x="684673" y="1335041"/>
                  </a:lnTo>
                  <a:lnTo>
                    <a:pt x="756295" y="1440893"/>
                  </a:lnTo>
                  <a:lnTo>
                    <a:pt x="827918" y="1541532"/>
                  </a:lnTo>
                  <a:lnTo>
                    <a:pt x="899540" y="1637212"/>
                  </a:lnTo>
                  <a:lnTo>
                    <a:pt x="971163" y="1728179"/>
                  </a:lnTo>
                  <a:lnTo>
                    <a:pt x="1042785" y="1814664"/>
                  </a:lnTo>
                  <a:lnTo>
                    <a:pt x="1114408" y="1896889"/>
                  </a:lnTo>
                  <a:lnTo>
                    <a:pt x="1186030" y="1975063"/>
                  </a:lnTo>
                  <a:lnTo>
                    <a:pt x="1257653" y="2049387"/>
                  </a:lnTo>
                  <a:lnTo>
                    <a:pt x="1329275" y="2120048"/>
                  </a:lnTo>
                  <a:lnTo>
                    <a:pt x="1400898" y="2187229"/>
                  </a:lnTo>
                  <a:lnTo>
                    <a:pt x="1472521" y="2251100"/>
                  </a:lnTo>
                  <a:lnTo>
                    <a:pt x="1544143" y="2311824"/>
                  </a:lnTo>
                  <a:lnTo>
                    <a:pt x="1615766" y="2369557"/>
                  </a:lnTo>
                  <a:lnTo>
                    <a:pt x="1687388" y="2424446"/>
                  </a:lnTo>
                  <a:lnTo>
                    <a:pt x="1759011" y="2476631"/>
                  </a:lnTo>
                  <a:lnTo>
                    <a:pt x="1830633" y="2526245"/>
                  </a:lnTo>
                  <a:lnTo>
                    <a:pt x="1902256" y="2573415"/>
                  </a:lnTo>
                  <a:lnTo>
                    <a:pt x="1973878" y="2618261"/>
                  </a:lnTo>
                  <a:lnTo>
                    <a:pt x="2045501" y="2660898"/>
                  </a:lnTo>
                  <a:lnTo>
                    <a:pt x="2117123" y="2701435"/>
                  </a:lnTo>
                  <a:lnTo>
                    <a:pt x="2188746" y="2739974"/>
                  </a:lnTo>
                  <a:lnTo>
                    <a:pt x="2260368" y="2776615"/>
                  </a:lnTo>
                  <a:lnTo>
                    <a:pt x="2331991" y="2811451"/>
                  </a:lnTo>
                  <a:lnTo>
                    <a:pt x="2403613" y="2844570"/>
                  </a:lnTo>
                  <a:lnTo>
                    <a:pt x="2475236" y="2876059"/>
                  </a:lnTo>
                  <a:lnTo>
                    <a:pt x="2546858" y="2905995"/>
                  </a:lnTo>
                  <a:lnTo>
                    <a:pt x="2618481" y="2934457"/>
                  </a:lnTo>
                  <a:lnTo>
                    <a:pt x="2690103" y="2961517"/>
                  </a:lnTo>
                  <a:lnTo>
                    <a:pt x="2761726" y="2987244"/>
                  </a:lnTo>
                  <a:lnTo>
                    <a:pt x="2833349" y="3011704"/>
                  </a:lnTo>
                  <a:lnTo>
                    <a:pt x="2904971" y="3034958"/>
                  </a:lnTo>
                  <a:lnTo>
                    <a:pt x="2976594" y="3057067"/>
                  </a:lnTo>
                  <a:lnTo>
                    <a:pt x="3048216" y="3078087"/>
                  </a:lnTo>
                  <a:lnTo>
                    <a:pt x="3119839" y="3098071"/>
                  </a:lnTo>
                  <a:lnTo>
                    <a:pt x="3191461" y="3117071"/>
                  </a:lnTo>
                  <a:lnTo>
                    <a:pt x="3263084" y="3135135"/>
                  </a:lnTo>
                  <a:lnTo>
                    <a:pt x="3334706" y="3152308"/>
                  </a:lnTo>
                  <a:lnTo>
                    <a:pt x="3406329" y="3168636"/>
                  </a:lnTo>
                  <a:lnTo>
                    <a:pt x="3477951" y="3184160"/>
                  </a:lnTo>
                  <a:lnTo>
                    <a:pt x="3549574" y="3198918"/>
                  </a:lnTo>
                  <a:lnTo>
                    <a:pt x="3621196" y="3212950"/>
                  </a:lnTo>
                  <a:lnTo>
                    <a:pt x="3692819" y="3226290"/>
                  </a:lnTo>
                  <a:lnTo>
                    <a:pt x="3764441" y="3238974"/>
                  </a:lnTo>
                  <a:lnTo>
                    <a:pt x="3836064" y="3251032"/>
                  </a:lnTo>
                  <a:lnTo>
                    <a:pt x="3907686" y="3262496"/>
                  </a:lnTo>
                  <a:lnTo>
                    <a:pt x="3979309" y="3273396"/>
                  </a:lnTo>
                  <a:lnTo>
                    <a:pt x="4050931" y="3283758"/>
                  </a:lnTo>
                  <a:lnTo>
                    <a:pt x="4122554" y="3293611"/>
                  </a:lnTo>
                  <a:lnTo>
                    <a:pt x="4194177" y="3302977"/>
                  </a:lnTo>
                  <a:lnTo>
                    <a:pt x="4265799" y="3311883"/>
                  </a:lnTo>
                  <a:lnTo>
                    <a:pt x="4337422" y="3320349"/>
                  </a:lnTo>
                  <a:lnTo>
                    <a:pt x="4409044" y="3328399"/>
                  </a:lnTo>
                  <a:lnTo>
                    <a:pt x="4480667" y="3336052"/>
                  </a:lnTo>
                  <a:lnTo>
                    <a:pt x="4552289" y="3343328"/>
                  </a:lnTo>
                  <a:lnTo>
                    <a:pt x="4623912" y="3350245"/>
                  </a:lnTo>
                  <a:lnTo>
                    <a:pt x="4695534" y="3356822"/>
                  </a:lnTo>
                  <a:lnTo>
                    <a:pt x="4767157" y="3363075"/>
                  </a:lnTo>
                  <a:lnTo>
                    <a:pt x="4838779" y="3369019"/>
                  </a:lnTo>
                  <a:lnTo>
                    <a:pt x="4910402" y="3374671"/>
                  </a:lnTo>
                  <a:lnTo>
                    <a:pt x="4982024" y="3380045"/>
                  </a:lnTo>
                  <a:lnTo>
                    <a:pt x="5053647" y="3385153"/>
                  </a:lnTo>
                  <a:lnTo>
                    <a:pt x="5125269" y="3390011"/>
                  </a:lnTo>
                  <a:lnTo>
                    <a:pt x="5196892" y="3394628"/>
                  </a:lnTo>
                  <a:lnTo>
                    <a:pt x="5268514" y="3399019"/>
                  </a:lnTo>
                  <a:lnTo>
                    <a:pt x="5340137" y="3403193"/>
                  </a:lnTo>
                  <a:lnTo>
                    <a:pt x="5411759" y="3407161"/>
                  </a:lnTo>
                  <a:lnTo>
                    <a:pt x="5483382" y="3410934"/>
                  </a:lnTo>
                  <a:lnTo>
                    <a:pt x="5555004" y="3414521"/>
                  </a:lnTo>
                  <a:lnTo>
                    <a:pt x="5626627" y="3417931"/>
                  </a:lnTo>
                  <a:lnTo>
                    <a:pt x="5698250" y="3421173"/>
                  </a:lnTo>
                  <a:lnTo>
                    <a:pt x="5769872" y="342425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1156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1.79 (1.32-2.43), p_Bonf = &lt;0.001 (n = 6)  |  per IQR decline (Δ = 29.9 %): 5.74 (2.32-14.24)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2026-09-28T17:00:26Z</dcterms:modified>
  <cp:category/>
</cp:coreProperties>
</file>