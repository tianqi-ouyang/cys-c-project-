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609837"/>
              <a:ext cx="7090630" cy="2745274"/>
            </a:xfrm>
            <a:custGeom>
              <a:avLst/>
              <a:pathLst>
                <a:path w="7090630" h="2745274">
                  <a:moveTo>
                    <a:pt x="0" y="0"/>
                  </a:moveTo>
                  <a:lnTo>
                    <a:pt x="71622" y="78710"/>
                  </a:lnTo>
                  <a:lnTo>
                    <a:pt x="143245" y="155318"/>
                  </a:lnTo>
                  <a:lnTo>
                    <a:pt x="214867" y="229881"/>
                  </a:lnTo>
                  <a:lnTo>
                    <a:pt x="286490" y="302452"/>
                  </a:lnTo>
                  <a:lnTo>
                    <a:pt x="358112" y="373086"/>
                  </a:lnTo>
                  <a:lnTo>
                    <a:pt x="429735" y="441833"/>
                  </a:lnTo>
                  <a:lnTo>
                    <a:pt x="501357" y="508744"/>
                  </a:lnTo>
                  <a:lnTo>
                    <a:pt x="572980" y="573869"/>
                  </a:lnTo>
                  <a:lnTo>
                    <a:pt x="644602" y="637254"/>
                  </a:lnTo>
                  <a:lnTo>
                    <a:pt x="716225" y="698947"/>
                  </a:lnTo>
                  <a:lnTo>
                    <a:pt x="787847" y="758992"/>
                  </a:lnTo>
                  <a:lnTo>
                    <a:pt x="859470" y="817433"/>
                  </a:lnTo>
                  <a:lnTo>
                    <a:pt x="931092" y="874314"/>
                  </a:lnTo>
                  <a:lnTo>
                    <a:pt x="1002715" y="929676"/>
                  </a:lnTo>
                  <a:lnTo>
                    <a:pt x="1074337" y="983559"/>
                  </a:lnTo>
                  <a:lnTo>
                    <a:pt x="1145960" y="1036004"/>
                  </a:lnTo>
                  <a:lnTo>
                    <a:pt x="1217582" y="1087048"/>
                  </a:lnTo>
                  <a:lnTo>
                    <a:pt x="1289205" y="1136729"/>
                  </a:lnTo>
                  <a:lnTo>
                    <a:pt x="1360827" y="1185083"/>
                  </a:lnTo>
                  <a:lnTo>
                    <a:pt x="1432450" y="1232146"/>
                  </a:lnTo>
                  <a:lnTo>
                    <a:pt x="1504073" y="1277952"/>
                  </a:lnTo>
                  <a:lnTo>
                    <a:pt x="1575695" y="1322535"/>
                  </a:lnTo>
                  <a:lnTo>
                    <a:pt x="1647318" y="1365927"/>
                  </a:lnTo>
                  <a:lnTo>
                    <a:pt x="1718940" y="1408160"/>
                  </a:lnTo>
                  <a:lnTo>
                    <a:pt x="1790563" y="1449266"/>
                  </a:lnTo>
                  <a:lnTo>
                    <a:pt x="1862185" y="1489274"/>
                  </a:lnTo>
                  <a:lnTo>
                    <a:pt x="1933808" y="1528213"/>
                  </a:lnTo>
                  <a:lnTo>
                    <a:pt x="2005430" y="1566113"/>
                  </a:lnTo>
                  <a:lnTo>
                    <a:pt x="2077053" y="1603000"/>
                  </a:lnTo>
                  <a:lnTo>
                    <a:pt x="2148675" y="1638903"/>
                  </a:lnTo>
                  <a:lnTo>
                    <a:pt x="2220298" y="1673846"/>
                  </a:lnTo>
                  <a:lnTo>
                    <a:pt x="2291920" y="1707857"/>
                  </a:lnTo>
                  <a:lnTo>
                    <a:pt x="2363543" y="1740959"/>
                  </a:lnTo>
                  <a:lnTo>
                    <a:pt x="2435165" y="1773177"/>
                  </a:lnTo>
                  <a:lnTo>
                    <a:pt x="2506788" y="1804535"/>
                  </a:lnTo>
                  <a:lnTo>
                    <a:pt x="2578410" y="1835056"/>
                  </a:lnTo>
                  <a:lnTo>
                    <a:pt x="2650033" y="1864761"/>
                  </a:lnTo>
                  <a:lnTo>
                    <a:pt x="2721655" y="1893673"/>
                  </a:lnTo>
                  <a:lnTo>
                    <a:pt x="2793278" y="1921813"/>
                  </a:lnTo>
                  <a:lnTo>
                    <a:pt x="2864901" y="1949202"/>
                  </a:lnTo>
                  <a:lnTo>
                    <a:pt x="2936523" y="1975859"/>
                  </a:lnTo>
                  <a:lnTo>
                    <a:pt x="3008146" y="2001804"/>
                  </a:lnTo>
                  <a:lnTo>
                    <a:pt x="3079768" y="2027056"/>
                  </a:lnTo>
                  <a:lnTo>
                    <a:pt x="3151391" y="2051634"/>
                  </a:lnTo>
                  <a:lnTo>
                    <a:pt x="3223013" y="2075556"/>
                  </a:lnTo>
                  <a:lnTo>
                    <a:pt x="3294636" y="2098839"/>
                  </a:lnTo>
                  <a:lnTo>
                    <a:pt x="3366258" y="2118934"/>
                  </a:lnTo>
                  <a:lnTo>
                    <a:pt x="3437881" y="2125119"/>
                  </a:lnTo>
                  <a:lnTo>
                    <a:pt x="3509503" y="2131258"/>
                  </a:lnTo>
                  <a:lnTo>
                    <a:pt x="3581126" y="2137351"/>
                  </a:lnTo>
                  <a:lnTo>
                    <a:pt x="3652748" y="2143399"/>
                  </a:lnTo>
                  <a:lnTo>
                    <a:pt x="3724371" y="2149401"/>
                  </a:lnTo>
                  <a:lnTo>
                    <a:pt x="3795993" y="2155359"/>
                  </a:lnTo>
                  <a:lnTo>
                    <a:pt x="3867616" y="2161272"/>
                  </a:lnTo>
                  <a:lnTo>
                    <a:pt x="3939238" y="2167142"/>
                  </a:lnTo>
                  <a:lnTo>
                    <a:pt x="4010861" y="2172967"/>
                  </a:lnTo>
                  <a:lnTo>
                    <a:pt x="4082483" y="2178749"/>
                  </a:lnTo>
                  <a:lnTo>
                    <a:pt x="4154106" y="2184487"/>
                  </a:lnTo>
                  <a:lnTo>
                    <a:pt x="4225729" y="2190183"/>
                  </a:lnTo>
                  <a:lnTo>
                    <a:pt x="4297351" y="2195836"/>
                  </a:lnTo>
                  <a:lnTo>
                    <a:pt x="4368974" y="2201448"/>
                  </a:lnTo>
                  <a:lnTo>
                    <a:pt x="4440596" y="2207017"/>
                  </a:lnTo>
                  <a:lnTo>
                    <a:pt x="4512219" y="2212544"/>
                  </a:lnTo>
                  <a:lnTo>
                    <a:pt x="4583841" y="2218031"/>
                  </a:lnTo>
                  <a:lnTo>
                    <a:pt x="4655464" y="2223476"/>
                  </a:lnTo>
                  <a:lnTo>
                    <a:pt x="4727086" y="2228881"/>
                  </a:lnTo>
                  <a:lnTo>
                    <a:pt x="4798709" y="2234245"/>
                  </a:lnTo>
                  <a:lnTo>
                    <a:pt x="4870331" y="2239570"/>
                  </a:lnTo>
                  <a:lnTo>
                    <a:pt x="4941954" y="2244854"/>
                  </a:lnTo>
                  <a:lnTo>
                    <a:pt x="5013576" y="2250099"/>
                  </a:lnTo>
                  <a:lnTo>
                    <a:pt x="5085199" y="2255305"/>
                  </a:lnTo>
                  <a:lnTo>
                    <a:pt x="5156821" y="2260472"/>
                  </a:lnTo>
                  <a:lnTo>
                    <a:pt x="5228444" y="2265601"/>
                  </a:lnTo>
                  <a:lnTo>
                    <a:pt x="5300066" y="2270691"/>
                  </a:lnTo>
                  <a:lnTo>
                    <a:pt x="5371689" y="2275743"/>
                  </a:lnTo>
                  <a:lnTo>
                    <a:pt x="5443311" y="2280758"/>
                  </a:lnTo>
                  <a:lnTo>
                    <a:pt x="5514934" y="2285735"/>
                  </a:lnTo>
                  <a:lnTo>
                    <a:pt x="5586557" y="2290675"/>
                  </a:lnTo>
                  <a:lnTo>
                    <a:pt x="5658179" y="2295578"/>
                  </a:lnTo>
                  <a:lnTo>
                    <a:pt x="5729802" y="2300444"/>
                  </a:lnTo>
                  <a:lnTo>
                    <a:pt x="5801424" y="2305275"/>
                  </a:lnTo>
                  <a:lnTo>
                    <a:pt x="5873047" y="2310069"/>
                  </a:lnTo>
                  <a:lnTo>
                    <a:pt x="5944669" y="2314827"/>
                  </a:lnTo>
                  <a:lnTo>
                    <a:pt x="6016292" y="2319550"/>
                  </a:lnTo>
                  <a:lnTo>
                    <a:pt x="6087914" y="2324237"/>
                  </a:lnTo>
                  <a:lnTo>
                    <a:pt x="6159537" y="2328890"/>
                  </a:lnTo>
                  <a:lnTo>
                    <a:pt x="6231159" y="2333507"/>
                  </a:lnTo>
                  <a:lnTo>
                    <a:pt x="6302782" y="2338091"/>
                  </a:lnTo>
                  <a:lnTo>
                    <a:pt x="6374404" y="2342640"/>
                  </a:lnTo>
                  <a:lnTo>
                    <a:pt x="6446027" y="2347155"/>
                  </a:lnTo>
                  <a:lnTo>
                    <a:pt x="6517649" y="2351636"/>
                  </a:lnTo>
                  <a:lnTo>
                    <a:pt x="6589272" y="2356084"/>
                  </a:lnTo>
                  <a:lnTo>
                    <a:pt x="6660894" y="2360499"/>
                  </a:lnTo>
                  <a:lnTo>
                    <a:pt x="6732517" y="2364881"/>
                  </a:lnTo>
                  <a:lnTo>
                    <a:pt x="6804139" y="2369230"/>
                  </a:lnTo>
                  <a:lnTo>
                    <a:pt x="6875762" y="2373546"/>
                  </a:lnTo>
                  <a:lnTo>
                    <a:pt x="6947385" y="2377830"/>
                  </a:lnTo>
                  <a:lnTo>
                    <a:pt x="7019007" y="2382083"/>
                  </a:lnTo>
                  <a:lnTo>
                    <a:pt x="7090630" y="2386303"/>
                  </a:lnTo>
                  <a:lnTo>
                    <a:pt x="7090630" y="2745274"/>
                  </a:lnTo>
                  <a:lnTo>
                    <a:pt x="7019007" y="2739727"/>
                  </a:lnTo>
                  <a:lnTo>
                    <a:pt x="6947385" y="2734029"/>
                  </a:lnTo>
                  <a:lnTo>
                    <a:pt x="6875762" y="2728174"/>
                  </a:lnTo>
                  <a:lnTo>
                    <a:pt x="6804139" y="2722159"/>
                  </a:lnTo>
                  <a:lnTo>
                    <a:pt x="6732517" y="2715978"/>
                  </a:lnTo>
                  <a:lnTo>
                    <a:pt x="6660894" y="2709628"/>
                  </a:lnTo>
                  <a:lnTo>
                    <a:pt x="6589272" y="2703104"/>
                  </a:lnTo>
                  <a:lnTo>
                    <a:pt x="6517649" y="2696401"/>
                  </a:lnTo>
                  <a:lnTo>
                    <a:pt x="6446027" y="2689514"/>
                  </a:lnTo>
                  <a:lnTo>
                    <a:pt x="6374404" y="2682438"/>
                  </a:lnTo>
                  <a:lnTo>
                    <a:pt x="6302782" y="2675167"/>
                  </a:lnTo>
                  <a:lnTo>
                    <a:pt x="6231159" y="2667698"/>
                  </a:lnTo>
                  <a:lnTo>
                    <a:pt x="6159537" y="2660023"/>
                  </a:lnTo>
                  <a:lnTo>
                    <a:pt x="6087914" y="2652138"/>
                  </a:lnTo>
                  <a:lnTo>
                    <a:pt x="6016292" y="2644036"/>
                  </a:lnTo>
                  <a:lnTo>
                    <a:pt x="5944669" y="2635712"/>
                  </a:lnTo>
                  <a:lnTo>
                    <a:pt x="5873047" y="2627160"/>
                  </a:lnTo>
                  <a:lnTo>
                    <a:pt x="5801424" y="2618373"/>
                  </a:lnTo>
                  <a:lnTo>
                    <a:pt x="5729802" y="2609345"/>
                  </a:lnTo>
                  <a:lnTo>
                    <a:pt x="5658179" y="2600069"/>
                  </a:lnTo>
                  <a:lnTo>
                    <a:pt x="5586557" y="2590539"/>
                  </a:lnTo>
                  <a:lnTo>
                    <a:pt x="5514934" y="2580747"/>
                  </a:lnTo>
                  <a:lnTo>
                    <a:pt x="5443311" y="2570687"/>
                  </a:lnTo>
                  <a:lnTo>
                    <a:pt x="5371689" y="2560350"/>
                  </a:lnTo>
                  <a:lnTo>
                    <a:pt x="5300066" y="2549730"/>
                  </a:lnTo>
                  <a:lnTo>
                    <a:pt x="5228444" y="2538819"/>
                  </a:lnTo>
                  <a:lnTo>
                    <a:pt x="5156821" y="2527608"/>
                  </a:lnTo>
                  <a:lnTo>
                    <a:pt x="5085199" y="2516089"/>
                  </a:lnTo>
                  <a:lnTo>
                    <a:pt x="5013576" y="2504255"/>
                  </a:lnTo>
                  <a:lnTo>
                    <a:pt x="4941954" y="2492096"/>
                  </a:lnTo>
                  <a:lnTo>
                    <a:pt x="4870331" y="2479603"/>
                  </a:lnTo>
                  <a:lnTo>
                    <a:pt x="4798709" y="2466767"/>
                  </a:lnTo>
                  <a:lnTo>
                    <a:pt x="4727086" y="2453579"/>
                  </a:lnTo>
                  <a:lnTo>
                    <a:pt x="4655464" y="2440030"/>
                  </a:lnTo>
                  <a:lnTo>
                    <a:pt x="4583841" y="2426108"/>
                  </a:lnTo>
                  <a:lnTo>
                    <a:pt x="4512219" y="2411805"/>
                  </a:lnTo>
                  <a:lnTo>
                    <a:pt x="4440596" y="2397109"/>
                  </a:lnTo>
                  <a:lnTo>
                    <a:pt x="4368974" y="2382010"/>
                  </a:lnTo>
                  <a:lnTo>
                    <a:pt x="4297351" y="2366497"/>
                  </a:lnTo>
                  <a:lnTo>
                    <a:pt x="4225729" y="2350558"/>
                  </a:lnTo>
                  <a:lnTo>
                    <a:pt x="4154106" y="2334182"/>
                  </a:lnTo>
                  <a:lnTo>
                    <a:pt x="4082483" y="2317356"/>
                  </a:lnTo>
                  <a:lnTo>
                    <a:pt x="4010861" y="2300069"/>
                  </a:lnTo>
                  <a:lnTo>
                    <a:pt x="3939238" y="2282307"/>
                  </a:lnTo>
                  <a:lnTo>
                    <a:pt x="3867616" y="2264058"/>
                  </a:lnTo>
                  <a:lnTo>
                    <a:pt x="3795993" y="2245309"/>
                  </a:lnTo>
                  <a:lnTo>
                    <a:pt x="3724371" y="2226045"/>
                  </a:lnTo>
                  <a:lnTo>
                    <a:pt x="3652748" y="2206252"/>
                  </a:lnTo>
                  <a:lnTo>
                    <a:pt x="3581126" y="2185916"/>
                  </a:lnTo>
                  <a:lnTo>
                    <a:pt x="3509503" y="2165023"/>
                  </a:lnTo>
                  <a:lnTo>
                    <a:pt x="3437881" y="2143556"/>
                  </a:lnTo>
                  <a:lnTo>
                    <a:pt x="3366258" y="2121500"/>
                  </a:lnTo>
                  <a:lnTo>
                    <a:pt x="3294636" y="2112702"/>
                  </a:lnTo>
                  <a:lnTo>
                    <a:pt x="3223013" y="2106423"/>
                  </a:lnTo>
                  <a:lnTo>
                    <a:pt x="3151391" y="2100097"/>
                  </a:lnTo>
                  <a:lnTo>
                    <a:pt x="3079768" y="2093724"/>
                  </a:lnTo>
                  <a:lnTo>
                    <a:pt x="3008146" y="2087302"/>
                  </a:lnTo>
                  <a:lnTo>
                    <a:pt x="2936523" y="2080833"/>
                  </a:lnTo>
                  <a:lnTo>
                    <a:pt x="2864901" y="2074314"/>
                  </a:lnTo>
                  <a:lnTo>
                    <a:pt x="2793278" y="2067747"/>
                  </a:lnTo>
                  <a:lnTo>
                    <a:pt x="2721655" y="2061130"/>
                  </a:lnTo>
                  <a:lnTo>
                    <a:pt x="2650033" y="2054464"/>
                  </a:lnTo>
                  <a:lnTo>
                    <a:pt x="2578410" y="2047747"/>
                  </a:lnTo>
                  <a:lnTo>
                    <a:pt x="2506788" y="2040980"/>
                  </a:lnTo>
                  <a:lnTo>
                    <a:pt x="2435165" y="2034162"/>
                  </a:lnTo>
                  <a:lnTo>
                    <a:pt x="2363543" y="2027292"/>
                  </a:lnTo>
                  <a:lnTo>
                    <a:pt x="2291920" y="2020371"/>
                  </a:lnTo>
                  <a:lnTo>
                    <a:pt x="2220298" y="2013398"/>
                  </a:lnTo>
                  <a:lnTo>
                    <a:pt x="2148675" y="2006373"/>
                  </a:lnTo>
                  <a:lnTo>
                    <a:pt x="2077053" y="1999294"/>
                  </a:lnTo>
                  <a:lnTo>
                    <a:pt x="2005430" y="1992162"/>
                  </a:lnTo>
                  <a:lnTo>
                    <a:pt x="1933808" y="1984977"/>
                  </a:lnTo>
                  <a:lnTo>
                    <a:pt x="1862185" y="1977738"/>
                  </a:lnTo>
                  <a:lnTo>
                    <a:pt x="1790563" y="1970444"/>
                  </a:lnTo>
                  <a:lnTo>
                    <a:pt x="1718940" y="1963095"/>
                  </a:lnTo>
                  <a:lnTo>
                    <a:pt x="1647318" y="1955691"/>
                  </a:lnTo>
                  <a:lnTo>
                    <a:pt x="1575695" y="1948232"/>
                  </a:lnTo>
                  <a:lnTo>
                    <a:pt x="1504073" y="1940716"/>
                  </a:lnTo>
                  <a:lnTo>
                    <a:pt x="1432450" y="1933144"/>
                  </a:lnTo>
                  <a:lnTo>
                    <a:pt x="1360827" y="1925514"/>
                  </a:lnTo>
                  <a:lnTo>
                    <a:pt x="1289205" y="1917828"/>
                  </a:lnTo>
                  <a:lnTo>
                    <a:pt x="1217582" y="1910083"/>
                  </a:lnTo>
                  <a:lnTo>
                    <a:pt x="1145960" y="1902281"/>
                  </a:lnTo>
                  <a:lnTo>
                    <a:pt x="1074337" y="1894419"/>
                  </a:lnTo>
                  <a:lnTo>
                    <a:pt x="1002715" y="1886499"/>
                  </a:lnTo>
                  <a:lnTo>
                    <a:pt x="931092" y="1878518"/>
                  </a:lnTo>
                  <a:lnTo>
                    <a:pt x="859470" y="1870478"/>
                  </a:lnTo>
                  <a:lnTo>
                    <a:pt x="787847" y="1862378"/>
                  </a:lnTo>
                  <a:lnTo>
                    <a:pt x="716225" y="1854216"/>
                  </a:lnTo>
                  <a:lnTo>
                    <a:pt x="644602" y="1845993"/>
                  </a:lnTo>
                  <a:lnTo>
                    <a:pt x="572980" y="1837708"/>
                  </a:lnTo>
                  <a:lnTo>
                    <a:pt x="501357" y="1829361"/>
                  </a:lnTo>
                  <a:lnTo>
                    <a:pt x="429735" y="1820951"/>
                  </a:lnTo>
                  <a:lnTo>
                    <a:pt x="358112" y="1812478"/>
                  </a:lnTo>
                  <a:lnTo>
                    <a:pt x="286490" y="1803941"/>
                  </a:lnTo>
                  <a:lnTo>
                    <a:pt x="214867" y="1795340"/>
                  </a:lnTo>
                  <a:lnTo>
                    <a:pt x="143245" y="1786674"/>
                  </a:lnTo>
                  <a:lnTo>
                    <a:pt x="71622" y="1777944"/>
                  </a:lnTo>
                  <a:lnTo>
                    <a:pt x="0" y="17691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609837"/>
              <a:ext cx="7090630" cy="2386303"/>
            </a:xfrm>
            <a:custGeom>
              <a:avLst/>
              <a:pathLst>
                <a:path w="7090630" h="2386303">
                  <a:moveTo>
                    <a:pt x="0" y="0"/>
                  </a:moveTo>
                  <a:lnTo>
                    <a:pt x="71622" y="78710"/>
                  </a:lnTo>
                  <a:lnTo>
                    <a:pt x="143245" y="155318"/>
                  </a:lnTo>
                  <a:lnTo>
                    <a:pt x="214867" y="229881"/>
                  </a:lnTo>
                  <a:lnTo>
                    <a:pt x="286490" y="302452"/>
                  </a:lnTo>
                  <a:lnTo>
                    <a:pt x="358112" y="373086"/>
                  </a:lnTo>
                  <a:lnTo>
                    <a:pt x="429735" y="441833"/>
                  </a:lnTo>
                  <a:lnTo>
                    <a:pt x="501357" y="508744"/>
                  </a:lnTo>
                  <a:lnTo>
                    <a:pt x="572980" y="573869"/>
                  </a:lnTo>
                  <a:lnTo>
                    <a:pt x="644602" y="637254"/>
                  </a:lnTo>
                  <a:lnTo>
                    <a:pt x="716225" y="698947"/>
                  </a:lnTo>
                  <a:lnTo>
                    <a:pt x="787847" y="758992"/>
                  </a:lnTo>
                  <a:lnTo>
                    <a:pt x="859470" y="817433"/>
                  </a:lnTo>
                  <a:lnTo>
                    <a:pt x="931092" y="874314"/>
                  </a:lnTo>
                  <a:lnTo>
                    <a:pt x="1002715" y="929676"/>
                  </a:lnTo>
                  <a:lnTo>
                    <a:pt x="1074337" y="983559"/>
                  </a:lnTo>
                  <a:lnTo>
                    <a:pt x="1145960" y="1036004"/>
                  </a:lnTo>
                  <a:lnTo>
                    <a:pt x="1217582" y="1087048"/>
                  </a:lnTo>
                  <a:lnTo>
                    <a:pt x="1289205" y="1136729"/>
                  </a:lnTo>
                  <a:lnTo>
                    <a:pt x="1360827" y="1185083"/>
                  </a:lnTo>
                  <a:lnTo>
                    <a:pt x="1432450" y="1232146"/>
                  </a:lnTo>
                  <a:lnTo>
                    <a:pt x="1504073" y="1277952"/>
                  </a:lnTo>
                  <a:lnTo>
                    <a:pt x="1575695" y="1322535"/>
                  </a:lnTo>
                  <a:lnTo>
                    <a:pt x="1647318" y="1365927"/>
                  </a:lnTo>
                  <a:lnTo>
                    <a:pt x="1718940" y="1408160"/>
                  </a:lnTo>
                  <a:lnTo>
                    <a:pt x="1790563" y="1449266"/>
                  </a:lnTo>
                  <a:lnTo>
                    <a:pt x="1862185" y="1489274"/>
                  </a:lnTo>
                  <a:lnTo>
                    <a:pt x="1933808" y="1528213"/>
                  </a:lnTo>
                  <a:lnTo>
                    <a:pt x="2005430" y="1566113"/>
                  </a:lnTo>
                  <a:lnTo>
                    <a:pt x="2077053" y="1603000"/>
                  </a:lnTo>
                  <a:lnTo>
                    <a:pt x="2148675" y="1638903"/>
                  </a:lnTo>
                  <a:lnTo>
                    <a:pt x="2220298" y="1673846"/>
                  </a:lnTo>
                  <a:lnTo>
                    <a:pt x="2291920" y="1707857"/>
                  </a:lnTo>
                  <a:lnTo>
                    <a:pt x="2363543" y="1740959"/>
                  </a:lnTo>
                  <a:lnTo>
                    <a:pt x="2435165" y="1773177"/>
                  </a:lnTo>
                  <a:lnTo>
                    <a:pt x="2506788" y="1804535"/>
                  </a:lnTo>
                  <a:lnTo>
                    <a:pt x="2578410" y="1835056"/>
                  </a:lnTo>
                  <a:lnTo>
                    <a:pt x="2650033" y="1864761"/>
                  </a:lnTo>
                  <a:lnTo>
                    <a:pt x="2721655" y="1893673"/>
                  </a:lnTo>
                  <a:lnTo>
                    <a:pt x="2793278" y="1921813"/>
                  </a:lnTo>
                  <a:lnTo>
                    <a:pt x="2864901" y="1949202"/>
                  </a:lnTo>
                  <a:lnTo>
                    <a:pt x="2936523" y="1975859"/>
                  </a:lnTo>
                  <a:lnTo>
                    <a:pt x="3008146" y="2001804"/>
                  </a:lnTo>
                  <a:lnTo>
                    <a:pt x="3079768" y="2027056"/>
                  </a:lnTo>
                  <a:lnTo>
                    <a:pt x="3151391" y="2051634"/>
                  </a:lnTo>
                  <a:lnTo>
                    <a:pt x="3223013" y="2075556"/>
                  </a:lnTo>
                  <a:lnTo>
                    <a:pt x="3294636" y="2098839"/>
                  </a:lnTo>
                  <a:lnTo>
                    <a:pt x="3366258" y="2118934"/>
                  </a:lnTo>
                  <a:lnTo>
                    <a:pt x="3437881" y="2125119"/>
                  </a:lnTo>
                  <a:lnTo>
                    <a:pt x="3509503" y="2131258"/>
                  </a:lnTo>
                  <a:lnTo>
                    <a:pt x="3581126" y="2137351"/>
                  </a:lnTo>
                  <a:lnTo>
                    <a:pt x="3652748" y="2143399"/>
                  </a:lnTo>
                  <a:lnTo>
                    <a:pt x="3724371" y="2149401"/>
                  </a:lnTo>
                  <a:lnTo>
                    <a:pt x="3795993" y="2155359"/>
                  </a:lnTo>
                  <a:lnTo>
                    <a:pt x="3867616" y="2161272"/>
                  </a:lnTo>
                  <a:lnTo>
                    <a:pt x="3939238" y="2167142"/>
                  </a:lnTo>
                  <a:lnTo>
                    <a:pt x="4010861" y="2172967"/>
                  </a:lnTo>
                  <a:lnTo>
                    <a:pt x="4082483" y="2178749"/>
                  </a:lnTo>
                  <a:lnTo>
                    <a:pt x="4154106" y="2184487"/>
                  </a:lnTo>
                  <a:lnTo>
                    <a:pt x="4225729" y="2190183"/>
                  </a:lnTo>
                  <a:lnTo>
                    <a:pt x="4297351" y="2195836"/>
                  </a:lnTo>
                  <a:lnTo>
                    <a:pt x="4368974" y="2201448"/>
                  </a:lnTo>
                  <a:lnTo>
                    <a:pt x="4440596" y="2207017"/>
                  </a:lnTo>
                  <a:lnTo>
                    <a:pt x="4512219" y="2212544"/>
                  </a:lnTo>
                  <a:lnTo>
                    <a:pt x="4583841" y="2218031"/>
                  </a:lnTo>
                  <a:lnTo>
                    <a:pt x="4655464" y="2223476"/>
                  </a:lnTo>
                  <a:lnTo>
                    <a:pt x="4727086" y="2228881"/>
                  </a:lnTo>
                  <a:lnTo>
                    <a:pt x="4798709" y="2234245"/>
                  </a:lnTo>
                  <a:lnTo>
                    <a:pt x="4870331" y="2239570"/>
                  </a:lnTo>
                  <a:lnTo>
                    <a:pt x="4941954" y="2244854"/>
                  </a:lnTo>
                  <a:lnTo>
                    <a:pt x="5013576" y="2250099"/>
                  </a:lnTo>
                  <a:lnTo>
                    <a:pt x="5085199" y="2255305"/>
                  </a:lnTo>
                  <a:lnTo>
                    <a:pt x="5156821" y="2260472"/>
                  </a:lnTo>
                  <a:lnTo>
                    <a:pt x="5228444" y="2265601"/>
                  </a:lnTo>
                  <a:lnTo>
                    <a:pt x="5300066" y="2270691"/>
                  </a:lnTo>
                  <a:lnTo>
                    <a:pt x="5371689" y="2275743"/>
                  </a:lnTo>
                  <a:lnTo>
                    <a:pt x="5443311" y="2280758"/>
                  </a:lnTo>
                  <a:lnTo>
                    <a:pt x="5514934" y="2285735"/>
                  </a:lnTo>
                  <a:lnTo>
                    <a:pt x="5586557" y="2290675"/>
                  </a:lnTo>
                  <a:lnTo>
                    <a:pt x="5658179" y="2295578"/>
                  </a:lnTo>
                  <a:lnTo>
                    <a:pt x="5729802" y="2300444"/>
                  </a:lnTo>
                  <a:lnTo>
                    <a:pt x="5801424" y="2305275"/>
                  </a:lnTo>
                  <a:lnTo>
                    <a:pt x="5873047" y="2310069"/>
                  </a:lnTo>
                  <a:lnTo>
                    <a:pt x="5944669" y="2314827"/>
                  </a:lnTo>
                  <a:lnTo>
                    <a:pt x="6016292" y="2319550"/>
                  </a:lnTo>
                  <a:lnTo>
                    <a:pt x="6087914" y="2324237"/>
                  </a:lnTo>
                  <a:lnTo>
                    <a:pt x="6159537" y="2328890"/>
                  </a:lnTo>
                  <a:lnTo>
                    <a:pt x="6231159" y="2333507"/>
                  </a:lnTo>
                  <a:lnTo>
                    <a:pt x="6302782" y="2338091"/>
                  </a:lnTo>
                  <a:lnTo>
                    <a:pt x="6374404" y="2342640"/>
                  </a:lnTo>
                  <a:lnTo>
                    <a:pt x="6446027" y="2347155"/>
                  </a:lnTo>
                  <a:lnTo>
                    <a:pt x="6517649" y="2351636"/>
                  </a:lnTo>
                  <a:lnTo>
                    <a:pt x="6589272" y="2356084"/>
                  </a:lnTo>
                  <a:lnTo>
                    <a:pt x="6660894" y="2360499"/>
                  </a:lnTo>
                  <a:lnTo>
                    <a:pt x="6732517" y="2364881"/>
                  </a:lnTo>
                  <a:lnTo>
                    <a:pt x="6804139" y="2369230"/>
                  </a:lnTo>
                  <a:lnTo>
                    <a:pt x="6875762" y="2373546"/>
                  </a:lnTo>
                  <a:lnTo>
                    <a:pt x="6947385" y="2377830"/>
                  </a:lnTo>
                  <a:lnTo>
                    <a:pt x="7019007" y="2382083"/>
                  </a:lnTo>
                  <a:lnTo>
                    <a:pt x="7090630" y="23863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378984"/>
              <a:ext cx="7090630" cy="976126"/>
            </a:xfrm>
            <a:custGeom>
              <a:avLst/>
              <a:pathLst>
                <a:path w="7090630" h="976126">
                  <a:moveTo>
                    <a:pt x="7090630" y="976126"/>
                  </a:moveTo>
                  <a:lnTo>
                    <a:pt x="7019007" y="970580"/>
                  </a:lnTo>
                  <a:lnTo>
                    <a:pt x="6947385" y="964882"/>
                  </a:lnTo>
                  <a:lnTo>
                    <a:pt x="6875762" y="959027"/>
                  </a:lnTo>
                  <a:lnTo>
                    <a:pt x="6804139" y="953012"/>
                  </a:lnTo>
                  <a:lnTo>
                    <a:pt x="6732517" y="946831"/>
                  </a:lnTo>
                  <a:lnTo>
                    <a:pt x="6660894" y="940481"/>
                  </a:lnTo>
                  <a:lnTo>
                    <a:pt x="6589272" y="933957"/>
                  </a:lnTo>
                  <a:lnTo>
                    <a:pt x="6517649" y="927254"/>
                  </a:lnTo>
                  <a:lnTo>
                    <a:pt x="6446027" y="920367"/>
                  </a:lnTo>
                  <a:lnTo>
                    <a:pt x="6374404" y="913290"/>
                  </a:lnTo>
                  <a:lnTo>
                    <a:pt x="6302782" y="906020"/>
                  </a:lnTo>
                  <a:lnTo>
                    <a:pt x="6231159" y="898550"/>
                  </a:lnTo>
                  <a:lnTo>
                    <a:pt x="6159537" y="890876"/>
                  </a:lnTo>
                  <a:lnTo>
                    <a:pt x="6087914" y="882990"/>
                  </a:lnTo>
                  <a:lnTo>
                    <a:pt x="6016292" y="874889"/>
                  </a:lnTo>
                  <a:lnTo>
                    <a:pt x="5944669" y="866565"/>
                  </a:lnTo>
                  <a:lnTo>
                    <a:pt x="5873047" y="858012"/>
                  </a:lnTo>
                  <a:lnTo>
                    <a:pt x="5801424" y="849226"/>
                  </a:lnTo>
                  <a:lnTo>
                    <a:pt x="5729802" y="840197"/>
                  </a:lnTo>
                  <a:lnTo>
                    <a:pt x="5658179" y="830922"/>
                  </a:lnTo>
                  <a:lnTo>
                    <a:pt x="5586557" y="821391"/>
                  </a:lnTo>
                  <a:lnTo>
                    <a:pt x="5514934" y="811600"/>
                  </a:lnTo>
                  <a:lnTo>
                    <a:pt x="5443311" y="801539"/>
                  </a:lnTo>
                  <a:lnTo>
                    <a:pt x="5371689" y="791203"/>
                  </a:lnTo>
                  <a:lnTo>
                    <a:pt x="5300066" y="780583"/>
                  </a:lnTo>
                  <a:lnTo>
                    <a:pt x="5228444" y="769671"/>
                  </a:lnTo>
                  <a:lnTo>
                    <a:pt x="5156821" y="758460"/>
                  </a:lnTo>
                  <a:lnTo>
                    <a:pt x="5085199" y="746942"/>
                  </a:lnTo>
                  <a:lnTo>
                    <a:pt x="5013576" y="735107"/>
                  </a:lnTo>
                  <a:lnTo>
                    <a:pt x="4941954" y="722948"/>
                  </a:lnTo>
                  <a:lnTo>
                    <a:pt x="4870331" y="710455"/>
                  </a:lnTo>
                  <a:lnTo>
                    <a:pt x="4798709" y="697620"/>
                  </a:lnTo>
                  <a:lnTo>
                    <a:pt x="4727086" y="684432"/>
                  </a:lnTo>
                  <a:lnTo>
                    <a:pt x="4655464" y="670882"/>
                  </a:lnTo>
                  <a:lnTo>
                    <a:pt x="4583841" y="656961"/>
                  </a:lnTo>
                  <a:lnTo>
                    <a:pt x="4512219" y="642658"/>
                  </a:lnTo>
                  <a:lnTo>
                    <a:pt x="4440596" y="627962"/>
                  </a:lnTo>
                  <a:lnTo>
                    <a:pt x="4368974" y="612863"/>
                  </a:lnTo>
                  <a:lnTo>
                    <a:pt x="4297351" y="597350"/>
                  </a:lnTo>
                  <a:lnTo>
                    <a:pt x="4225729" y="581411"/>
                  </a:lnTo>
                  <a:lnTo>
                    <a:pt x="4154106" y="565034"/>
                  </a:lnTo>
                  <a:lnTo>
                    <a:pt x="4082483" y="548209"/>
                  </a:lnTo>
                  <a:lnTo>
                    <a:pt x="4010861" y="530922"/>
                  </a:lnTo>
                  <a:lnTo>
                    <a:pt x="3939238" y="513160"/>
                  </a:lnTo>
                  <a:lnTo>
                    <a:pt x="3867616" y="494911"/>
                  </a:lnTo>
                  <a:lnTo>
                    <a:pt x="3795993" y="476161"/>
                  </a:lnTo>
                  <a:lnTo>
                    <a:pt x="3724371" y="456897"/>
                  </a:lnTo>
                  <a:lnTo>
                    <a:pt x="3652748" y="437105"/>
                  </a:lnTo>
                  <a:lnTo>
                    <a:pt x="3581126" y="416769"/>
                  </a:lnTo>
                  <a:lnTo>
                    <a:pt x="3509503" y="395875"/>
                  </a:lnTo>
                  <a:lnTo>
                    <a:pt x="3437881" y="374409"/>
                  </a:lnTo>
                  <a:lnTo>
                    <a:pt x="3366258" y="352353"/>
                  </a:lnTo>
                  <a:lnTo>
                    <a:pt x="3294636" y="343554"/>
                  </a:lnTo>
                  <a:lnTo>
                    <a:pt x="3223013" y="337276"/>
                  </a:lnTo>
                  <a:lnTo>
                    <a:pt x="3151391" y="330950"/>
                  </a:lnTo>
                  <a:lnTo>
                    <a:pt x="3079768" y="324576"/>
                  </a:lnTo>
                  <a:lnTo>
                    <a:pt x="3008146" y="318155"/>
                  </a:lnTo>
                  <a:lnTo>
                    <a:pt x="2936523" y="311685"/>
                  </a:lnTo>
                  <a:lnTo>
                    <a:pt x="2864901" y="305167"/>
                  </a:lnTo>
                  <a:lnTo>
                    <a:pt x="2793278" y="298600"/>
                  </a:lnTo>
                  <a:lnTo>
                    <a:pt x="2721655" y="291983"/>
                  </a:lnTo>
                  <a:lnTo>
                    <a:pt x="2650033" y="285316"/>
                  </a:lnTo>
                  <a:lnTo>
                    <a:pt x="2578410" y="278600"/>
                  </a:lnTo>
                  <a:lnTo>
                    <a:pt x="2506788" y="271832"/>
                  </a:lnTo>
                  <a:lnTo>
                    <a:pt x="2435165" y="265014"/>
                  </a:lnTo>
                  <a:lnTo>
                    <a:pt x="2363543" y="258145"/>
                  </a:lnTo>
                  <a:lnTo>
                    <a:pt x="2291920" y="251224"/>
                  </a:lnTo>
                  <a:lnTo>
                    <a:pt x="2220298" y="244251"/>
                  </a:lnTo>
                  <a:lnTo>
                    <a:pt x="2148675" y="237225"/>
                  </a:lnTo>
                  <a:lnTo>
                    <a:pt x="2077053" y="230147"/>
                  </a:lnTo>
                  <a:lnTo>
                    <a:pt x="2005430" y="223015"/>
                  </a:lnTo>
                  <a:lnTo>
                    <a:pt x="1933808" y="215830"/>
                  </a:lnTo>
                  <a:lnTo>
                    <a:pt x="1862185" y="208590"/>
                  </a:lnTo>
                  <a:lnTo>
                    <a:pt x="1790563" y="201297"/>
                  </a:lnTo>
                  <a:lnTo>
                    <a:pt x="1718940" y="193948"/>
                  </a:lnTo>
                  <a:lnTo>
                    <a:pt x="1647318" y="186544"/>
                  </a:lnTo>
                  <a:lnTo>
                    <a:pt x="1575695" y="179084"/>
                  </a:lnTo>
                  <a:lnTo>
                    <a:pt x="1504073" y="171569"/>
                  </a:lnTo>
                  <a:lnTo>
                    <a:pt x="1432450" y="163996"/>
                  </a:lnTo>
                  <a:lnTo>
                    <a:pt x="1360827" y="156367"/>
                  </a:lnTo>
                  <a:lnTo>
                    <a:pt x="1289205" y="148680"/>
                  </a:lnTo>
                  <a:lnTo>
                    <a:pt x="1217582" y="140936"/>
                  </a:lnTo>
                  <a:lnTo>
                    <a:pt x="1145960" y="133133"/>
                  </a:lnTo>
                  <a:lnTo>
                    <a:pt x="1074337" y="125272"/>
                  </a:lnTo>
                  <a:lnTo>
                    <a:pt x="1002715" y="117351"/>
                  </a:lnTo>
                  <a:lnTo>
                    <a:pt x="931092" y="109371"/>
                  </a:lnTo>
                  <a:lnTo>
                    <a:pt x="859470" y="101331"/>
                  </a:lnTo>
                  <a:lnTo>
                    <a:pt x="787847" y="93230"/>
                  </a:lnTo>
                  <a:lnTo>
                    <a:pt x="716225" y="85069"/>
                  </a:lnTo>
                  <a:lnTo>
                    <a:pt x="644602" y="76846"/>
                  </a:lnTo>
                  <a:lnTo>
                    <a:pt x="572980" y="68561"/>
                  </a:lnTo>
                  <a:lnTo>
                    <a:pt x="501357" y="60214"/>
                  </a:lnTo>
                  <a:lnTo>
                    <a:pt x="429735" y="51804"/>
                  </a:lnTo>
                  <a:lnTo>
                    <a:pt x="358112" y="43331"/>
                  </a:lnTo>
                  <a:lnTo>
                    <a:pt x="286490" y="34794"/>
                  </a:lnTo>
                  <a:lnTo>
                    <a:pt x="214867" y="26193"/>
                  </a:lnTo>
                  <a:lnTo>
                    <a:pt x="143245" y="17527"/>
                  </a:lnTo>
                  <a:lnTo>
                    <a:pt x="71622" y="87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693695"/>
              <a:ext cx="7090630" cy="1526772"/>
            </a:xfrm>
            <a:custGeom>
              <a:avLst/>
              <a:pathLst>
                <a:path w="7090630" h="1526772">
                  <a:moveTo>
                    <a:pt x="0" y="0"/>
                  </a:moveTo>
                  <a:lnTo>
                    <a:pt x="71622" y="31927"/>
                  </a:lnTo>
                  <a:lnTo>
                    <a:pt x="143245" y="63307"/>
                  </a:lnTo>
                  <a:lnTo>
                    <a:pt x="214867" y="94149"/>
                  </a:lnTo>
                  <a:lnTo>
                    <a:pt x="286490" y="124464"/>
                  </a:lnTo>
                  <a:lnTo>
                    <a:pt x="358112" y="154258"/>
                  </a:lnTo>
                  <a:lnTo>
                    <a:pt x="429735" y="183543"/>
                  </a:lnTo>
                  <a:lnTo>
                    <a:pt x="501357" y="212325"/>
                  </a:lnTo>
                  <a:lnTo>
                    <a:pt x="572980" y="240615"/>
                  </a:lnTo>
                  <a:lnTo>
                    <a:pt x="644602" y="268420"/>
                  </a:lnTo>
                  <a:lnTo>
                    <a:pt x="716225" y="295748"/>
                  </a:lnTo>
                  <a:lnTo>
                    <a:pt x="787847" y="322609"/>
                  </a:lnTo>
                  <a:lnTo>
                    <a:pt x="859470" y="349009"/>
                  </a:lnTo>
                  <a:lnTo>
                    <a:pt x="931092" y="374957"/>
                  </a:lnTo>
                  <a:lnTo>
                    <a:pt x="1002715" y="400460"/>
                  </a:lnTo>
                  <a:lnTo>
                    <a:pt x="1074337" y="425526"/>
                  </a:lnTo>
                  <a:lnTo>
                    <a:pt x="1145960" y="450163"/>
                  </a:lnTo>
                  <a:lnTo>
                    <a:pt x="1217582" y="474378"/>
                  </a:lnTo>
                  <a:lnTo>
                    <a:pt x="1289205" y="498178"/>
                  </a:lnTo>
                  <a:lnTo>
                    <a:pt x="1360827" y="521570"/>
                  </a:lnTo>
                  <a:lnTo>
                    <a:pt x="1432450" y="544561"/>
                  </a:lnTo>
                  <a:lnTo>
                    <a:pt x="1504073" y="567159"/>
                  </a:lnTo>
                  <a:lnTo>
                    <a:pt x="1575695" y="589369"/>
                  </a:lnTo>
                  <a:lnTo>
                    <a:pt x="1647318" y="611199"/>
                  </a:lnTo>
                  <a:lnTo>
                    <a:pt x="1718940" y="632655"/>
                  </a:lnTo>
                  <a:lnTo>
                    <a:pt x="1790563" y="653743"/>
                  </a:lnTo>
                  <a:lnTo>
                    <a:pt x="1862185" y="674470"/>
                  </a:lnTo>
                  <a:lnTo>
                    <a:pt x="1933808" y="694842"/>
                  </a:lnTo>
                  <a:lnTo>
                    <a:pt x="2005430" y="714865"/>
                  </a:lnTo>
                  <a:lnTo>
                    <a:pt x="2077053" y="734545"/>
                  </a:lnTo>
                  <a:lnTo>
                    <a:pt x="2148675" y="753887"/>
                  </a:lnTo>
                  <a:lnTo>
                    <a:pt x="2220298" y="772899"/>
                  </a:lnTo>
                  <a:lnTo>
                    <a:pt x="2291920" y="791584"/>
                  </a:lnTo>
                  <a:lnTo>
                    <a:pt x="2363543" y="809950"/>
                  </a:lnTo>
                  <a:lnTo>
                    <a:pt x="2435165" y="828000"/>
                  </a:lnTo>
                  <a:lnTo>
                    <a:pt x="2506788" y="845742"/>
                  </a:lnTo>
                  <a:lnTo>
                    <a:pt x="2578410" y="863180"/>
                  </a:lnTo>
                  <a:lnTo>
                    <a:pt x="2650033" y="880318"/>
                  </a:lnTo>
                  <a:lnTo>
                    <a:pt x="2721655" y="897164"/>
                  </a:lnTo>
                  <a:lnTo>
                    <a:pt x="2793278" y="913720"/>
                  </a:lnTo>
                  <a:lnTo>
                    <a:pt x="2864901" y="929993"/>
                  </a:lnTo>
                  <a:lnTo>
                    <a:pt x="2936523" y="945987"/>
                  </a:lnTo>
                  <a:lnTo>
                    <a:pt x="3008146" y="961707"/>
                  </a:lnTo>
                  <a:lnTo>
                    <a:pt x="3079768" y="977158"/>
                  </a:lnTo>
                  <a:lnTo>
                    <a:pt x="3151391" y="992344"/>
                  </a:lnTo>
                  <a:lnTo>
                    <a:pt x="3223013" y="1007270"/>
                  </a:lnTo>
                  <a:lnTo>
                    <a:pt x="3294636" y="1021940"/>
                  </a:lnTo>
                  <a:lnTo>
                    <a:pt x="3366258" y="1036359"/>
                  </a:lnTo>
                  <a:lnTo>
                    <a:pt x="3437881" y="1050531"/>
                  </a:lnTo>
                  <a:lnTo>
                    <a:pt x="3509503" y="1064460"/>
                  </a:lnTo>
                  <a:lnTo>
                    <a:pt x="3581126" y="1078151"/>
                  </a:lnTo>
                  <a:lnTo>
                    <a:pt x="3652748" y="1091606"/>
                  </a:lnTo>
                  <a:lnTo>
                    <a:pt x="3724371" y="1104832"/>
                  </a:lnTo>
                  <a:lnTo>
                    <a:pt x="3795993" y="1117830"/>
                  </a:lnTo>
                  <a:lnTo>
                    <a:pt x="3867616" y="1130607"/>
                  </a:lnTo>
                  <a:lnTo>
                    <a:pt x="3939238" y="1143164"/>
                  </a:lnTo>
                  <a:lnTo>
                    <a:pt x="4010861" y="1155506"/>
                  </a:lnTo>
                  <a:lnTo>
                    <a:pt x="4082483" y="1167636"/>
                  </a:lnTo>
                  <a:lnTo>
                    <a:pt x="4154106" y="1179559"/>
                  </a:lnTo>
                  <a:lnTo>
                    <a:pt x="4225729" y="1191278"/>
                  </a:lnTo>
                  <a:lnTo>
                    <a:pt x="4297351" y="1202795"/>
                  </a:lnTo>
                  <a:lnTo>
                    <a:pt x="4368974" y="1214116"/>
                  </a:lnTo>
                  <a:lnTo>
                    <a:pt x="4440596" y="1225242"/>
                  </a:lnTo>
                  <a:lnTo>
                    <a:pt x="4512219" y="1236178"/>
                  </a:lnTo>
                  <a:lnTo>
                    <a:pt x="4583841" y="1246926"/>
                  </a:lnTo>
                  <a:lnTo>
                    <a:pt x="4655464" y="1257491"/>
                  </a:lnTo>
                  <a:lnTo>
                    <a:pt x="4727086" y="1267874"/>
                  </a:lnTo>
                  <a:lnTo>
                    <a:pt x="4798709" y="1278079"/>
                  </a:lnTo>
                  <a:lnTo>
                    <a:pt x="4870331" y="1288110"/>
                  </a:lnTo>
                  <a:lnTo>
                    <a:pt x="4941954" y="1297969"/>
                  </a:lnTo>
                  <a:lnTo>
                    <a:pt x="5013576" y="1307659"/>
                  </a:lnTo>
                  <a:lnTo>
                    <a:pt x="5085199" y="1317182"/>
                  </a:lnTo>
                  <a:lnTo>
                    <a:pt x="5156821" y="1326543"/>
                  </a:lnTo>
                  <a:lnTo>
                    <a:pt x="5228444" y="1335743"/>
                  </a:lnTo>
                  <a:lnTo>
                    <a:pt x="5300066" y="1344786"/>
                  </a:lnTo>
                  <a:lnTo>
                    <a:pt x="5371689" y="1353674"/>
                  </a:lnTo>
                  <a:lnTo>
                    <a:pt x="5443311" y="1362409"/>
                  </a:lnTo>
                  <a:lnTo>
                    <a:pt x="5514934" y="1370995"/>
                  </a:lnTo>
                  <a:lnTo>
                    <a:pt x="5586557" y="1379434"/>
                  </a:lnTo>
                  <a:lnTo>
                    <a:pt x="5658179" y="1387728"/>
                  </a:lnTo>
                  <a:lnTo>
                    <a:pt x="5729802" y="1395880"/>
                  </a:lnTo>
                  <a:lnTo>
                    <a:pt x="5801424" y="1403892"/>
                  </a:lnTo>
                  <a:lnTo>
                    <a:pt x="5873047" y="1411767"/>
                  </a:lnTo>
                  <a:lnTo>
                    <a:pt x="5944669" y="1419508"/>
                  </a:lnTo>
                  <a:lnTo>
                    <a:pt x="6016292" y="1427115"/>
                  </a:lnTo>
                  <a:lnTo>
                    <a:pt x="6087914" y="1434593"/>
                  </a:lnTo>
                  <a:lnTo>
                    <a:pt x="6159537" y="1441942"/>
                  </a:lnTo>
                  <a:lnTo>
                    <a:pt x="6231159" y="1449165"/>
                  </a:lnTo>
                  <a:lnTo>
                    <a:pt x="6302782" y="1456264"/>
                  </a:lnTo>
                  <a:lnTo>
                    <a:pt x="6374404" y="1463242"/>
                  </a:lnTo>
                  <a:lnTo>
                    <a:pt x="6446027" y="1470101"/>
                  </a:lnTo>
                  <a:lnTo>
                    <a:pt x="6517649" y="1476841"/>
                  </a:lnTo>
                  <a:lnTo>
                    <a:pt x="6589272" y="1483467"/>
                  </a:lnTo>
                  <a:lnTo>
                    <a:pt x="6660894" y="1489978"/>
                  </a:lnTo>
                  <a:lnTo>
                    <a:pt x="6732517" y="1496379"/>
                  </a:lnTo>
                  <a:lnTo>
                    <a:pt x="6804139" y="1502669"/>
                  </a:lnTo>
                  <a:lnTo>
                    <a:pt x="6875762" y="1508852"/>
                  </a:lnTo>
                  <a:lnTo>
                    <a:pt x="6947385" y="1514929"/>
                  </a:lnTo>
                  <a:lnTo>
                    <a:pt x="7019007" y="1520902"/>
                  </a:lnTo>
                  <a:lnTo>
                    <a:pt x="7090630" y="152677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(1.09-1.37), p_Bonf = 0.003 (n = 6)  |  per IQR decline (Δ = 29.9 %): 1.82 (1.30-2.55)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6815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2026-09-28T17:00:27Z</dcterms:modified>
  <cp:category/>
</cp:coreProperties>
</file>