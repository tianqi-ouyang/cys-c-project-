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4118924"/>
              <a:ext cx="7090630" cy="836924"/>
            </a:xfrm>
            <a:custGeom>
              <a:avLst/>
              <a:pathLst>
                <a:path w="7090630" h="836924">
                  <a:moveTo>
                    <a:pt x="0" y="0"/>
                  </a:moveTo>
                  <a:lnTo>
                    <a:pt x="71622" y="12185"/>
                  </a:lnTo>
                  <a:lnTo>
                    <a:pt x="143245" y="24267"/>
                  </a:lnTo>
                  <a:lnTo>
                    <a:pt x="214867" y="36246"/>
                  </a:lnTo>
                  <a:lnTo>
                    <a:pt x="286490" y="48124"/>
                  </a:lnTo>
                  <a:lnTo>
                    <a:pt x="358112" y="59902"/>
                  </a:lnTo>
                  <a:lnTo>
                    <a:pt x="429735" y="71580"/>
                  </a:lnTo>
                  <a:lnTo>
                    <a:pt x="501357" y="83158"/>
                  </a:lnTo>
                  <a:lnTo>
                    <a:pt x="572980" y="94639"/>
                  </a:lnTo>
                  <a:lnTo>
                    <a:pt x="644602" y="106022"/>
                  </a:lnTo>
                  <a:lnTo>
                    <a:pt x="716225" y="117309"/>
                  </a:lnTo>
                  <a:lnTo>
                    <a:pt x="787847" y="128501"/>
                  </a:lnTo>
                  <a:lnTo>
                    <a:pt x="859470" y="139597"/>
                  </a:lnTo>
                  <a:lnTo>
                    <a:pt x="931092" y="150600"/>
                  </a:lnTo>
                  <a:lnTo>
                    <a:pt x="1002715" y="161509"/>
                  </a:lnTo>
                  <a:lnTo>
                    <a:pt x="1074337" y="172326"/>
                  </a:lnTo>
                  <a:lnTo>
                    <a:pt x="1145960" y="183051"/>
                  </a:lnTo>
                  <a:lnTo>
                    <a:pt x="1217582" y="193686"/>
                  </a:lnTo>
                  <a:lnTo>
                    <a:pt x="1289205" y="204230"/>
                  </a:lnTo>
                  <a:lnTo>
                    <a:pt x="1360827" y="214685"/>
                  </a:lnTo>
                  <a:lnTo>
                    <a:pt x="1432450" y="225051"/>
                  </a:lnTo>
                  <a:lnTo>
                    <a:pt x="1504073" y="235330"/>
                  </a:lnTo>
                  <a:lnTo>
                    <a:pt x="1575695" y="245522"/>
                  </a:lnTo>
                  <a:lnTo>
                    <a:pt x="1647318" y="255627"/>
                  </a:lnTo>
                  <a:lnTo>
                    <a:pt x="1718940" y="265646"/>
                  </a:lnTo>
                  <a:lnTo>
                    <a:pt x="1790563" y="275581"/>
                  </a:lnTo>
                  <a:lnTo>
                    <a:pt x="1862185" y="285431"/>
                  </a:lnTo>
                  <a:lnTo>
                    <a:pt x="1933808" y="295199"/>
                  </a:lnTo>
                  <a:lnTo>
                    <a:pt x="2005430" y="304883"/>
                  </a:lnTo>
                  <a:lnTo>
                    <a:pt x="2077053" y="314485"/>
                  </a:lnTo>
                  <a:lnTo>
                    <a:pt x="2148675" y="324006"/>
                  </a:lnTo>
                  <a:lnTo>
                    <a:pt x="2220298" y="333446"/>
                  </a:lnTo>
                  <a:lnTo>
                    <a:pt x="2291920" y="342807"/>
                  </a:lnTo>
                  <a:lnTo>
                    <a:pt x="2363543" y="352088"/>
                  </a:lnTo>
                  <a:lnTo>
                    <a:pt x="2435165" y="361290"/>
                  </a:lnTo>
                  <a:lnTo>
                    <a:pt x="2506788" y="370414"/>
                  </a:lnTo>
                  <a:lnTo>
                    <a:pt x="2578410" y="379462"/>
                  </a:lnTo>
                  <a:lnTo>
                    <a:pt x="2650033" y="388432"/>
                  </a:lnTo>
                  <a:lnTo>
                    <a:pt x="2721655" y="397326"/>
                  </a:lnTo>
                  <a:lnTo>
                    <a:pt x="2793278" y="406146"/>
                  </a:lnTo>
                  <a:lnTo>
                    <a:pt x="2864901" y="414890"/>
                  </a:lnTo>
                  <a:lnTo>
                    <a:pt x="2936523" y="423560"/>
                  </a:lnTo>
                  <a:lnTo>
                    <a:pt x="3008146" y="432157"/>
                  </a:lnTo>
                  <a:lnTo>
                    <a:pt x="3079768" y="440681"/>
                  </a:lnTo>
                  <a:lnTo>
                    <a:pt x="3151391" y="449133"/>
                  </a:lnTo>
                  <a:lnTo>
                    <a:pt x="3223013" y="457513"/>
                  </a:lnTo>
                  <a:lnTo>
                    <a:pt x="3294636" y="465822"/>
                  </a:lnTo>
                  <a:lnTo>
                    <a:pt x="3366258" y="474061"/>
                  </a:lnTo>
                  <a:lnTo>
                    <a:pt x="3437881" y="482230"/>
                  </a:lnTo>
                  <a:lnTo>
                    <a:pt x="3509503" y="490330"/>
                  </a:lnTo>
                  <a:lnTo>
                    <a:pt x="3581126" y="498361"/>
                  </a:lnTo>
                  <a:lnTo>
                    <a:pt x="3652748" y="506324"/>
                  </a:lnTo>
                  <a:lnTo>
                    <a:pt x="3724371" y="514220"/>
                  </a:lnTo>
                  <a:lnTo>
                    <a:pt x="3795993" y="522049"/>
                  </a:lnTo>
                  <a:lnTo>
                    <a:pt x="3867616" y="529812"/>
                  </a:lnTo>
                  <a:lnTo>
                    <a:pt x="3939238" y="537508"/>
                  </a:lnTo>
                  <a:lnTo>
                    <a:pt x="4010861" y="545140"/>
                  </a:lnTo>
                  <a:lnTo>
                    <a:pt x="4082483" y="552707"/>
                  </a:lnTo>
                  <a:lnTo>
                    <a:pt x="4154106" y="560209"/>
                  </a:lnTo>
                  <a:lnTo>
                    <a:pt x="4225729" y="567649"/>
                  </a:lnTo>
                  <a:lnTo>
                    <a:pt x="4297351" y="575025"/>
                  </a:lnTo>
                  <a:lnTo>
                    <a:pt x="4368974" y="582338"/>
                  </a:lnTo>
                  <a:lnTo>
                    <a:pt x="4440596" y="589590"/>
                  </a:lnTo>
                  <a:lnTo>
                    <a:pt x="4512219" y="596781"/>
                  </a:lnTo>
                  <a:lnTo>
                    <a:pt x="4583841" y="603910"/>
                  </a:lnTo>
                  <a:lnTo>
                    <a:pt x="4655464" y="607622"/>
                  </a:lnTo>
                  <a:lnTo>
                    <a:pt x="4727086" y="603483"/>
                  </a:lnTo>
                  <a:lnTo>
                    <a:pt x="4798709" y="599324"/>
                  </a:lnTo>
                  <a:lnTo>
                    <a:pt x="4870331" y="595145"/>
                  </a:lnTo>
                  <a:lnTo>
                    <a:pt x="4941954" y="590944"/>
                  </a:lnTo>
                  <a:lnTo>
                    <a:pt x="5013576" y="586723"/>
                  </a:lnTo>
                  <a:lnTo>
                    <a:pt x="5085199" y="582480"/>
                  </a:lnTo>
                  <a:lnTo>
                    <a:pt x="5156821" y="578216"/>
                  </a:lnTo>
                  <a:lnTo>
                    <a:pt x="5228444" y="573932"/>
                  </a:lnTo>
                  <a:lnTo>
                    <a:pt x="5300066" y="569625"/>
                  </a:lnTo>
                  <a:lnTo>
                    <a:pt x="5371689" y="565298"/>
                  </a:lnTo>
                  <a:lnTo>
                    <a:pt x="5443311" y="560948"/>
                  </a:lnTo>
                  <a:lnTo>
                    <a:pt x="5514934" y="556578"/>
                  </a:lnTo>
                  <a:lnTo>
                    <a:pt x="5586557" y="552185"/>
                  </a:lnTo>
                  <a:lnTo>
                    <a:pt x="5658179" y="547770"/>
                  </a:lnTo>
                  <a:lnTo>
                    <a:pt x="5729802" y="543334"/>
                  </a:lnTo>
                  <a:lnTo>
                    <a:pt x="5801424" y="538875"/>
                  </a:lnTo>
                  <a:lnTo>
                    <a:pt x="5873047" y="534394"/>
                  </a:lnTo>
                  <a:lnTo>
                    <a:pt x="5944669" y="529891"/>
                  </a:lnTo>
                  <a:lnTo>
                    <a:pt x="6016292" y="525366"/>
                  </a:lnTo>
                  <a:lnTo>
                    <a:pt x="6087914" y="520817"/>
                  </a:lnTo>
                  <a:lnTo>
                    <a:pt x="6159537" y="516247"/>
                  </a:lnTo>
                  <a:lnTo>
                    <a:pt x="6231159" y="511653"/>
                  </a:lnTo>
                  <a:lnTo>
                    <a:pt x="6302782" y="507037"/>
                  </a:lnTo>
                  <a:lnTo>
                    <a:pt x="6374404" y="502397"/>
                  </a:lnTo>
                  <a:lnTo>
                    <a:pt x="6446027" y="497734"/>
                  </a:lnTo>
                  <a:lnTo>
                    <a:pt x="6517649" y="493049"/>
                  </a:lnTo>
                  <a:lnTo>
                    <a:pt x="6589272" y="488340"/>
                  </a:lnTo>
                  <a:lnTo>
                    <a:pt x="6660894" y="483607"/>
                  </a:lnTo>
                  <a:lnTo>
                    <a:pt x="6732517" y="478851"/>
                  </a:lnTo>
                  <a:lnTo>
                    <a:pt x="6804139" y="474071"/>
                  </a:lnTo>
                  <a:lnTo>
                    <a:pt x="6875762" y="469267"/>
                  </a:lnTo>
                  <a:lnTo>
                    <a:pt x="6947385" y="464440"/>
                  </a:lnTo>
                  <a:lnTo>
                    <a:pt x="7019007" y="459588"/>
                  </a:lnTo>
                  <a:lnTo>
                    <a:pt x="7090630" y="454712"/>
                  </a:lnTo>
                  <a:lnTo>
                    <a:pt x="7090630" y="818798"/>
                  </a:lnTo>
                  <a:lnTo>
                    <a:pt x="7019007" y="813505"/>
                  </a:lnTo>
                  <a:lnTo>
                    <a:pt x="6947385" y="808167"/>
                  </a:lnTo>
                  <a:lnTo>
                    <a:pt x="6875762" y="802782"/>
                  </a:lnTo>
                  <a:lnTo>
                    <a:pt x="6804139" y="797352"/>
                  </a:lnTo>
                  <a:lnTo>
                    <a:pt x="6732517" y="791876"/>
                  </a:lnTo>
                  <a:lnTo>
                    <a:pt x="6660894" y="786352"/>
                  </a:lnTo>
                  <a:lnTo>
                    <a:pt x="6589272" y="780782"/>
                  </a:lnTo>
                  <a:lnTo>
                    <a:pt x="6517649" y="775164"/>
                  </a:lnTo>
                  <a:lnTo>
                    <a:pt x="6446027" y="769497"/>
                  </a:lnTo>
                  <a:lnTo>
                    <a:pt x="6374404" y="763783"/>
                  </a:lnTo>
                  <a:lnTo>
                    <a:pt x="6302782" y="758019"/>
                  </a:lnTo>
                  <a:lnTo>
                    <a:pt x="6231159" y="752207"/>
                  </a:lnTo>
                  <a:lnTo>
                    <a:pt x="6159537" y="746344"/>
                  </a:lnTo>
                  <a:lnTo>
                    <a:pt x="6087914" y="740432"/>
                  </a:lnTo>
                  <a:lnTo>
                    <a:pt x="6016292" y="734469"/>
                  </a:lnTo>
                  <a:lnTo>
                    <a:pt x="5944669" y="728455"/>
                  </a:lnTo>
                  <a:lnTo>
                    <a:pt x="5873047" y="722390"/>
                  </a:lnTo>
                  <a:lnTo>
                    <a:pt x="5801424" y="716273"/>
                  </a:lnTo>
                  <a:lnTo>
                    <a:pt x="5729802" y="710104"/>
                  </a:lnTo>
                  <a:lnTo>
                    <a:pt x="5658179" y="703882"/>
                  </a:lnTo>
                  <a:lnTo>
                    <a:pt x="5586557" y="697606"/>
                  </a:lnTo>
                  <a:lnTo>
                    <a:pt x="5514934" y="691278"/>
                  </a:lnTo>
                  <a:lnTo>
                    <a:pt x="5443311" y="684895"/>
                  </a:lnTo>
                  <a:lnTo>
                    <a:pt x="5371689" y="678457"/>
                  </a:lnTo>
                  <a:lnTo>
                    <a:pt x="5300066" y="671965"/>
                  </a:lnTo>
                  <a:lnTo>
                    <a:pt x="5228444" y="665417"/>
                  </a:lnTo>
                  <a:lnTo>
                    <a:pt x="5156821" y="658813"/>
                  </a:lnTo>
                  <a:lnTo>
                    <a:pt x="5085199" y="652153"/>
                  </a:lnTo>
                  <a:lnTo>
                    <a:pt x="5013576" y="645436"/>
                  </a:lnTo>
                  <a:lnTo>
                    <a:pt x="4941954" y="638661"/>
                  </a:lnTo>
                  <a:lnTo>
                    <a:pt x="4870331" y="631829"/>
                  </a:lnTo>
                  <a:lnTo>
                    <a:pt x="4798709" y="624938"/>
                  </a:lnTo>
                  <a:lnTo>
                    <a:pt x="4727086" y="617988"/>
                  </a:lnTo>
                  <a:lnTo>
                    <a:pt x="4655464" y="610979"/>
                  </a:lnTo>
                  <a:lnTo>
                    <a:pt x="4583841" y="611739"/>
                  </a:lnTo>
                  <a:lnTo>
                    <a:pt x="4512219" y="615837"/>
                  </a:lnTo>
                  <a:lnTo>
                    <a:pt x="4440596" y="619914"/>
                  </a:lnTo>
                  <a:lnTo>
                    <a:pt x="4368974" y="623971"/>
                  </a:lnTo>
                  <a:lnTo>
                    <a:pt x="4297351" y="628008"/>
                  </a:lnTo>
                  <a:lnTo>
                    <a:pt x="4225729" y="632025"/>
                  </a:lnTo>
                  <a:lnTo>
                    <a:pt x="4154106" y="636021"/>
                  </a:lnTo>
                  <a:lnTo>
                    <a:pt x="4082483" y="639999"/>
                  </a:lnTo>
                  <a:lnTo>
                    <a:pt x="4010861" y="643956"/>
                  </a:lnTo>
                  <a:lnTo>
                    <a:pt x="3939238" y="647894"/>
                  </a:lnTo>
                  <a:lnTo>
                    <a:pt x="3867616" y="651812"/>
                  </a:lnTo>
                  <a:lnTo>
                    <a:pt x="3795993" y="655711"/>
                  </a:lnTo>
                  <a:lnTo>
                    <a:pt x="3724371" y="659590"/>
                  </a:lnTo>
                  <a:lnTo>
                    <a:pt x="3652748" y="663450"/>
                  </a:lnTo>
                  <a:lnTo>
                    <a:pt x="3581126" y="667292"/>
                  </a:lnTo>
                  <a:lnTo>
                    <a:pt x="3509503" y="671114"/>
                  </a:lnTo>
                  <a:lnTo>
                    <a:pt x="3437881" y="674917"/>
                  </a:lnTo>
                  <a:lnTo>
                    <a:pt x="3366258" y="678701"/>
                  </a:lnTo>
                  <a:lnTo>
                    <a:pt x="3294636" y="682467"/>
                  </a:lnTo>
                  <a:lnTo>
                    <a:pt x="3223013" y="686213"/>
                  </a:lnTo>
                  <a:lnTo>
                    <a:pt x="3151391" y="689942"/>
                  </a:lnTo>
                  <a:lnTo>
                    <a:pt x="3079768" y="693651"/>
                  </a:lnTo>
                  <a:lnTo>
                    <a:pt x="3008146" y="697343"/>
                  </a:lnTo>
                  <a:lnTo>
                    <a:pt x="2936523" y="701016"/>
                  </a:lnTo>
                  <a:lnTo>
                    <a:pt x="2864901" y="704671"/>
                  </a:lnTo>
                  <a:lnTo>
                    <a:pt x="2793278" y="708308"/>
                  </a:lnTo>
                  <a:lnTo>
                    <a:pt x="2721655" y="711926"/>
                  </a:lnTo>
                  <a:lnTo>
                    <a:pt x="2650033" y="715527"/>
                  </a:lnTo>
                  <a:lnTo>
                    <a:pt x="2578410" y="719110"/>
                  </a:lnTo>
                  <a:lnTo>
                    <a:pt x="2506788" y="722675"/>
                  </a:lnTo>
                  <a:lnTo>
                    <a:pt x="2435165" y="726223"/>
                  </a:lnTo>
                  <a:lnTo>
                    <a:pt x="2363543" y="729753"/>
                  </a:lnTo>
                  <a:lnTo>
                    <a:pt x="2291920" y="733265"/>
                  </a:lnTo>
                  <a:lnTo>
                    <a:pt x="2220298" y="736760"/>
                  </a:lnTo>
                  <a:lnTo>
                    <a:pt x="2148675" y="740238"/>
                  </a:lnTo>
                  <a:lnTo>
                    <a:pt x="2077053" y="743698"/>
                  </a:lnTo>
                  <a:lnTo>
                    <a:pt x="2005430" y="747142"/>
                  </a:lnTo>
                  <a:lnTo>
                    <a:pt x="1933808" y="750568"/>
                  </a:lnTo>
                  <a:lnTo>
                    <a:pt x="1862185" y="753977"/>
                  </a:lnTo>
                  <a:lnTo>
                    <a:pt x="1790563" y="757370"/>
                  </a:lnTo>
                  <a:lnTo>
                    <a:pt x="1718940" y="760745"/>
                  </a:lnTo>
                  <a:lnTo>
                    <a:pt x="1647318" y="764104"/>
                  </a:lnTo>
                  <a:lnTo>
                    <a:pt x="1575695" y="767446"/>
                  </a:lnTo>
                  <a:lnTo>
                    <a:pt x="1504073" y="770772"/>
                  </a:lnTo>
                  <a:lnTo>
                    <a:pt x="1432450" y="774081"/>
                  </a:lnTo>
                  <a:lnTo>
                    <a:pt x="1360827" y="777374"/>
                  </a:lnTo>
                  <a:lnTo>
                    <a:pt x="1289205" y="780650"/>
                  </a:lnTo>
                  <a:lnTo>
                    <a:pt x="1217582" y="783910"/>
                  </a:lnTo>
                  <a:lnTo>
                    <a:pt x="1145960" y="787154"/>
                  </a:lnTo>
                  <a:lnTo>
                    <a:pt x="1074337" y="790382"/>
                  </a:lnTo>
                  <a:lnTo>
                    <a:pt x="1002715" y="793594"/>
                  </a:lnTo>
                  <a:lnTo>
                    <a:pt x="931092" y="796790"/>
                  </a:lnTo>
                  <a:lnTo>
                    <a:pt x="859470" y="799970"/>
                  </a:lnTo>
                  <a:lnTo>
                    <a:pt x="787847" y="803134"/>
                  </a:lnTo>
                  <a:lnTo>
                    <a:pt x="716225" y="806283"/>
                  </a:lnTo>
                  <a:lnTo>
                    <a:pt x="644602" y="809416"/>
                  </a:lnTo>
                  <a:lnTo>
                    <a:pt x="572980" y="812534"/>
                  </a:lnTo>
                  <a:lnTo>
                    <a:pt x="501357" y="815636"/>
                  </a:lnTo>
                  <a:lnTo>
                    <a:pt x="429735" y="818723"/>
                  </a:lnTo>
                  <a:lnTo>
                    <a:pt x="358112" y="821794"/>
                  </a:lnTo>
                  <a:lnTo>
                    <a:pt x="286490" y="824850"/>
                  </a:lnTo>
                  <a:lnTo>
                    <a:pt x="214867" y="827891"/>
                  </a:lnTo>
                  <a:lnTo>
                    <a:pt x="143245" y="830917"/>
                  </a:lnTo>
                  <a:lnTo>
                    <a:pt x="71622" y="833928"/>
                  </a:lnTo>
                  <a:lnTo>
                    <a:pt x="0" y="83692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118924"/>
              <a:ext cx="7090630" cy="607622"/>
            </a:xfrm>
            <a:custGeom>
              <a:avLst/>
              <a:pathLst>
                <a:path w="7090630" h="607622">
                  <a:moveTo>
                    <a:pt x="0" y="0"/>
                  </a:moveTo>
                  <a:lnTo>
                    <a:pt x="71622" y="12185"/>
                  </a:lnTo>
                  <a:lnTo>
                    <a:pt x="143245" y="24267"/>
                  </a:lnTo>
                  <a:lnTo>
                    <a:pt x="214867" y="36246"/>
                  </a:lnTo>
                  <a:lnTo>
                    <a:pt x="286490" y="48124"/>
                  </a:lnTo>
                  <a:lnTo>
                    <a:pt x="358112" y="59902"/>
                  </a:lnTo>
                  <a:lnTo>
                    <a:pt x="429735" y="71580"/>
                  </a:lnTo>
                  <a:lnTo>
                    <a:pt x="501357" y="83158"/>
                  </a:lnTo>
                  <a:lnTo>
                    <a:pt x="572980" y="94639"/>
                  </a:lnTo>
                  <a:lnTo>
                    <a:pt x="644602" y="106022"/>
                  </a:lnTo>
                  <a:lnTo>
                    <a:pt x="716225" y="117309"/>
                  </a:lnTo>
                  <a:lnTo>
                    <a:pt x="787847" y="128501"/>
                  </a:lnTo>
                  <a:lnTo>
                    <a:pt x="859470" y="139597"/>
                  </a:lnTo>
                  <a:lnTo>
                    <a:pt x="931092" y="150600"/>
                  </a:lnTo>
                  <a:lnTo>
                    <a:pt x="1002715" y="161509"/>
                  </a:lnTo>
                  <a:lnTo>
                    <a:pt x="1074337" y="172326"/>
                  </a:lnTo>
                  <a:lnTo>
                    <a:pt x="1145960" y="183051"/>
                  </a:lnTo>
                  <a:lnTo>
                    <a:pt x="1217582" y="193686"/>
                  </a:lnTo>
                  <a:lnTo>
                    <a:pt x="1289205" y="204230"/>
                  </a:lnTo>
                  <a:lnTo>
                    <a:pt x="1360827" y="214685"/>
                  </a:lnTo>
                  <a:lnTo>
                    <a:pt x="1432450" y="225051"/>
                  </a:lnTo>
                  <a:lnTo>
                    <a:pt x="1504073" y="235330"/>
                  </a:lnTo>
                  <a:lnTo>
                    <a:pt x="1575695" y="245522"/>
                  </a:lnTo>
                  <a:lnTo>
                    <a:pt x="1647318" y="255627"/>
                  </a:lnTo>
                  <a:lnTo>
                    <a:pt x="1718940" y="265646"/>
                  </a:lnTo>
                  <a:lnTo>
                    <a:pt x="1790563" y="275581"/>
                  </a:lnTo>
                  <a:lnTo>
                    <a:pt x="1862185" y="285431"/>
                  </a:lnTo>
                  <a:lnTo>
                    <a:pt x="1933808" y="295199"/>
                  </a:lnTo>
                  <a:lnTo>
                    <a:pt x="2005430" y="304883"/>
                  </a:lnTo>
                  <a:lnTo>
                    <a:pt x="2077053" y="314485"/>
                  </a:lnTo>
                  <a:lnTo>
                    <a:pt x="2148675" y="324006"/>
                  </a:lnTo>
                  <a:lnTo>
                    <a:pt x="2220298" y="333446"/>
                  </a:lnTo>
                  <a:lnTo>
                    <a:pt x="2291920" y="342807"/>
                  </a:lnTo>
                  <a:lnTo>
                    <a:pt x="2363543" y="352088"/>
                  </a:lnTo>
                  <a:lnTo>
                    <a:pt x="2435165" y="361290"/>
                  </a:lnTo>
                  <a:lnTo>
                    <a:pt x="2506788" y="370414"/>
                  </a:lnTo>
                  <a:lnTo>
                    <a:pt x="2578410" y="379462"/>
                  </a:lnTo>
                  <a:lnTo>
                    <a:pt x="2650033" y="388432"/>
                  </a:lnTo>
                  <a:lnTo>
                    <a:pt x="2721655" y="397326"/>
                  </a:lnTo>
                  <a:lnTo>
                    <a:pt x="2793278" y="406146"/>
                  </a:lnTo>
                  <a:lnTo>
                    <a:pt x="2864901" y="414890"/>
                  </a:lnTo>
                  <a:lnTo>
                    <a:pt x="2936523" y="423560"/>
                  </a:lnTo>
                  <a:lnTo>
                    <a:pt x="3008146" y="432157"/>
                  </a:lnTo>
                  <a:lnTo>
                    <a:pt x="3079768" y="440681"/>
                  </a:lnTo>
                  <a:lnTo>
                    <a:pt x="3151391" y="449133"/>
                  </a:lnTo>
                  <a:lnTo>
                    <a:pt x="3223013" y="457513"/>
                  </a:lnTo>
                  <a:lnTo>
                    <a:pt x="3294636" y="465822"/>
                  </a:lnTo>
                  <a:lnTo>
                    <a:pt x="3366258" y="474061"/>
                  </a:lnTo>
                  <a:lnTo>
                    <a:pt x="3437881" y="482230"/>
                  </a:lnTo>
                  <a:lnTo>
                    <a:pt x="3509503" y="490330"/>
                  </a:lnTo>
                  <a:lnTo>
                    <a:pt x="3581126" y="498361"/>
                  </a:lnTo>
                  <a:lnTo>
                    <a:pt x="3652748" y="506324"/>
                  </a:lnTo>
                  <a:lnTo>
                    <a:pt x="3724371" y="514220"/>
                  </a:lnTo>
                  <a:lnTo>
                    <a:pt x="3795993" y="522049"/>
                  </a:lnTo>
                  <a:lnTo>
                    <a:pt x="3867616" y="529812"/>
                  </a:lnTo>
                  <a:lnTo>
                    <a:pt x="3939238" y="537508"/>
                  </a:lnTo>
                  <a:lnTo>
                    <a:pt x="4010861" y="545140"/>
                  </a:lnTo>
                  <a:lnTo>
                    <a:pt x="4082483" y="552707"/>
                  </a:lnTo>
                  <a:lnTo>
                    <a:pt x="4154106" y="560209"/>
                  </a:lnTo>
                  <a:lnTo>
                    <a:pt x="4225729" y="567649"/>
                  </a:lnTo>
                  <a:lnTo>
                    <a:pt x="4297351" y="575025"/>
                  </a:lnTo>
                  <a:lnTo>
                    <a:pt x="4368974" y="582338"/>
                  </a:lnTo>
                  <a:lnTo>
                    <a:pt x="4440596" y="589590"/>
                  </a:lnTo>
                  <a:lnTo>
                    <a:pt x="4512219" y="596781"/>
                  </a:lnTo>
                  <a:lnTo>
                    <a:pt x="4583841" y="603910"/>
                  </a:lnTo>
                  <a:lnTo>
                    <a:pt x="4655464" y="607622"/>
                  </a:lnTo>
                  <a:lnTo>
                    <a:pt x="4727086" y="603483"/>
                  </a:lnTo>
                  <a:lnTo>
                    <a:pt x="4798709" y="599324"/>
                  </a:lnTo>
                  <a:lnTo>
                    <a:pt x="4870331" y="595145"/>
                  </a:lnTo>
                  <a:lnTo>
                    <a:pt x="4941954" y="590944"/>
                  </a:lnTo>
                  <a:lnTo>
                    <a:pt x="5013576" y="586723"/>
                  </a:lnTo>
                  <a:lnTo>
                    <a:pt x="5085199" y="582480"/>
                  </a:lnTo>
                  <a:lnTo>
                    <a:pt x="5156821" y="578216"/>
                  </a:lnTo>
                  <a:lnTo>
                    <a:pt x="5228444" y="573932"/>
                  </a:lnTo>
                  <a:lnTo>
                    <a:pt x="5300066" y="569625"/>
                  </a:lnTo>
                  <a:lnTo>
                    <a:pt x="5371689" y="565298"/>
                  </a:lnTo>
                  <a:lnTo>
                    <a:pt x="5443311" y="560948"/>
                  </a:lnTo>
                  <a:lnTo>
                    <a:pt x="5514934" y="556578"/>
                  </a:lnTo>
                  <a:lnTo>
                    <a:pt x="5586557" y="552185"/>
                  </a:lnTo>
                  <a:lnTo>
                    <a:pt x="5658179" y="547770"/>
                  </a:lnTo>
                  <a:lnTo>
                    <a:pt x="5729802" y="543334"/>
                  </a:lnTo>
                  <a:lnTo>
                    <a:pt x="5801424" y="538875"/>
                  </a:lnTo>
                  <a:lnTo>
                    <a:pt x="5873047" y="534394"/>
                  </a:lnTo>
                  <a:lnTo>
                    <a:pt x="5944669" y="529891"/>
                  </a:lnTo>
                  <a:lnTo>
                    <a:pt x="6016292" y="525366"/>
                  </a:lnTo>
                  <a:lnTo>
                    <a:pt x="6087914" y="520817"/>
                  </a:lnTo>
                  <a:lnTo>
                    <a:pt x="6159537" y="516247"/>
                  </a:lnTo>
                  <a:lnTo>
                    <a:pt x="6231159" y="511653"/>
                  </a:lnTo>
                  <a:lnTo>
                    <a:pt x="6302782" y="507037"/>
                  </a:lnTo>
                  <a:lnTo>
                    <a:pt x="6374404" y="502397"/>
                  </a:lnTo>
                  <a:lnTo>
                    <a:pt x="6446027" y="497734"/>
                  </a:lnTo>
                  <a:lnTo>
                    <a:pt x="6517649" y="493049"/>
                  </a:lnTo>
                  <a:lnTo>
                    <a:pt x="6589272" y="488340"/>
                  </a:lnTo>
                  <a:lnTo>
                    <a:pt x="6660894" y="483607"/>
                  </a:lnTo>
                  <a:lnTo>
                    <a:pt x="6732517" y="478851"/>
                  </a:lnTo>
                  <a:lnTo>
                    <a:pt x="6804139" y="474071"/>
                  </a:lnTo>
                  <a:lnTo>
                    <a:pt x="6875762" y="469267"/>
                  </a:lnTo>
                  <a:lnTo>
                    <a:pt x="6947385" y="464440"/>
                  </a:lnTo>
                  <a:lnTo>
                    <a:pt x="7019007" y="459588"/>
                  </a:lnTo>
                  <a:lnTo>
                    <a:pt x="7090630" y="4547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9904"/>
              <a:ext cx="7090630" cy="225945"/>
            </a:xfrm>
            <a:custGeom>
              <a:avLst/>
              <a:pathLst>
                <a:path w="7090630" h="225945">
                  <a:moveTo>
                    <a:pt x="7090630" y="207819"/>
                  </a:moveTo>
                  <a:lnTo>
                    <a:pt x="7019007" y="202526"/>
                  </a:lnTo>
                  <a:lnTo>
                    <a:pt x="6947385" y="197187"/>
                  </a:lnTo>
                  <a:lnTo>
                    <a:pt x="6875762" y="191803"/>
                  </a:lnTo>
                  <a:lnTo>
                    <a:pt x="6804139" y="186373"/>
                  </a:lnTo>
                  <a:lnTo>
                    <a:pt x="6732517" y="180896"/>
                  </a:lnTo>
                  <a:lnTo>
                    <a:pt x="6660894" y="175373"/>
                  </a:lnTo>
                  <a:lnTo>
                    <a:pt x="6589272" y="169802"/>
                  </a:lnTo>
                  <a:lnTo>
                    <a:pt x="6517649" y="164184"/>
                  </a:lnTo>
                  <a:lnTo>
                    <a:pt x="6446027" y="158518"/>
                  </a:lnTo>
                  <a:lnTo>
                    <a:pt x="6374404" y="152803"/>
                  </a:lnTo>
                  <a:lnTo>
                    <a:pt x="6302782" y="147040"/>
                  </a:lnTo>
                  <a:lnTo>
                    <a:pt x="6231159" y="141227"/>
                  </a:lnTo>
                  <a:lnTo>
                    <a:pt x="6159537" y="135365"/>
                  </a:lnTo>
                  <a:lnTo>
                    <a:pt x="6087914" y="129453"/>
                  </a:lnTo>
                  <a:lnTo>
                    <a:pt x="6016292" y="123490"/>
                  </a:lnTo>
                  <a:lnTo>
                    <a:pt x="5944669" y="117476"/>
                  </a:lnTo>
                  <a:lnTo>
                    <a:pt x="5873047" y="111411"/>
                  </a:lnTo>
                  <a:lnTo>
                    <a:pt x="5801424" y="105294"/>
                  </a:lnTo>
                  <a:lnTo>
                    <a:pt x="5729802" y="99124"/>
                  </a:lnTo>
                  <a:lnTo>
                    <a:pt x="5658179" y="92902"/>
                  </a:lnTo>
                  <a:lnTo>
                    <a:pt x="5586557" y="86627"/>
                  </a:lnTo>
                  <a:lnTo>
                    <a:pt x="5514934" y="80298"/>
                  </a:lnTo>
                  <a:lnTo>
                    <a:pt x="5443311" y="73915"/>
                  </a:lnTo>
                  <a:lnTo>
                    <a:pt x="5371689" y="67478"/>
                  </a:lnTo>
                  <a:lnTo>
                    <a:pt x="5300066" y="60985"/>
                  </a:lnTo>
                  <a:lnTo>
                    <a:pt x="5228444" y="54438"/>
                  </a:lnTo>
                  <a:lnTo>
                    <a:pt x="5156821" y="47834"/>
                  </a:lnTo>
                  <a:lnTo>
                    <a:pt x="5085199" y="41173"/>
                  </a:lnTo>
                  <a:lnTo>
                    <a:pt x="5013576" y="34456"/>
                  </a:lnTo>
                  <a:lnTo>
                    <a:pt x="4941954" y="27682"/>
                  </a:lnTo>
                  <a:lnTo>
                    <a:pt x="4870331" y="20849"/>
                  </a:lnTo>
                  <a:lnTo>
                    <a:pt x="4798709" y="13958"/>
                  </a:lnTo>
                  <a:lnTo>
                    <a:pt x="4727086" y="7009"/>
                  </a:lnTo>
                  <a:lnTo>
                    <a:pt x="4655464" y="0"/>
                  </a:lnTo>
                  <a:lnTo>
                    <a:pt x="4583841" y="760"/>
                  </a:lnTo>
                  <a:lnTo>
                    <a:pt x="4512219" y="4858"/>
                  </a:lnTo>
                  <a:lnTo>
                    <a:pt x="4440596" y="8935"/>
                  </a:lnTo>
                  <a:lnTo>
                    <a:pt x="4368974" y="12992"/>
                  </a:lnTo>
                  <a:lnTo>
                    <a:pt x="4297351" y="17028"/>
                  </a:lnTo>
                  <a:lnTo>
                    <a:pt x="4225729" y="21045"/>
                  </a:lnTo>
                  <a:lnTo>
                    <a:pt x="4154106" y="25042"/>
                  </a:lnTo>
                  <a:lnTo>
                    <a:pt x="4082483" y="29019"/>
                  </a:lnTo>
                  <a:lnTo>
                    <a:pt x="4010861" y="32977"/>
                  </a:lnTo>
                  <a:lnTo>
                    <a:pt x="3939238" y="36914"/>
                  </a:lnTo>
                  <a:lnTo>
                    <a:pt x="3867616" y="40833"/>
                  </a:lnTo>
                  <a:lnTo>
                    <a:pt x="3795993" y="44731"/>
                  </a:lnTo>
                  <a:lnTo>
                    <a:pt x="3724371" y="48611"/>
                  </a:lnTo>
                  <a:lnTo>
                    <a:pt x="3652748" y="52471"/>
                  </a:lnTo>
                  <a:lnTo>
                    <a:pt x="3581126" y="56312"/>
                  </a:lnTo>
                  <a:lnTo>
                    <a:pt x="3509503" y="60134"/>
                  </a:lnTo>
                  <a:lnTo>
                    <a:pt x="3437881" y="63937"/>
                  </a:lnTo>
                  <a:lnTo>
                    <a:pt x="3366258" y="67722"/>
                  </a:lnTo>
                  <a:lnTo>
                    <a:pt x="3294636" y="71487"/>
                  </a:lnTo>
                  <a:lnTo>
                    <a:pt x="3223013" y="75234"/>
                  </a:lnTo>
                  <a:lnTo>
                    <a:pt x="3151391" y="78962"/>
                  </a:lnTo>
                  <a:lnTo>
                    <a:pt x="3079768" y="82672"/>
                  </a:lnTo>
                  <a:lnTo>
                    <a:pt x="3008146" y="86363"/>
                  </a:lnTo>
                  <a:lnTo>
                    <a:pt x="2936523" y="90037"/>
                  </a:lnTo>
                  <a:lnTo>
                    <a:pt x="2864901" y="93691"/>
                  </a:lnTo>
                  <a:lnTo>
                    <a:pt x="2793278" y="97328"/>
                  </a:lnTo>
                  <a:lnTo>
                    <a:pt x="2721655" y="100947"/>
                  </a:lnTo>
                  <a:lnTo>
                    <a:pt x="2650033" y="104548"/>
                  </a:lnTo>
                  <a:lnTo>
                    <a:pt x="2578410" y="108131"/>
                  </a:lnTo>
                  <a:lnTo>
                    <a:pt x="2506788" y="111696"/>
                  </a:lnTo>
                  <a:lnTo>
                    <a:pt x="2435165" y="115244"/>
                  </a:lnTo>
                  <a:lnTo>
                    <a:pt x="2363543" y="118773"/>
                  </a:lnTo>
                  <a:lnTo>
                    <a:pt x="2291920" y="122286"/>
                  </a:lnTo>
                  <a:lnTo>
                    <a:pt x="2220298" y="125781"/>
                  </a:lnTo>
                  <a:lnTo>
                    <a:pt x="2148675" y="129259"/>
                  </a:lnTo>
                  <a:lnTo>
                    <a:pt x="2077053" y="132719"/>
                  </a:lnTo>
                  <a:lnTo>
                    <a:pt x="2005430" y="136162"/>
                  </a:lnTo>
                  <a:lnTo>
                    <a:pt x="1933808" y="139589"/>
                  </a:lnTo>
                  <a:lnTo>
                    <a:pt x="1862185" y="142998"/>
                  </a:lnTo>
                  <a:lnTo>
                    <a:pt x="1790563" y="146390"/>
                  </a:lnTo>
                  <a:lnTo>
                    <a:pt x="1718940" y="149766"/>
                  </a:lnTo>
                  <a:lnTo>
                    <a:pt x="1647318" y="153125"/>
                  </a:lnTo>
                  <a:lnTo>
                    <a:pt x="1575695" y="156467"/>
                  </a:lnTo>
                  <a:lnTo>
                    <a:pt x="1504073" y="159792"/>
                  </a:lnTo>
                  <a:lnTo>
                    <a:pt x="1432450" y="163102"/>
                  </a:lnTo>
                  <a:lnTo>
                    <a:pt x="1360827" y="166394"/>
                  </a:lnTo>
                  <a:lnTo>
                    <a:pt x="1289205" y="169671"/>
                  </a:lnTo>
                  <a:lnTo>
                    <a:pt x="1217582" y="172931"/>
                  </a:lnTo>
                  <a:lnTo>
                    <a:pt x="1145960" y="176175"/>
                  </a:lnTo>
                  <a:lnTo>
                    <a:pt x="1074337" y="179403"/>
                  </a:lnTo>
                  <a:lnTo>
                    <a:pt x="1002715" y="182615"/>
                  </a:lnTo>
                  <a:lnTo>
                    <a:pt x="931092" y="185811"/>
                  </a:lnTo>
                  <a:lnTo>
                    <a:pt x="859470" y="188991"/>
                  </a:lnTo>
                  <a:lnTo>
                    <a:pt x="787847" y="192155"/>
                  </a:lnTo>
                  <a:lnTo>
                    <a:pt x="716225" y="195304"/>
                  </a:lnTo>
                  <a:lnTo>
                    <a:pt x="644602" y="198437"/>
                  </a:lnTo>
                  <a:lnTo>
                    <a:pt x="572980" y="201554"/>
                  </a:lnTo>
                  <a:lnTo>
                    <a:pt x="501357" y="204656"/>
                  </a:lnTo>
                  <a:lnTo>
                    <a:pt x="429735" y="207743"/>
                  </a:lnTo>
                  <a:lnTo>
                    <a:pt x="358112" y="210815"/>
                  </a:lnTo>
                  <a:lnTo>
                    <a:pt x="286490" y="213871"/>
                  </a:lnTo>
                  <a:lnTo>
                    <a:pt x="214867" y="216912"/>
                  </a:lnTo>
                  <a:lnTo>
                    <a:pt x="143245" y="219938"/>
                  </a:lnTo>
                  <a:lnTo>
                    <a:pt x="71622" y="222949"/>
                  </a:lnTo>
                  <a:lnTo>
                    <a:pt x="0" y="2259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627191"/>
              <a:ext cx="7090630" cy="149434"/>
            </a:xfrm>
            <a:custGeom>
              <a:avLst/>
              <a:pathLst>
                <a:path w="7090630" h="149434">
                  <a:moveTo>
                    <a:pt x="0" y="0"/>
                  </a:moveTo>
                  <a:lnTo>
                    <a:pt x="71622" y="1644"/>
                  </a:lnTo>
                  <a:lnTo>
                    <a:pt x="143245" y="3285"/>
                  </a:lnTo>
                  <a:lnTo>
                    <a:pt x="214867" y="4923"/>
                  </a:lnTo>
                  <a:lnTo>
                    <a:pt x="286490" y="6558"/>
                  </a:lnTo>
                  <a:lnTo>
                    <a:pt x="358112" y="8191"/>
                  </a:lnTo>
                  <a:lnTo>
                    <a:pt x="429735" y="9820"/>
                  </a:lnTo>
                  <a:lnTo>
                    <a:pt x="501357" y="11447"/>
                  </a:lnTo>
                  <a:lnTo>
                    <a:pt x="572980" y="13071"/>
                  </a:lnTo>
                  <a:lnTo>
                    <a:pt x="644602" y="14692"/>
                  </a:lnTo>
                  <a:lnTo>
                    <a:pt x="716225" y="16310"/>
                  </a:lnTo>
                  <a:lnTo>
                    <a:pt x="787847" y="17925"/>
                  </a:lnTo>
                  <a:lnTo>
                    <a:pt x="859470" y="19537"/>
                  </a:lnTo>
                  <a:lnTo>
                    <a:pt x="931092" y="21147"/>
                  </a:lnTo>
                  <a:lnTo>
                    <a:pt x="1002715" y="22753"/>
                  </a:lnTo>
                  <a:lnTo>
                    <a:pt x="1074337" y="24357"/>
                  </a:lnTo>
                  <a:lnTo>
                    <a:pt x="1145960" y="25958"/>
                  </a:lnTo>
                  <a:lnTo>
                    <a:pt x="1217582" y="27556"/>
                  </a:lnTo>
                  <a:lnTo>
                    <a:pt x="1289205" y="29152"/>
                  </a:lnTo>
                  <a:lnTo>
                    <a:pt x="1360827" y="30744"/>
                  </a:lnTo>
                  <a:lnTo>
                    <a:pt x="1432450" y="32334"/>
                  </a:lnTo>
                  <a:lnTo>
                    <a:pt x="1504073" y="33921"/>
                  </a:lnTo>
                  <a:lnTo>
                    <a:pt x="1575695" y="35505"/>
                  </a:lnTo>
                  <a:lnTo>
                    <a:pt x="1647318" y="37086"/>
                  </a:lnTo>
                  <a:lnTo>
                    <a:pt x="1718940" y="38665"/>
                  </a:lnTo>
                  <a:lnTo>
                    <a:pt x="1790563" y="40240"/>
                  </a:lnTo>
                  <a:lnTo>
                    <a:pt x="1862185" y="41813"/>
                  </a:lnTo>
                  <a:lnTo>
                    <a:pt x="1933808" y="43383"/>
                  </a:lnTo>
                  <a:lnTo>
                    <a:pt x="2005430" y="44951"/>
                  </a:lnTo>
                  <a:lnTo>
                    <a:pt x="2077053" y="46515"/>
                  </a:lnTo>
                  <a:lnTo>
                    <a:pt x="2148675" y="48077"/>
                  </a:lnTo>
                  <a:lnTo>
                    <a:pt x="2220298" y="49636"/>
                  </a:lnTo>
                  <a:lnTo>
                    <a:pt x="2291920" y="51192"/>
                  </a:lnTo>
                  <a:lnTo>
                    <a:pt x="2363543" y="52746"/>
                  </a:lnTo>
                  <a:lnTo>
                    <a:pt x="2435165" y="54297"/>
                  </a:lnTo>
                  <a:lnTo>
                    <a:pt x="2506788" y="55845"/>
                  </a:lnTo>
                  <a:lnTo>
                    <a:pt x="2578410" y="57390"/>
                  </a:lnTo>
                  <a:lnTo>
                    <a:pt x="2650033" y="58933"/>
                  </a:lnTo>
                  <a:lnTo>
                    <a:pt x="2721655" y="60473"/>
                  </a:lnTo>
                  <a:lnTo>
                    <a:pt x="2793278" y="62010"/>
                  </a:lnTo>
                  <a:lnTo>
                    <a:pt x="2864901" y="63544"/>
                  </a:lnTo>
                  <a:lnTo>
                    <a:pt x="2936523" y="65076"/>
                  </a:lnTo>
                  <a:lnTo>
                    <a:pt x="3008146" y="66605"/>
                  </a:lnTo>
                  <a:lnTo>
                    <a:pt x="3079768" y="68131"/>
                  </a:lnTo>
                  <a:lnTo>
                    <a:pt x="3151391" y="69655"/>
                  </a:lnTo>
                  <a:lnTo>
                    <a:pt x="3223013" y="71176"/>
                  </a:lnTo>
                  <a:lnTo>
                    <a:pt x="3294636" y="72694"/>
                  </a:lnTo>
                  <a:lnTo>
                    <a:pt x="3366258" y="74209"/>
                  </a:lnTo>
                  <a:lnTo>
                    <a:pt x="3437881" y="75722"/>
                  </a:lnTo>
                  <a:lnTo>
                    <a:pt x="3509503" y="77233"/>
                  </a:lnTo>
                  <a:lnTo>
                    <a:pt x="3581126" y="78740"/>
                  </a:lnTo>
                  <a:lnTo>
                    <a:pt x="3652748" y="80245"/>
                  </a:lnTo>
                  <a:lnTo>
                    <a:pt x="3724371" y="81747"/>
                  </a:lnTo>
                  <a:lnTo>
                    <a:pt x="3795993" y="83247"/>
                  </a:lnTo>
                  <a:lnTo>
                    <a:pt x="3867616" y="84743"/>
                  </a:lnTo>
                  <a:lnTo>
                    <a:pt x="3939238" y="86238"/>
                  </a:lnTo>
                  <a:lnTo>
                    <a:pt x="4010861" y="87729"/>
                  </a:lnTo>
                  <a:lnTo>
                    <a:pt x="4082483" y="89218"/>
                  </a:lnTo>
                  <a:lnTo>
                    <a:pt x="4154106" y="90705"/>
                  </a:lnTo>
                  <a:lnTo>
                    <a:pt x="4225729" y="92188"/>
                  </a:lnTo>
                  <a:lnTo>
                    <a:pt x="4297351" y="93669"/>
                  </a:lnTo>
                  <a:lnTo>
                    <a:pt x="4368974" y="95148"/>
                  </a:lnTo>
                  <a:lnTo>
                    <a:pt x="4440596" y="96624"/>
                  </a:lnTo>
                  <a:lnTo>
                    <a:pt x="4512219" y="98097"/>
                  </a:lnTo>
                  <a:lnTo>
                    <a:pt x="4583841" y="99568"/>
                  </a:lnTo>
                  <a:lnTo>
                    <a:pt x="4655464" y="101036"/>
                  </a:lnTo>
                  <a:lnTo>
                    <a:pt x="4727086" y="102501"/>
                  </a:lnTo>
                  <a:lnTo>
                    <a:pt x="4798709" y="103964"/>
                  </a:lnTo>
                  <a:lnTo>
                    <a:pt x="4870331" y="105424"/>
                  </a:lnTo>
                  <a:lnTo>
                    <a:pt x="4941954" y="106882"/>
                  </a:lnTo>
                  <a:lnTo>
                    <a:pt x="5013576" y="108337"/>
                  </a:lnTo>
                  <a:lnTo>
                    <a:pt x="5085199" y="109789"/>
                  </a:lnTo>
                  <a:lnTo>
                    <a:pt x="5156821" y="111239"/>
                  </a:lnTo>
                  <a:lnTo>
                    <a:pt x="5228444" y="112687"/>
                  </a:lnTo>
                  <a:lnTo>
                    <a:pt x="5300066" y="114132"/>
                  </a:lnTo>
                  <a:lnTo>
                    <a:pt x="5371689" y="115574"/>
                  </a:lnTo>
                  <a:lnTo>
                    <a:pt x="5443311" y="117014"/>
                  </a:lnTo>
                  <a:lnTo>
                    <a:pt x="5514934" y="118451"/>
                  </a:lnTo>
                  <a:lnTo>
                    <a:pt x="5586557" y="119886"/>
                  </a:lnTo>
                  <a:lnTo>
                    <a:pt x="5658179" y="121318"/>
                  </a:lnTo>
                  <a:lnTo>
                    <a:pt x="5729802" y="122747"/>
                  </a:lnTo>
                  <a:lnTo>
                    <a:pt x="5801424" y="124174"/>
                  </a:lnTo>
                  <a:lnTo>
                    <a:pt x="5873047" y="125599"/>
                  </a:lnTo>
                  <a:lnTo>
                    <a:pt x="5944669" y="127021"/>
                  </a:lnTo>
                  <a:lnTo>
                    <a:pt x="6016292" y="128440"/>
                  </a:lnTo>
                  <a:lnTo>
                    <a:pt x="6087914" y="129857"/>
                  </a:lnTo>
                  <a:lnTo>
                    <a:pt x="6159537" y="131272"/>
                  </a:lnTo>
                  <a:lnTo>
                    <a:pt x="6231159" y="132684"/>
                  </a:lnTo>
                  <a:lnTo>
                    <a:pt x="6302782" y="134093"/>
                  </a:lnTo>
                  <a:lnTo>
                    <a:pt x="6374404" y="135500"/>
                  </a:lnTo>
                  <a:lnTo>
                    <a:pt x="6446027" y="136905"/>
                  </a:lnTo>
                  <a:lnTo>
                    <a:pt x="6517649" y="138307"/>
                  </a:lnTo>
                  <a:lnTo>
                    <a:pt x="6589272" y="139706"/>
                  </a:lnTo>
                  <a:lnTo>
                    <a:pt x="6660894" y="141104"/>
                  </a:lnTo>
                  <a:lnTo>
                    <a:pt x="6732517" y="142498"/>
                  </a:lnTo>
                  <a:lnTo>
                    <a:pt x="6804139" y="143890"/>
                  </a:lnTo>
                  <a:lnTo>
                    <a:pt x="6875762" y="145280"/>
                  </a:lnTo>
                  <a:lnTo>
                    <a:pt x="6947385" y="146667"/>
                  </a:lnTo>
                  <a:lnTo>
                    <a:pt x="7019007" y="148052"/>
                  </a:lnTo>
                  <a:lnTo>
                    <a:pt x="7090630" y="14943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1.02 (0.94-1.11), p_Bonf = 1.000 (n = 6)  |  per IQR decline (Δ = 23.1): 1.05 (0.87-1.27)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2026-09-28T17:00:29Z</dcterms:modified>
  <cp:category/>
</cp:coreProperties>
</file>