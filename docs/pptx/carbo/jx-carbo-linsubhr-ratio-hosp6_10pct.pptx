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63262"/>
            </a:xfrm>
            <a:custGeom>
              <a:avLst/>
              <a:pathLst>
                <a:path w="7090630" h="3463262">
                  <a:moveTo>
                    <a:pt x="1907007" y="0"/>
                  </a:moveTo>
                  <a:lnTo>
                    <a:pt x="1933808" y="93294"/>
                  </a:lnTo>
                  <a:lnTo>
                    <a:pt x="2005430" y="325541"/>
                  </a:lnTo>
                  <a:lnTo>
                    <a:pt x="2077053" y="541879"/>
                  </a:lnTo>
                  <a:lnTo>
                    <a:pt x="2148675" y="743398"/>
                  </a:lnTo>
                  <a:lnTo>
                    <a:pt x="2220298" y="931112"/>
                  </a:lnTo>
                  <a:lnTo>
                    <a:pt x="2291920" y="1105968"/>
                  </a:lnTo>
                  <a:lnTo>
                    <a:pt x="2363543" y="1268847"/>
                  </a:lnTo>
                  <a:lnTo>
                    <a:pt x="2435165" y="1420568"/>
                  </a:lnTo>
                  <a:lnTo>
                    <a:pt x="2506788" y="1561896"/>
                  </a:lnTo>
                  <a:lnTo>
                    <a:pt x="2578410" y="1693543"/>
                  </a:lnTo>
                  <a:lnTo>
                    <a:pt x="2650033" y="1816172"/>
                  </a:lnTo>
                  <a:lnTo>
                    <a:pt x="2721655" y="1930402"/>
                  </a:lnTo>
                  <a:lnTo>
                    <a:pt x="2793278" y="2036806"/>
                  </a:lnTo>
                  <a:lnTo>
                    <a:pt x="2864901" y="2135922"/>
                  </a:lnTo>
                  <a:lnTo>
                    <a:pt x="2936523" y="2228248"/>
                  </a:lnTo>
                  <a:lnTo>
                    <a:pt x="3008146" y="2314250"/>
                  </a:lnTo>
                  <a:lnTo>
                    <a:pt x="3079768" y="2394361"/>
                  </a:lnTo>
                  <a:lnTo>
                    <a:pt x="3151391" y="2468984"/>
                  </a:lnTo>
                  <a:lnTo>
                    <a:pt x="3223013" y="2538496"/>
                  </a:lnTo>
                  <a:lnTo>
                    <a:pt x="3294636" y="2603245"/>
                  </a:lnTo>
                  <a:lnTo>
                    <a:pt x="3366258" y="2652277"/>
                  </a:lnTo>
                  <a:lnTo>
                    <a:pt x="3437881" y="2639512"/>
                  </a:lnTo>
                  <a:lnTo>
                    <a:pt x="3509503" y="2626550"/>
                  </a:lnTo>
                  <a:lnTo>
                    <a:pt x="3581126" y="2613390"/>
                  </a:lnTo>
                  <a:lnTo>
                    <a:pt x="3652748" y="2600027"/>
                  </a:lnTo>
                  <a:lnTo>
                    <a:pt x="3724371" y="2586460"/>
                  </a:lnTo>
                  <a:lnTo>
                    <a:pt x="3795993" y="2572684"/>
                  </a:lnTo>
                  <a:lnTo>
                    <a:pt x="3867616" y="2558696"/>
                  </a:lnTo>
                  <a:lnTo>
                    <a:pt x="3939238" y="2544494"/>
                  </a:lnTo>
                  <a:lnTo>
                    <a:pt x="4010861" y="2530074"/>
                  </a:lnTo>
                  <a:lnTo>
                    <a:pt x="4082483" y="2515432"/>
                  </a:lnTo>
                  <a:lnTo>
                    <a:pt x="4154106" y="2500565"/>
                  </a:lnTo>
                  <a:lnTo>
                    <a:pt x="4225729" y="2485471"/>
                  </a:lnTo>
                  <a:lnTo>
                    <a:pt x="4297351" y="2470144"/>
                  </a:lnTo>
                  <a:lnTo>
                    <a:pt x="4368974" y="2454583"/>
                  </a:lnTo>
                  <a:lnTo>
                    <a:pt x="4440596" y="2438782"/>
                  </a:lnTo>
                  <a:lnTo>
                    <a:pt x="4512219" y="2422739"/>
                  </a:lnTo>
                  <a:lnTo>
                    <a:pt x="4583841" y="2406449"/>
                  </a:lnTo>
                  <a:lnTo>
                    <a:pt x="4655464" y="2389909"/>
                  </a:lnTo>
                  <a:lnTo>
                    <a:pt x="4727086" y="2373116"/>
                  </a:lnTo>
                  <a:lnTo>
                    <a:pt x="4798709" y="2356064"/>
                  </a:lnTo>
                  <a:lnTo>
                    <a:pt x="4870331" y="2338751"/>
                  </a:lnTo>
                  <a:lnTo>
                    <a:pt x="4941954" y="2321172"/>
                  </a:lnTo>
                  <a:lnTo>
                    <a:pt x="5013576" y="2303323"/>
                  </a:lnTo>
                  <a:lnTo>
                    <a:pt x="5085199" y="2285200"/>
                  </a:lnTo>
                  <a:lnTo>
                    <a:pt x="5156821" y="2266799"/>
                  </a:lnTo>
                  <a:lnTo>
                    <a:pt x="5228444" y="2248115"/>
                  </a:lnTo>
                  <a:lnTo>
                    <a:pt x="5300066" y="2229145"/>
                  </a:lnTo>
                  <a:lnTo>
                    <a:pt x="5371689" y="2209883"/>
                  </a:lnTo>
                  <a:lnTo>
                    <a:pt x="5443311" y="2190325"/>
                  </a:lnTo>
                  <a:lnTo>
                    <a:pt x="5514934" y="2170467"/>
                  </a:lnTo>
                  <a:lnTo>
                    <a:pt x="5586557" y="2150305"/>
                  </a:lnTo>
                  <a:lnTo>
                    <a:pt x="5658179" y="2129833"/>
                  </a:lnTo>
                  <a:lnTo>
                    <a:pt x="5729802" y="2109046"/>
                  </a:lnTo>
                  <a:lnTo>
                    <a:pt x="5801424" y="2087940"/>
                  </a:lnTo>
                  <a:lnTo>
                    <a:pt x="5873047" y="2066511"/>
                  </a:lnTo>
                  <a:lnTo>
                    <a:pt x="5944669" y="2044752"/>
                  </a:lnTo>
                  <a:lnTo>
                    <a:pt x="6016292" y="2022659"/>
                  </a:lnTo>
                  <a:lnTo>
                    <a:pt x="6087914" y="2000227"/>
                  </a:lnTo>
                  <a:lnTo>
                    <a:pt x="6159537" y="1977451"/>
                  </a:lnTo>
                  <a:lnTo>
                    <a:pt x="6231159" y="1954325"/>
                  </a:lnTo>
                  <a:lnTo>
                    <a:pt x="6302782" y="1930844"/>
                  </a:lnTo>
                  <a:lnTo>
                    <a:pt x="6374404" y="1907002"/>
                  </a:lnTo>
                  <a:lnTo>
                    <a:pt x="6446027" y="1882794"/>
                  </a:lnTo>
                  <a:lnTo>
                    <a:pt x="6517649" y="1858215"/>
                  </a:lnTo>
                  <a:lnTo>
                    <a:pt x="6589272" y="1833258"/>
                  </a:lnTo>
                  <a:lnTo>
                    <a:pt x="6660894" y="1807918"/>
                  </a:lnTo>
                  <a:lnTo>
                    <a:pt x="6732517" y="1782190"/>
                  </a:lnTo>
                  <a:lnTo>
                    <a:pt x="6804139" y="1756066"/>
                  </a:lnTo>
                  <a:lnTo>
                    <a:pt x="6875762" y="1729541"/>
                  </a:lnTo>
                  <a:lnTo>
                    <a:pt x="6947385" y="1702609"/>
                  </a:lnTo>
                  <a:lnTo>
                    <a:pt x="7019007" y="1675263"/>
                  </a:lnTo>
                  <a:lnTo>
                    <a:pt x="7090630" y="1647497"/>
                  </a:lnTo>
                  <a:lnTo>
                    <a:pt x="7090630" y="3463262"/>
                  </a:lnTo>
                  <a:lnTo>
                    <a:pt x="7019007" y="3461756"/>
                  </a:lnTo>
                  <a:lnTo>
                    <a:pt x="6947385" y="3460139"/>
                  </a:lnTo>
                  <a:lnTo>
                    <a:pt x="6875762" y="3458403"/>
                  </a:lnTo>
                  <a:lnTo>
                    <a:pt x="6804139" y="3456539"/>
                  </a:lnTo>
                  <a:lnTo>
                    <a:pt x="6732517" y="3454538"/>
                  </a:lnTo>
                  <a:lnTo>
                    <a:pt x="6660894" y="3452391"/>
                  </a:lnTo>
                  <a:lnTo>
                    <a:pt x="6589272" y="3450085"/>
                  </a:lnTo>
                  <a:lnTo>
                    <a:pt x="6517649" y="3447609"/>
                  </a:lnTo>
                  <a:lnTo>
                    <a:pt x="6446027" y="3444952"/>
                  </a:lnTo>
                  <a:lnTo>
                    <a:pt x="6374404" y="3442099"/>
                  </a:lnTo>
                  <a:lnTo>
                    <a:pt x="6302782" y="3439036"/>
                  </a:lnTo>
                  <a:lnTo>
                    <a:pt x="6231159" y="3435748"/>
                  </a:lnTo>
                  <a:lnTo>
                    <a:pt x="6159537" y="3432219"/>
                  </a:lnTo>
                  <a:lnTo>
                    <a:pt x="6087914" y="3428430"/>
                  </a:lnTo>
                  <a:lnTo>
                    <a:pt x="6016292" y="3424362"/>
                  </a:lnTo>
                  <a:lnTo>
                    <a:pt x="5944669" y="3419995"/>
                  </a:lnTo>
                  <a:lnTo>
                    <a:pt x="5873047" y="3415307"/>
                  </a:lnTo>
                  <a:lnTo>
                    <a:pt x="5801424" y="3410274"/>
                  </a:lnTo>
                  <a:lnTo>
                    <a:pt x="5729802" y="3404871"/>
                  </a:lnTo>
                  <a:lnTo>
                    <a:pt x="5658179" y="3399070"/>
                  </a:lnTo>
                  <a:lnTo>
                    <a:pt x="5586557" y="3392843"/>
                  </a:lnTo>
                  <a:lnTo>
                    <a:pt x="5514934" y="3386159"/>
                  </a:lnTo>
                  <a:lnTo>
                    <a:pt x="5443311" y="3378982"/>
                  </a:lnTo>
                  <a:lnTo>
                    <a:pt x="5371689" y="3371278"/>
                  </a:lnTo>
                  <a:lnTo>
                    <a:pt x="5300066" y="3363008"/>
                  </a:lnTo>
                  <a:lnTo>
                    <a:pt x="5228444" y="3354129"/>
                  </a:lnTo>
                  <a:lnTo>
                    <a:pt x="5156821" y="3344597"/>
                  </a:lnTo>
                  <a:lnTo>
                    <a:pt x="5085199" y="3334364"/>
                  </a:lnTo>
                  <a:lnTo>
                    <a:pt x="5013576" y="3323379"/>
                  </a:lnTo>
                  <a:lnTo>
                    <a:pt x="4941954" y="3311586"/>
                  </a:lnTo>
                  <a:lnTo>
                    <a:pt x="4870331" y="3298926"/>
                  </a:lnTo>
                  <a:lnTo>
                    <a:pt x="4798709" y="3285335"/>
                  </a:lnTo>
                  <a:lnTo>
                    <a:pt x="4727086" y="3270744"/>
                  </a:lnTo>
                  <a:lnTo>
                    <a:pt x="4655464" y="3255080"/>
                  </a:lnTo>
                  <a:lnTo>
                    <a:pt x="4583841" y="3238265"/>
                  </a:lnTo>
                  <a:lnTo>
                    <a:pt x="4512219" y="3220212"/>
                  </a:lnTo>
                  <a:lnTo>
                    <a:pt x="4440596" y="3200833"/>
                  </a:lnTo>
                  <a:lnTo>
                    <a:pt x="4368974" y="3180028"/>
                  </a:lnTo>
                  <a:lnTo>
                    <a:pt x="4297351" y="3157693"/>
                  </a:lnTo>
                  <a:lnTo>
                    <a:pt x="4225729" y="3133716"/>
                  </a:lnTo>
                  <a:lnTo>
                    <a:pt x="4154106" y="3107976"/>
                  </a:lnTo>
                  <a:lnTo>
                    <a:pt x="4082483" y="3080343"/>
                  </a:lnTo>
                  <a:lnTo>
                    <a:pt x="4010861" y="3050677"/>
                  </a:lnTo>
                  <a:lnTo>
                    <a:pt x="3939238" y="3018830"/>
                  </a:lnTo>
                  <a:lnTo>
                    <a:pt x="3867616" y="2984641"/>
                  </a:lnTo>
                  <a:lnTo>
                    <a:pt x="3795993" y="2947939"/>
                  </a:lnTo>
                  <a:lnTo>
                    <a:pt x="3724371" y="2908537"/>
                  </a:lnTo>
                  <a:lnTo>
                    <a:pt x="3652748" y="2866237"/>
                  </a:lnTo>
                  <a:lnTo>
                    <a:pt x="3581126" y="2820827"/>
                  </a:lnTo>
                  <a:lnTo>
                    <a:pt x="3509503" y="2772077"/>
                  </a:lnTo>
                  <a:lnTo>
                    <a:pt x="3437881" y="2719743"/>
                  </a:lnTo>
                  <a:lnTo>
                    <a:pt x="3366258" y="2663560"/>
                  </a:lnTo>
                  <a:lnTo>
                    <a:pt x="3294636" y="2664850"/>
                  </a:lnTo>
                  <a:lnTo>
                    <a:pt x="3223013" y="2677232"/>
                  </a:lnTo>
                  <a:lnTo>
                    <a:pt x="3151391" y="2689427"/>
                  </a:lnTo>
                  <a:lnTo>
                    <a:pt x="3079768" y="2701438"/>
                  </a:lnTo>
                  <a:lnTo>
                    <a:pt x="3008146" y="2713267"/>
                  </a:lnTo>
                  <a:lnTo>
                    <a:pt x="2936523" y="2724917"/>
                  </a:lnTo>
                  <a:lnTo>
                    <a:pt x="2864901" y="2736391"/>
                  </a:lnTo>
                  <a:lnTo>
                    <a:pt x="2793278" y="2747692"/>
                  </a:lnTo>
                  <a:lnTo>
                    <a:pt x="2721655" y="2758822"/>
                  </a:lnTo>
                  <a:lnTo>
                    <a:pt x="2650033" y="2769783"/>
                  </a:lnTo>
                  <a:lnTo>
                    <a:pt x="2578410" y="2780579"/>
                  </a:lnTo>
                  <a:lnTo>
                    <a:pt x="2506788" y="2791211"/>
                  </a:lnTo>
                  <a:lnTo>
                    <a:pt x="2435165" y="2801683"/>
                  </a:lnTo>
                  <a:lnTo>
                    <a:pt x="2363543" y="2811996"/>
                  </a:lnTo>
                  <a:lnTo>
                    <a:pt x="2291920" y="2822154"/>
                  </a:lnTo>
                  <a:lnTo>
                    <a:pt x="2220298" y="2832157"/>
                  </a:lnTo>
                  <a:lnTo>
                    <a:pt x="2148675" y="2842010"/>
                  </a:lnTo>
                  <a:lnTo>
                    <a:pt x="2077053" y="2851714"/>
                  </a:lnTo>
                  <a:lnTo>
                    <a:pt x="2005430" y="2861270"/>
                  </a:lnTo>
                  <a:lnTo>
                    <a:pt x="1933808" y="2870683"/>
                  </a:lnTo>
                  <a:lnTo>
                    <a:pt x="1862185" y="2879953"/>
                  </a:lnTo>
                  <a:lnTo>
                    <a:pt x="1790563" y="2889083"/>
                  </a:lnTo>
                  <a:lnTo>
                    <a:pt x="1718940" y="2898074"/>
                  </a:lnTo>
                  <a:lnTo>
                    <a:pt x="1647318" y="2906930"/>
                  </a:lnTo>
                  <a:lnTo>
                    <a:pt x="1575695" y="2915652"/>
                  </a:lnTo>
                  <a:lnTo>
                    <a:pt x="1504073" y="2924242"/>
                  </a:lnTo>
                  <a:lnTo>
                    <a:pt x="1432450" y="2932702"/>
                  </a:lnTo>
                  <a:lnTo>
                    <a:pt x="1360827" y="2941034"/>
                  </a:lnTo>
                  <a:lnTo>
                    <a:pt x="1289205" y="2949241"/>
                  </a:lnTo>
                  <a:lnTo>
                    <a:pt x="1217582" y="2957323"/>
                  </a:lnTo>
                  <a:lnTo>
                    <a:pt x="1145960" y="2965283"/>
                  </a:lnTo>
                  <a:lnTo>
                    <a:pt x="1074337" y="2973122"/>
                  </a:lnTo>
                  <a:lnTo>
                    <a:pt x="1002715" y="2980843"/>
                  </a:lnTo>
                  <a:lnTo>
                    <a:pt x="931092" y="2988448"/>
                  </a:lnTo>
                  <a:lnTo>
                    <a:pt x="859470" y="2995937"/>
                  </a:lnTo>
                  <a:lnTo>
                    <a:pt x="787847" y="3003313"/>
                  </a:lnTo>
                  <a:lnTo>
                    <a:pt x="716225" y="3010578"/>
                  </a:lnTo>
                  <a:lnTo>
                    <a:pt x="644602" y="3017732"/>
                  </a:lnTo>
                  <a:lnTo>
                    <a:pt x="572980" y="3024779"/>
                  </a:lnTo>
                  <a:lnTo>
                    <a:pt x="501357" y="3031719"/>
                  </a:lnTo>
                  <a:lnTo>
                    <a:pt x="429735" y="3038554"/>
                  </a:lnTo>
                  <a:lnTo>
                    <a:pt x="358112" y="3045285"/>
                  </a:lnTo>
                  <a:lnTo>
                    <a:pt x="286490" y="3051915"/>
                  </a:lnTo>
                  <a:lnTo>
                    <a:pt x="214867" y="3058445"/>
                  </a:lnTo>
                  <a:lnTo>
                    <a:pt x="143245" y="3064876"/>
                  </a:lnTo>
                  <a:lnTo>
                    <a:pt x="71622" y="3071209"/>
                  </a:lnTo>
                  <a:lnTo>
                    <a:pt x="0" y="30774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079057" y="2073503"/>
              <a:ext cx="5183622" cy="2652277"/>
            </a:xfrm>
            <a:custGeom>
              <a:avLst/>
              <a:pathLst>
                <a:path w="5183622" h="2652277">
                  <a:moveTo>
                    <a:pt x="0" y="0"/>
                  </a:moveTo>
                  <a:lnTo>
                    <a:pt x="26800" y="93294"/>
                  </a:lnTo>
                  <a:lnTo>
                    <a:pt x="98422" y="325541"/>
                  </a:lnTo>
                  <a:lnTo>
                    <a:pt x="170045" y="541879"/>
                  </a:lnTo>
                  <a:lnTo>
                    <a:pt x="241667" y="743398"/>
                  </a:lnTo>
                  <a:lnTo>
                    <a:pt x="313290" y="931112"/>
                  </a:lnTo>
                  <a:lnTo>
                    <a:pt x="384913" y="1105968"/>
                  </a:lnTo>
                  <a:lnTo>
                    <a:pt x="456535" y="1268847"/>
                  </a:lnTo>
                  <a:lnTo>
                    <a:pt x="528158" y="1420568"/>
                  </a:lnTo>
                  <a:lnTo>
                    <a:pt x="599780" y="1561896"/>
                  </a:lnTo>
                  <a:lnTo>
                    <a:pt x="671403" y="1693543"/>
                  </a:lnTo>
                  <a:lnTo>
                    <a:pt x="743025" y="1816172"/>
                  </a:lnTo>
                  <a:lnTo>
                    <a:pt x="814648" y="1930402"/>
                  </a:lnTo>
                  <a:lnTo>
                    <a:pt x="886270" y="2036806"/>
                  </a:lnTo>
                  <a:lnTo>
                    <a:pt x="957893" y="2135922"/>
                  </a:lnTo>
                  <a:lnTo>
                    <a:pt x="1029515" y="2228248"/>
                  </a:lnTo>
                  <a:lnTo>
                    <a:pt x="1101138" y="2314250"/>
                  </a:lnTo>
                  <a:lnTo>
                    <a:pt x="1172760" y="2394361"/>
                  </a:lnTo>
                  <a:lnTo>
                    <a:pt x="1244383" y="2468984"/>
                  </a:lnTo>
                  <a:lnTo>
                    <a:pt x="1316005" y="2538496"/>
                  </a:lnTo>
                  <a:lnTo>
                    <a:pt x="1387628" y="2603245"/>
                  </a:lnTo>
                  <a:lnTo>
                    <a:pt x="1459250" y="2652277"/>
                  </a:lnTo>
                  <a:lnTo>
                    <a:pt x="1530873" y="2639512"/>
                  </a:lnTo>
                  <a:lnTo>
                    <a:pt x="1602495" y="2626550"/>
                  </a:lnTo>
                  <a:lnTo>
                    <a:pt x="1674118" y="2613390"/>
                  </a:lnTo>
                  <a:lnTo>
                    <a:pt x="1745741" y="2600027"/>
                  </a:lnTo>
                  <a:lnTo>
                    <a:pt x="1817363" y="2586460"/>
                  </a:lnTo>
                  <a:lnTo>
                    <a:pt x="1888986" y="2572684"/>
                  </a:lnTo>
                  <a:lnTo>
                    <a:pt x="1960608" y="2558696"/>
                  </a:lnTo>
                  <a:lnTo>
                    <a:pt x="2032231" y="2544494"/>
                  </a:lnTo>
                  <a:lnTo>
                    <a:pt x="2103853" y="2530074"/>
                  </a:lnTo>
                  <a:lnTo>
                    <a:pt x="2175476" y="2515432"/>
                  </a:lnTo>
                  <a:lnTo>
                    <a:pt x="2247098" y="2500565"/>
                  </a:lnTo>
                  <a:lnTo>
                    <a:pt x="2318721" y="2485471"/>
                  </a:lnTo>
                  <a:lnTo>
                    <a:pt x="2390343" y="2470144"/>
                  </a:lnTo>
                  <a:lnTo>
                    <a:pt x="2461966" y="2454583"/>
                  </a:lnTo>
                  <a:lnTo>
                    <a:pt x="2533588" y="2438782"/>
                  </a:lnTo>
                  <a:lnTo>
                    <a:pt x="2605211" y="2422739"/>
                  </a:lnTo>
                  <a:lnTo>
                    <a:pt x="2676833" y="2406449"/>
                  </a:lnTo>
                  <a:lnTo>
                    <a:pt x="2748456" y="2389909"/>
                  </a:lnTo>
                  <a:lnTo>
                    <a:pt x="2820078" y="2373116"/>
                  </a:lnTo>
                  <a:lnTo>
                    <a:pt x="2891701" y="2356064"/>
                  </a:lnTo>
                  <a:lnTo>
                    <a:pt x="2963323" y="2338751"/>
                  </a:lnTo>
                  <a:lnTo>
                    <a:pt x="3034946" y="2321172"/>
                  </a:lnTo>
                  <a:lnTo>
                    <a:pt x="3106569" y="2303323"/>
                  </a:lnTo>
                  <a:lnTo>
                    <a:pt x="3178191" y="2285200"/>
                  </a:lnTo>
                  <a:lnTo>
                    <a:pt x="3249814" y="2266799"/>
                  </a:lnTo>
                  <a:lnTo>
                    <a:pt x="3321436" y="2248115"/>
                  </a:lnTo>
                  <a:lnTo>
                    <a:pt x="3393059" y="2229145"/>
                  </a:lnTo>
                  <a:lnTo>
                    <a:pt x="3464681" y="2209883"/>
                  </a:lnTo>
                  <a:lnTo>
                    <a:pt x="3536304" y="2190325"/>
                  </a:lnTo>
                  <a:lnTo>
                    <a:pt x="3607926" y="2170467"/>
                  </a:lnTo>
                  <a:lnTo>
                    <a:pt x="3679549" y="2150305"/>
                  </a:lnTo>
                  <a:lnTo>
                    <a:pt x="3751171" y="2129833"/>
                  </a:lnTo>
                  <a:lnTo>
                    <a:pt x="3822794" y="2109046"/>
                  </a:lnTo>
                  <a:lnTo>
                    <a:pt x="3894416" y="2087940"/>
                  </a:lnTo>
                  <a:lnTo>
                    <a:pt x="3966039" y="2066511"/>
                  </a:lnTo>
                  <a:lnTo>
                    <a:pt x="4037661" y="2044752"/>
                  </a:lnTo>
                  <a:lnTo>
                    <a:pt x="4109284" y="2022659"/>
                  </a:lnTo>
                  <a:lnTo>
                    <a:pt x="4180906" y="2000227"/>
                  </a:lnTo>
                  <a:lnTo>
                    <a:pt x="4252529" y="1977451"/>
                  </a:lnTo>
                  <a:lnTo>
                    <a:pt x="4324151" y="1954325"/>
                  </a:lnTo>
                  <a:lnTo>
                    <a:pt x="4395774" y="1930844"/>
                  </a:lnTo>
                  <a:lnTo>
                    <a:pt x="4467397" y="1907002"/>
                  </a:lnTo>
                  <a:lnTo>
                    <a:pt x="4539019" y="1882794"/>
                  </a:lnTo>
                  <a:lnTo>
                    <a:pt x="4610642" y="1858215"/>
                  </a:lnTo>
                  <a:lnTo>
                    <a:pt x="4682264" y="1833258"/>
                  </a:lnTo>
                  <a:lnTo>
                    <a:pt x="4753887" y="1807918"/>
                  </a:lnTo>
                  <a:lnTo>
                    <a:pt x="4825509" y="1782190"/>
                  </a:lnTo>
                  <a:lnTo>
                    <a:pt x="4897132" y="1756066"/>
                  </a:lnTo>
                  <a:lnTo>
                    <a:pt x="4968754" y="1729541"/>
                  </a:lnTo>
                  <a:lnTo>
                    <a:pt x="5040377" y="1702609"/>
                  </a:lnTo>
                  <a:lnTo>
                    <a:pt x="5111999" y="1675263"/>
                  </a:lnTo>
                  <a:lnTo>
                    <a:pt x="5183622" y="16474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37063"/>
              <a:ext cx="7090630" cy="799702"/>
            </a:xfrm>
            <a:custGeom>
              <a:avLst/>
              <a:pathLst>
                <a:path w="7090630" h="799702">
                  <a:moveTo>
                    <a:pt x="7090630" y="799702"/>
                  </a:moveTo>
                  <a:lnTo>
                    <a:pt x="7019007" y="798196"/>
                  </a:lnTo>
                  <a:lnTo>
                    <a:pt x="6947385" y="796578"/>
                  </a:lnTo>
                  <a:lnTo>
                    <a:pt x="6875762" y="794842"/>
                  </a:lnTo>
                  <a:lnTo>
                    <a:pt x="6804139" y="792979"/>
                  </a:lnTo>
                  <a:lnTo>
                    <a:pt x="6732517" y="790978"/>
                  </a:lnTo>
                  <a:lnTo>
                    <a:pt x="6660894" y="788830"/>
                  </a:lnTo>
                  <a:lnTo>
                    <a:pt x="6589272" y="786524"/>
                  </a:lnTo>
                  <a:lnTo>
                    <a:pt x="6517649" y="784049"/>
                  </a:lnTo>
                  <a:lnTo>
                    <a:pt x="6446027" y="781391"/>
                  </a:lnTo>
                  <a:lnTo>
                    <a:pt x="6374404" y="778539"/>
                  </a:lnTo>
                  <a:lnTo>
                    <a:pt x="6302782" y="775476"/>
                  </a:lnTo>
                  <a:lnTo>
                    <a:pt x="6231159" y="772188"/>
                  </a:lnTo>
                  <a:lnTo>
                    <a:pt x="6159537" y="768658"/>
                  </a:lnTo>
                  <a:lnTo>
                    <a:pt x="6087914" y="764869"/>
                  </a:lnTo>
                  <a:lnTo>
                    <a:pt x="6016292" y="760801"/>
                  </a:lnTo>
                  <a:lnTo>
                    <a:pt x="5944669" y="756434"/>
                  </a:lnTo>
                  <a:lnTo>
                    <a:pt x="5873047" y="751746"/>
                  </a:lnTo>
                  <a:lnTo>
                    <a:pt x="5801424" y="746713"/>
                  </a:lnTo>
                  <a:lnTo>
                    <a:pt x="5729802" y="741310"/>
                  </a:lnTo>
                  <a:lnTo>
                    <a:pt x="5658179" y="735510"/>
                  </a:lnTo>
                  <a:lnTo>
                    <a:pt x="5586557" y="729283"/>
                  </a:lnTo>
                  <a:lnTo>
                    <a:pt x="5514934" y="722598"/>
                  </a:lnTo>
                  <a:lnTo>
                    <a:pt x="5443311" y="715422"/>
                  </a:lnTo>
                  <a:lnTo>
                    <a:pt x="5371689" y="707718"/>
                  </a:lnTo>
                  <a:lnTo>
                    <a:pt x="5300066" y="699447"/>
                  </a:lnTo>
                  <a:lnTo>
                    <a:pt x="5228444" y="690568"/>
                  </a:lnTo>
                  <a:lnTo>
                    <a:pt x="5156821" y="681037"/>
                  </a:lnTo>
                  <a:lnTo>
                    <a:pt x="5085199" y="670804"/>
                  </a:lnTo>
                  <a:lnTo>
                    <a:pt x="5013576" y="659819"/>
                  </a:lnTo>
                  <a:lnTo>
                    <a:pt x="4941954" y="648026"/>
                  </a:lnTo>
                  <a:lnTo>
                    <a:pt x="4870331" y="635365"/>
                  </a:lnTo>
                  <a:lnTo>
                    <a:pt x="4798709" y="621774"/>
                  </a:lnTo>
                  <a:lnTo>
                    <a:pt x="4727086" y="607183"/>
                  </a:lnTo>
                  <a:lnTo>
                    <a:pt x="4655464" y="591520"/>
                  </a:lnTo>
                  <a:lnTo>
                    <a:pt x="4583841" y="574704"/>
                  </a:lnTo>
                  <a:lnTo>
                    <a:pt x="4512219" y="556652"/>
                  </a:lnTo>
                  <a:lnTo>
                    <a:pt x="4440596" y="537272"/>
                  </a:lnTo>
                  <a:lnTo>
                    <a:pt x="4368974" y="516468"/>
                  </a:lnTo>
                  <a:lnTo>
                    <a:pt x="4297351" y="494133"/>
                  </a:lnTo>
                  <a:lnTo>
                    <a:pt x="4225729" y="470156"/>
                  </a:lnTo>
                  <a:lnTo>
                    <a:pt x="4154106" y="444415"/>
                  </a:lnTo>
                  <a:lnTo>
                    <a:pt x="4082483" y="416782"/>
                  </a:lnTo>
                  <a:lnTo>
                    <a:pt x="4010861" y="387117"/>
                  </a:lnTo>
                  <a:lnTo>
                    <a:pt x="3939238" y="355270"/>
                  </a:lnTo>
                  <a:lnTo>
                    <a:pt x="3867616" y="321081"/>
                  </a:lnTo>
                  <a:lnTo>
                    <a:pt x="3795993" y="284378"/>
                  </a:lnTo>
                  <a:lnTo>
                    <a:pt x="3724371" y="244976"/>
                  </a:lnTo>
                  <a:lnTo>
                    <a:pt x="3652748" y="202677"/>
                  </a:lnTo>
                  <a:lnTo>
                    <a:pt x="3581126" y="157266"/>
                  </a:lnTo>
                  <a:lnTo>
                    <a:pt x="3509503" y="108517"/>
                  </a:lnTo>
                  <a:lnTo>
                    <a:pt x="3437881" y="56182"/>
                  </a:lnTo>
                  <a:lnTo>
                    <a:pt x="3366258" y="0"/>
                  </a:lnTo>
                  <a:lnTo>
                    <a:pt x="3294636" y="1289"/>
                  </a:lnTo>
                  <a:lnTo>
                    <a:pt x="3223013" y="13672"/>
                  </a:lnTo>
                  <a:lnTo>
                    <a:pt x="3151391" y="25867"/>
                  </a:lnTo>
                  <a:lnTo>
                    <a:pt x="3079768" y="37877"/>
                  </a:lnTo>
                  <a:lnTo>
                    <a:pt x="3008146" y="49707"/>
                  </a:lnTo>
                  <a:lnTo>
                    <a:pt x="2936523" y="61357"/>
                  </a:lnTo>
                  <a:lnTo>
                    <a:pt x="2864901" y="72831"/>
                  </a:lnTo>
                  <a:lnTo>
                    <a:pt x="2793278" y="84132"/>
                  </a:lnTo>
                  <a:lnTo>
                    <a:pt x="2721655" y="95261"/>
                  </a:lnTo>
                  <a:lnTo>
                    <a:pt x="2650033" y="106223"/>
                  </a:lnTo>
                  <a:lnTo>
                    <a:pt x="2578410" y="117018"/>
                  </a:lnTo>
                  <a:lnTo>
                    <a:pt x="2506788" y="127651"/>
                  </a:lnTo>
                  <a:lnTo>
                    <a:pt x="2435165" y="138123"/>
                  </a:lnTo>
                  <a:lnTo>
                    <a:pt x="2363543" y="148436"/>
                  </a:lnTo>
                  <a:lnTo>
                    <a:pt x="2291920" y="158593"/>
                  </a:lnTo>
                  <a:lnTo>
                    <a:pt x="2220298" y="168597"/>
                  </a:lnTo>
                  <a:lnTo>
                    <a:pt x="2148675" y="178450"/>
                  </a:lnTo>
                  <a:lnTo>
                    <a:pt x="2077053" y="188153"/>
                  </a:lnTo>
                  <a:lnTo>
                    <a:pt x="2005430" y="197710"/>
                  </a:lnTo>
                  <a:lnTo>
                    <a:pt x="1933808" y="207122"/>
                  </a:lnTo>
                  <a:lnTo>
                    <a:pt x="1862185" y="216392"/>
                  </a:lnTo>
                  <a:lnTo>
                    <a:pt x="1790563" y="225522"/>
                  </a:lnTo>
                  <a:lnTo>
                    <a:pt x="1718940" y="234514"/>
                  </a:lnTo>
                  <a:lnTo>
                    <a:pt x="1647318" y="243370"/>
                  </a:lnTo>
                  <a:lnTo>
                    <a:pt x="1575695" y="252092"/>
                  </a:lnTo>
                  <a:lnTo>
                    <a:pt x="1504073" y="260682"/>
                  </a:lnTo>
                  <a:lnTo>
                    <a:pt x="1432450" y="269142"/>
                  </a:lnTo>
                  <a:lnTo>
                    <a:pt x="1360827" y="277474"/>
                  </a:lnTo>
                  <a:lnTo>
                    <a:pt x="1289205" y="285680"/>
                  </a:lnTo>
                  <a:lnTo>
                    <a:pt x="1217582" y="293762"/>
                  </a:lnTo>
                  <a:lnTo>
                    <a:pt x="1145960" y="301722"/>
                  </a:lnTo>
                  <a:lnTo>
                    <a:pt x="1074337" y="309562"/>
                  </a:lnTo>
                  <a:lnTo>
                    <a:pt x="1002715" y="317283"/>
                  </a:lnTo>
                  <a:lnTo>
                    <a:pt x="931092" y="324887"/>
                  </a:lnTo>
                  <a:lnTo>
                    <a:pt x="859470" y="332377"/>
                  </a:lnTo>
                  <a:lnTo>
                    <a:pt x="787847" y="339753"/>
                  </a:lnTo>
                  <a:lnTo>
                    <a:pt x="716225" y="347017"/>
                  </a:lnTo>
                  <a:lnTo>
                    <a:pt x="644602" y="354172"/>
                  </a:lnTo>
                  <a:lnTo>
                    <a:pt x="572980" y="361218"/>
                  </a:lnTo>
                  <a:lnTo>
                    <a:pt x="501357" y="368158"/>
                  </a:lnTo>
                  <a:lnTo>
                    <a:pt x="429735" y="374993"/>
                  </a:lnTo>
                  <a:lnTo>
                    <a:pt x="358112" y="381725"/>
                  </a:lnTo>
                  <a:lnTo>
                    <a:pt x="286490" y="388355"/>
                  </a:lnTo>
                  <a:lnTo>
                    <a:pt x="214867" y="394884"/>
                  </a:lnTo>
                  <a:lnTo>
                    <a:pt x="143245" y="401315"/>
                  </a:lnTo>
                  <a:lnTo>
                    <a:pt x="71622" y="407649"/>
                  </a:lnTo>
                  <a:lnTo>
                    <a:pt x="0" y="4138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2498214"/>
              <a:ext cx="7090630" cy="2865093"/>
            </a:xfrm>
            <a:custGeom>
              <a:avLst/>
              <a:pathLst>
                <a:path w="7090630" h="2865093">
                  <a:moveTo>
                    <a:pt x="0" y="0"/>
                  </a:moveTo>
                  <a:lnTo>
                    <a:pt x="71622" y="84053"/>
                  </a:lnTo>
                  <a:lnTo>
                    <a:pt x="143245" y="165796"/>
                  </a:lnTo>
                  <a:lnTo>
                    <a:pt x="214867" y="245294"/>
                  </a:lnTo>
                  <a:lnTo>
                    <a:pt x="286490" y="322607"/>
                  </a:lnTo>
                  <a:lnTo>
                    <a:pt x="358112" y="397796"/>
                  </a:lnTo>
                  <a:lnTo>
                    <a:pt x="429735" y="470918"/>
                  </a:lnTo>
                  <a:lnTo>
                    <a:pt x="501357" y="542032"/>
                  </a:lnTo>
                  <a:lnTo>
                    <a:pt x="572980" y="611192"/>
                  </a:lnTo>
                  <a:lnTo>
                    <a:pt x="644602" y="678451"/>
                  </a:lnTo>
                  <a:lnTo>
                    <a:pt x="716225" y="743862"/>
                  </a:lnTo>
                  <a:lnTo>
                    <a:pt x="787847" y="807476"/>
                  </a:lnTo>
                  <a:lnTo>
                    <a:pt x="859470" y="869342"/>
                  </a:lnTo>
                  <a:lnTo>
                    <a:pt x="931092" y="929509"/>
                  </a:lnTo>
                  <a:lnTo>
                    <a:pt x="1002715" y="988021"/>
                  </a:lnTo>
                  <a:lnTo>
                    <a:pt x="1074337" y="1044927"/>
                  </a:lnTo>
                  <a:lnTo>
                    <a:pt x="1145960" y="1100268"/>
                  </a:lnTo>
                  <a:lnTo>
                    <a:pt x="1217582" y="1154089"/>
                  </a:lnTo>
                  <a:lnTo>
                    <a:pt x="1289205" y="1206432"/>
                  </a:lnTo>
                  <a:lnTo>
                    <a:pt x="1360827" y="1257335"/>
                  </a:lnTo>
                  <a:lnTo>
                    <a:pt x="1432450" y="1306841"/>
                  </a:lnTo>
                  <a:lnTo>
                    <a:pt x="1504073" y="1354986"/>
                  </a:lnTo>
                  <a:lnTo>
                    <a:pt x="1575695" y="1401808"/>
                  </a:lnTo>
                  <a:lnTo>
                    <a:pt x="1647318" y="1447344"/>
                  </a:lnTo>
                  <a:lnTo>
                    <a:pt x="1718940" y="1491628"/>
                  </a:lnTo>
                  <a:lnTo>
                    <a:pt x="1790563" y="1534696"/>
                  </a:lnTo>
                  <a:lnTo>
                    <a:pt x="1862185" y="1576580"/>
                  </a:lnTo>
                  <a:lnTo>
                    <a:pt x="1933808" y="1617313"/>
                  </a:lnTo>
                  <a:lnTo>
                    <a:pt x="2005430" y="1656927"/>
                  </a:lnTo>
                  <a:lnTo>
                    <a:pt x="2077053" y="1695453"/>
                  </a:lnTo>
                  <a:lnTo>
                    <a:pt x="2148675" y="1732920"/>
                  </a:lnTo>
                  <a:lnTo>
                    <a:pt x="2220298" y="1769358"/>
                  </a:lnTo>
                  <a:lnTo>
                    <a:pt x="2291920" y="1804794"/>
                  </a:lnTo>
                  <a:lnTo>
                    <a:pt x="2363543" y="1839257"/>
                  </a:lnTo>
                  <a:lnTo>
                    <a:pt x="2435165" y="1872773"/>
                  </a:lnTo>
                  <a:lnTo>
                    <a:pt x="2506788" y="1905368"/>
                  </a:lnTo>
                  <a:lnTo>
                    <a:pt x="2578410" y="1937067"/>
                  </a:lnTo>
                  <a:lnTo>
                    <a:pt x="2650033" y="1967895"/>
                  </a:lnTo>
                  <a:lnTo>
                    <a:pt x="2721655" y="1997877"/>
                  </a:lnTo>
                  <a:lnTo>
                    <a:pt x="2793278" y="2027034"/>
                  </a:lnTo>
                  <a:lnTo>
                    <a:pt x="2864901" y="2055390"/>
                  </a:lnTo>
                  <a:lnTo>
                    <a:pt x="2936523" y="2082968"/>
                  </a:lnTo>
                  <a:lnTo>
                    <a:pt x="3008146" y="2109787"/>
                  </a:lnTo>
                  <a:lnTo>
                    <a:pt x="3079768" y="2135869"/>
                  </a:lnTo>
                  <a:lnTo>
                    <a:pt x="3151391" y="2161235"/>
                  </a:lnTo>
                  <a:lnTo>
                    <a:pt x="3223013" y="2185904"/>
                  </a:lnTo>
                  <a:lnTo>
                    <a:pt x="3294636" y="2209895"/>
                  </a:lnTo>
                  <a:lnTo>
                    <a:pt x="3366258" y="2233227"/>
                  </a:lnTo>
                  <a:lnTo>
                    <a:pt x="3437881" y="2255918"/>
                  </a:lnTo>
                  <a:lnTo>
                    <a:pt x="3509503" y="2277985"/>
                  </a:lnTo>
                  <a:lnTo>
                    <a:pt x="3581126" y="2299446"/>
                  </a:lnTo>
                  <a:lnTo>
                    <a:pt x="3652748" y="2320317"/>
                  </a:lnTo>
                  <a:lnTo>
                    <a:pt x="3724371" y="2340615"/>
                  </a:lnTo>
                  <a:lnTo>
                    <a:pt x="3795993" y="2360355"/>
                  </a:lnTo>
                  <a:lnTo>
                    <a:pt x="3867616" y="2379552"/>
                  </a:lnTo>
                  <a:lnTo>
                    <a:pt x="3939238" y="2398223"/>
                  </a:lnTo>
                  <a:lnTo>
                    <a:pt x="4010861" y="2416380"/>
                  </a:lnTo>
                  <a:lnTo>
                    <a:pt x="4082483" y="2434038"/>
                  </a:lnTo>
                  <a:lnTo>
                    <a:pt x="4154106" y="2451211"/>
                  </a:lnTo>
                  <a:lnTo>
                    <a:pt x="4225729" y="2467912"/>
                  </a:lnTo>
                  <a:lnTo>
                    <a:pt x="4297351" y="2484154"/>
                  </a:lnTo>
                  <a:lnTo>
                    <a:pt x="4368974" y="2499950"/>
                  </a:lnTo>
                  <a:lnTo>
                    <a:pt x="4440596" y="2515312"/>
                  </a:lnTo>
                  <a:lnTo>
                    <a:pt x="4512219" y="2530252"/>
                  </a:lnTo>
                  <a:lnTo>
                    <a:pt x="4583841" y="2544782"/>
                  </a:lnTo>
                  <a:lnTo>
                    <a:pt x="4655464" y="2558912"/>
                  </a:lnTo>
                  <a:lnTo>
                    <a:pt x="4727086" y="2572654"/>
                  </a:lnTo>
                  <a:lnTo>
                    <a:pt x="4798709" y="2586018"/>
                  </a:lnTo>
                  <a:lnTo>
                    <a:pt x="4870331" y="2599015"/>
                  </a:lnTo>
                  <a:lnTo>
                    <a:pt x="4941954" y="2611655"/>
                  </a:lnTo>
                  <a:lnTo>
                    <a:pt x="5013576" y="2623948"/>
                  </a:lnTo>
                  <a:lnTo>
                    <a:pt x="5085199" y="2635903"/>
                  </a:lnTo>
                  <a:lnTo>
                    <a:pt x="5156821" y="2647529"/>
                  </a:lnTo>
                  <a:lnTo>
                    <a:pt x="5228444" y="2658836"/>
                  </a:lnTo>
                  <a:lnTo>
                    <a:pt x="5300066" y="2669832"/>
                  </a:lnTo>
                  <a:lnTo>
                    <a:pt x="5371689" y="2680526"/>
                  </a:lnTo>
                  <a:lnTo>
                    <a:pt x="5443311" y="2690927"/>
                  </a:lnTo>
                  <a:lnTo>
                    <a:pt x="5514934" y="2701041"/>
                  </a:lnTo>
                  <a:lnTo>
                    <a:pt x="5586557" y="2710878"/>
                  </a:lnTo>
                  <a:lnTo>
                    <a:pt x="5658179" y="2720444"/>
                  </a:lnTo>
                  <a:lnTo>
                    <a:pt x="5729802" y="2729748"/>
                  </a:lnTo>
                  <a:lnTo>
                    <a:pt x="5801424" y="2738795"/>
                  </a:lnTo>
                  <a:lnTo>
                    <a:pt x="5873047" y="2747595"/>
                  </a:lnTo>
                  <a:lnTo>
                    <a:pt x="5944669" y="2756152"/>
                  </a:lnTo>
                  <a:lnTo>
                    <a:pt x="6016292" y="2764474"/>
                  </a:lnTo>
                  <a:lnTo>
                    <a:pt x="6087914" y="2772568"/>
                  </a:lnTo>
                  <a:lnTo>
                    <a:pt x="6159537" y="2780439"/>
                  </a:lnTo>
                  <a:lnTo>
                    <a:pt x="6231159" y="2788094"/>
                  </a:lnTo>
                  <a:lnTo>
                    <a:pt x="6302782" y="2795539"/>
                  </a:lnTo>
                  <a:lnTo>
                    <a:pt x="6374404" y="2802779"/>
                  </a:lnTo>
                  <a:lnTo>
                    <a:pt x="6446027" y="2809820"/>
                  </a:lnTo>
                  <a:lnTo>
                    <a:pt x="6517649" y="2816668"/>
                  </a:lnTo>
                  <a:lnTo>
                    <a:pt x="6589272" y="2823327"/>
                  </a:lnTo>
                  <a:lnTo>
                    <a:pt x="6660894" y="2829804"/>
                  </a:lnTo>
                  <a:lnTo>
                    <a:pt x="6732517" y="2836103"/>
                  </a:lnTo>
                  <a:lnTo>
                    <a:pt x="6804139" y="2842228"/>
                  </a:lnTo>
                  <a:lnTo>
                    <a:pt x="6875762" y="2848185"/>
                  </a:lnTo>
                  <a:lnTo>
                    <a:pt x="6947385" y="2853979"/>
                  </a:lnTo>
                  <a:lnTo>
                    <a:pt x="7019007" y="2859613"/>
                  </a:lnTo>
                  <a:lnTo>
                    <a:pt x="7090630" y="286509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1.38 (0.84-2.27), p = 0.205  |  per IQR decline (Δ = 29.9 %): 2.62 (0.59-11.65)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48625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2026-09-28T17:00:35Z</dcterms:modified>
  <cp:category/>
</cp:coreProperties>
</file>