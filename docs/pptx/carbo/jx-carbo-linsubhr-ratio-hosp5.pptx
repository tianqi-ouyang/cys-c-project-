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78086"/>
            </a:xfrm>
            <a:custGeom>
              <a:avLst/>
              <a:pathLst>
                <a:path w="7403783" h="3478086">
                  <a:moveTo>
                    <a:pt x="2257101" y="0"/>
                  </a:moveTo>
                  <a:lnTo>
                    <a:pt x="2269402" y="55219"/>
                  </a:lnTo>
                  <a:lnTo>
                    <a:pt x="2346034" y="367861"/>
                  </a:lnTo>
                  <a:lnTo>
                    <a:pt x="2422667" y="651994"/>
                  </a:lnTo>
                  <a:lnTo>
                    <a:pt x="2499300" y="910217"/>
                  </a:lnTo>
                  <a:lnTo>
                    <a:pt x="2575932" y="1144893"/>
                  </a:lnTo>
                  <a:lnTo>
                    <a:pt x="2652565" y="1358170"/>
                  </a:lnTo>
                  <a:lnTo>
                    <a:pt x="2729197" y="1551998"/>
                  </a:lnTo>
                  <a:lnTo>
                    <a:pt x="2805830" y="1728151"/>
                  </a:lnTo>
                  <a:lnTo>
                    <a:pt x="2882462" y="1888241"/>
                  </a:lnTo>
                  <a:lnTo>
                    <a:pt x="2959095" y="2033733"/>
                  </a:lnTo>
                  <a:lnTo>
                    <a:pt x="3035727" y="2165957"/>
                  </a:lnTo>
                  <a:lnTo>
                    <a:pt x="3112360" y="2286124"/>
                  </a:lnTo>
                  <a:lnTo>
                    <a:pt x="3188993" y="2395334"/>
                  </a:lnTo>
                  <a:lnTo>
                    <a:pt x="3265625" y="2494584"/>
                  </a:lnTo>
                  <a:lnTo>
                    <a:pt x="3342258" y="2584784"/>
                  </a:lnTo>
                  <a:lnTo>
                    <a:pt x="3418890" y="2657763"/>
                  </a:lnTo>
                  <a:lnTo>
                    <a:pt x="3495523" y="2679386"/>
                  </a:lnTo>
                  <a:lnTo>
                    <a:pt x="3572155" y="2700444"/>
                  </a:lnTo>
                  <a:lnTo>
                    <a:pt x="3648788" y="2720949"/>
                  </a:lnTo>
                  <a:lnTo>
                    <a:pt x="3725420" y="2740918"/>
                  </a:lnTo>
                  <a:lnTo>
                    <a:pt x="3802053" y="2760365"/>
                  </a:lnTo>
                  <a:lnTo>
                    <a:pt x="3878685" y="2779302"/>
                  </a:lnTo>
                  <a:lnTo>
                    <a:pt x="3955318" y="2797743"/>
                  </a:lnTo>
                  <a:lnTo>
                    <a:pt x="4031951" y="2815702"/>
                  </a:lnTo>
                  <a:lnTo>
                    <a:pt x="4108583" y="2833191"/>
                  </a:lnTo>
                  <a:lnTo>
                    <a:pt x="4185216" y="2850221"/>
                  </a:lnTo>
                  <a:lnTo>
                    <a:pt x="4261848" y="2866806"/>
                  </a:lnTo>
                  <a:lnTo>
                    <a:pt x="4338481" y="2882957"/>
                  </a:lnTo>
                  <a:lnTo>
                    <a:pt x="4415113" y="2898685"/>
                  </a:lnTo>
                  <a:lnTo>
                    <a:pt x="4491746" y="2914001"/>
                  </a:lnTo>
                  <a:lnTo>
                    <a:pt x="4568378" y="2928916"/>
                  </a:lnTo>
                  <a:lnTo>
                    <a:pt x="4645011" y="2943441"/>
                  </a:lnTo>
                  <a:lnTo>
                    <a:pt x="4721644" y="2957586"/>
                  </a:lnTo>
                  <a:lnTo>
                    <a:pt x="4798276" y="2971360"/>
                  </a:lnTo>
                  <a:lnTo>
                    <a:pt x="4874909" y="2984773"/>
                  </a:lnTo>
                  <a:lnTo>
                    <a:pt x="4951541" y="2997836"/>
                  </a:lnTo>
                  <a:lnTo>
                    <a:pt x="5028174" y="3010556"/>
                  </a:lnTo>
                  <a:lnTo>
                    <a:pt x="5104806" y="3022944"/>
                  </a:lnTo>
                  <a:lnTo>
                    <a:pt x="5181439" y="3035007"/>
                  </a:lnTo>
                  <a:lnTo>
                    <a:pt x="5258071" y="3046755"/>
                  </a:lnTo>
                  <a:lnTo>
                    <a:pt x="5334704" y="3058195"/>
                  </a:lnTo>
                  <a:lnTo>
                    <a:pt x="5411336" y="3069335"/>
                  </a:lnTo>
                  <a:lnTo>
                    <a:pt x="5487969" y="3080184"/>
                  </a:lnTo>
                  <a:lnTo>
                    <a:pt x="5564602" y="3090748"/>
                  </a:lnTo>
                  <a:lnTo>
                    <a:pt x="5641234" y="3101037"/>
                  </a:lnTo>
                  <a:lnTo>
                    <a:pt x="5717867" y="3111055"/>
                  </a:lnTo>
                  <a:lnTo>
                    <a:pt x="5794499" y="3120812"/>
                  </a:lnTo>
                  <a:lnTo>
                    <a:pt x="5871132" y="3130313"/>
                  </a:lnTo>
                  <a:lnTo>
                    <a:pt x="5947764" y="3139566"/>
                  </a:lnTo>
                  <a:lnTo>
                    <a:pt x="6024397" y="3148576"/>
                  </a:lnTo>
                  <a:lnTo>
                    <a:pt x="6101029" y="3157350"/>
                  </a:lnTo>
                  <a:lnTo>
                    <a:pt x="6177662" y="3165895"/>
                  </a:lnTo>
                  <a:lnTo>
                    <a:pt x="6254294" y="3174216"/>
                  </a:lnTo>
                  <a:lnTo>
                    <a:pt x="6330927" y="3182319"/>
                  </a:lnTo>
                  <a:lnTo>
                    <a:pt x="6407560" y="3190210"/>
                  </a:lnTo>
                  <a:lnTo>
                    <a:pt x="6484192" y="3197894"/>
                  </a:lnTo>
                  <a:lnTo>
                    <a:pt x="6560825" y="3205378"/>
                  </a:lnTo>
                  <a:lnTo>
                    <a:pt x="6637457" y="3212665"/>
                  </a:lnTo>
                  <a:lnTo>
                    <a:pt x="6714090" y="3219761"/>
                  </a:lnTo>
                  <a:lnTo>
                    <a:pt x="6790722" y="3226672"/>
                  </a:lnTo>
                  <a:lnTo>
                    <a:pt x="6867355" y="3233402"/>
                  </a:lnTo>
                  <a:lnTo>
                    <a:pt x="6943987" y="3239956"/>
                  </a:lnTo>
                  <a:lnTo>
                    <a:pt x="7020620" y="3246338"/>
                  </a:lnTo>
                  <a:lnTo>
                    <a:pt x="7097253" y="3252553"/>
                  </a:lnTo>
                  <a:lnTo>
                    <a:pt x="7173885" y="3258605"/>
                  </a:lnTo>
                  <a:lnTo>
                    <a:pt x="7250518" y="3264499"/>
                  </a:lnTo>
                  <a:lnTo>
                    <a:pt x="7327150" y="3270239"/>
                  </a:lnTo>
                  <a:lnTo>
                    <a:pt x="7403783" y="3275828"/>
                  </a:lnTo>
                  <a:lnTo>
                    <a:pt x="7403783" y="3478086"/>
                  </a:lnTo>
                  <a:lnTo>
                    <a:pt x="7327150" y="3477518"/>
                  </a:lnTo>
                  <a:lnTo>
                    <a:pt x="7250518" y="3476893"/>
                  </a:lnTo>
                  <a:lnTo>
                    <a:pt x="7173885" y="3476205"/>
                  </a:lnTo>
                  <a:lnTo>
                    <a:pt x="7097253" y="3475449"/>
                  </a:lnTo>
                  <a:lnTo>
                    <a:pt x="7020620" y="3474616"/>
                  </a:lnTo>
                  <a:lnTo>
                    <a:pt x="6943987" y="3473700"/>
                  </a:lnTo>
                  <a:lnTo>
                    <a:pt x="6867355" y="3472692"/>
                  </a:lnTo>
                  <a:lnTo>
                    <a:pt x="6790722" y="3471583"/>
                  </a:lnTo>
                  <a:lnTo>
                    <a:pt x="6714090" y="3470362"/>
                  </a:lnTo>
                  <a:lnTo>
                    <a:pt x="6637457" y="3469019"/>
                  </a:lnTo>
                  <a:lnTo>
                    <a:pt x="6560825" y="3467542"/>
                  </a:lnTo>
                  <a:lnTo>
                    <a:pt x="6484192" y="3465916"/>
                  </a:lnTo>
                  <a:lnTo>
                    <a:pt x="6407560" y="3464127"/>
                  </a:lnTo>
                  <a:lnTo>
                    <a:pt x="6330927" y="3462158"/>
                  </a:lnTo>
                  <a:lnTo>
                    <a:pt x="6254294" y="3459992"/>
                  </a:lnTo>
                  <a:lnTo>
                    <a:pt x="6177662" y="3457608"/>
                  </a:lnTo>
                  <a:lnTo>
                    <a:pt x="6101029" y="3454986"/>
                  </a:lnTo>
                  <a:lnTo>
                    <a:pt x="6024397" y="3452100"/>
                  </a:lnTo>
                  <a:lnTo>
                    <a:pt x="5947764" y="3448925"/>
                  </a:lnTo>
                  <a:lnTo>
                    <a:pt x="5871132" y="3445431"/>
                  </a:lnTo>
                  <a:lnTo>
                    <a:pt x="5794499" y="3441586"/>
                  </a:lnTo>
                  <a:lnTo>
                    <a:pt x="5717867" y="3437356"/>
                  </a:lnTo>
                  <a:lnTo>
                    <a:pt x="5641234" y="3432701"/>
                  </a:lnTo>
                  <a:lnTo>
                    <a:pt x="5564602" y="3427579"/>
                  </a:lnTo>
                  <a:lnTo>
                    <a:pt x="5487969" y="3421944"/>
                  </a:lnTo>
                  <a:lnTo>
                    <a:pt x="5411336" y="3415742"/>
                  </a:lnTo>
                  <a:lnTo>
                    <a:pt x="5334704" y="3408919"/>
                  </a:lnTo>
                  <a:lnTo>
                    <a:pt x="5258071" y="3401411"/>
                  </a:lnTo>
                  <a:lnTo>
                    <a:pt x="5181439" y="3393149"/>
                  </a:lnTo>
                  <a:lnTo>
                    <a:pt x="5104806" y="3384059"/>
                  </a:lnTo>
                  <a:lnTo>
                    <a:pt x="5028174" y="3374057"/>
                  </a:lnTo>
                  <a:lnTo>
                    <a:pt x="4951541" y="3363051"/>
                  </a:lnTo>
                  <a:lnTo>
                    <a:pt x="4874909" y="3350940"/>
                  </a:lnTo>
                  <a:lnTo>
                    <a:pt x="4798276" y="3337615"/>
                  </a:lnTo>
                  <a:lnTo>
                    <a:pt x="4721644" y="3322952"/>
                  </a:lnTo>
                  <a:lnTo>
                    <a:pt x="4645011" y="3306818"/>
                  </a:lnTo>
                  <a:lnTo>
                    <a:pt x="4568378" y="3289066"/>
                  </a:lnTo>
                  <a:lnTo>
                    <a:pt x="4491746" y="3269532"/>
                  </a:lnTo>
                  <a:lnTo>
                    <a:pt x="4415113" y="3248038"/>
                  </a:lnTo>
                  <a:lnTo>
                    <a:pt x="4338481" y="3224387"/>
                  </a:lnTo>
                  <a:lnTo>
                    <a:pt x="4261848" y="3198364"/>
                  </a:lnTo>
                  <a:lnTo>
                    <a:pt x="4185216" y="3169729"/>
                  </a:lnTo>
                  <a:lnTo>
                    <a:pt x="4108583" y="3138221"/>
                  </a:lnTo>
                  <a:lnTo>
                    <a:pt x="4031951" y="3103552"/>
                  </a:lnTo>
                  <a:lnTo>
                    <a:pt x="3955318" y="3065404"/>
                  </a:lnTo>
                  <a:lnTo>
                    <a:pt x="3878685" y="3023428"/>
                  </a:lnTo>
                  <a:lnTo>
                    <a:pt x="3802053" y="2977241"/>
                  </a:lnTo>
                  <a:lnTo>
                    <a:pt x="3725420" y="2926419"/>
                  </a:lnTo>
                  <a:lnTo>
                    <a:pt x="3648788" y="2870498"/>
                  </a:lnTo>
                  <a:lnTo>
                    <a:pt x="3572155" y="2808965"/>
                  </a:lnTo>
                  <a:lnTo>
                    <a:pt x="3495523" y="2741259"/>
                  </a:lnTo>
                  <a:lnTo>
                    <a:pt x="3418890" y="2666759"/>
                  </a:lnTo>
                  <a:lnTo>
                    <a:pt x="3342258" y="2635559"/>
                  </a:lnTo>
                  <a:lnTo>
                    <a:pt x="3265625" y="2612757"/>
                  </a:lnTo>
                  <a:lnTo>
                    <a:pt x="3188993" y="2589343"/>
                  </a:lnTo>
                  <a:lnTo>
                    <a:pt x="3112360" y="2565299"/>
                  </a:lnTo>
                  <a:lnTo>
                    <a:pt x="3035727" y="2540609"/>
                  </a:lnTo>
                  <a:lnTo>
                    <a:pt x="2959095" y="2515255"/>
                  </a:lnTo>
                  <a:lnTo>
                    <a:pt x="2882462" y="2489220"/>
                  </a:lnTo>
                  <a:lnTo>
                    <a:pt x="2805830" y="2462484"/>
                  </a:lnTo>
                  <a:lnTo>
                    <a:pt x="2729197" y="2435030"/>
                  </a:lnTo>
                  <a:lnTo>
                    <a:pt x="2652565" y="2406838"/>
                  </a:lnTo>
                  <a:lnTo>
                    <a:pt x="2575932" y="2377888"/>
                  </a:lnTo>
                  <a:lnTo>
                    <a:pt x="2499300" y="2348160"/>
                  </a:lnTo>
                  <a:lnTo>
                    <a:pt x="2422667" y="2317633"/>
                  </a:lnTo>
                  <a:lnTo>
                    <a:pt x="2346034" y="2286285"/>
                  </a:lnTo>
                  <a:lnTo>
                    <a:pt x="2269402" y="2254094"/>
                  </a:lnTo>
                  <a:lnTo>
                    <a:pt x="2192769" y="2221038"/>
                  </a:lnTo>
                  <a:lnTo>
                    <a:pt x="2116137" y="2187093"/>
                  </a:lnTo>
                  <a:lnTo>
                    <a:pt x="2039504" y="2152236"/>
                  </a:lnTo>
                  <a:lnTo>
                    <a:pt x="1962872" y="2116441"/>
                  </a:lnTo>
                  <a:lnTo>
                    <a:pt x="1886239" y="2079685"/>
                  </a:lnTo>
                  <a:lnTo>
                    <a:pt x="1809607" y="2041940"/>
                  </a:lnTo>
                  <a:lnTo>
                    <a:pt x="1732974" y="2003181"/>
                  </a:lnTo>
                  <a:lnTo>
                    <a:pt x="1656342" y="1963380"/>
                  </a:lnTo>
                  <a:lnTo>
                    <a:pt x="1579709" y="1922508"/>
                  </a:lnTo>
                  <a:lnTo>
                    <a:pt x="1503076" y="1880538"/>
                  </a:lnTo>
                  <a:lnTo>
                    <a:pt x="1426444" y="1837440"/>
                  </a:lnTo>
                  <a:lnTo>
                    <a:pt x="1349811" y="1793183"/>
                  </a:lnTo>
                  <a:lnTo>
                    <a:pt x="1273179" y="1747737"/>
                  </a:lnTo>
                  <a:lnTo>
                    <a:pt x="1196546" y="1701069"/>
                  </a:lnTo>
                  <a:lnTo>
                    <a:pt x="1119914" y="1653146"/>
                  </a:lnTo>
                  <a:lnTo>
                    <a:pt x="1043281" y="1603935"/>
                  </a:lnTo>
                  <a:lnTo>
                    <a:pt x="966649" y="1553401"/>
                  </a:lnTo>
                  <a:lnTo>
                    <a:pt x="890016" y="1501508"/>
                  </a:lnTo>
                  <a:lnTo>
                    <a:pt x="813384" y="1448221"/>
                  </a:lnTo>
                  <a:lnTo>
                    <a:pt x="736751" y="1393501"/>
                  </a:lnTo>
                  <a:lnTo>
                    <a:pt x="660118" y="1337310"/>
                  </a:lnTo>
                  <a:lnTo>
                    <a:pt x="583486" y="1279608"/>
                  </a:lnTo>
                  <a:lnTo>
                    <a:pt x="506853" y="1220355"/>
                  </a:lnTo>
                  <a:lnTo>
                    <a:pt x="430221" y="1159510"/>
                  </a:lnTo>
                  <a:lnTo>
                    <a:pt x="353588" y="1097029"/>
                  </a:lnTo>
                  <a:lnTo>
                    <a:pt x="276956" y="1032868"/>
                  </a:lnTo>
                  <a:lnTo>
                    <a:pt x="200323" y="966982"/>
                  </a:lnTo>
                  <a:lnTo>
                    <a:pt x="123691" y="899325"/>
                  </a:lnTo>
                  <a:lnTo>
                    <a:pt x="47058" y="829849"/>
                  </a:lnTo>
                  <a:lnTo>
                    <a:pt x="0" y="7860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4619" y="2073503"/>
              <a:ext cx="5146681" cy="3275828"/>
            </a:xfrm>
            <a:custGeom>
              <a:avLst/>
              <a:pathLst>
                <a:path w="5146681" h="3275828">
                  <a:moveTo>
                    <a:pt x="0" y="0"/>
                  </a:moveTo>
                  <a:lnTo>
                    <a:pt x="12300" y="55219"/>
                  </a:lnTo>
                  <a:lnTo>
                    <a:pt x="88933" y="367861"/>
                  </a:lnTo>
                  <a:lnTo>
                    <a:pt x="165565" y="651994"/>
                  </a:lnTo>
                  <a:lnTo>
                    <a:pt x="242198" y="910217"/>
                  </a:lnTo>
                  <a:lnTo>
                    <a:pt x="318831" y="1144893"/>
                  </a:lnTo>
                  <a:lnTo>
                    <a:pt x="395463" y="1358170"/>
                  </a:lnTo>
                  <a:lnTo>
                    <a:pt x="472096" y="1551998"/>
                  </a:lnTo>
                  <a:lnTo>
                    <a:pt x="548728" y="1728151"/>
                  </a:lnTo>
                  <a:lnTo>
                    <a:pt x="625361" y="1888241"/>
                  </a:lnTo>
                  <a:lnTo>
                    <a:pt x="701993" y="2033733"/>
                  </a:lnTo>
                  <a:lnTo>
                    <a:pt x="778626" y="2165957"/>
                  </a:lnTo>
                  <a:lnTo>
                    <a:pt x="855258" y="2286124"/>
                  </a:lnTo>
                  <a:lnTo>
                    <a:pt x="931891" y="2395334"/>
                  </a:lnTo>
                  <a:lnTo>
                    <a:pt x="1008523" y="2494584"/>
                  </a:lnTo>
                  <a:lnTo>
                    <a:pt x="1085156" y="2584784"/>
                  </a:lnTo>
                  <a:lnTo>
                    <a:pt x="1161789" y="2657763"/>
                  </a:lnTo>
                  <a:lnTo>
                    <a:pt x="1238421" y="2679386"/>
                  </a:lnTo>
                  <a:lnTo>
                    <a:pt x="1315054" y="2700444"/>
                  </a:lnTo>
                  <a:lnTo>
                    <a:pt x="1391686" y="2720949"/>
                  </a:lnTo>
                  <a:lnTo>
                    <a:pt x="1468319" y="2740918"/>
                  </a:lnTo>
                  <a:lnTo>
                    <a:pt x="1544951" y="2760365"/>
                  </a:lnTo>
                  <a:lnTo>
                    <a:pt x="1621584" y="2779302"/>
                  </a:lnTo>
                  <a:lnTo>
                    <a:pt x="1698216" y="2797743"/>
                  </a:lnTo>
                  <a:lnTo>
                    <a:pt x="1774849" y="2815702"/>
                  </a:lnTo>
                  <a:lnTo>
                    <a:pt x="1851482" y="2833191"/>
                  </a:lnTo>
                  <a:lnTo>
                    <a:pt x="1928114" y="2850221"/>
                  </a:lnTo>
                  <a:lnTo>
                    <a:pt x="2004747" y="2866806"/>
                  </a:lnTo>
                  <a:lnTo>
                    <a:pt x="2081379" y="2882957"/>
                  </a:lnTo>
                  <a:lnTo>
                    <a:pt x="2158012" y="2898685"/>
                  </a:lnTo>
                  <a:lnTo>
                    <a:pt x="2234644" y="2914001"/>
                  </a:lnTo>
                  <a:lnTo>
                    <a:pt x="2311277" y="2928916"/>
                  </a:lnTo>
                  <a:lnTo>
                    <a:pt x="2387909" y="2943441"/>
                  </a:lnTo>
                  <a:lnTo>
                    <a:pt x="2464542" y="2957586"/>
                  </a:lnTo>
                  <a:lnTo>
                    <a:pt x="2541174" y="2971360"/>
                  </a:lnTo>
                  <a:lnTo>
                    <a:pt x="2617807" y="2984773"/>
                  </a:lnTo>
                  <a:lnTo>
                    <a:pt x="2694440" y="2997836"/>
                  </a:lnTo>
                  <a:lnTo>
                    <a:pt x="2771072" y="3010556"/>
                  </a:lnTo>
                  <a:lnTo>
                    <a:pt x="2847705" y="3022944"/>
                  </a:lnTo>
                  <a:lnTo>
                    <a:pt x="2924337" y="3035007"/>
                  </a:lnTo>
                  <a:lnTo>
                    <a:pt x="3000970" y="3046755"/>
                  </a:lnTo>
                  <a:lnTo>
                    <a:pt x="3077602" y="3058195"/>
                  </a:lnTo>
                  <a:lnTo>
                    <a:pt x="3154235" y="3069335"/>
                  </a:lnTo>
                  <a:lnTo>
                    <a:pt x="3230867" y="3080184"/>
                  </a:lnTo>
                  <a:lnTo>
                    <a:pt x="3307500" y="3090748"/>
                  </a:lnTo>
                  <a:lnTo>
                    <a:pt x="3384132" y="3101037"/>
                  </a:lnTo>
                  <a:lnTo>
                    <a:pt x="3460765" y="3111055"/>
                  </a:lnTo>
                  <a:lnTo>
                    <a:pt x="3537398" y="3120812"/>
                  </a:lnTo>
                  <a:lnTo>
                    <a:pt x="3614030" y="3130313"/>
                  </a:lnTo>
                  <a:lnTo>
                    <a:pt x="3690663" y="3139566"/>
                  </a:lnTo>
                  <a:lnTo>
                    <a:pt x="3767295" y="3148576"/>
                  </a:lnTo>
                  <a:lnTo>
                    <a:pt x="3843928" y="3157350"/>
                  </a:lnTo>
                  <a:lnTo>
                    <a:pt x="3920560" y="3165895"/>
                  </a:lnTo>
                  <a:lnTo>
                    <a:pt x="3997193" y="3174216"/>
                  </a:lnTo>
                  <a:lnTo>
                    <a:pt x="4073825" y="3182319"/>
                  </a:lnTo>
                  <a:lnTo>
                    <a:pt x="4150458" y="3190210"/>
                  </a:lnTo>
                  <a:lnTo>
                    <a:pt x="4227091" y="3197894"/>
                  </a:lnTo>
                  <a:lnTo>
                    <a:pt x="4303723" y="3205378"/>
                  </a:lnTo>
                  <a:lnTo>
                    <a:pt x="4380356" y="3212665"/>
                  </a:lnTo>
                  <a:lnTo>
                    <a:pt x="4456988" y="3219761"/>
                  </a:lnTo>
                  <a:lnTo>
                    <a:pt x="4533621" y="3226672"/>
                  </a:lnTo>
                  <a:lnTo>
                    <a:pt x="4610253" y="3233402"/>
                  </a:lnTo>
                  <a:lnTo>
                    <a:pt x="4686886" y="3239956"/>
                  </a:lnTo>
                  <a:lnTo>
                    <a:pt x="4763518" y="3246338"/>
                  </a:lnTo>
                  <a:lnTo>
                    <a:pt x="4840151" y="3252553"/>
                  </a:lnTo>
                  <a:lnTo>
                    <a:pt x="4916783" y="3258605"/>
                  </a:lnTo>
                  <a:lnTo>
                    <a:pt x="4993416" y="3264499"/>
                  </a:lnTo>
                  <a:lnTo>
                    <a:pt x="5070049" y="3270239"/>
                  </a:lnTo>
                  <a:lnTo>
                    <a:pt x="5146681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9542"/>
              <a:ext cx="7403783" cy="2692046"/>
            </a:xfrm>
            <a:custGeom>
              <a:avLst/>
              <a:pathLst>
                <a:path w="7403783" h="2692046">
                  <a:moveTo>
                    <a:pt x="7403783" y="2692046"/>
                  </a:moveTo>
                  <a:lnTo>
                    <a:pt x="7327150" y="2691478"/>
                  </a:lnTo>
                  <a:lnTo>
                    <a:pt x="7250518" y="2690854"/>
                  </a:lnTo>
                  <a:lnTo>
                    <a:pt x="7173885" y="2690166"/>
                  </a:lnTo>
                  <a:lnTo>
                    <a:pt x="7097253" y="2689409"/>
                  </a:lnTo>
                  <a:lnTo>
                    <a:pt x="7020620" y="2688577"/>
                  </a:lnTo>
                  <a:lnTo>
                    <a:pt x="6943987" y="2687661"/>
                  </a:lnTo>
                  <a:lnTo>
                    <a:pt x="6867355" y="2686652"/>
                  </a:lnTo>
                  <a:lnTo>
                    <a:pt x="6790722" y="2685543"/>
                  </a:lnTo>
                  <a:lnTo>
                    <a:pt x="6714090" y="2684323"/>
                  </a:lnTo>
                  <a:lnTo>
                    <a:pt x="6637457" y="2682980"/>
                  </a:lnTo>
                  <a:lnTo>
                    <a:pt x="6560825" y="2681502"/>
                  </a:lnTo>
                  <a:lnTo>
                    <a:pt x="6484192" y="2679876"/>
                  </a:lnTo>
                  <a:lnTo>
                    <a:pt x="6407560" y="2678087"/>
                  </a:lnTo>
                  <a:lnTo>
                    <a:pt x="6330927" y="2676119"/>
                  </a:lnTo>
                  <a:lnTo>
                    <a:pt x="6254294" y="2673952"/>
                  </a:lnTo>
                  <a:lnTo>
                    <a:pt x="6177662" y="2671569"/>
                  </a:lnTo>
                  <a:lnTo>
                    <a:pt x="6101029" y="2668946"/>
                  </a:lnTo>
                  <a:lnTo>
                    <a:pt x="6024397" y="2666060"/>
                  </a:lnTo>
                  <a:lnTo>
                    <a:pt x="5947764" y="2662885"/>
                  </a:lnTo>
                  <a:lnTo>
                    <a:pt x="5871132" y="2659391"/>
                  </a:lnTo>
                  <a:lnTo>
                    <a:pt x="5794499" y="2655547"/>
                  </a:lnTo>
                  <a:lnTo>
                    <a:pt x="5717867" y="2651316"/>
                  </a:lnTo>
                  <a:lnTo>
                    <a:pt x="5641234" y="2646662"/>
                  </a:lnTo>
                  <a:lnTo>
                    <a:pt x="5564602" y="2641540"/>
                  </a:lnTo>
                  <a:lnTo>
                    <a:pt x="5487969" y="2635904"/>
                  </a:lnTo>
                  <a:lnTo>
                    <a:pt x="5411336" y="2629703"/>
                  </a:lnTo>
                  <a:lnTo>
                    <a:pt x="5334704" y="2622879"/>
                  </a:lnTo>
                  <a:lnTo>
                    <a:pt x="5258071" y="2615371"/>
                  </a:lnTo>
                  <a:lnTo>
                    <a:pt x="5181439" y="2607110"/>
                  </a:lnTo>
                  <a:lnTo>
                    <a:pt x="5104806" y="2598020"/>
                  </a:lnTo>
                  <a:lnTo>
                    <a:pt x="5028174" y="2588017"/>
                  </a:lnTo>
                  <a:lnTo>
                    <a:pt x="4951541" y="2577011"/>
                  </a:lnTo>
                  <a:lnTo>
                    <a:pt x="4874909" y="2564901"/>
                  </a:lnTo>
                  <a:lnTo>
                    <a:pt x="4798276" y="2551575"/>
                  </a:lnTo>
                  <a:lnTo>
                    <a:pt x="4721644" y="2536913"/>
                  </a:lnTo>
                  <a:lnTo>
                    <a:pt x="4645011" y="2520779"/>
                  </a:lnTo>
                  <a:lnTo>
                    <a:pt x="4568378" y="2503026"/>
                  </a:lnTo>
                  <a:lnTo>
                    <a:pt x="4491746" y="2483492"/>
                  </a:lnTo>
                  <a:lnTo>
                    <a:pt x="4415113" y="2461999"/>
                  </a:lnTo>
                  <a:lnTo>
                    <a:pt x="4338481" y="2438348"/>
                  </a:lnTo>
                  <a:lnTo>
                    <a:pt x="4261848" y="2412324"/>
                  </a:lnTo>
                  <a:lnTo>
                    <a:pt x="4185216" y="2383690"/>
                  </a:lnTo>
                  <a:lnTo>
                    <a:pt x="4108583" y="2352182"/>
                  </a:lnTo>
                  <a:lnTo>
                    <a:pt x="4031951" y="2317512"/>
                  </a:lnTo>
                  <a:lnTo>
                    <a:pt x="3955318" y="2279364"/>
                  </a:lnTo>
                  <a:lnTo>
                    <a:pt x="3878685" y="2237389"/>
                  </a:lnTo>
                  <a:lnTo>
                    <a:pt x="3802053" y="2191201"/>
                  </a:lnTo>
                  <a:lnTo>
                    <a:pt x="3725420" y="2140379"/>
                  </a:lnTo>
                  <a:lnTo>
                    <a:pt x="3648788" y="2084458"/>
                  </a:lnTo>
                  <a:lnTo>
                    <a:pt x="3572155" y="2022926"/>
                  </a:lnTo>
                  <a:lnTo>
                    <a:pt x="3495523" y="1955220"/>
                  </a:lnTo>
                  <a:lnTo>
                    <a:pt x="3418890" y="1880720"/>
                  </a:lnTo>
                  <a:lnTo>
                    <a:pt x="3342258" y="1849519"/>
                  </a:lnTo>
                  <a:lnTo>
                    <a:pt x="3265625" y="1826718"/>
                  </a:lnTo>
                  <a:lnTo>
                    <a:pt x="3188993" y="1803304"/>
                  </a:lnTo>
                  <a:lnTo>
                    <a:pt x="3112360" y="1779260"/>
                  </a:lnTo>
                  <a:lnTo>
                    <a:pt x="3035727" y="1754570"/>
                  </a:lnTo>
                  <a:lnTo>
                    <a:pt x="2959095" y="1729216"/>
                  </a:lnTo>
                  <a:lnTo>
                    <a:pt x="2882462" y="1703180"/>
                  </a:lnTo>
                  <a:lnTo>
                    <a:pt x="2805830" y="1676445"/>
                  </a:lnTo>
                  <a:lnTo>
                    <a:pt x="2729197" y="1648991"/>
                  </a:lnTo>
                  <a:lnTo>
                    <a:pt x="2652565" y="1620799"/>
                  </a:lnTo>
                  <a:lnTo>
                    <a:pt x="2575932" y="1591849"/>
                  </a:lnTo>
                  <a:lnTo>
                    <a:pt x="2499300" y="1562121"/>
                  </a:lnTo>
                  <a:lnTo>
                    <a:pt x="2422667" y="1531593"/>
                  </a:lnTo>
                  <a:lnTo>
                    <a:pt x="2346034" y="1500245"/>
                  </a:lnTo>
                  <a:lnTo>
                    <a:pt x="2269402" y="1468054"/>
                  </a:lnTo>
                  <a:lnTo>
                    <a:pt x="2192769" y="1434998"/>
                  </a:lnTo>
                  <a:lnTo>
                    <a:pt x="2116137" y="1401054"/>
                  </a:lnTo>
                  <a:lnTo>
                    <a:pt x="2039504" y="1366196"/>
                  </a:lnTo>
                  <a:lnTo>
                    <a:pt x="1962872" y="1330402"/>
                  </a:lnTo>
                  <a:lnTo>
                    <a:pt x="1886239" y="1293645"/>
                  </a:lnTo>
                  <a:lnTo>
                    <a:pt x="1809607" y="1255901"/>
                  </a:lnTo>
                  <a:lnTo>
                    <a:pt x="1732974" y="1217141"/>
                  </a:lnTo>
                  <a:lnTo>
                    <a:pt x="1656342" y="1177340"/>
                  </a:lnTo>
                  <a:lnTo>
                    <a:pt x="1579709" y="1136469"/>
                  </a:lnTo>
                  <a:lnTo>
                    <a:pt x="1503076" y="1094499"/>
                  </a:lnTo>
                  <a:lnTo>
                    <a:pt x="1426444" y="1051401"/>
                  </a:lnTo>
                  <a:lnTo>
                    <a:pt x="1349811" y="1007144"/>
                  </a:lnTo>
                  <a:lnTo>
                    <a:pt x="1273179" y="961697"/>
                  </a:lnTo>
                  <a:lnTo>
                    <a:pt x="1196546" y="915029"/>
                  </a:lnTo>
                  <a:lnTo>
                    <a:pt x="1119914" y="867106"/>
                  </a:lnTo>
                  <a:lnTo>
                    <a:pt x="1043281" y="817895"/>
                  </a:lnTo>
                  <a:lnTo>
                    <a:pt x="966649" y="767361"/>
                  </a:lnTo>
                  <a:lnTo>
                    <a:pt x="890016" y="715469"/>
                  </a:lnTo>
                  <a:lnTo>
                    <a:pt x="813384" y="662181"/>
                  </a:lnTo>
                  <a:lnTo>
                    <a:pt x="736751" y="607461"/>
                  </a:lnTo>
                  <a:lnTo>
                    <a:pt x="660118" y="551270"/>
                  </a:lnTo>
                  <a:lnTo>
                    <a:pt x="583486" y="493569"/>
                  </a:lnTo>
                  <a:lnTo>
                    <a:pt x="506853" y="434316"/>
                  </a:lnTo>
                  <a:lnTo>
                    <a:pt x="430221" y="373470"/>
                  </a:lnTo>
                  <a:lnTo>
                    <a:pt x="353588" y="310989"/>
                  </a:lnTo>
                  <a:lnTo>
                    <a:pt x="276956" y="246828"/>
                  </a:lnTo>
                  <a:lnTo>
                    <a:pt x="200323" y="180943"/>
                  </a:lnTo>
                  <a:lnTo>
                    <a:pt x="123691" y="113286"/>
                  </a:lnTo>
                  <a:lnTo>
                    <a:pt x="47058" y="438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076" y="2073503"/>
              <a:ext cx="5797224" cy="3449440"/>
            </a:xfrm>
            <a:custGeom>
              <a:avLst/>
              <a:pathLst>
                <a:path w="5797224" h="3449440">
                  <a:moveTo>
                    <a:pt x="0" y="0"/>
                  </a:moveTo>
                  <a:lnTo>
                    <a:pt x="49783" y="136924"/>
                  </a:lnTo>
                  <a:lnTo>
                    <a:pt x="126416" y="335207"/>
                  </a:lnTo>
                  <a:lnTo>
                    <a:pt x="203048" y="521742"/>
                  </a:lnTo>
                  <a:lnTo>
                    <a:pt x="279681" y="697226"/>
                  </a:lnTo>
                  <a:lnTo>
                    <a:pt x="356313" y="862313"/>
                  </a:lnTo>
                  <a:lnTo>
                    <a:pt x="432946" y="1017620"/>
                  </a:lnTo>
                  <a:lnTo>
                    <a:pt x="509579" y="1163725"/>
                  </a:lnTo>
                  <a:lnTo>
                    <a:pt x="586211" y="1301175"/>
                  </a:lnTo>
                  <a:lnTo>
                    <a:pt x="662844" y="1430481"/>
                  </a:lnTo>
                  <a:lnTo>
                    <a:pt x="739476" y="1552127"/>
                  </a:lnTo>
                  <a:lnTo>
                    <a:pt x="816109" y="1666566"/>
                  </a:lnTo>
                  <a:lnTo>
                    <a:pt x="892741" y="1774225"/>
                  </a:lnTo>
                  <a:lnTo>
                    <a:pt x="969374" y="1875505"/>
                  </a:lnTo>
                  <a:lnTo>
                    <a:pt x="1046006" y="1970785"/>
                  </a:lnTo>
                  <a:lnTo>
                    <a:pt x="1122639" y="2060421"/>
                  </a:lnTo>
                  <a:lnTo>
                    <a:pt x="1199272" y="2144746"/>
                  </a:lnTo>
                  <a:lnTo>
                    <a:pt x="1275904" y="2224075"/>
                  </a:lnTo>
                  <a:lnTo>
                    <a:pt x="1352537" y="2298704"/>
                  </a:lnTo>
                  <a:lnTo>
                    <a:pt x="1429169" y="2368912"/>
                  </a:lnTo>
                  <a:lnTo>
                    <a:pt x="1505802" y="2434960"/>
                  </a:lnTo>
                  <a:lnTo>
                    <a:pt x="1582434" y="2497095"/>
                  </a:lnTo>
                  <a:lnTo>
                    <a:pt x="1659067" y="2555550"/>
                  </a:lnTo>
                  <a:lnTo>
                    <a:pt x="1735699" y="2610541"/>
                  </a:lnTo>
                  <a:lnTo>
                    <a:pt x="1812332" y="2662274"/>
                  </a:lnTo>
                  <a:lnTo>
                    <a:pt x="1888964" y="2710942"/>
                  </a:lnTo>
                  <a:lnTo>
                    <a:pt x="1965597" y="2756727"/>
                  </a:lnTo>
                  <a:lnTo>
                    <a:pt x="2042230" y="2799799"/>
                  </a:lnTo>
                  <a:lnTo>
                    <a:pt x="2118862" y="2840319"/>
                  </a:lnTo>
                  <a:lnTo>
                    <a:pt x="2195495" y="2878439"/>
                  </a:lnTo>
                  <a:lnTo>
                    <a:pt x="2272127" y="2914301"/>
                  </a:lnTo>
                  <a:lnTo>
                    <a:pt x="2348760" y="2948037"/>
                  </a:lnTo>
                  <a:lnTo>
                    <a:pt x="2425392" y="2979775"/>
                  </a:lnTo>
                  <a:lnTo>
                    <a:pt x="2502025" y="3009633"/>
                  </a:lnTo>
                  <a:lnTo>
                    <a:pt x="2578657" y="3037722"/>
                  </a:lnTo>
                  <a:lnTo>
                    <a:pt x="2655290" y="3064147"/>
                  </a:lnTo>
                  <a:lnTo>
                    <a:pt x="2731923" y="3089006"/>
                  </a:lnTo>
                  <a:lnTo>
                    <a:pt x="2808555" y="3112392"/>
                  </a:lnTo>
                  <a:lnTo>
                    <a:pt x="2885188" y="3134393"/>
                  </a:lnTo>
                  <a:lnTo>
                    <a:pt x="2961820" y="3155091"/>
                  </a:lnTo>
                  <a:lnTo>
                    <a:pt x="3038453" y="3174562"/>
                  </a:lnTo>
                  <a:lnTo>
                    <a:pt x="3115085" y="3192879"/>
                  </a:lnTo>
                  <a:lnTo>
                    <a:pt x="3191718" y="3210112"/>
                  </a:lnTo>
                  <a:lnTo>
                    <a:pt x="3268350" y="3226323"/>
                  </a:lnTo>
                  <a:lnTo>
                    <a:pt x="3344983" y="3241574"/>
                  </a:lnTo>
                  <a:lnTo>
                    <a:pt x="3421615" y="3255922"/>
                  </a:lnTo>
                  <a:lnTo>
                    <a:pt x="3498248" y="3269419"/>
                  </a:lnTo>
                  <a:lnTo>
                    <a:pt x="3574881" y="3282117"/>
                  </a:lnTo>
                  <a:lnTo>
                    <a:pt x="3651513" y="3294063"/>
                  </a:lnTo>
                  <a:lnTo>
                    <a:pt x="3728146" y="3305300"/>
                  </a:lnTo>
                  <a:lnTo>
                    <a:pt x="3804778" y="3315872"/>
                  </a:lnTo>
                  <a:lnTo>
                    <a:pt x="3881411" y="3325818"/>
                  </a:lnTo>
                  <a:lnTo>
                    <a:pt x="3958043" y="3335175"/>
                  </a:lnTo>
                  <a:lnTo>
                    <a:pt x="4034676" y="3343977"/>
                  </a:lnTo>
                  <a:lnTo>
                    <a:pt x="4111308" y="3352257"/>
                  </a:lnTo>
                  <a:lnTo>
                    <a:pt x="4187941" y="3360047"/>
                  </a:lnTo>
                  <a:lnTo>
                    <a:pt x="4264573" y="3367376"/>
                  </a:lnTo>
                  <a:lnTo>
                    <a:pt x="4341206" y="3374270"/>
                  </a:lnTo>
                  <a:lnTo>
                    <a:pt x="4417839" y="3380756"/>
                  </a:lnTo>
                  <a:lnTo>
                    <a:pt x="4494471" y="3386858"/>
                  </a:lnTo>
                  <a:lnTo>
                    <a:pt x="4571104" y="3392598"/>
                  </a:lnTo>
                  <a:lnTo>
                    <a:pt x="4647736" y="3397998"/>
                  </a:lnTo>
                  <a:lnTo>
                    <a:pt x="4724369" y="3403078"/>
                  </a:lnTo>
                  <a:lnTo>
                    <a:pt x="4801001" y="3407857"/>
                  </a:lnTo>
                  <a:lnTo>
                    <a:pt x="4877634" y="3412354"/>
                  </a:lnTo>
                  <a:lnTo>
                    <a:pt x="4954266" y="3416583"/>
                  </a:lnTo>
                  <a:lnTo>
                    <a:pt x="5030899" y="3420562"/>
                  </a:lnTo>
                  <a:lnTo>
                    <a:pt x="5107532" y="3424306"/>
                  </a:lnTo>
                  <a:lnTo>
                    <a:pt x="5184164" y="3427827"/>
                  </a:lnTo>
                  <a:lnTo>
                    <a:pt x="5260797" y="3431140"/>
                  </a:lnTo>
                  <a:lnTo>
                    <a:pt x="5337429" y="3434257"/>
                  </a:lnTo>
                  <a:lnTo>
                    <a:pt x="5414062" y="3437189"/>
                  </a:lnTo>
                  <a:lnTo>
                    <a:pt x="5490694" y="3439947"/>
                  </a:lnTo>
                  <a:lnTo>
                    <a:pt x="5567327" y="3442542"/>
                  </a:lnTo>
                  <a:lnTo>
                    <a:pt x="5643959" y="3444983"/>
                  </a:lnTo>
                  <a:lnTo>
                    <a:pt x="5720592" y="3447280"/>
                  </a:lnTo>
                  <a:lnTo>
                    <a:pt x="5797224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(1.36-3.02), p = &lt;0.001  |  per IQR decline (Δ = 0.30): 8.27 (2.50-27.34)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2026-07-01T09:33:56Z</dcterms:modified>
  <cp:category/>
</cp:coreProperties>
</file>