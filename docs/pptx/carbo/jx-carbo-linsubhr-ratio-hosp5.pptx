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87106" y="3250627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87106" y="2951293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87106" y="265195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87106" y="2352625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525188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559192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593195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627198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87106" y="3400294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87106" y="3100960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87106" y="280162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87106" y="250229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87106" y="2202958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542190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576193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610197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235312" y="2143092"/>
              <a:ext cx="6964104" cy="1255159"/>
            </a:xfrm>
            <a:custGeom>
              <a:avLst/>
              <a:pathLst>
                <a:path w="6964104" h="1255159">
                  <a:moveTo>
                    <a:pt x="2239732" y="0"/>
                  </a:moveTo>
                  <a:lnTo>
                    <a:pt x="2251023" y="19927"/>
                  </a:lnTo>
                  <a:lnTo>
                    <a:pt x="2321368" y="132752"/>
                  </a:lnTo>
                  <a:lnTo>
                    <a:pt x="2391712" y="235289"/>
                  </a:lnTo>
                  <a:lnTo>
                    <a:pt x="2462057" y="328476"/>
                  </a:lnTo>
                  <a:lnTo>
                    <a:pt x="2532401" y="413165"/>
                  </a:lnTo>
                  <a:lnTo>
                    <a:pt x="2602746" y="490131"/>
                  </a:lnTo>
                  <a:lnTo>
                    <a:pt x="2673090" y="560079"/>
                  </a:lnTo>
                  <a:lnTo>
                    <a:pt x="2743435" y="623649"/>
                  </a:lnTo>
                  <a:lnTo>
                    <a:pt x="2813779" y="681421"/>
                  </a:lnTo>
                  <a:lnTo>
                    <a:pt x="2884124" y="733926"/>
                  </a:lnTo>
                  <a:lnTo>
                    <a:pt x="2954468" y="781643"/>
                  </a:lnTo>
                  <a:lnTo>
                    <a:pt x="3024813" y="825008"/>
                  </a:lnTo>
                  <a:lnTo>
                    <a:pt x="3095157" y="864419"/>
                  </a:lnTo>
                  <a:lnTo>
                    <a:pt x="3165502" y="900236"/>
                  </a:lnTo>
                  <a:lnTo>
                    <a:pt x="3235846" y="932788"/>
                  </a:lnTo>
                  <a:lnTo>
                    <a:pt x="3306191" y="959124"/>
                  </a:lnTo>
                  <a:lnTo>
                    <a:pt x="3376535" y="966927"/>
                  </a:lnTo>
                  <a:lnTo>
                    <a:pt x="3446880" y="974526"/>
                  </a:lnTo>
                  <a:lnTo>
                    <a:pt x="3517224" y="981926"/>
                  </a:lnTo>
                  <a:lnTo>
                    <a:pt x="3587569" y="989133"/>
                  </a:lnTo>
                  <a:lnTo>
                    <a:pt x="3657913" y="996150"/>
                  </a:lnTo>
                  <a:lnTo>
                    <a:pt x="3728257" y="1002984"/>
                  </a:lnTo>
                  <a:lnTo>
                    <a:pt x="3798602" y="1009639"/>
                  </a:lnTo>
                  <a:lnTo>
                    <a:pt x="3868946" y="1016120"/>
                  </a:lnTo>
                  <a:lnTo>
                    <a:pt x="3939291" y="1022432"/>
                  </a:lnTo>
                  <a:lnTo>
                    <a:pt x="4009635" y="1028578"/>
                  </a:lnTo>
                  <a:lnTo>
                    <a:pt x="4079980" y="1034563"/>
                  </a:lnTo>
                  <a:lnTo>
                    <a:pt x="4150324" y="1040391"/>
                  </a:lnTo>
                  <a:lnTo>
                    <a:pt x="4220669" y="1046067"/>
                  </a:lnTo>
                  <a:lnTo>
                    <a:pt x="4291013" y="1051594"/>
                  </a:lnTo>
                  <a:lnTo>
                    <a:pt x="4361358" y="1056977"/>
                  </a:lnTo>
                  <a:lnTo>
                    <a:pt x="4431702" y="1062218"/>
                  </a:lnTo>
                  <a:lnTo>
                    <a:pt x="4502047" y="1067323"/>
                  </a:lnTo>
                  <a:lnTo>
                    <a:pt x="4572391" y="1072294"/>
                  </a:lnTo>
                  <a:lnTo>
                    <a:pt x="4642736" y="1077134"/>
                  </a:lnTo>
                  <a:lnTo>
                    <a:pt x="4713080" y="1081848"/>
                  </a:lnTo>
                  <a:lnTo>
                    <a:pt x="4783425" y="1086439"/>
                  </a:lnTo>
                  <a:lnTo>
                    <a:pt x="4853769" y="1090909"/>
                  </a:lnTo>
                  <a:lnTo>
                    <a:pt x="4924114" y="1095262"/>
                  </a:lnTo>
                  <a:lnTo>
                    <a:pt x="4994458" y="1099502"/>
                  </a:lnTo>
                  <a:lnTo>
                    <a:pt x="5064803" y="1103630"/>
                  </a:lnTo>
                  <a:lnTo>
                    <a:pt x="5135147" y="1107650"/>
                  </a:lnTo>
                  <a:lnTo>
                    <a:pt x="5205492" y="1111566"/>
                  </a:lnTo>
                  <a:lnTo>
                    <a:pt x="5275836" y="1115378"/>
                  </a:lnTo>
                  <a:lnTo>
                    <a:pt x="5346181" y="1119091"/>
                  </a:lnTo>
                  <a:lnTo>
                    <a:pt x="5416525" y="1122706"/>
                  </a:lnTo>
                  <a:lnTo>
                    <a:pt x="5486870" y="1126227"/>
                  </a:lnTo>
                  <a:lnTo>
                    <a:pt x="5557214" y="1129656"/>
                  </a:lnTo>
                  <a:lnTo>
                    <a:pt x="5627559" y="1132995"/>
                  </a:lnTo>
                  <a:lnTo>
                    <a:pt x="5697903" y="1136247"/>
                  </a:lnTo>
                  <a:lnTo>
                    <a:pt x="5768248" y="1139413"/>
                  </a:lnTo>
                  <a:lnTo>
                    <a:pt x="5838592" y="1142497"/>
                  </a:lnTo>
                  <a:lnTo>
                    <a:pt x="5908937" y="1145499"/>
                  </a:lnTo>
                  <a:lnTo>
                    <a:pt x="5979281" y="1148424"/>
                  </a:lnTo>
                  <a:lnTo>
                    <a:pt x="6049626" y="1151271"/>
                  </a:lnTo>
                  <a:lnTo>
                    <a:pt x="6119970" y="1154045"/>
                  </a:lnTo>
                  <a:lnTo>
                    <a:pt x="6190315" y="1156745"/>
                  </a:lnTo>
                  <a:lnTo>
                    <a:pt x="6260659" y="1159375"/>
                  </a:lnTo>
                  <a:lnTo>
                    <a:pt x="6331004" y="1161936"/>
                  </a:lnTo>
                  <a:lnTo>
                    <a:pt x="6401348" y="1164430"/>
                  </a:lnTo>
                  <a:lnTo>
                    <a:pt x="6471693" y="1166858"/>
                  </a:lnTo>
                  <a:lnTo>
                    <a:pt x="6542037" y="1169224"/>
                  </a:lnTo>
                  <a:lnTo>
                    <a:pt x="6612382" y="1171527"/>
                  </a:lnTo>
                  <a:lnTo>
                    <a:pt x="6682726" y="1173770"/>
                  </a:lnTo>
                  <a:lnTo>
                    <a:pt x="6753071" y="1175954"/>
                  </a:lnTo>
                  <a:lnTo>
                    <a:pt x="6823415" y="1178081"/>
                  </a:lnTo>
                  <a:lnTo>
                    <a:pt x="6893760" y="1180152"/>
                  </a:lnTo>
                  <a:lnTo>
                    <a:pt x="6964104" y="1182169"/>
                  </a:lnTo>
                  <a:lnTo>
                    <a:pt x="6964104" y="1255159"/>
                  </a:lnTo>
                  <a:lnTo>
                    <a:pt x="6893760" y="1254954"/>
                  </a:lnTo>
                  <a:lnTo>
                    <a:pt x="6823415" y="1254729"/>
                  </a:lnTo>
                  <a:lnTo>
                    <a:pt x="6753071" y="1254480"/>
                  </a:lnTo>
                  <a:lnTo>
                    <a:pt x="6682726" y="1254207"/>
                  </a:lnTo>
                  <a:lnTo>
                    <a:pt x="6612382" y="1253907"/>
                  </a:lnTo>
                  <a:lnTo>
                    <a:pt x="6542037" y="1253576"/>
                  </a:lnTo>
                  <a:lnTo>
                    <a:pt x="6471693" y="1253213"/>
                  </a:lnTo>
                  <a:lnTo>
                    <a:pt x="6401348" y="1252812"/>
                  </a:lnTo>
                  <a:lnTo>
                    <a:pt x="6331004" y="1252372"/>
                  </a:lnTo>
                  <a:lnTo>
                    <a:pt x="6260659" y="1251887"/>
                  </a:lnTo>
                  <a:lnTo>
                    <a:pt x="6190315" y="1251354"/>
                  </a:lnTo>
                  <a:lnTo>
                    <a:pt x="6119970" y="1250767"/>
                  </a:lnTo>
                  <a:lnTo>
                    <a:pt x="6049626" y="1250121"/>
                  </a:lnTo>
                  <a:lnTo>
                    <a:pt x="5979281" y="1249411"/>
                  </a:lnTo>
                  <a:lnTo>
                    <a:pt x="5908937" y="1248629"/>
                  </a:lnTo>
                  <a:lnTo>
                    <a:pt x="5838592" y="1247769"/>
                  </a:lnTo>
                  <a:lnTo>
                    <a:pt x="5768248" y="1246823"/>
                  </a:lnTo>
                  <a:lnTo>
                    <a:pt x="5697903" y="1245781"/>
                  </a:lnTo>
                  <a:lnTo>
                    <a:pt x="5627559" y="1244635"/>
                  </a:lnTo>
                  <a:lnTo>
                    <a:pt x="5557214" y="1243375"/>
                  </a:lnTo>
                  <a:lnTo>
                    <a:pt x="5486870" y="1241987"/>
                  </a:lnTo>
                  <a:lnTo>
                    <a:pt x="5416525" y="1240461"/>
                  </a:lnTo>
                  <a:lnTo>
                    <a:pt x="5346181" y="1238781"/>
                  </a:lnTo>
                  <a:lnTo>
                    <a:pt x="5275836" y="1236932"/>
                  </a:lnTo>
                  <a:lnTo>
                    <a:pt x="5205492" y="1234899"/>
                  </a:lnTo>
                  <a:lnTo>
                    <a:pt x="5135147" y="1232661"/>
                  </a:lnTo>
                  <a:lnTo>
                    <a:pt x="5064803" y="1230198"/>
                  </a:lnTo>
                  <a:lnTo>
                    <a:pt x="4994458" y="1227489"/>
                  </a:lnTo>
                  <a:lnTo>
                    <a:pt x="4924114" y="1224508"/>
                  </a:lnTo>
                  <a:lnTo>
                    <a:pt x="4853769" y="1221227"/>
                  </a:lnTo>
                  <a:lnTo>
                    <a:pt x="4783425" y="1217617"/>
                  </a:lnTo>
                  <a:lnTo>
                    <a:pt x="4713080" y="1213646"/>
                  </a:lnTo>
                  <a:lnTo>
                    <a:pt x="4642736" y="1209275"/>
                  </a:lnTo>
                  <a:lnTo>
                    <a:pt x="4572391" y="1204466"/>
                  </a:lnTo>
                  <a:lnTo>
                    <a:pt x="4502047" y="1199175"/>
                  </a:lnTo>
                  <a:lnTo>
                    <a:pt x="4431702" y="1193353"/>
                  </a:lnTo>
                  <a:lnTo>
                    <a:pt x="4361358" y="1186946"/>
                  </a:lnTo>
                  <a:lnTo>
                    <a:pt x="4291013" y="1179897"/>
                  </a:lnTo>
                  <a:lnTo>
                    <a:pt x="4220669" y="1172140"/>
                  </a:lnTo>
                  <a:lnTo>
                    <a:pt x="4150324" y="1163605"/>
                  </a:lnTo>
                  <a:lnTo>
                    <a:pt x="4079980" y="1154214"/>
                  </a:lnTo>
                  <a:lnTo>
                    <a:pt x="4009635" y="1143880"/>
                  </a:lnTo>
                  <a:lnTo>
                    <a:pt x="3939291" y="1132510"/>
                  </a:lnTo>
                  <a:lnTo>
                    <a:pt x="3868946" y="1119999"/>
                  </a:lnTo>
                  <a:lnTo>
                    <a:pt x="3798602" y="1106232"/>
                  </a:lnTo>
                  <a:lnTo>
                    <a:pt x="3728257" y="1091084"/>
                  </a:lnTo>
                  <a:lnTo>
                    <a:pt x="3657913" y="1074416"/>
                  </a:lnTo>
                  <a:lnTo>
                    <a:pt x="3587569" y="1056075"/>
                  </a:lnTo>
                  <a:lnTo>
                    <a:pt x="3517224" y="1035895"/>
                  </a:lnTo>
                  <a:lnTo>
                    <a:pt x="3446880" y="1013689"/>
                  </a:lnTo>
                  <a:lnTo>
                    <a:pt x="3376535" y="989256"/>
                  </a:lnTo>
                  <a:lnTo>
                    <a:pt x="3306191" y="962370"/>
                  </a:lnTo>
                  <a:lnTo>
                    <a:pt x="3235846" y="951111"/>
                  </a:lnTo>
                  <a:lnTo>
                    <a:pt x="3165502" y="942882"/>
                  </a:lnTo>
                  <a:lnTo>
                    <a:pt x="3095157" y="934433"/>
                  </a:lnTo>
                  <a:lnTo>
                    <a:pt x="3024813" y="925756"/>
                  </a:lnTo>
                  <a:lnTo>
                    <a:pt x="2954468" y="916846"/>
                  </a:lnTo>
                  <a:lnTo>
                    <a:pt x="2884124" y="907696"/>
                  </a:lnTo>
                  <a:lnTo>
                    <a:pt x="2813779" y="898301"/>
                  </a:lnTo>
                  <a:lnTo>
                    <a:pt x="2743435" y="888652"/>
                  </a:lnTo>
                  <a:lnTo>
                    <a:pt x="2673090" y="878745"/>
                  </a:lnTo>
                  <a:lnTo>
                    <a:pt x="2602746" y="868571"/>
                  </a:lnTo>
                  <a:lnTo>
                    <a:pt x="2532401" y="858124"/>
                  </a:lnTo>
                  <a:lnTo>
                    <a:pt x="2462057" y="847395"/>
                  </a:lnTo>
                  <a:lnTo>
                    <a:pt x="2391712" y="836379"/>
                  </a:lnTo>
                  <a:lnTo>
                    <a:pt x="2321368" y="825066"/>
                  </a:lnTo>
                  <a:lnTo>
                    <a:pt x="2251023" y="813449"/>
                  </a:lnTo>
                  <a:lnTo>
                    <a:pt x="2180679" y="801520"/>
                  </a:lnTo>
                  <a:lnTo>
                    <a:pt x="2110334" y="789270"/>
                  </a:lnTo>
                  <a:lnTo>
                    <a:pt x="2039990" y="776691"/>
                  </a:lnTo>
                  <a:lnTo>
                    <a:pt x="1969645" y="763774"/>
                  </a:lnTo>
                  <a:lnTo>
                    <a:pt x="1899301" y="750509"/>
                  </a:lnTo>
                  <a:lnTo>
                    <a:pt x="1828956" y="736888"/>
                  </a:lnTo>
                  <a:lnTo>
                    <a:pt x="1758612" y="722901"/>
                  </a:lnTo>
                  <a:lnTo>
                    <a:pt x="1688267" y="708537"/>
                  </a:lnTo>
                  <a:lnTo>
                    <a:pt x="1617923" y="693788"/>
                  </a:lnTo>
                  <a:lnTo>
                    <a:pt x="1547578" y="678642"/>
                  </a:lnTo>
                  <a:lnTo>
                    <a:pt x="1477234" y="663089"/>
                  </a:lnTo>
                  <a:lnTo>
                    <a:pt x="1406889" y="647117"/>
                  </a:lnTo>
                  <a:lnTo>
                    <a:pt x="1336545" y="630717"/>
                  </a:lnTo>
                  <a:lnTo>
                    <a:pt x="1266200" y="613875"/>
                  </a:lnTo>
                  <a:lnTo>
                    <a:pt x="1195856" y="596581"/>
                  </a:lnTo>
                  <a:lnTo>
                    <a:pt x="1125511" y="578822"/>
                  </a:lnTo>
                  <a:lnTo>
                    <a:pt x="1055167" y="560585"/>
                  </a:lnTo>
                  <a:lnTo>
                    <a:pt x="984822" y="541859"/>
                  </a:lnTo>
                  <a:lnTo>
                    <a:pt x="914478" y="522628"/>
                  </a:lnTo>
                  <a:lnTo>
                    <a:pt x="844133" y="502881"/>
                  </a:lnTo>
                  <a:lnTo>
                    <a:pt x="773789" y="482603"/>
                  </a:lnTo>
                  <a:lnTo>
                    <a:pt x="703444" y="461780"/>
                  </a:lnTo>
                  <a:lnTo>
                    <a:pt x="633100" y="440397"/>
                  </a:lnTo>
                  <a:lnTo>
                    <a:pt x="562755" y="418440"/>
                  </a:lnTo>
                  <a:lnTo>
                    <a:pt x="492411" y="395892"/>
                  </a:lnTo>
                  <a:lnTo>
                    <a:pt x="422066" y="372737"/>
                  </a:lnTo>
                  <a:lnTo>
                    <a:pt x="351722" y="348961"/>
                  </a:lnTo>
                  <a:lnTo>
                    <a:pt x="281377" y="324545"/>
                  </a:lnTo>
                  <a:lnTo>
                    <a:pt x="211033" y="299473"/>
                  </a:lnTo>
                  <a:lnTo>
                    <a:pt x="140688" y="273727"/>
                  </a:lnTo>
                  <a:lnTo>
                    <a:pt x="70344" y="247288"/>
                  </a:lnTo>
                  <a:lnTo>
                    <a:pt x="0" y="22013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475044" y="2143092"/>
              <a:ext cx="4724372" cy="1182169"/>
            </a:xfrm>
            <a:custGeom>
              <a:avLst/>
              <a:pathLst>
                <a:path w="4724372" h="1182169">
                  <a:moveTo>
                    <a:pt x="0" y="0"/>
                  </a:moveTo>
                  <a:lnTo>
                    <a:pt x="11291" y="19927"/>
                  </a:lnTo>
                  <a:lnTo>
                    <a:pt x="81635" y="132752"/>
                  </a:lnTo>
                  <a:lnTo>
                    <a:pt x="151980" y="235289"/>
                  </a:lnTo>
                  <a:lnTo>
                    <a:pt x="222324" y="328476"/>
                  </a:lnTo>
                  <a:lnTo>
                    <a:pt x="292669" y="413165"/>
                  </a:lnTo>
                  <a:lnTo>
                    <a:pt x="363013" y="490131"/>
                  </a:lnTo>
                  <a:lnTo>
                    <a:pt x="433358" y="560079"/>
                  </a:lnTo>
                  <a:lnTo>
                    <a:pt x="503702" y="623649"/>
                  </a:lnTo>
                  <a:lnTo>
                    <a:pt x="574047" y="681421"/>
                  </a:lnTo>
                  <a:lnTo>
                    <a:pt x="644391" y="733926"/>
                  </a:lnTo>
                  <a:lnTo>
                    <a:pt x="714736" y="781643"/>
                  </a:lnTo>
                  <a:lnTo>
                    <a:pt x="785080" y="825008"/>
                  </a:lnTo>
                  <a:lnTo>
                    <a:pt x="855425" y="864419"/>
                  </a:lnTo>
                  <a:lnTo>
                    <a:pt x="925769" y="900236"/>
                  </a:lnTo>
                  <a:lnTo>
                    <a:pt x="996114" y="932788"/>
                  </a:lnTo>
                  <a:lnTo>
                    <a:pt x="1066458" y="959124"/>
                  </a:lnTo>
                  <a:lnTo>
                    <a:pt x="1136803" y="966927"/>
                  </a:lnTo>
                  <a:lnTo>
                    <a:pt x="1207147" y="974526"/>
                  </a:lnTo>
                  <a:lnTo>
                    <a:pt x="1277492" y="981926"/>
                  </a:lnTo>
                  <a:lnTo>
                    <a:pt x="1347836" y="989133"/>
                  </a:lnTo>
                  <a:lnTo>
                    <a:pt x="1418181" y="996150"/>
                  </a:lnTo>
                  <a:lnTo>
                    <a:pt x="1488525" y="1002984"/>
                  </a:lnTo>
                  <a:lnTo>
                    <a:pt x="1558870" y="1009639"/>
                  </a:lnTo>
                  <a:lnTo>
                    <a:pt x="1629214" y="1016120"/>
                  </a:lnTo>
                  <a:lnTo>
                    <a:pt x="1699559" y="1022432"/>
                  </a:lnTo>
                  <a:lnTo>
                    <a:pt x="1769903" y="1028578"/>
                  </a:lnTo>
                  <a:lnTo>
                    <a:pt x="1840248" y="1034563"/>
                  </a:lnTo>
                  <a:lnTo>
                    <a:pt x="1910592" y="1040391"/>
                  </a:lnTo>
                  <a:lnTo>
                    <a:pt x="1980937" y="1046067"/>
                  </a:lnTo>
                  <a:lnTo>
                    <a:pt x="2051281" y="1051594"/>
                  </a:lnTo>
                  <a:lnTo>
                    <a:pt x="2121626" y="1056977"/>
                  </a:lnTo>
                  <a:lnTo>
                    <a:pt x="2191970" y="1062218"/>
                  </a:lnTo>
                  <a:lnTo>
                    <a:pt x="2262315" y="1067323"/>
                  </a:lnTo>
                  <a:lnTo>
                    <a:pt x="2332659" y="1072294"/>
                  </a:lnTo>
                  <a:lnTo>
                    <a:pt x="2403004" y="1077134"/>
                  </a:lnTo>
                  <a:lnTo>
                    <a:pt x="2473348" y="1081848"/>
                  </a:lnTo>
                  <a:lnTo>
                    <a:pt x="2543693" y="1086439"/>
                  </a:lnTo>
                  <a:lnTo>
                    <a:pt x="2614037" y="1090909"/>
                  </a:lnTo>
                  <a:lnTo>
                    <a:pt x="2684382" y="1095262"/>
                  </a:lnTo>
                  <a:lnTo>
                    <a:pt x="2754726" y="1099502"/>
                  </a:lnTo>
                  <a:lnTo>
                    <a:pt x="2825071" y="1103630"/>
                  </a:lnTo>
                  <a:lnTo>
                    <a:pt x="2895415" y="1107650"/>
                  </a:lnTo>
                  <a:lnTo>
                    <a:pt x="2965760" y="1111566"/>
                  </a:lnTo>
                  <a:lnTo>
                    <a:pt x="3036104" y="1115378"/>
                  </a:lnTo>
                  <a:lnTo>
                    <a:pt x="3106449" y="1119091"/>
                  </a:lnTo>
                  <a:lnTo>
                    <a:pt x="3176793" y="1122706"/>
                  </a:lnTo>
                  <a:lnTo>
                    <a:pt x="3247138" y="1126227"/>
                  </a:lnTo>
                  <a:lnTo>
                    <a:pt x="3317482" y="1129656"/>
                  </a:lnTo>
                  <a:lnTo>
                    <a:pt x="3387827" y="1132995"/>
                  </a:lnTo>
                  <a:lnTo>
                    <a:pt x="3458171" y="1136247"/>
                  </a:lnTo>
                  <a:lnTo>
                    <a:pt x="3528516" y="1139413"/>
                  </a:lnTo>
                  <a:lnTo>
                    <a:pt x="3598860" y="1142497"/>
                  </a:lnTo>
                  <a:lnTo>
                    <a:pt x="3669205" y="1145499"/>
                  </a:lnTo>
                  <a:lnTo>
                    <a:pt x="3739549" y="1148424"/>
                  </a:lnTo>
                  <a:lnTo>
                    <a:pt x="3809893" y="1151271"/>
                  </a:lnTo>
                  <a:lnTo>
                    <a:pt x="3880238" y="1154045"/>
                  </a:lnTo>
                  <a:lnTo>
                    <a:pt x="3950582" y="1156745"/>
                  </a:lnTo>
                  <a:lnTo>
                    <a:pt x="4020927" y="1159375"/>
                  </a:lnTo>
                  <a:lnTo>
                    <a:pt x="4091271" y="1161936"/>
                  </a:lnTo>
                  <a:lnTo>
                    <a:pt x="4161616" y="1164430"/>
                  </a:lnTo>
                  <a:lnTo>
                    <a:pt x="4231960" y="1166858"/>
                  </a:lnTo>
                  <a:lnTo>
                    <a:pt x="4302305" y="1169224"/>
                  </a:lnTo>
                  <a:lnTo>
                    <a:pt x="4372649" y="1171527"/>
                  </a:lnTo>
                  <a:lnTo>
                    <a:pt x="4442994" y="1173770"/>
                  </a:lnTo>
                  <a:lnTo>
                    <a:pt x="4513338" y="1175954"/>
                  </a:lnTo>
                  <a:lnTo>
                    <a:pt x="4583683" y="1178081"/>
                  </a:lnTo>
                  <a:lnTo>
                    <a:pt x="4654027" y="1180152"/>
                  </a:lnTo>
                  <a:lnTo>
                    <a:pt x="4724372" y="118216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35312" y="2363232"/>
              <a:ext cx="6964104" cy="1035019"/>
            </a:xfrm>
            <a:custGeom>
              <a:avLst/>
              <a:pathLst>
                <a:path w="6964104" h="1035019">
                  <a:moveTo>
                    <a:pt x="6964104" y="1035019"/>
                  </a:moveTo>
                  <a:lnTo>
                    <a:pt x="6893760" y="1034814"/>
                  </a:lnTo>
                  <a:lnTo>
                    <a:pt x="6823415" y="1034589"/>
                  </a:lnTo>
                  <a:lnTo>
                    <a:pt x="6753071" y="1034340"/>
                  </a:lnTo>
                  <a:lnTo>
                    <a:pt x="6682726" y="1034067"/>
                  </a:lnTo>
                  <a:lnTo>
                    <a:pt x="6612382" y="1033767"/>
                  </a:lnTo>
                  <a:lnTo>
                    <a:pt x="6542037" y="1033436"/>
                  </a:lnTo>
                  <a:lnTo>
                    <a:pt x="6471693" y="1033073"/>
                  </a:lnTo>
                  <a:lnTo>
                    <a:pt x="6401348" y="1032672"/>
                  </a:lnTo>
                  <a:lnTo>
                    <a:pt x="6331004" y="1032232"/>
                  </a:lnTo>
                  <a:lnTo>
                    <a:pt x="6260659" y="1031747"/>
                  </a:lnTo>
                  <a:lnTo>
                    <a:pt x="6190315" y="1031214"/>
                  </a:lnTo>
                  <a:lnTo>
                    <a:pt x="6119970" y="1030627"/>
                  </a:lnTo>
                  <a:lnTo>
                    <a:pt x="6049626" y="1029982"/>
                  </a:lnTo>
                  <a:lnTo>
                    <a:pt x="5979281" y="1029271"/>
                  </a:lnTo>
                  <a:lnTo>
                    <a:pt x="5908937" y="1028489"/>
                  </a:lnTo>
                  <a:lnTo>
                    <a:pt x="5838592" y="1027629"/>
                  </a:lnTo>
                  <a:lnTo>
                    <a:pt x="5768248" y="1026683"/>
                  </a:lnTo>
                  <a:lnTo>
                    <a:pt x="5697903" y="1025641"/>
                  </a:lnTo>
                  <a:lnTo>
                    <a:pt x="5627559" y="1024495"/>
                  </a:lnTo>
                  <a:lnTo>
                    <a:pt x="5557214" y="1023235"/>
                  </a:lnTo>
                  <a:lnTo>
                    <a:pt x="5486870" y="1021847"/>
                  </a:lnTo>
                  <a:lnTo>
                    <a:pt x="5416525" y="1020321"/>
                  </a:lnTo>
                  <a:lnTo>
                    <a:pt x="5346181" y="1018641"/>
                  </a:lnTo>
                  <a:lnTo>
                    <a:pt x="5275836" y="1016792"/>
                  </a:lnTo>
                  <a:lnTo>
                    <a:pt x="5205492" y="1014759"/>
                  </a:lnTo>
                  <a:lnTo>
                    <a:pt x="5135147" y="1012521"/>
                  </a:lnTo>
                  <a:lnTo>
                    <a:pt x="5064803" y="1010058"/>
                  </a:lnTo>
                  <a:lnTo>
                    <a:pt x="4994458" y="1007349"/>
                  </a:lnTo>
                  <a:lnTo>
                    <a:pt x="4924114" y="1004368"/>
                  </a:lnTo>
                  <a:lnTo>
                    <a:pt x="4853769" y="1001087"/>
                  </a:lnTo>
                  <a:lnTo>
                    <a:pt x="4783425" y="997477"/>
                  </a:lnTo>
                  <a:lnTo>
                    <a:pt x="4713080" y="993506"/>
                  </a:lnTo>
                  <a:lnTo>
                    <a:pt x="4642736" y="989135"/>
                  </a:lnTo>
                  <a:lnTo>
                    <a:pt x="4572391" y="984326"/>
                  </a:lnTo>
                  <a:lnTo>
                    <a:pt x="4502047" y="979035"/>
                  </a:lnTo>
                  <a:lnTo>
                    <a:pt x="4431702" y="973213"/>
                  </a:lnTo>
                  <a:lnTo>
                    <a:pt x="4361358" y="966806"/>
                  </a:lnTo>
                  <a:lnTo>
                    <a:pt x="4291013" y="959757"/>
                  </a:lnTo>
                  <a:lnTo>
                    <a:pt x="4220669" y="952000"/>
                  </a:lnTo>
                  <a:lnTo>
                    <a:pt x="4150324" y="943465"/>
                  </a:lnTo>
                  <a:lnTo>
                    <a:pt x="4079980" y="934074"/>
                  </a:lnTo>
                  <a:lnTo>
                    <a:pt x="4009635" y="923740"/>
                  </a:lnTo>
                  <a:lnTo>
                    <a:pt x="3939291" y="912370"/>
                  </a:lnTo>
                  <a:lnTo>
                    <a:pt x="3868946" y="899859"/>
                  </a:lnTo>
                  <a:lnTo>
                    <a:pt x="3798602" y="886092"/>
                  </a:lnTo>
                  <a:lnTo>
                    <a:pt x="3728257" y="870944"/>
                  </a:lnTo>
                  <a:lnTo>
                    <a:pt x="3657913" y="854276"/>
                  </a:lnTo>
                  <a:lnTo>
                    <a:pt x="3587569" y="835935"/>
                  </a:lnTo>
                  <a:lnTo>
                    <a:pt x="3517224" y="815755"/>
                  </a:lnTo>
                  <a:lnTo>
                    <a:pt x="3446880" y="793549"/>
                  </a:lnTo>
                  <a:lnTo>
                    <a:pt x="3376535" y="769116"/>
                  </a:lnTo>
                  <a:lnTo>
                    <a:pt x="3306191" y="742230"/>
                  </a:lnTo>
                  <a:lnTo>
                    <a:pt x="3235846" y="730971"/>
                  </a:lnTo>
                  <a:lnTo>
                    <a:pt x="3165502" y="722742"/>
                  </a:lnTo>
                  <a:lnTo>
                    <a:pt x="3095157" y="714293"/>
                  </a:lnTo>
                  <a:lnTo>
                    <a:pt x="3024813" y="705616"/>
                  </a:lnTo>
                  <a:lnTo>
                    <a:pt x="2954468" y="696706"/>
                  </a:lnTo>
                  <a:lnTo>
                    <a:pt x="2884124" y="687556"/>
                  </a:lnTo>
                  <a:lnTo>
                    <a:pt x="2813779" y="678161"/>
                  </a:lnTo>
                  <a:lnTo>
                    <a:pt x="2743435" y="668512"/>
                  </a:lnTo>
                  <a:lnTo>
                    <a:pt x="2673090" y="658605"/>
                  </a:lnTo>
                  <a:lnTo>
                    <a:pt x="2602746" y="648431"/>
                  </a:lnTo>
                  <a:lnTo>
                    <a:pt x="2532401" y="637984"/>
                  </a:lnTo>
                  <a:lnTo>
                    <a:pt x="2462057" y="627255"/>
                  </a:lnTo>
                  <a:lnTo>
                    <a:pt x="2391712" y="616239"/>
                  </a:lnTo>
                  <a:lnTo>
                    <a:pt x="2321368" y="604926"/>
                  </a:lnTo>
                  <a:lnTo>
                    <a:pt x="2251023" y="593309"/>
                  </a:lnTo>
                  <a:lnTo>
                    <a:pt x="2180679" y="581380"/>
                  </a:lnTo>
                  <a:lnTo>
                    <a:pt x="2110334" y="569130"/>
                  </a:lnTo>
                  <a:lnTo>
                    <a:pt x="2039990" y="556551"/>
                  </a:lnTo>
                  <a:lnTo>
                    <a:pt x="1969645" y="543634"/>
                  </a:lnTo>
                  <a:lnTo>
                    <a:pt x="1899301" y="530369"/>
                  </a:lnTo>
                  <a:lnTo>
                    <a:pt x="1828956" y="516748"/>
                  </a:lnTo>
                  <a:lnTo>
                    <a:pt x="1758612" y="502761"/>
                  </a:lnTo>
                  <a:lnTo>
                    <a:pt x="1688267" y="488397"/>
                  </a:lnTo>
                  <a:lnTo>
                    <a:pt x="1617923" y="473648"/>
                  </a:lnTo>
                  <a:lnTo>
                    <a:pt x="1547578" y="458502"/>
                  </a:lnTo>
                  <a:lnTo>
                    <a:pt x="1477234" y="442949"/>
                  </a:lnTo>
                  <a:lnTo>
                    <a:pt x="1406889" y="426977"/>
                  </a:lnTo>
                  <a:lnTo>
                    <a:pt x="1336545" y="410577"/>
                  </a:lnTo>
                  <a:lnTo>
                    <a:pt x="1266200" y="393735"/>
                  </a:lnTo>
                  <a:lnTo>
                    <a:pt x="1195856" y="376441"/>
                  </a:lnTo>
                  <a:lnTo>
                    <a:pt x="1125511" y="358682"/>
                  </a:lnTo>
                  <a:lnTo>
                    <a:pt x="1055167" y="340445"/>
                  </a:lnTo>
                  <a:lnTo>
                    <a:pt x="984822" y="321719"/>
                  </a:lnTo>
                  <a:lnTo>
                    <a:pt x="914478" y="302489"/>
                  </a:lnTo>
                  <a:lnTo>
                    <a:pt x="844133" y="282741"/>
                  </a:lnTo>
                  <a:lnTo>
                    <a:pt x="773789" y="262463"/>
                  </a:lnTo>
                  <a:lnTo>
                    <a:pt x="703444" y="241640"/>
                  </a:lnTo>
                  <a:lnTo>
                    <a:pt x="633100" y="220257"/>
                  </a:lnTo>
                  <a:lnTo>
                    <a:pt x="562755" y="198300"/>
                  </a:lnTo>
                  <a:lnTo>
                    <a:pt x="492411" y="175752"/>
                  </a:lnTo>
                  <a:lnTo>
                    <a:pt x="422066" y="152597"/>
                  </a:lnTo>
                  <a:lnTo>
                    <a:pt x="351722" y="128821"/>
                  </a:lnTo>
                  <a:lnTo>
                    <a:pt x="281377" y="104405"/>
                  </a:lnTo>
                  <a:lnTo>
                    <a:pt x="211033" y="79333"/>
                  </a:lnTo>
                  <a:lnTo>
                    <a:pt x="140688" y="53587"/>
                  </a:lnTo>
                  <a:lnTo>
                    <a:pt x="70344" y="2714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877881" y="2143092"/>
              <a:ext cx="5321535" cy="1244821"/>
            </a:xfrm>
            <a:custGeom>
              <a:avLst/>
              <a:pathLst>
                <a:path w="5321535" h="1244821">
                  <a:moveTo>
                    <a:pt x="0" y="0"/>
                  </a:moveTo>
                  <a:lnTo>
                    <a:pt x="45698" y="49412"/>
                  </a:lnTo>
                  <a:lnTo>
                    <a:pt x="116043" y="120968"/>
                  </a:lnTo>
                  <a:lnTo>
                    <a:pt x="186387" y="188284"/>
                  </a:lnTo>
                  <a:lnTo>
                    <a:pt x="256732" y="251612"/>
                  </a:lnTo>
                  <a:lnTo>
                    <a:pt x="327076" y="311188"/>
                  </a:lnTo>
                  <a:lnTo>
                    <a:pt x="397421" y="367235"/>
                  </a:lnTo>
                  <a:lnTo>
                    <a:pt x="467765" y="419961"/>
                  </a:lnTo>
                  <a:lnTo>
                    <a:pt x="538110" y="469563"/>
                  </a:lnTo>
                  <a:lnTo>
                    <a:pt x="608454" y="516227"/>
                  </a:lnTo>
                  <a:lnTo>
                    <a:pt x="678799" y="560126"/>
                  </a:lnTo>
                  <a:lnTo>
                    <a:pt x="749143" y="601424"/>
                  </a:lnTo>
                  <a:lnTo>
                    <a:pt x="819488" y="640276"/>
                  </a:lnTo>
                  <a:lnTo>
                    <a:pt x="889832" y="676825"/>
                  </a:lnTo>
                  <a:lnTo>
                    <a:pt x="960177" y="711210"/>
                  </a:lnTo>
                  <a:lnTo>
                    <a:pt x="1030521" y="743557"/>
                  </a:lnTo>
                  <a:lnTo>
                    <a:pt x="1100866" y="773988"/>
                  </a:lnTo>
                  <a:lnTo>
                    <a:pt x="1171210" y="802616"/>
                  </a:lnTo>
                  <a:lnTo>
                    <a:pt x="1241555" y="829548"/>
                  </a:lnTo>
                  <a:lnTo>
                    <a:pt x="1311899" y="854884"/>
                  </a:lnTo>
                  <a:lnTo>
                    <a:pt x="1382244" y="878720"/>
                  </a:lnTo>
                  <a:lnTo>
                    <a:pt x="1452588" y="901143"/>
                  </a:lnTo>
                  <a:lnTo>
                    <a:pt x="1522933" y="922237"/>
                  </a:lnTo>
                  <a:lnTo>
                    <a:pt x="1593277" y="942082"/>
                  </a:lnTo>
                  <a:lnTo>
                    <a:pt x="1663622" y="960752"/>
                  </a:lnTo>
                  <a:lnTo>
                    <a:pt x="1733966" y="978315"/>
                  </a:lnTo>
                  <a:lnTo>
                    <a:pt x="1804311" y="994837"/>
                  </a:lnTo>
                  <a:lnTo>
                    <a:pt x="1874655" y="1010381"/>
                  </a:lnTo>
                  <a:lnTo>
                    <a:pt x="1945000" y="1025004"/>
                  </a:lnTo>
                  <a:lnTo>
                    <a:pt x="2015344" y="1038761"/>
                  </a:lnTo>
                  <a:lnTo>
                    <a:pt x="2085689" y="1051702"/>
                  </a:lnTo>
                  <a:lnTo>
                    <a:pt x="2156033" y="1063877"/>
                  </a:lnTo>
                  <a:lnTo>
                    <a:pt x="2226378" y="1075331"/>
                  </a:lnTo>
                  <a:lnTo>
                    <a:pt x="2296722" y="1086105"/>
                  </a:lnTo>
                  <a:lnTo>
                    <a:pt x="2367066" y="1096242"/>
                  </a:lnTo>
                  <a:lnTo>
                    <a:pt x="2437411" y="1105778"/>
                  </a:lnTo>
                  <a:lnTo>
                    <a:pt x="2507755" y="1114749"/>
                  </a:lnTo>
                  <a:lnTo>
                    <a:pt x="2578100" y="1123189"/>
                  </a:lnTo>
                  <a:lnTo>
                    <a:pt x="2648444" y="1131128"/>
                  </a:lnTo>
                  <a:lnTo>
                    <a:pt x="2718789" y="1138598"/>
                  </a:lnTo>
                  <a:lnTo>
                    <a:pt x="2789133" y="1145624"/>
                  </a:lnTo>
                  <a:lnTo>
                    <a:pt x="2859478" y="1152235"/>
                  </a:lnTo>
                  <a:lnTo>
                    <a:pt x="2929822" y="1158454"/>
                  </a:lnTo>
                  <a:lnTo>
                    <a:pt x="3000167" y="1164304"/>
                  </a:lnTo>
                  <a:lnTo>
                    <a:pt x="3070511" y="1169808"/>
                  </a:lnTo>
                  <a:lnTo>
                    <a:pt x="3140856" y="1174985"/>
                  </a:lnTo>
                  <a:lnTo>
                    <a:pt x="3211200" y="1179856"/>
                  </a:lnTo>
                  <a:lnTo>
                    <a:pt x="3281545" y="1184439"/>
                  </a:lnTo>
                  <a:lnTo>
                    <a:pt x="3351889" y="1188749"/>
                  </a:lnTo>
                  <a:lnTo>
                    <a:pt x="3422234" y="1192805"/>
                  </a:lnTo>
                  <a:lnTo>
                    <a:pt x="3492578" y="1196620"/>
                  </a:lnTo>
                  <a:lnTo>
                    <a:pt x="3562923" y="1200209"/>
                  </a:lnTo>
                  <a:lnTo>
                    <a:pt x="3633267" y="1203586"/>
                  </a:lnTo>
                  <a:lnTo>
                    <a:pt x="3703612" y="1206762"/>
                  </a:lnTo>
                  <a:lnTo>
                    <a:pt x="3773956" y="1209750"/>
                  </a:lnTo>
                  <a:lnTo>
                    <a:pt x="3844301" y="1212562"/>
                  </a:lnTo>
                  <a:lnTo>
                    <a:pt x="3914645" y="1215206"/>
                  </a:lnTo>
                  <a:lnTo>
                    <a:pt x="3984990" y="1217694"/>
                  </a:lnTo>
                  <a:lnTo>
                    <a:pt x="4055334" y="1220035"/>
                  </a:lnTo>
                  <a:lnTo>
                    <a:pt x="4125679" y="1222237"/>
                  </a:lnTo>
                  <a:lnTo>
                    <a:pt x="4196023" y="1224309"/>
                  </a:lnTo>
                  <a:lnTo>
                    <a:pt x="4266368" y="1226257"/>
                  </a:lnTo>
                  <a:lnTo>
                    <a:pt x="4336712" y="1228091"/>
                  </a:lnTo>
                  <a:lnTo>
                    <a:pt x="4407057" y="1229815"/>
                  </a:lnTo>
                  <a:lnTo>
                    <a:pt x="4477401" y="1231438"/>
                  </a:lnTo>
                  <a:lnTo>
                    <a:pt x="4547746" y="1232964"/>
                  </a:lnTo>
                  <a:lnTo>
                    <a:pt x="4618090" y="1234400"/>
                  </a:lnTo>
                  <a:lnTo>
                    <a:pt x="4688435" y="1235751"/>
                  </a:lnTo>
                  <a:lnTo>
                    <a:pt x="4758779" y="1237022"/>
                  </a:lnTo>
                  <a:lnTo>
                    <a:pt x="4829124" y="1238217"/>
                  </a:lnTo>
                  <a:lnTo>
                    <a:pt x="4899468" y="1239342"/>
                  </a:lnTo>
                  <a:lnTo>
                    <a:pt x="4969813" y="1240400"/>
                  </a:lnTo>
                  <a:lnTo>
                    <a:pt x="5040157" y="1241396"/>
                  </a:lnTo>
                  <a:lnTo>
                    <a:pt x="5110502" y="1242332"/>
                  </a:lnTo>
                  <a:lnTo>
                    <a:pt x="5180846" y="1243213"/>
                  </a:lnTo>
                  <a:lnTo>
                    <a:pt x="5251191" y="1244042"/>
                  </a:lnTo>
                  <a:lnTo>
                    <a:pt x="5321535" y="124482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87106" y="3100960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30353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62297" y="336024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62297" y="306090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62297" y="276157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62297" y="246224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62297" y="21629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61403" y="3522791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545104" y="3522791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548017" y="352279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928340" y="3662467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138035" y="2751517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87106" y="1966152"/>
              <a:ext cx="645191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2.03 (1.36-3.02), p = &lt;0.001  |  per IQR decline (Δ = 29.9 %): 8.27 (2.50-27.34)  |  IQR: [-15.0, 14.9] %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87106" y="1739378"/>
              <a:ext cx="176927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Cytopenia (Carboplatin)</a:t>
              </a:r>
            </a:p>
          </p:txBody>
        </p:sp>
        <p:sp>
          <p:nvSpPr>
            <p:cNvPr id="39" name="pl39"/>
            <p:cNvSpPr/>
            <p:nvPr/>
          </p:nvSpPr>
          <p:spPr>
            <a:xfrm>
              <a:off x="887106" y="544401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887106" y="514468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887106" y="4845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887106" y="4546018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14987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1728588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2542190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46"/>
            <p:cNvSpPr/>
            <p:nvPr/>
          </p:nvSpPr>
          <p:spPr>
            <a:xfrm>
              <a:off x="3355791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7"/>
            <p:cNvSpPr/>
            <p:nvPr/>
          </p:nvSpPr>
          <p:spPr>
            <a:xfrm>
              <a:off x="4169393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8"/>
            <p:cNvSpPr/>
            <p:nvPr/>
          </p:nvSpPr>
          <p:spPr>
            <a:xfrm>
              <a:off x="4982994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9"/>
            <p:cNvSpPr/>
            <p:nvPr/>
          </p:nvSpPr>
          <p:spPr>
            <a:xfrm>
              <a:off x="5796595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6610197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423798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8237399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887106" y="559368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887106" y="5294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887106" y="499501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887106" y="4695685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887106" y="4396351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1321788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2135389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2948991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3762592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4576193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5389795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6203396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5"/>
            <p:cNvSpPr/>
            <p:nvPr/>
          </p:nvSpPr>
          <p:spPr>
            <a:xfrm>
              <a:off x="7016997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7830599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7"/>
            <p:cNvSpPr/>
            <p:nvPr/>
          </p:nvSpPr>
          <p:spPr>
            <a:xfrm>
              <a:off x="1235312" y="4336484"/>
              <a:ext cx="6964104" cy="1255159"/>
            </a:xfrm>
            <a:custGeom>
              <a:avLst/>
              <a:pathLst>
                <a:path w="6964104" h="1255159">
                  <a:moveTo>
                    <a:pt x="2239732" y="0"/>
                  </a:moveTo>
                  <a:lnTo>
                    <a:pt x="2251023" y="19927"/>
                  </a:lnTo>
                  <a:lnTo>
                    <a:pt x="2321368" y="132752"/>
                  </a:lnTo>
                  <a:lnTo>
                    <a:pt x="2391712" y="235289"/>
                  </a:lnTo>
                  <a:lnTo>
                    <a:pt x="2462057" y="328476"/>
                  </a:lnTo>
                  <a:lnTo>
                    <a:pt x="2532401" y="413165"/>
                  </a:lnTo>
                  <a:lnTo>
                    <a:pt x="2602746" y="490131"/>
                  </a:lnTo>
                  <a:lnTo>
                    <a:pt x="2673090" y="560079"/>
                  </a:lnTo>
                  <a:lnTo>
                    <a:pt x="2743435" y="623649"/>
                  </a:lnTo>
                  <a:lnTo>
                    <a:pt x="2813779" y="681421"/>
                  </a:lnTo>
                  <a:lnTo>
                    <a:pt x="2884124" y="733926"/>
                  </a:lnTo>
                  <a:lnTo>
                    <a:pt x="2954468" y="781643"/>
                  </a:lnTo>
                  <a:lnTo>
                    <a:pt x="3024813" y="825008"/>
                  </a:lnTo>
                  <a:lnTo>
                    <a:pt x="3095157" y="864419"/>
                  </a:lnTo>
                  <a:lnTo>
                    <a:pt x="3165502" y="900236"/>
                  </a:lnTo>
                  <a:lnTo>
                    <a:pt x="3235846" y="932788"/>
                  </a:lnTo>
                  <a:lnTo>
                    <a:pt x="3306191" y="959124"/>
                  </a:lnTo>
                  <a:lnTo>
                    <a:pt x="3376535" y="966927"/>
                  </a:lnTo>
                  <a:lnTo>
                    <a:pt x="3446880" y="974526"/>
                  </a:lnTo>
                  <a:lnTo>
                    <a:pt x="3517224" y="981926"/>
                  </a:lnTo>
                  <a:lnTo>
                    <a:pt x="3587569" y="989133"/>
                  </a:lnTo>
                  <a:lnTo>
                    <a:pt x="3657913" y="996150"/>
                  </a:lnTo>
                  <a:lnTo>
                    <a:pt x="3728257" y="1002984"/>
                  </a:lnTo>
                  <a:lnTo>
                    <a:pt x="3798602" y="1009639"/>
                  </a:lnTo>
                  <a:lnTo>
                    <a:pt x="3868946" y="1016120"/>
                  </a:lnTo>
                  <a:lnTo>
                    <a:pt x="3939291" y="1022432"/>
                  </a:lnTo>
                  <a:lnTo>
                    <a:pt x="4009635" y="1028578"/>
                  </a:lnTo>
                  <a:lnTo>
                    <a:pt x="4079980" y="1034563"/>
                  </a:lnTo>
                  <a:lnTo>
                    <a:pt x="4150324" y="1040391"/>
                  </a:lnTo>
                  <a:lnTo>
                    <a:pt x="4220669" y="1046067"/>
                  </a:lnTo>
                  <a:lnTo>
                    <a:pt x="4291013" y="1051594"/>
                  </a:lnTo>
                  <a:lnTo>
                    <a:pt x="4361358" y="1056977"/>
                  </a:lnTo>
                  <a:lnTo>
                    <a:pt x="4431702" y="1062218"/>
                  </a:lnTo>
                  <a:lnTo>
                    <a:pt x="4502047" y="1067323"/>
                  </a:lnTo>
                  <a:lnTo>
                    <a:pt x="4572391" y="1072294"/>
                  </a:lnTo>
                  <a:lnTo>
                    <a:pt x="4642736" y="1077134"/>
                  </a:lnTo>
                  <a:lnTo>
                    <a:pt x="4713080" y="1081848"/>
                  </a:lnTo>
                  <a:lnTo>
                    <a:pt x="4783425" y="1086439"/>
                  </a:lnTo>
                  <a:lnTo>
                    <a:pt x="4853769" y="1090909"/>
                  </a:lnTo>
                  <a:lnTo>
                    <a:pt x="4924114" y="1095262"/>
                  </a:lnTo>
                  <a:lnTo>
                    <a:pt x="4994458" y="1099502"/>
                  </a:lnTo>
                  <a:lnTo>
                    <a:pt x="5064803" y="1103630"/>
                  </a:lnTo>
                  <a:lnTo>
                    <a:pt x="5135147" y="1107650"/>
                  </a:lnTo>
                  <a:lnTo>
                    <a:pt x="5205492" y="1111566"/>
                  </a:lnTo>
                  <a:lnTo>
                    <a:pt x="5275836" y="1115378"/>
                  </a:lnTo>
                  <a:lnTo>
                    <a:pt x="5346181" y="1119091"/>
                  </a:lnTo>
                  <a:lnTo>
                    <a:pt x="5416525" y="1122706"/>
                  </a:lnTo>
                  <a:lnTo>
                    <a:pt x="5486870" y="1126227"/>
                  </a:lnTo>
                  <a:lnTo>
                    <a:pt x="5557214" y="1129656"/>
                  </a:lnTo>
                  <a:lnTo>
                    <a:pt x="5627559" y="1132995"/>
                  </a:lnTo>
                  <a:lnTo>
                    <a:pt x="5697903" y="1136247"/>
                  </a:lnTo>
                  <a:lnTo>
                    <a:pt x="5768248" y="1139413"/>
                  </a:lnTo>
                  <a:lnTo>
                    <a:pt x="5838592" y="1142497"/>
                  </a:lnTo>
                  <a:lnTo>
                    <a:pt x="5908937" y="1145499"/>
                  </a:lnTo>
                  <a:lnTo>
                    <a:pt x="5979281" y="1148424"/>
                  </a:lnTo>
                  <a:lnTo>
                    <a:pt x="6049626" y="1151271"/>
                  </a:lnTo>
                  <a:lnTo>
                    <a:pt x="6119970" y="1154045"/>
                  </a:lnTo>
                  <a:lnTo>
                    <a:pt x="6190315" y="1156745"/>
                  </a:lnTo>
                  <a:lnTo>
                    <a:pt x="6260659" y="1159375"/>
                  </a:lnTo>
                  <a:lnTo>
                    <a:pt x="6331004" y="1161936"/>
                  </a:lnTo>
                  <a:lnTo>
                    <a:pt x="6401348" y="1164430"/>
                  </a:lnTo>
                  <a:lnTo>
                    <a:pt x="6471693" y="1166858"/>
                  </a:lnTo>
                  <a:lnTo>
                    <a:pt x="6542037" y="1169224"/>
                  </a:lnTo>
                  <a:lnTo>
                    <a:pt x="6612382" y="1171527"/>
                  </a:lnTo>
                  <a:lnTo>
                    <a:pt x="6682726" y="1173770"/>
                  </a:lnTo>
                  <a:lnTo>
                    <a:pt x="6753071" y="1175954"/>
                  </a:lnTo>
                  <a:lnTo>
                    <a:pt x="6823415" y="1178081"/>
                  </a:lnTo>
                  <a:lnTo>
                    <a:pt x="6893760" y="1180152"/>
                  </a:lnTo>
                  <a:lnTo>
                    <a:pt x="6964104" y="1182169"/>
                  </a:lnTo>
                  <a:lnTo>
                    <a:pt x="6964104" y="1255159"/>
                  </a:lnTo>
                  <a:lnTo>
                    <a:pt x="6893760" y="1254954"/>
                  </a:lnTo>
                  <a:lnTo>
                    <a:pt x="6823415" y="1254729"/>
                  </a:lnTo>
                  <a:lnTo>
                    <a:pt x="6753071" y="1254480"/>
                  </a:lnTo>
                  <a:lnTo>
                    <a:pt x="6682726" y="1254207"/>
                  </a:lnTo>
                  <a:lnTo>
                    <a:pt x="6612382" y="1253907"/>
                  </a:lnTo>
                  <a:lnTo>
                    <a:pt x="6542037" y="1253576"/>
                  </a:lnTo>
                  <a:lnTo>
                    <a:pt x="6471693" y="1253213"/>
                  </a:lnTo>
                  <a:lnTo>
                    <a:pt x="6401348" y="1252812"/>
                  </a:lnTo>
                  <a:lnTo>
                    <a:pt x="6331004" y="1252372"/>
                  </a:lnTo>
                  <a:lnTo>
                    <a:pt x="6260659" y="1251887"/>
                  </a:lnTo>
                  <a:lnTo>
                    <a:pt x="6190315" y="1251354"/>
                  </a:lnTo>
                  <a:lnTo>
                    <a:pt x="6119970" y="1250767"/>
                  </a:lnTo>
                  <a:lnTo>
                    <a:pt x="6049626" y="1250121"/>
                  </a:lnTo>
                  <a:lnTo>
                    <a:pt x="5979281" y="1249411"/>
                  </a:lnTo>
                  <a:lnTo>
                    <a:pt x="5908937" y="1248629"/>
                  </a:lnTo>
                  <a:lnTo>
                    <a:pt x="5838592" y="1247769"/>
                  </a:lnTo>
                  <a:lnTo>
                    <a:pt x="5768248" y="1246823"/>
                  </a:lnTo>
                  <a:lnTo>
                    <a:pt x="5697903" y="1245781"/>
                  </a:lnTo>
                  <a:lnTo>
                    <a:pt x="5627559" y="1244635"/>
                  </a:lnTo>
                  <a:lnTo>
                    <a:pt x="5557214" y="1243375"/>
                  </a:lnTo>
                  <a:lnTo>
                    <a:pt x="5486870" y="1241987"/>
                  </a:lnTo>
                  <a:lnTo>
                    <a:pt x="5416525" y="1240461"/>
                  </a:lnTo>
                  <a:lnTo>
                    <a:pt x="5346181" y="1238781"/>
                  </a:lnTo>
                  <a:lnTo>
                    <a:pt x="5275836" y="1236932"/>
                  </a:lnTo>
                  <a:lnTo>
                    <a:pt x="5205492" y="1234899"/>
                  </a:lnTo>
                  <a:lnTo>
                    <a:pt x="5135147" y="1232661"/>
                  </a:lnTo>
                  <a:lnTo>
                    <a:pt x="5064803" y="1230198"/>
                  </a:lnTo>
                  <a:lnTo>
                    <a:pt x="4994458" y="1227489"/>
                  </a:lnTo>
                  <a:lnTo>
                    <a:pt x="4924114" y="1224508"/>
                  </a:lnTo>
                  <a:lnTo>
                    <a:pt x="4853769" y="1221227"/>
                  </a:lnTo>
                  <a:lnTo>
                    <a:pt x="4783425" y="1217617"/>
                  </a:lnTo>
                  <a:lnTo>
                    <a:pt x="4713080" y="1213646"/>
                  </a:lnTo>
                  <a:lnTo>
                    <a:pt x="4642736" y="1209275"/>
                  </a:lnTo>
                  <a:lnTo>
                    <a:pt x="4572391" y="1204466"/>
                  </a:lnTo>
                  <a:lnTo>
                    <a:pt x="4502047" y="1199175"/>
                  </a:lnTo>
                  <a:lnTo>
                    <a:pt x="4431702" y="1193353"/>
                  </a:lnTo>
                  <a:lnTo>
                    <a:pt x="4361358" y="1186946"/>
                  </a:lnTo>
                  <a:lnTo>
                    <a:pt x="4291013" y="1179897"/>
                  </a:lnTo>
                  <a:lnTo>
                    <a:pt x="4220669" y="1172140"/>
                  </a:lnTo>
                  <a:lnTo>
                    <a:pt x="4150324" y="1163605"/>
                  </a:lnTo>
                  <a:lnTo>
                    <a:pt x="4079980" y="1154214"/>
                  </a:lnTo>
                  <a:lnTo>
                    <a:pt x="4009635" y="1143880"/>
                  </a:lnTo>
                  <a:lnTo>
                    <a:pt x="3939291" y="1132510"/>
                  </a:lnTo>
                  <a:lnTo>
                    <a:pt x="3868946" y="1119999"/>
                  </a:lnTo>
                  <a:lnTo>
                    <a:pt x="3798602" y="1106232"/>
                  </a:lnTo>
                  <a:lnTo>
                    <a:pt x="3728257" y="1091084"/>
                  </a:lnTo>
                  <a:lnTo>
                    <a:pt x="3657913" y="1074416"/>
                  </a:lnTo>
                  <a:lnTo>
                    <a:pt x="3587569" y="1056075"/>
                  </a:lnTo>
                  <a:lnTo>
                    <a:pt x="3517224" y="1035895"/>
                  </a:lnTo>
                  <a:lnTo>
                    <a:pt x="3446880" y="1013689"/>
                  </a:lnTo>
                  <a:lnTo>
                    <a:pt x="3376535" y="989256"/>
                  </a:lnTo>
                  <a:lnTo>
                    <a:pt x="3306191" y="962370"/>
                  </a:lnTo>
                  <a:lnTo>
                    <a:pt x="3235846" y="951111"/>
                  </a:lnTo>
                  <a:lnTo>
                    <a:pt x="3165502" y="942882"/>
                  </a:lnTo>
                  <a:lnTo>
                    <a:pt x="3095157" y="934433"/>
                  </a:lnTo>
                  <a:lnTo>
                    <a:pt x="3024813" y="925756"/>
                  </a:lnTo>
                  <a:lnTo>
                    <a:pt x="2954468" y="916846"/>
                  </a:lnTo>
                  <a:lnTo>
                    <a:pt x="2884124" y="907696"/>
                  </a:lnTo>
                  <a:lnTo>
                    <a:pt x="2813779" y="898301"/>
                  </a:lnTo>
                  <a:lnTo>
                    <a:pt x="2743435" y="888652"/>
                  </a:lnTo>
                  <a:lnTo>
                    <a:pt x="2673090" y="878745"/>
                  </a:lnTo>
                  <a:lnTo>
                    <a:pt x="2602746" y="868571"/>
                  </a:lnTo>
                  <a:lnTo>
                    <a:pt x="2532401" y="858124"/>
                  </a:lnTo>
                  <a:lnTo>
                    <a:pt x="2462057" y="847395"/>
                  </a:lnTo>
                  <a:lnTo>
                    <a:pt x="2391712" y="836379"/>
                  </a:lnTo>
                  <a:lnTo>
                    <a:pt x="2321368" y="825066"/>
                  </a:lnTo>
                  <a:lnTo>
                    <a:pt x="2251023" y="813449"/>
                  </a:lnTo>
                  <a:lnTo>
                    <a:pt x="2180679" y="801520"/>
                  </a:lnTo>
                  <a:lnTo>
                    <a:pt x="2110334" y="789270"/>
                  </a:lnTo>
                  <a:lnTo>
                    <a:pt x="2039990" y="776691"/>
                  </a:lnTo>
                  <a:lnTo>
                    <a:pt x="1969645" y="763774"/>
                  </a:lnTo>
                  <a:lnTo>
                    <a:pt x="1899301" y="750509"/>
                  </a:lnTo>
                  <a:lnTo>
                    <a:pt x="1828956" y="736888"/>
                  </a:lnTo>
                  <a:lnTo>
                    <a:pt x="1758612" y="722901"/>
                  </a:lnTo>
                  <a:lnTo>
                    <a:pt x="1688267" y="708537"/>
                  </a:lnTo>
                  <a:lnTo>
                    <a:pt x="1617923" y="693788"/>
                  </a:lnTo>
                  <a:lnTo>
                    <a:pt x="1547578" y="678642"/>
                  </a:lnTo>
                  <a:lnTo>
                    <a:pt x="1477234" y="663089"/>
                  </a:lnTo>
                  <a:lnTo>
                    <a:pt x="1406889" y="647117"/>
                  </a:lnTo>
                  <a:lnTo>
                    <a:pt x="1336545" y="630717"/>
                  </a:lnTo>
                  <a:lnTo>
                    <a:pt x="1266200" y="613875"/>
                  </a:lnTo>
                  <a:lnTo>
                    <a:pt x="1195856" y="596581"/>
                  </a:lnTo>
                  <a:lnTo>
                    <a:pt x="1125511" y="578822"/>
                  </a:lnTo>
                  <a:lnTo>
                    <a:pt x="1055167" y="560585"/>
                  </a:lnTo>
                  <a:lnTo>
                    <a:pt x="984822" y="541859"/>
                  </a:lnTo>
                  <a:lnTo>
                    <a:pt x="914478" y="522628"/>
                  </a:lnTo>
                  <a:lnTo>
                    <a:pt x="844133" y="502881"/>
                  </a:lnTo>
                  <a:lnTo>
                    <a:pt x="773789" y="482603"/>
                  </a:lnTo>
                  <a:lnTo>
                    <a:pt x="703444" y="461780"/>
                  </a:lnTo>
                  <a:lnTo>
                    <a:pt x="633100" y="440397"/>
                  </a:lnTo>
                  <a:lnTo>
                    <a:pt x="562755" y="418440"/>
                  </a:lnTo>
                  <a:lnTo>
                    <a:pt x="492411" y="395892"/>
                  </a:lnTo>
                  <a:lnTo>
                    <a:pt x="422066" y="372737"/>
                  </a:lnTo>
                  <a:lnTo>
                    <a:pt x="351722" y="348961"/>
                  </a:lnTo>
                  <a:lnTo>
                    <a:pt x="281377" y="324545"/>
                  </a:lnTo>
                  <a:lnTo>
                    <a:pt x="211033" y="299473"/>
                  </a:lnTo>
                  <a:lnTo>
                    <a:pt x="140688" y="273727"/>
                  </a:lnTo>
                  <a:lnTo>
                    <a:pt x="70344" y="247288"/>
                  </a:lnTo>
                  <a:lnTo>
                    <a:pt x="0" y="22013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68" name="pl68"/>
            <p:cNvSpPr/>
            <p:nvPr/>
          </p:nvSpPr>
          <p:spPr>
            <a:xfrm>
              <a:off x="3475044" y="4336484"/>
              <a:ext cx="4724372" cy="1182169"/>
            </a:xfrm>
            <a:custGeom>
              <a:avLst/>
              <a:pathLst>
                <a:path w="4724372" h="1182169">
                  <a:moveTo>
                    <a:pt x="0" y="0"/>
                  </a:moveTo>
                  <a:lnTo>
                    <a:pt x="11291" y="19927"/>
                  </a:lnTo>
                  <a:lnTo>
                    <a:pt x="81635" y="132752"/>
                  </a:lnTo>
                  <a:lnTo>
                    <a:pt x="151980" y="235289"/>
                  </a:lnTo>
                  <a:lnTo>
                    <a:pt x="222324" y="328476"/>
                  </a:lnTo>
                  <a:lnTo>
                    <a:pt x="292669" y="413165"/>
                  </a:lnTo>
                  <a:lnTo>
                    <a:pt x="363013" y="490131"/>
                  </a:lnTo>
                  <a:lnTo>
                    <a:pt x="433358" y="560079"/>
                  </a:lnTo>
                  <a:lnTo>
                    <a:pt x="503702" y="623649"/>
                  </a:lnTo>
                  <a:lnTo>
                    <a:pt x="574047" y="681421"/>
                  </a:lnTo>
                  <a:lnTo>
                    <a:pt x="644391" y="733926"/>
                  </a:lnTo>
                  <a:lnTo>
                    <a:pt x="714736" y="781643"/>
                  </a:lnTo>
                  <a:lnTo>
                    <a:pt x="785080" y="825008"/>
                  </a:lnTo>
                  <a:lnTo>
                    <a:pt x="855425" y="864419"/>
                  </a:lnTo>
                  <a:lnTo>
                    <a:pt x="925769" y="900236"/>
                  </a:lnTo>
                  <a:lnTo>
                    <a:pt x="996114" y="932788"/>
                  </a:lnTo>
                  <a:lnTo>
                    <a:pt x="1066458" y="959124"/>
                  </a:lnTo>
                  <a:lnTo>
                    <a:pt x="1136803" y="966927"/>
                  </a:lnTo>
                  <a:lnTo>
                    <a:pt x="1207147" y="974526"/>
                  </a:lnTo>
                  <a:lnTo>
                    <a:pt x="1277492" y="981926"/>
                  </a:lnTo>
                  <a:lnTo>
                    <a:pt x="1347836" y="989133"/>
                  </a:lnTo>
                  <a:lnTo>
                    <a:pt x="1418181" y="996150"/>
                  </a:lnTo>
                  <a:lnTo>
                    <a:pt x="1488525" y="1002984"/>
                  </a:lnTo>
                  <a:lnTo>
                    <a:pt x="1558870" y="1009639"/>
                  </a:lnTo>
                  <a:lnTo>
                    <a:pt x="1629214" y="1016120"/>
                  </a:lnTo>
                  <a:lnTo>
                    <a:pt x="1699559" y="1022432"/>
                  </a:lnTo>
                  <a:lnTo>
                    <a:pt x="1769903" y="1028578"/>
                  </a:lnTo>
                  <a:lnTo>
                    <a:pt x="1840248" y="1034563"/>
                  </a:lnTo>
                  <a:lnTo>
                    <a:pt x="1910592" y="1040391"/>
                  </a:lnTo>
                  <a:lnTo>
                    <a:pt x="1980937" y="1046067"/>
                  </a:lnTo>
                  <a:lnTo>
                    <a:pt x="2051281" y="1051594"/>
                  </a:lnTo>
                  <a:lnTo>
                    <a:pt x="2121626" y="1056977"/>
                  </a:lnTo>
                  <a:lnTo>
                    <a:pt x="2191970" y="1062218"/>
                  </a:lnTo>
                  <a:lnTo>
                    <a:pt x="2262315" y="1067323"/>
                  </a:lnTo>
                  <a:lnTo>
                    <a:pt x="2332659" y="1072294"/>
                  </a:lnTo>
                  <a:lnTo>
                    <a:pt x="2403004" y="1077134"/>
                  </a:lnTo>
                  <a:lnTo>
                    <a:pt x="2473348" y="1081848"/>
                  </a:lnTo>
                  <a:lnTo>
                    <a:pt x="2543693" y="1086439"/>
                  </a:lnTo>
                  <a:lnTo>
                    <a:pt x="2614037" y="1090909"/>
                  </a:lnTo>
                  <a:lnTo>
                    <a:pt x="2684382" y="1095262"/>
                  </a:lnTo>
                  <a:lnTo>
                    <a:pt x="2754726" y="1099502"/>
                  </a:lnTo>
                  <a:lnTo>
                    <a:pt x="2825071" y="1103630"/>
                  </a:lnTo>
                  <a:lnTo>
                    <a:pt x="2895415" y="1107650"/>
                  </a:lnTo>
                  <a:lnTo>
                    <a:pt x="2965760" y="1111566"/>
                  </a:lnTo>
                  <a:lnTo>
                    <a:pt x="3036104" y="1115378"/>
                  </a:lnTo>
                  <a:lnTo>
                    <a:pt x="3106449" y="1119091"/>
                  </a:lnTo>
                  <a:lnTo>
                    <a:pt x="3176793" y="1122706"/>
                  </a:lnTo>
                  <a:lnTo>
                    <a:pt x="3247138" y="1126227"/>
                  </a:lnTo>
                  <a:lnTo>
                    <a:pt x="3317482" y="1129656"/>
                  </a:lnTo>
                  <a:lnTo>
                    <a:pt x="3387827" y="1132995"/>
                  </a:lnTo>
                  <a:lnTo>
                    <a:pt x="3458171" y="1136247"/>
                  </a:lnTo>
                  <a:lnTo>
                    <a:pt x="3528516" y="1139413"/>
                  </a:lnTo>
                  <a:lnTo>
                    <a:pt x="3598860" y="1142497"/>
                  </a:lnTo>
                  <a:lnTo>
                    <a:pt x="3669205" y="1145499"/>
                  </a:lnTo>
                  <a:lnTo>
                    <a:pt x="3739549" y="1148424"/>
                  </a:lnTo>
                  <a:lnTo>
                    <a:pt x="3809893" y="1151271"/>
                  </a:lnTo>
                  <a:lnTo>
                    <a:pt x="3880238" y="1154045"/>
                  </a:lnTo>
                  <a:lnTo>
                    <a:pt x="3950582" y="1156745"/>
                  </a:lnTo>
                  <a:lnTo>
                    <a:pt x="4020927" y="1159375"/>
                  </a:lnTo>
                  <a:lnTo>
                    <a:pt x="4091271" y="1161936"/>
                  </a:lnTo>
                  <a:lnTo>
                    <a:pt x="4161616" y="1164430"/>
                  </a:lnTo>
                  <a:lnTo>
                    <a:pt x="4231960" y="1166858"/>
                  </a:lnTo>
                  <a:lnTo>
                    <a:pt x="4302305" y="1169224"/>
                  </a:lnTo>
                  <a:lnTo>
                    <a:pt x="4372649" y="1171527"/>
                  </a:lnTo>
                  <a:lnTo>
                    <a:pt x="4442994" y="1173770"/>
                  </a:lnTo>
                  <a:lnTo>
                    <a:pt x="4513338" y="1175954"/>
                  </a:lnTo>
                  <a:lnTo>
                    <a:pt x="4583683" y="1178081"/>
                  </a:lnTo>
                  <a:lnTo>
                    <a:pt x="4654027" y="1180152"/>
                  </a:lnTo>
                  <a:lnTo>
                    <a:pt x="4724372" y="118216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9" name="pl69"/>
            <p:cNvSpPr/>
            <p:nvPr/>
          </p:nvSpPr>
          <p:spPr>
            <a:xfrm>
              <a:off x="1235312" y="4556624"/>
              <a:ext cx="6964104" cy="1035019"/>
            </a:xfrm>
            <a:custGeom>
              <a:avLst/>
              <a:pathLst>
                <a:path w="6964104" h="1035019">
                  <a:moveTo>
                    <a:pt x="6964104" y="1035019"/>
                  </a:moveTo>
                  <a:lnTo>
                    <a:pt x="6893760" y="1034814"/>
                  </a:lnTo>
                  <a:lnTo>
                    <a:pt x="6823415" y="1034589"/>
                  </a:lnTo>
                  <a:lnTo>
                    <a:pt x="6753071" y="1034340"/>
                  </a:lnTo>
                  <a:lnTo>
                    <a:pt x="6682726" y="1034067"/>
                  </a:lnTo>
                  <a:lnTo>
                    <a:pt x="6612382" y="1033767"/>
                  </a:lnTo>
                  <a:lnTo>
                    <a:pt x="6542037" y="1033436"/>
                  </a:lnTo>
                  <a:lnTo>
                    <a:pt x="6471693" y="1033073"/>
                  </a:lnTo>
                  <a:lnTo>
                    <a:pt x="6401348" y="1032672"/>
                  </a:lnTo>
                  <a:lnTo>
                    <a:pt x="6331004" y="1032232"/>
                  </a:lnTo>
                  <a:lnTo>
                    <a:pt x="6260659" y="1031747"/>
                  </a:lnTo>
                  <a:lnTo>
                    <a:pt x="6190315" y="1031214"/>
                  </a:lnTo>
                  <a:lnTo>
                    <a:pt x="6119970" y="1030627"/>
                  </a:lnTo>
                  <a:lnTo>
                    <a:pt x="6049626" y="1029982"/>
                  </a:lnTo>
                  <a:lnTo>
                    <a:pt x="5979281" y="1029271"/>
                  </a:lnTo>
                  <a:lnTo>
                    <a:pt x="5908937" y="1028489"/>
                  </a:lnTo>
                  <a:lnTo>
                    <a:pt x="5838592" y="1027629"/>
                  </a:lnTo>
                  <a:lnTo>
                    <a:pt x="5768248" y="1026683"/>
                  </a:lnTo>
                  <a:lnTo>
                    <a:pt x="5697903" y="1025641"/>
                  </a:lnTo>
                  <a:lnTo>
                    <a:pt x="5627559" y="1024495"/>
                  </a:lnTo>
                  <a:lnTo>
                    <a:pt x="5557214" y="1023235"/>
                  </a:lnTo>
                  <a:lnTo>
                    <a:pt x="5486870" y="1021847"/>
                  </a:lnTo>
                  <a:lnTo>
                    <a:pt x="5416525" y="1020321"/>
                  </a:lnTo>
                  <a:lnTo>
                    <a:pt x="5346181" y="1018641"/>
                  </a:lnTo>
                  <a:lnTo>
                    <a:pt x="5275836" y="1016792"/>
                  </a:lnTo>
                  <a:lnTo>
                    <a:pt x="5205492" y="1014759"/>
                  </a:lnTo>
                  <a:lnTo>
                    <a:pt x="5135147" y="1012521"/>
                  </a:lnTo>
                  <a:lnTo>
                    <a:pt x="5064803" y="1010058"/>
                  </a:lnTo>
                  <a:lnTo>
                    <a:pt x="4994458" y="1007349"/>
                  </a:lnTo>
                  <a:lnTo>
                    <a:pt x="4924114" y="1004368"/>
                  </a:lnTo>
                  <a:lnTo>
                    <a:pt x="4853769" y="1001087"/>
                  </a:lnTo>
                  <a:lnTo>
                    <a:pt x="4783425" y="997477"/>
                  </a:lnTo>
                  <a:lnTo>
                    <a:pt x="4713080" y="993506"/>
                  </a:lnTo>
                  <a:lnTo>
                    <a:pt x="4642736" y="989135"/>
                  </a:lnTo>
                  <a:lnTo>
                    <a:pt x="4572391" y="984326"/>
                  </a:lnTo>
                  <a:lnTo>
                    <a:pt x="4502047" y="979035"/>
                  </a:lnTo>
                  <a:lnTo>
                    <a:pt x="4431702" y="973213"/>
                  </a:lnTo>
                  <a:lnTo>
                    <a:pt x="4361358" y="966806"/>
                  </a:lnTo>
                  <a:lnTo>
                    <a:pt x="4291013" y="959757"/>
                  </a:lnTo>
                  <a:lnTo>
                    <a:pt x="4220669" y="952000"/>
                  </a:lnTo>
                  <a:lnTo>
                    <a:pt x="4150324" y="943465"/>
                  </a:lnTo>
                  <a:lnTo>
                    <a:pt x="4079980" y="934074"/>
                  </a:lnTo>
                  <a:lnTo>
                    <a:pt x="4009635" y="923740"/>
                  </a:lnTo>
                  <a:lnTo>
                    <a:pt x="3939291" y="912370"/>
                  </a:lnTo>
                  <a:lnTo>
                    <a:pt x="3868946" y="899859"/>
                  </a:lnTo>
                  <a:lnTo>
                    <a:pt x="3798602" y="886092"/>
                  </a:lnTo>
                  <a:lnTo>
                    <a:pt x="3728257" y="870944"/>
                  </a:lnTo>
                  <a:lnTo>
                    <a:pt x="3657913" y="854276"/>
                  </a:lnTo>
                  <a:lnTo>
                    <a:pt x="3587569" y="835935"/>
                  </a:lnTo>
                  <a:lnTo>
                    <a:pt x="3517224" y="815755"/>
                  </a:lnTo>
                  <a:lnTo>
                    <a:pt x="3446880" y="793549"/>
                  </a:lnTo>
                  <a:lnTo>
                    <a:pt x="3376535" y="769116"/>
                  </a:lnTo>
                  <a:lnTo>
                    <a:pt x="3306191" y="742230"/>
                  </a:lnTo>
                  <a:lnTo>
                    <a:pt x="3235846" y="730971"/>
                  </a:lnTo>
                  <a:lnTo>
                    <a:pt x="3165502" y="722742"/>
                  </a:lnTo>
                  <a:lnTo>
                    <a:pt x="3095157" y="714293"/>
                  </a:lnTo>
                  <a:lnTo>
                    <a:pt x="3024813" y="705616"/>
                  </a:lnTo>
                  <a:lnTo>
                    <a:pt x="2954468" y="696706"/>
                  </a:lnTo>
                  <a:lnTo>
                    <a:pt x="2884124" y="687556"/>
                  </a:lnTo>
                  <a:lnTo>
                    <a:pt x="2813779" y="678161"/>
                  </a:lnTo>
                  <a:lnTo>
                    <a:pt x="2743435" y="668512"/>
                  </a:lnTo>
                  <a:lnTo>
                    <a:pt x="2673090" y="658605"/>
                  </a:lnTo>
                  <a:lnTo>
                    <a:pt x="2602746" y="648431"/>
                  </a:lnTo>
                  <a:lnTo>
                    <a:pt x="2532401" y="637984"/>
                  </a:lnTo>
                  <a:lnTo>
                    <a:pt x="2462057" y="627255"/>
                  </a:lnTo>
                  <a:lnTo>
                    <a:pt x="2391712" y="616239"/>
                  </a:lnTo>
                  <a:lnTo>
                    <a:pt x="2321368" y="604926"/>
                  </a:lnTo>
                  <a:lnTo>
                    <a:pt x="2251023" y="593309"/>
                  </a:lnTo>
                  <a:lnTo>
                    <a:pt x="2180679" y="581380"/>
                  </a:lnTo>
                  <a:lnTo>
                    <a:pt x="2110334" y="569130"/>
                  </a:lnTo>
                  <a:lnTo>
                    <a:pt x="2039990" y="556551"/>
                  </a:lnTo>
                  <a:lnTo>
                    <a:pt x="1969645" y="543634"/>
                  </a:lnTo>
                  <a:lnTo>
                    <a:pt x="1899301" y="530369"/>
                  </a:lnTo>
                  <a:lnTo>
                    <a:pt x="1828956" y="516748"/>
                  </a:lnTo>
                  <a:lnTo>
                    <a:pt x="1758612" y="502761"/>
                  </a:lnTo>
                  <a:lnTo>
                    <a:pt x="1688267" y="488397"/>
                  </a:lnTo>
                  <a:lnTo>
                    <a:pt x="1617923" y="473648"/>
                  </a:lnTo>
                  <a:lnTo>
                    <a:pt x="1547578" y="458502"/>
                  </a:lnTo>
                  <a:lnTo>
                    <a:pt x="1477234" y="442949"/>
                  </a:lnTo>
                  <a:lnTo>
                    <a:pt x="1406889" y="426977"/>
                  </a:lnTo>
                  <a:lnTo>
                    <a:pt x="1336545" y="410577"/>
                  </a:lnTo>
                  <a:lnTo>
                    <a:pt x="1266200" y="393735"/>
                  </a:lnTo>
                  <a:lnTo>
                    <a:pt x="1195856" y="376441"/>
                  </a:lnTo>
                  <a:lnTo>
                    <a:pt x="1125511" y="358682"/>
                  </a:lnTo>
                  <a:lnTo>
                    <a:pt x="1055167" y="340445"/>
                  </a:lnTo>
                  <a:lnTo>
                    <a:pt x="984822" y="321719"/>
                  </a:lnTo>
                  <a:lnTo>
                    <a:pt x="914478" y="302489"/>
                  </a:lnTo>
                  <a:lnTo>
                    <a:pt x="844133" y="282741"/>
                  </a:lnTo>
                  <a:lnTo>
                    <a:pt x="773789" y="262463"/>
                  </a:lnTo>
                  <a:lnTo>
                    <a:pt x="703444" y="241640"/>
                  </a:lnTo>
                  <a:lnTo>
                    <a:pt x="633100" y="220257"/>
                  </a:lnTo>
                  <a:lnTo>
                    <a:pt x="562755" y="198300"/>
                  </a:lnTo>
                  <a:lnTo>
                    <a:pt x="492411" y="175752"/>
                  </a:lnTo>
                  <a:lnTo>
                    <a:pt x="422066" y="152597"/>
                  </a:lnTo>
                  <a:lnTo>
                    <a:pt x="351722" y="128821"/>
                  </a:lnTo>
                  <a:lnTo>
                    <a:pt x="281377" y="104405"/>
                  </a:lnTo>
                  <a:lnTo>
                    <a:pt x="211033" y="79333"/>
                  </a:lnTo>
                  <a:lnTo>
                    <a:pt x="140688" y="53587"/>
                  </a:lnTo>
                  <a:lnTo>
                    <a:pt x="70344" y="2714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0" name="pl70"/>
            <p:cNvSpPr/>
            <p:nvPr/>
          </p:nvSpPr>
          <p:spPr>
            <a:xfrm>
              <a:off x="2877881" y="4336484"/>
              <a:ext cx="5321535" cy="1244821"/>
            </a:xfrm>
            <a:custGeom>
              <a:avLst/>
              <a:pathLst>
                <a:path w="5321535" h="1244821">
                  <a:moveTo>
                    <a:pt x="0" y="0"/>
                  </a:moveTo>
                  <a:lnTo>
                    <a:pt x="45698" y="49412"/>
                  </a:lnTo>
                  <a:lnTo>
                    <a:pt x="116043" y="120968"/>
                  </a:lnTo>
                  <a:lnTo>
                    <a:pt x="186387" y="188284"/>
                  </a:lnTo>
                  <a:lnTo>
                    <a:pt x="256732" y="251612"/>
                  </a:lnTo>
                  <a:lnTo>
                    <a:pt x="327076" y="311188"/>
                  </a:lnTo>
                  <a:lnTo>
                    <a:pt x="397421" y="367235"/>
                  </a:lnTo>
                  <a:lnTo>
                    <a:pt x="467765" y="419961"/>
                  </a:lnTo>
                  <a:lnTo>
                    <a:pt x="538110" y="469563"/>
                  </a:lnTo>
                  <a:lnTo>
                    <a:pt x="608454" y="516227"/>
                  </a:lnTo>
                  <a:lnTo>
                    <a:pt x="678799" y="560126"/>
                  </a:lnTo>
                  <a:lnTo>
                    <a:pt x="749143" y="601424"/>
                  </a:lnTo>
                  <a:lnTo>
                    <a:pt x="819488" y="640276"/>
                  </a:lnTo>
                  <a:lnTo>
                    <a:pt x="889832" y="676825"/>
                  </a:lnTo>
                  <a:lnTo>
                    <a:pt x="960177" y="711210"/>
                  </a:lnTo>
                  <a:lnTo>
                    <a:pt x="1030521" y="743557"/>
                  </a:lnTo>
                  <a:lnTo>
                    <a:pt x="1100866" y="773988"/>
                  </a:lnTo>
                  <a:lnTo>
                    <a:pt x="1171210" y="802616"/>
                  </a:lnTo>
                  <a:lnTo>
                    <a:pt x="1241555" y="829548"/>
                  </a:lnTo>
                  <a:lnTo>
                    <a:pt x="1311899" y="854884"/>
                  </a:lnTo>
                  <a:lnTo>
                    <a:pt x="1382244" y="878720"/>
                  </a:lnTo>
                  <a:lnTo>
                    <a:pt x="1452588" y="901143"/>
                  </a:lnTo>
                  <a:lnTo>
                    <a:pt x="1522933" y="922237"/>
                  </a:lnTo>
                  <a:lnTo>
                    <a:pt x="1593277" y="942082"/>
                  </a:lnTo>
                  <a:lnTo>
                    <a:pt x="1663622" y="960752"/>
                  </a:lnTo>
                  <a:lnTo>
                    <a:pt x="1733966" y="978315"/>
                  </a:lnTo>
                  <a:lnTo>
                    <a:pt x="1804311" y="994837"/>
                  </a:lnTo>
                  <a:lnTo>
                    <a:pt x="1874655" y="1010381"/>
                  </a:lnTo>
                  <a:lnTo>
                    <a:pt x="1945000" y="1025004"/>
                  </a:lnTo>
                  <a:lnTo>
                    <a:pt x="2015344" y="1038761"/>
                  </a:lnTo>
                  <a:lnTo>
                    <a:pt x="2085689" y="1051702"/>
                  </a:lnTo>
                  <a:lnTo>
                    <a:pt x="2156033" y="1063877"/>
                  </a:lnTo>
                  <a:lnTo>
                    <a:pt x="2226378" y="1075331"/>
                  </a:lnTo>
                  <a:lnTo>
                    <a:pt x="2296722" y="1086105"/>
                  </a:lnTo>
                  <a:lnTo>
                    <a:pt x="2367066" y="1096242"/>
                  </a:lnTo>
                  <a:lnTo>
                    <a:pt x="2437411" y="1105778"/>
                  </a:lnTo>
                  <a:lnTo>
                    <a:pt x="2507755" y="1114749"/>
                  </a:lnTo>
                  <a:lnTo>
                    <a:pt x="2578100" y="1123189"/>
                  </a:lnTo>
                  <a:lnTo>
                    <a:pt x="2648444" y="1131128"/>
                  </a:lnTo>
                  <a:lnTo>
                    <a:pt x="2718789" y="1138598"/>
                  </a:lnTo>
                  <a:lnTo>
                    <a:pt x="2789133" y="1145624"/>
                  </a:lnTo>
                  <a:lnTo>
                    <a:pt x="2859478" y="1152235"/>
                  </a:lnTo>
                  <a:lnTo>
                    <a:pt x="2929822" y="1158454"/>
                  </a:lnTo>
                  <a:lnTo>
                    <a:pt x="3000167" y="1164304"/>
                  </a:lnTo>
                  <a:lnTo>
                    <a:pt x="3070511" y="1169808"/>
                  </a:lnTo>
                  <a:lnTo>
                    <a:pt x="3140856" y="1174985"/>
                  </a:lnTo>
                  <a:lnTo>
                    <a:pt x="3211200" y="1179856"/>
                  </a:lnTo>
                  <a:lnTo>
                    <a:pt x="3281545" y="1184439"/>
                  </a:lnTo>
                  <a:lnTo>
                    <a:pt x="3351889" y="1188749"/>
                  </a:lnTo>
                  <a:lnTo>
                    <a:pt x="3422234" y="1192805"/>
                  </a:lnTo>
                  <a:lnTo>
                    <a:pt x="3492578" y="1196620"/>
                  </a:lnTo>
                  <a:lnTo>
                    <a:pt x="3562923" y="1200209"/>
                  </a:lnTo>
                  <a:lnTo>
                    <a:pt x="3633267" y="1203586"/>
                  </a:lnTo>
                  <a:lnTo>
                    <a:pt x="3703612" y="1206762"/>
                  </a:lnTo>
                  <a:lnTo>
                    <a:pt x="3773956" y="1209750"/>
                  </a:lnTo>
                  <a:lnTo>
                    <a:pt x="3844301" y="1212562"/>
                  </a:lnTo>
                  <a:lnTo>
                    <a:pt x="3914645" y="1215206"/>
                  </a:lnTo>
                  <a:lnTo>
                    <a:pt x="3984990" y="1217694"/>
                  </a:lnTo>
                  <a:lnTo>
                    <a:pt x="4055334" y="1220035"/>
                  </a:lnTo>
                  <a:lnTo>
                    <a:pt x="4125679" y="1222237"/>
                  </a:lnTo>
                  <a:lnTo>
                    <a:pt x="4196023" y="1224309"/>
                  </a:lnTo>
                  <a:lnTo>
                    <a:pt x="4266368" y="1226257"/>
                  </a:lnTo>
                  <a:lnTo>
                    <a:pt x="4336712" y="1228091"/>
                  </a:lnTo>
                  <a:lnTo>
                    <a:pt x="4407057" y="1229815"/>
                  </a:lnTo>
                  <a:lnTo>
                    <a:pt x="4477401" y="1231438"/>
                  </a:lnTo>
                  <a:lnTo>
                    <a:pt x="4547746" y="1232964"/>
                  </a:lnTo>
                  <a:lnTo>
                    <a:pt x="4618090" y="1234400"/>
                  </a:lnTo>
                  <a:lnTo>
                    <a:pt x="4688435" y="1235751"/>
                  </a:lnTo>
                  <a:lnTo>
                    <a:pt x="4758779" y="1237022"/>
                  </a:lnTo>
                  <a:lnTo>
                    <a:pt x="4829124" y="1238217"/>
                  </a:lnTo>
                  <a:lnTo>
                    <a:pt x="4899468" y="1239342"/>
                  </a:lnTo>
                  <a:lnTo>
                    <a:pt x="4969813" y="1240400"/>
                  </a:lnTo>
                  <a:lnTo>
                    <a:pt x="5040157" y="1241396"/>
                  </a:lnTo>
                  <a:lnTo>
                    <a:pt x="5110502" y="1242332"/>
                  </a:lnTo>
                  <a:lnTo>
                    <a:pt x="5180846" y="1243213"/>
                  </a:lnTo>
                  <a:lnTo>
                    <a:pt x="5251191" y="1244042"/>
                  </a:lnTo>
                  <a:lnTo>
                    <a:pt x="5321535" y="124482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1"/>
            <p:cNvSpPr/>
            <p:nvPr/>
          </p:nvSpPr>
          <p:spPr>
            <a:xfrm>
              <a:off x="887106" y="5294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4530353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73" name="tx73"/>
            <p:cNvSpPr/>
            <p:nvPr/>
          </p:nvSpPr>
          <p:spPr>
            <a:xfrm>
              <a:off x="762297" y="555363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74" name="tx74"/>
            <p:cNvSpPr/>
            <p:nvPr/>
          </p:nvSpPr>
          <p:spPr>
            <a:xfrm>
              <a:off x="762297" y="52543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75" name="tx75"/>
            <p:cNvSpPr/>
            <p:nvPr/>
          </p:nvSpPr>
          <p:spPr>
            <a:xfrm>
              <a:off x="762297" y="495496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76" name="tx76"/>
            <p:cNvSpPr/>
            <p:nvPr/>
          </p:nvSpPr>
          <p:spPr>
            <a:xfrm>
              <a:off x="762297" y="465563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77" name="tx77"/>
            <p:cNvSpPr/>
            <p:nvPr/>
          </p:nvSpPr>
          <p:spPr>
            <a:xfrm>
              <a:off x="762297" y="435630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78" name="tx78"/>
            <p:cNvSpPr/>
            <p:nvPr/>
          </p:nvSpPr>
          <p:spPr>
            <a:xfrm>
              <a:off x="1241001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79" name="tx79"/>
            <p:cNvSpPr/>
            <p:nvPr/>
          </p:nvSpPr>
          <p:spPr>
            <a:xfrm>
              <a:off x="2054602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80" name="tx80"/>
            <p:cNvSpPr/>
            <p:nvPr/>
          </p:nvSpPr>
          <p:spPr>
            <a:xfrm>
              <a:off x="2868203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81" name="tx81"/>
            <p:cNvSpPr/>
            <p:nvPr/>
          </p:nvSpPr>
          <p:spPr>
            <a:xfrm>
              <a:off x="3681805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4545104" y="571618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5327615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6141217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6954818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7768419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87" name="tx87"/>
            <p:cNvSpPr/>
            <p:nvPr/>
          </p:nvSpPr>
          <p:spPr>
            <a:xfrm>
              <a:off x="2928340" y="5855859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88" name="tx88"/>
            <p:cNvSpPr/>
            <p:nvPr/>
          </p:nvSpPr>
          <p:spPr>
            <a:xfrm rot="-5400000">
              <a:off x="138035" y="4944909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89" name="tx89"/>
            <p:cNvSpPr/>
            <p:nvPr/>
          </p:nvSpPr>
          <p:spPr>
            <a:xfrm>
              <a:off x="887106" y="4159544"/>
              <a:ext cx="645191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2.03 (1.36-3.02), p = &lt;0.001  |  per IQR decline (Δ = 29.9 %): 8.27 (2.50-27.34)  |  IQR: [-15.0, 14.9] %</a:t>
              </a:r>
            </a:p>
          </p:txBody>
        </p:sp>
        <p:sp>
          <p:nvSpPr>
            <p:cNvPr id="90" name="tx90"/>
            <p:cNvSpPr/>
            <p:nvPr/>
          </p:nvSpPr>
          <p:spPr>
            <a:xfrm>
              <a:off x="887106" y="3932770"/>
              <a:ext cx="176927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Cytopenia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2026-07-22T07:57:25Z</dcterms:modified>
  <cp:category/>
</cp:coreProperties>
</file>