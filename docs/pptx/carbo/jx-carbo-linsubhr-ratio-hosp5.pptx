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46708"/>
            </a:xfrm>
            <a:custGeom>
              <a:avLst/>
              <a:pathLst>
                <a:path w="7403783" h="3646708">
                  <a:moveTo>
                    <a:pt x="2257101" y="0"/>
                  </a:moveTo>
                  <a:lnTo>
                    <a:pt x="2269402" y="57896"/>
                  </a:lnTo>
                  <a:lnTo>
                    <a:pt x="2346034" y="385696"/>
                  </a:lnTo>
                  <a:lnTo>
                    <a:pt x="2422667" y="683604"/>
                  </a:lnTo>
                  <a:lnTo>
                    <a:pt x="2499300" y="954346"/>
                  </a:lnTo>
                  <a:lnTo>
                    <a:pt x="2575932" y="1200399"/>
                  </a:lnTo>
                  <a:lnTo>
                    <a:pt x="2652565" y="1424016"/>
                  </a:lnTo>
                  <a:lnTo>
                    <a:pt x="2729197" y="1627241"/>
                  </a:lnTo>
                  <a:lnTo>
                    <a:pt x="2805830" y="1811934"/>
                  </a:lnTo>
                  <a:lnTo>
                    <a:pt x="2882462" y="1979786"/>
                  </a:lnTo>
                  <a:lnTo>
                    <a:pt x="2959095" y="2132331"/>
                  </a:lnTo>
                  <a:lnTo>
                    <a:pt x="3035727" y="2270966"/>
                  </a:lnTo>
                  <a:lnTo>
                    <a:pt x="3112360" y="2396959"/>
                  </a:lnTo>
                  <a:lnTo>
                    <a:pt x="3188993" y="2511463"/>
                  </a:lnTo>
                  <a:lnTo>
                    <a:pt x="3265625" y="2615525"/>
                  </a:lnTo>
                  <a:lnTo>
                    <a:pt x="3342258" y="2710098"/>
                  </a:lnTo>
                  <a:lnTo>
                    <a:pt x="3418890" y="2786615"/>
                  </a:lnTo>
                  <a:lnTo>
                    <a:pt x="3495523" y="2809287"/>
                  </a:lnTo>
                  <a:lnTo>
                    <a:pt x="3572155" y="2831365"/>
                  </a:lnTo>
                  <a:lnTo>
                    <a:pt x="3648788" y="2852865"/>
                  </a:lnTo>
                  <a:lnTo>
                    <a:pt x="3725420" y="2873802"/>
                  </a:lnTo>
                  <a:lnTo>
                    <a:pt x="3802053" y="2894191"/>
                  </a:lnTo>
                  <a:lnTo>
                    <a:pt x="3878685" y="2914046"/>
                  </a:lnTo>
                  <a:lnTo>
                    <a:pt x="3955318" y="2933382"/>
                  </a:lnTo>
                  <a:lnTo>
                    <a:pt x="4031951" y="2952211"/>
                  </a:lnTo>
                  <a:lnTo>
                    <a:pt x="4108583" y="2970548"/>
                  </a:lnTo>
                  <a:lnTo>
                    <a:pt x="4185216" y="2988404"/>
                  </a:lnTo>
                  <a:lnTo>
                    <a:pt x="4261848" y="3005793"/>
                  </a:lnTo>
                  <a:lnTo>
                    <a:pt x="4338481" y="3022727"/>
                  </a:lnTo>
                  <a:lnTo>
                    <a:pt x="4415113" y="3039217"/>
                  </a:lnTo>
                  <a:lnTo>
                    <a:pt x="4491746" y="3055276"/>
                  </a:lnTo>
                  <a:lnTo>
                    <a:pt x="4568378" y="3070914"/>
                  </a:lnTo>
                  <a:lnTo>
                    <a:pt x="4645011" y="3086143"/>
                  </a:lnTo>
                  <a:lnTo>
                    <a:pt x="4721644" y="3100973"/>
                  </a:lnTo>
                  <a:lnTo>
                    <a:pt x="4798276" y="3115415"/>
                  </a:lnTo>
                  <a:lnTo>
                    <a:pt x="4874909" y="3129479"/>
                  </a:lnTo>
                  <a:lnTo>
                    <a:pt x="4951541" y="3143175"/>
                  </a:lnTo>
                  <a:lnTo>
                    <a:pt x="5028174" y="3156512"/>
                  </a:lnTo>
                  <a:lnTo>
                    <a:pt x="5104806" y="3169501"/>
                  </a:lnTo>
                  <a:lnTo>
                    <a:pt x="5181439" y="3182149"/>
                  </a:lnTo>
                  <a:lnTo>
                    <a:pt x="5258071" y="3194466"/>
                  </a:lnTo>
                  <a:lnTo>
                    <a:pt x="5334704" y="3206460"/>
                  </a:lnTo>
                  <a:lnTo>
                    <a:pt x="5411336" y="3218141"/>
                  </a:lnTo>
                  <a:lnTo>
                    <a:pt x="5487969" y="3229515"/>
                  </a:lnTo>
                  <a:lnTo>
                    <a:pt x="5564602" y="3240592"/>
                  </a:lnTo>
                  <a:lnTo>
                    <a:pt x="5641234" y="3251379"/>
                  </a:lnTo>
                  <a:lnTo>
                    <a:pt x="5717867" y="3261884"/>
                  </a:lnTo>
                  <a:lnTo>
                    <a:pt x="5794499" y="3272113"/>
                  </a:lnTo>
                  <a:lnTo>
                    <a:pt x="5871132" y="3282075"/>
                  </a:lnTo>
                  <a:lnTo>
                    <a:pt x="5947764" y="3291776"/>
                  </a:lnTo>
                  <a:lnTo>
                    <a:pt x="6024397" y="3301223"/>
                  </a:lnTo>
                  <a:lnTo>
                    <a:pt x="6101029" y="3310423"/>
                  </a:lnTo>
                  <a:lnTo>
                    <a:pt x="6177662" y="3319382"/>
                  </a:lnTo>
                  <a:lnTo>
                    <a:pt x="6254294" y="3328106"/>
                  </a:lnTo>
                  <a:lnTo>
                    <a:pt x="6330927" y="3336602"/>
                  </a:lnTo>
                  <a:lnTo>
                    <a:pt x="6407560" y="3344876"/>
                  </a:lnTo>
                  <a:lnTo>
                    <a:pt x="6484192" y="3352933"/>
                  </a:lnTo>
                  <a:lnTo>
                    <a:pt x="6560825" y="3360779"/>
                  </a:lnTo>
                  <a:lnTo>
                    <a:pt x="6637457" y="3368419"/>
                  </a:lnTo>
                  <a:lnTo>
                    <a:pt x="6714090" y="3375860"/>
                  </a:lnTo>
                  <a:lnTo>
                    <a:pt x="6790722" y="3383106"/>
                  </a:lnTo>
                  <a:lnTo>
                    <a:pt x="6867355" y="3390162"/>
                  </a:lnTo>
                  <a:lnTo>
                    <a:pt x="6943987" y="3397033"/>
                  </a:lnTo>
                  <a:lnTo>
                    <a:pt x="7020620" y="3403725"/>
                  </a:lnTo>
                  <a:lnTo>
                    <a:pt x="7097253" y="3410241"/>
                  </a:lnTo>
                  <a:lnTo>
                    <a:pt x="7173885" y="3416587"/>
                  </a:lnTo>
                  <a:lnTo>
                    <a:pt x="7250518" y="3422767"/>
                  </a:lnTo>
                  <a:lnTo>
                    <a:pt x="7327150" y="3428785"/>
                  </a:lnTo>
                  <a:lnTo>
                    <a:pt x="7403783" y="3434645"/>
                  </a:lnTo>
                  <a:lnTo>
                    <a:pt x="7403783" y="3646708"/>
                  </a:lnTo>
                  <a:lnTo>
                    <a:pt x="7327150" y="3646113"/>
                  </a:lnTo>
                  <a:lnTo>
                    <a:pt x="7250518" y="3645458"/>
                  </a:lnTo>
                  <a:lnTo>
                    <a:pt x="7173885" y="3644737"/>
                  </a:lnTo>
                  <a:lnTo>
                    <a:pt x="7097253" y="3643943"/>
                  </a:lnTo>
                  <a:lnTo>
                    <a:pt x="7020620" y="3643070"/>
                  </a:lnTo>
                  <a:lnTo>
                    <a:pt x="6943987" y="3642110"/>
                  </a:lnTo>
                  <a:lnTo>
                    <a:pt x="6867355" y="3641053"/>
                  </a:lnTo>
                  <a:lnTo>
                    <a:pt x="6790722" y="3639890"/>
                  </a:lnTo>
                  <a:lnTo>
                    <a:pt x="6714090" y="3638610"/>
                  </a:lnTo>
                  <a:lnTo>
                    <a:pt x="6637457" y="3637202"/>
                  </a:lnTo>
                  <a:lnTo>
                    <a:pt x="6560825" y="3635653"/>
                  </a:lnTo>
                  <a:lnTo>
                    <a:pt x="6484192" y="3633948"/>
                  </a:lnTo>
                  <a:lnTo>
                    <a:pt x="6407560" y="3632072"/>
                  </a:lnTo>
                  <a:lnTo>
                    <a:pt x="6330927" y="3630008"/>
                  </a:lnTo>
                  <a:lnTo>
                    <a:pt x="6254294" y="3627737"/>
                  </a:lnTo>
                  <a:lnTo>
                    <a:pt x="6177662" y="3625238"/>
                  </a:lnTo>
                  <a:lnTo>
                    <a:pt x="6101029" y="3622488"/>
                  </a:lnTo>
                  <a:lnTo>
                    <a:pt x="6024397" y="3619463"/>
                  </a:lnTo>
                  <a:lnTo>
                    <a:pt x="5947764" y="3616133"/>
                  </a:lnTo>
                  <a:lnTo>
                    <a:pt x="5871132" y="3612470"/>
                  </a:lnTo>
                  <a:lnTo>
                    <a:pt x="5794499" y="3608439"/>
                  </a:lnTo>
                  <a:lnTo>
                    <a:pt x="5717867" y="3604004"/>
                  </a:lnTo>
                  <a:lnTo>
                    <a:pt x="5641234" y="3599123"/>
                  </a:lnTo>
                  <a:lnTo>
                    <a:pt x="5564602" y="3593753"/>
                  </a:lnTo>
                  <a:lnTo>
                    <a:pt x="5487969" y="3587844"/>
                  </a:lnTo>
                  <a:lnTo>
                    <a:pt x="5411336" y="3581342"/>
                  </a:lnTo>
                  <a:lnTo>
                    <a:pt x="5334704" y="3574188"/>
                  </a:lnTo>
                  <a:lnTo>
                    <a:pt x="5258071" y="3566316"/>
                  </a:lnTo>
                  <a:lnTo>
                    <a:pt x="5181439" y="3557654"/>
                  </a:lnTo>
                  <a:lnTo>
                    <a:pt x="5104806" y="3548123"/>
                  </a:lnTo>
                  <a:lnTo>
                    <a:pt x="5028174" y="3537636"/>
                  </a:lnTo>
                  <a:lnTo>
                    <a:pt x="4951541" y="3526096"/>
                  </a:lnTo>
                  <a:lnTo>
                    <a:pt x="4874909" y="3513399"/>
                  </a:lnTo>
                  <a:lnTo>
                    <a:pt x="4798276" y="3499427"/>
                  </a:lnTo>
                  <a:lnTo>
                    <a:pt x="4721644" y="3484054"/>
                  </a:lnTo>
                  <a:lnTo>
                    <a:pt x="4645011" y="3467138"/>
                  </a:lnTo>
                  <a:lnTo>
                    <a:pt x="4568378" y="3448524"/>
                  </a:lnTo>
                  <a:lnTo>
                    <a:pt x="4491746" y="3428043"/>
                  </a:lnTo>
                  <a:lnTo>
                    <a:pt x="4415113" y="3405507"/>
                  </a:lnTo>
                  <a:lnTo>
                    <a:pt x="4338481" y="3380710"/>
                  </a:lnTo>
                  <a:lnTo>
                    <a:pt x="4261848" y="3353425"/>
                  </a:lnTo>
                  <a:lnTo>
                    <a:pt x="4185216" y="3323402"/>
                  </a:lnTo>
                  <a:lnTo>
                    <a:pt x="4108583" y="3290367"/>
                  </a:lnTo>
                  <a:lnTo>
                    <a:pt x="4031951" y="3254016"/>
                  </a:lnTo>
                  <a:lnTo>
                    <a:pt x="3955318" y="3214019"/>
                  </a:lnTo>
                  <a:lnTo>
                    <a:pt x="3878685" y="3170008"/>
                  </a:lnTo>
                  <a:lnTo>
                    <a:pt x="3802053" y="3121581"/>
                  </a:lnTo>
                  <a:lnTo>
                    <a:pt x="3725420" y="3068296"/>
                  </a:lnTo>
                  <a:lnTo>
                    <a:pt x="3648788" y="3009663"/>
                  </a:lnTo>
                  <a:lnTo>
                    <a:pt x="3572155" y="2945148"/>
                  </a:lnTo>
                  <a:lnTo>
                    <a:pt x="3495523" y="2874159"/>
                  </a:lnTo>
                  <a:lnTo>
                    <a:pt x="3418890" y="2796048"/>
                  </a:lnTo>
                  <a:lnTo>
                    <a:pt x="3342258" y="2763334"/>
                  </a:lnTo>
                  <a:lnTo>
                    <a:pt x="3265625" y="2739427"/>
                  </a:lnTo>
                  <a:lnTo>
                    <a:pt x="3188993" y="2714878"/>
                  </a:lnTo>
                  <a:lnTo>
                    <a:pt x="3112360" y="2689669"/>
                  </a:lnTo>
                  <a:lnTo>
                    <a:pt x="3035727" y="2663781"/>
                  </a:lnTo>
                  <a:lnTo>
                    <a:pt x="2959095" y="2637198"/>
                  </a:lnTo>
                  <a:lnTo>
                    <a:pt x="2882462" y="2609901"/>
                  </a:lnTo>
                  <a:lnTo>
                    <a:pt x="2805830" y="2581869"/>
                  </a:lnTo>
                  <a:lnTo>
                    <a:pt x="2729197" y="2553084"/>
                  </a:lnTo>
                  <a:lnTo>
                    <a:pt x="2652565" y="2523525"/>
                  </a:lnTo>
                  <a:lnTo>
                    <a:pt x="2575932" y="2493172"/>
                  </a:lnTo>
                  <a:lnTo>
                    <a:pt x="2499300" y="2462002"/>
                  </a:lnTo>
                  <a:lnTo>
                    <a:pt x="2422667" y="2429995"/>
                  </a:lnTo>
                  <a:lnTo>
                    <a:pt x="2346034" y="2397127"/>
                  </a:lnTo>
                  <a:lnTo>
                    <a:pt x="2269402" y="2363376"/>
                  </a:lnTo>
                  <a:lnTo>
                    <a:pt x="2192769" y="2328717"/>
                  </a:lnTo>
                  <a:lnTo>
                    <a:pt x="2116137" y="2293126"/>
                  </a:lnTo>
                  <a:lnTo>
                    <a:pt x="2039504" y="2256579"/>
                  </a:lnTo>
                  <a:lnTo>
                    <a:pt x="1962872" y="2219050"/>
                  </a:lnTo>
                  <a:lnTo>
                    <a:pt x="1886239" y="2180511"/>
                  </a:lnTo>
                  <a:lnTo>
                    <a:pt x="1809607" y="2140936"/>
                  </a:lnTo>
                  <a:lnTo>
                    <a:pt x="1732974" y="2100298"/>
                  </a:lnTo>
                  <a:lnTo>
                    <a:pt x="1656342" y="2058567"/>
                  </a:lnTo>
                  <a:lnTo>
                    <a:pt x="1579709" y="2015714"/>
                  </a:lnTo>
                  <a:lnTo>
                    <a:pt x="1503076" y="1971710"/>
                  </a:lnTo>
                  <a:lnTo>
                    <a:pt x="1426444" y="1926522"/>
                  </a:lnTo>
                  <a:lnTo>
                    <a:pt x="1349811" y="1880119"/>
                  </a:lnTo>
                  <a:lnTo>
                    <a:pt x="1273179" y="1832470"/>
                  </a:lnTo>
                  <a:lnTo>
                    <a:pt x="1196546" y="1783539"/>
                  </a:lnTo>
                  <a:lnTo>
                    <a:pt x="1119914" y="1733293"/>
                  </a:lnTo>
                  <a:lnTo>
                    <a:pt x="1043281" y="1681696"/>
                  </a:lnTo>
                  <a:lnTo>
                    <a:pt x="966649" y="1628712"/>
                  </a:lnTo>
                  <a:lnTo>
                    <a:pt x="890016" y="1574303"/>
                  </a:lnTo>
                  <a:lnTo>
                    <a:pt x="813384" y="1518433"/>
                  </a:lnTo>
                  <a:lnTo>
                    <a:pt x="736751" y="1461060"/>
                  </a:lnTo>
                  <a:lnTo>
                    <a:pt x="660118" y="1402144"/>
                  </a:lnTo>
                  <a:lnTo>
                    <a:pt x="583486" y="1341645"/>
                  </a:lnTo>
                  <a:lnTo>
                    <a:pt x="506853" y="1279520"/>
                  </a:lnTo>
                  <a:lnTo>
                    <a:pt x="430221" y="1215725"/>
                  </a:lnTo>
                  <a:lnTo>
                    <a:pt x="353588" y="1150214"/>
                  </a:lnTo>
                  <a:lnTo>
                    <a:pt x="276956" y="1082943"/>
                  </a:lnTo>
                  <a:lnTo>
                    <a:pt x="200323" y="1013863"/>
                  </a:lnTo>
                  <a:lnTo>
                    <a:pt x="123691" y="942926"/>
                  </a:lnTo>
                  <a:lnTo>
                    <a:pt x="47058" y="870082"/>
                  </a:lnTo>
                  <a:lnTo>
                    <a:pt x="0" y="8241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1896563"/>
              <a:ext cx="5146681" cy="3434645"/>
            </a:xfrm>
            <a:custGeom>
              <a:avLst/>
              <a:pathLst>
                <a:path w="5146681" h="3434645">
                  <a:moveTo>
                    <a:pt x="0" y="0"/>
                  </a:moveTo>
                  <a:lnTo>
                    <a:pt x="12300" y="57896"/>
                  </a:lnTo>
                  <a:lnTo>
                    <a:pt x="88933" y="385696"/>
                  </a:lnTo>
                  <a:lnTo>
                    <a:pt x="165565" y="683604"/>
                  </a:lnTo>
                  <a:lnTo>
                    <a:pt x="242198" y="954346"/>
                  </a:lnTo>
                  <a:lnTo>
                    <a:pt x="318831" y="1200399"/>
                  </a:lnTo>
                  <a:lnTo>
                    <a:pt x="395463" y="1424016"/>
                  </a:lnTo>
                  <a:lnTo>
                    <a:pt x="472096" y="1627241"/>
                  </a:lnTo>
                  <a:lnTo>
                    <a:pt x="548728" y="1811934"/>
                  </a:lnTo>
                  <a:lnTo>
                    <a:pt x="625361" y="1979786"/>
                  </a:lnTo>
                  <a:lnTo>
                    <a:pt x="701993" y="2132331"/>
                  </a:lnTo>
                  <a:lnTo>
                    <a:pt x="778626" y="2270966"/>
                  </a:lnTo>
                  <a:lnTo>
                    <a:pt x="855258" y="2396959"/>
                  </a:lnTo>
                  <a:lnTo>
                    <a:pt x="931891" y="2511463"/>
                  </a:lnTo>
                  <a:lnTo>
                    <a:pt x="1008523" y="2615525"/>
                  </a:lnTo>
                  <a:lnTo>
                    <a:pt x="1085156" y="2710098"/>
                  </a:lnTo>
                  <a:lnTo>
                    <a:pt x="1161789" y="2786615"/>
                  </a:lnTo>
                  <a:lnTo>
                    <a:pt x="1238421" y="2809287"/>
                  </a:lnTo>
                  <a:lnTo>
                    <a:pt x="1315054" y="2831365"/>
                  </a:lnTo>
                  <a:lnTo>
                    <a:pt x="1391686" y="2852865"/>
                  </a:lnTo>
                  <a:lnTo>
                    <a:pt x="1468319" y="2873802"/>
                  </a:lnTo>
                  <a:lnTo>
                    <a:pt x="1544951" y="2894191"/>
                  </a:lnTo>
                  <a:lnTo>
                    <a:pt x="1621584" y="2914046"/>
                  </a:lnTo>
                  <a:lnTo>
                    <a:pt x="1698216" y="2933382"/>
                  </a:lnTo>
                  <a:lnTo>
                    <a:pt x="1774849" y="2952211"/>
                  </a:lnTo>
                  <a:lnTo>
                    <a:pt x="1851482" y="2970548"/>
                  </a:lnTo>
                  <a:lnTo>
                    <a:pt x="1928114" y="2988404"/>
                  </a:lnTo>
                  <a:lnTo>
                    <a:pt x="2004747" y="3005793"/>
                  </a:lnTo>
                  <a:lnTo>
                    <a:pt x="2081379" y="3022727"/>
                  </a:lnTo>
                  <a:lnTo>
                    <a:pt x="2158012" y="3039217"/>
                  </a:lnTo>
                  <a:lnTo>
                    <a:pt x="2234644" y="3055276"/>
                  </a:lnTo>
                  <a:lnTo>
                    <a:pt x="2311277" y="3070914"/>
                  </a:lnTo>
                  <a:lnTo>
                    <a:pt x="2387909" y="3086143"/>
                  </a:lnTo>
                  <a:lnTo>
                    <a:pt x="2464542" y="3100973"/>
                  </a:lnTo>
                  <a:lnTo>
                    <a:pt x="2541174" y="3115415"/>
                  </a:lnTo>
                  <a:lnTo>
                    <a:pt x="2617807" y="3129479"/>
                  </a:lnTo>
                  <a:lnTo>
                    <a:pt x="2694440" y="3143175"/>
                  </a:lnTo>
                  <a:lnTo>
                    <a:pt x="2771072" y="3156512"/>
                  </a:lnTo>
                  <a:lnTo>
                    <a:pt x="2847705" y="3169501"/>
                  </a:lnTo>
                  <a:lnTo>
                    <a:pt x="2924337" y="3182149"/>
                  </a:lnTo>
                  <a:lnTo>
                    <a:pt x="3000970" y="3194466"/>
                  </a:lnTo>
                  <a:lnTo>
                    <a:pt x="3077602" y="3206460"/>
                  </a:lnTo>
                  <a:lnTo>
                    <a:pt x="3154235" y="3218141"/>
                  </a:lnTo>
                  <a:lnTo>
                    <a:pt x="3230867" y="3229515"/>
                  </a:lnTo>
                  <a:lnTo>
                    <a:pt x="3307500" y="3240592"/>
                  </a:lnTo>
                  <a:lnTo>
                    <a:pt x="3384132" y="3251379"/>
                  </a:lnTo>
                  <a:lnTo>
                    <a:pt x="3460765" y="3261884"/>
                  </a:lnTo>
                  <a:lnTo>
                    <a:pt x="3537398" y="3272113"/>
                  </a:lnTo>
                  <a:lnTo>
                    <a:pt x="3614030" y="3282075"/>
                  </a:lnTo>
                  <a:lnTo>
                    <a:pt x="3690663" y="3291776"/>
                  </a:lnTo>
                  <a:lnTo>
                    <a:pt x="3767295" y="3301223"/>
                  </a:lnTo>
                  <a:lnTo>
                    <a:pt x="3843928" y="3310423"/>
                  </a:lnTo>
                  <a:lnTo>
                    <a:pt x="3920560" y="3319382"/>
                  </a:lnTo>
                  <a:lnTo>
                    <a:pt x="3997193" y="3328106"/>
                  </a:lnTo>
                  <a:lnTo>
                    <a:pt x="4073825" y="3336602"/>
                  </a:lnTo>
                  <a:lnTo>
                    <a:pt x="4150458" y="3344876"/>
                  </a:lnTo>
                  <a:lnTo>
                    <a:pt x="4227091" y="3352933"/>
                  </a:lnTo>
                  <a:lnTo>
                    <a:pt x="4303723" y="3360779"/>
                  </a:lnTo>
                  <a:lnTo>
                    <a:pt x="4380356" y="3368419"/>
                  </a:lnTo>
                  <a:lnTo>
                    <a:pt x="4456988" y="3375860"/>
                  </a:lnTo>
                  <a:lnTo>
                    <a:pt x="4533621" y="3383106"/>
                  </a:lnTo>
                  <a:lnTo>
                    <a:pt x="4610253" y="3390162"/>
                  </a:lnTo>
                  <a:lnTo>
                    <a:pt x="4686886" y="3397033"/>
                  </a:lnTo>
                  <a:lnTo>
                    <a:pt x="4763518" y="3403725"/>
                  </a:lnTo>
                  <a:lnTo>
                    <a:pt x="4840151" y="3410241"/>
                  </a:lnTo>
                  <a:lnTo>
                    <a:pt x="4916783" y="3416587"/>
                  </a:lnTo>
                  <a:lnTo>
                    <a:pt x="4993416" y="3422767"/>
                  </a:lnTo>
                  <a:lnTo>
                    <a:pt x="5070049" y="3428785"/>
                  </a:lnTo>
                  <a:lnTo>
                    <a:pt x="5146681" y="34346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20711"/>
              <a:ext cx="7403783" cy="2822561"/>
            </a:xfrm>
            <a:custGeom>
              <a:avLst/>
              <a:pathLst>
                <a:path w="7403783" h="2822561">
                  <a:moveTo>
                    <a:pt x="7403783" y="2822561"/>
                  </a:moveTo>
                  <a:lnTo>
                    <a:pt x="7327150" y="2821965"/>
                  </a:lnTo>
                  <a:lnTo>
                    <a:pt x="7250518" y="2821310"/>
                  </a:lnTo>
                  <a:lnTo>
                    <a:pt x="7173885" y="2820589"/>
                  </a:lnTo>
                  <a:lnTo>
                    <a:pt x="7097253" y="2819796"/>
                  </a:lnTo>
                  <a:lnTo>
                    <a:pt x="7020620" y="2818923"/>
                  </a:lnTo>
                  <a:lnTo>
                    <a:pt x="6943987" y="2817962"/>
                  </a:lnTo>
                  <a:lnTo>
                    <a:pt x="6867355" y="2816905"/>
                  </a:lnTo>
                  <a:lnTo>
                    <a:pt x="6790722" y="2815742"/>
                  </a:lnTo>
                  <a:lnTo>
                    <a:pt x="6714090" y="2814463"/>
                  </a:lnTo>
                  <a:lnTo>
                    <a:pt x="6637457" y="2813054"/>
                  </a:lnTo>
                  <a:lnTo>
                    <a:pt x="6560825" y="2811505"/>
                  </a:lnTo>
                  <a:lnTo>
                    <a:pt x="6484192" y="2809800"/>
                  </a:lnTo>
                  <a:lnTo>
                    <a:pt x="6407560" y="2807925"/>
                  </a:lnTo>
                  <a:lnTo>
                    <a:pt x="6330927" y="2805860"/>
                  </a:lnTo>
                  <a:lnTo>
                    <a:pt x="6254294" y="2803589"/>
                  </a:lnTo>
                  <a:lnTo>
                    <a:pt x="6177662" y="2801090"/>
                  </a:lnTo>
                  <a:lnTo>
                    <a:pt x="6101029" y="2798340"/>
                  </a:lnTo>
                  <a:lnTo>
                    <a:pt x="6024397" y="2795315"/>
                  </a:lnTo>
                  <a:lnTo>
                    <a:pt x="5947764" y="2791985"/>
                  </a:lnTo>
                  <a:lnTo>
                    <a:pt x="5871132" y="2788322"/>
                  </a:lnTo>
                  <a:lnTo>
                    <a:pt x="5794499" y="2784291"/>
                  </a:lnTo>
                  <a:lnTo>
                    <a:pt x="5717867" y="2779856"/>
                  </a:lnTo>
                  <a:lnTo>
                    <a:pt x="5641234" y="2774975"/>
                  </a:lnTo>
                  <a:lnTo>
                    <a:pt x="5564602" y="2769605"/>
                  </a:lnTo>
                  <a:lnTo>
                    <a:pt x="5487969" y="2763696"/>
                  </a:lnTo>
                  <a:lnTo>
                    <a:pt x="5411336" y="2757195"/>
                  </a:lnTo>
                  <a:lnTo>
                    <a:pt x="5334704" y="2750040"/>
                  </a:lnTo>
                  <a:lnTo>
                    <a:pt x="5258071" y="2742168"/>
                  </a:lnTo>
                  <a:lnTo>
                    <a:pt x="5181439" y="2733506"/>
                  </a:lnTo>
                  <a:lnTo>
                    <a:pt x="5104806" y="2723975"/>
                  </a:lnTo>
                  <a:lnTo>
                    <a:pt x="5028174" y="2713488"/>
                  </a:lnTo>
                  <a:lnTo>
                    <a:pt x="4951541" y="2701948"/>
                  </a:lnTo>
                  <a:lnTo>
                    <a:pt x="4874909" y="2689251"/>
                  </a:lnTo>
                  <a:lnTo>
                    <a:pt x="4798276" y="2675279"/>
                  </a:lnTo>
                  <a:lnTo>
                    <a:pt x="4721644" y="2659906"/>
                  </a:lnTo>
                  <a:lnTo>
                    <a:pt x="4645011" y="2642990"/>
                  </a:lnTo>
                  <a:lnTo>
                    <a:pt x="4568378" y="2624377"/>
                  </a:lnTo>
                  <a:lnTo>
                    <a:pt x="4491746" y="2603896"/>
                  </a:lnTo>
                  <a:lnTo>
                    <a:pt x="4415113" y="2581360"/>
                  </a:lnTo>
                  <a:lnTo>
                    <a:pt x="4338481" y="2556563"/>
                  </a:lnTo>
                  <a:lnTo>
                    <a:pt x="4261848" y="2529277"/>
                  </a:lnTo>
                  <a:lnTo>
                    <a:pt x="4185216" y="2499254"/>
                  </a:lnTo>
                  <a:lnTo>
                    <a:pt x="4108583" y="2466219"/>
                  </a:lnTo>
                  <a:lnTo>
                    <a:pt x="4031951" y="2429869"/>
                  </a:lnTo>
                  <a:lnTo>
                    <a:pt x="3955318" y="2389871"/>
                  </a:lnTo>
                  <a:lnTo>
                    <a:pt x="3878685" y="2345860"/>
                  </a:lnTo>
                  <a:lnTo>
                    <a:pt x="3802053" y="2297434"/>
                  </a:lnTo>
                  <a:lnTo>
                    <a:pt x="3725420" y="2244148"/>
                  </a:lnTo>
                  <a:lnTo>
                    <a:pt x="3648788" y="2185516"/>
                  </a:lnTo>
                  <a:lnTo>
                    <a:pt x="3572155" y="2121000"/>
                  </a:lnTo>
                  <a:lnTo>
                    <a:pt x="3495523" y="2050011"/>
                  </a:lnTo>
                  <a:lnTo>
                    <a:pt x="3418890" y="1971900"/>
                  </a:lnTo>
                  <a:lnTo>
                    <a:pt x="3342258" y="1939187"/>
                  </a:lnTo>
                  <a:lnTo>
                    <a:pt x="3265625" y="1915280"/>
                  </a:lnTo>
                  <a:lnTo>
                    <a:pt x="3188993" y="1890730"/>
                  </a:lnTo>
                  <a:lnTo>
                    <a:pt x="3112360" y="1865521"/>
                  </a:lnTo>
                  <a:lnTo>
                    <a:pt x="3035727" y="1839634"/>
                  </a:lnTo>
                  <a:lnTo>
                    <a:pt x="2959095" y="1813051"/>
                  </a:lnTo>
                  <a:lnTo>
                    <a:pt x="2882462" y="1785753"/>
                  </a:lnTo>
                  <a:lnTo>
                    <a:pt x="2805830" y="1757721"/>
                  </a:lnTo>
                  <a:lnTo>
                    <a:pt x="2729197" y="1728936"/>
                  </a:lnTo>
                  <a:lnTo>
                    <a:pt x="2652565" y="1699377"/>
                  </a:lnTo>
                  <a:lnTo>
                    <a:pt x="2575932" y="1669024"/>
                  </a:lnTo>
                  <a:lnTo>
                    <a:pt x="2499300" y="1637854"/>
                  </a:lnTo>
                  <a:lnTo>
                    <a:pt x="2422667" y="1605847"/>
                  </a:lnTo>
                  <a:lnTo>
                    <a:pt x="2346034" y="1572979"/>
                  </a:lnTo>
                  <a:lnTo>
                    <a:pt x="2269402" y="1539228"/>
                  </a:lnTo>
                  <a:lnTo>
                    <a:pt x="2192769" y="1504569"/>
                  </a:lnTo>
                  <a:lnTo>
                    <a:pt x="2116137" y="1468979"/>
                  </a:lnTo>
                  <a:lnTo>
                    <a:pt x="2039504" y="1432431"/>
                  </a:lnTo>
                  <a:lnTo>
                    <a:pt x="1962872" y="1394902"/>
                  </a:lnTo>
                  <a:lnTo>
                    <a:pt x="1886239" y="1356363"/>
                  </a:lnTo>
                  <a:lnTo>
                    <a:pt x="1809607" y="1316789"/>
                  </a:lnTo>
                  <a:lnTo>
                    <a:pt x="1732974" y="1276150"/>
                  </a:lnTo>
                  <a:lnTo>
                    <a:pt x="1656342" y="1234419"/>
                  </a:lnTo>
                  <a:lnTo>
                    <a:pt x="1579709" y="1191567"/>
                  </a:lnTo>
                  <a:lnTo>
                    <a:pt x="1503076" y="1147562"/>
                  </a:lnTo>
                  <a:lnTo>
                    <a:pt x="1426444" y="1102374"/>
                  </a:lnTo>
                  <a:lnTo>
                    <a:pt x="1349811" y="1055972"/>
                  </a:lnTo>
                  <a:lnTo>
                    <a:pt x="1273179" y="1008322"/>
                  </a:lnTo>
                  <a:lnTo>
                    <a:pt x="1196546" y="959391"/>
                  </a:lnTo>
                  <a:lnTo>
                    <a:pt x="1119914" y="909145"/>
                  </a:lnTo>
                  <a:lnTo>
                    <a:pt x="1043281" y="857548"/>
                  </a:lnTo>
                  <a:lnTo>
                    <a:pt x="966649" y="804564"/>
                  </a:lnTo>
                  <a:lnTo>
                    <a:pt x="890016" y="750156"/>
                  </a:lnTo>
                  <a:lnTo>
                    <a:pt x="813384" y="694285"/>
                  </a:lnTo>
                  <a:lnTo>
                    <a:pt x="736751" y="636912"/>
                  </a:lnTo>
                  <a:lnTo>
                    <a:pt x="660118" y="577997"/>
                  </a:lnTo>
                  <a:lnTo>
                    <a:pt x="583486" y="517498"/>
                  </a:lnTo>
                  <a:lnTo>
                    <a:pt x="506853" y="455372"/>
                  </a:lnTo>
                  <a:lnTo>
                    <a:pt x="430221" y="391577"/>
                  </a:lnTo>
                  <a:lnTo>
                    <a:pt x="353588" y="326066"/>
                  </a:lnTo>
                  <a:lnTo>
                    <a:pt x="276956" y="258795"/>
                  </a:lnTo>
                  <a:lnTo>
                    <a:pt x="200323" y="189715"/>
                  </a:lnTo>
                  <a:lnTo>
                    <a:pt x="123691" y="118778"/>
                  </a:lnTo>
                  <a:lnTo>
                    <a:pt x="47058" y="45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1896563"/>
              <a:ext cx="5797224" cy="3616674"/>
            </a:xfrm>
            <a:custGeom>
              <a:avLst/>
              <a:pathLst>
                <a:path w="5797224" h="3616674">
                  <a:moveTo>
                    <a:pt x="0" y="0"/>
                  </a:moveTo>
                  <a:lnTo>
                    <a:pt x="49783" y="143563"/>
                  </a:lnTo>
                  <a:lnTo>
                    <a:pt x="126416" y="351458"/>
                  </a:lnTo>
                  <a:lnTo>
                    <a:pt x="203048" y="547037"/>
                  </a:lnTo>
                  <a:lnTo>
                    <a:pt x="279681" y="731028"/>
                  </a:lnTo>
                  <a:lnTo>
                    <a:pt x="356313" y="904119"/>
                  </a:lnTo>
                  <a:lnTo>
                    <a:pt x="432946" y="1066956"/>
                  </a:lnTo>
                  <a:lnTo>
                    <a:pt x="509579" y="1220145"/>
                  </a:lnTo>
                  <a:lnTo>
                    <a:pt x="586211" y="1364258"/>
                  </a:lnTo>
                  <a:lnTo>
                    <a:pt x="662844" y="1499833"/>
                  </a:lnTo>
                  <a:lnTo>
                    <a:pt x="739476" y="1627376"/>
                  </a:lnTo>
                  <a:lnTo>
                    <a:pt x="816109" y="1747363"/>
                  </a:lnTo>
                  <a:lnTo>
                    <a:pt x="892741" y="1860242"/>
                  </a:lnTo>
                  <a:lnTo>
                    <a:pt x="969374" y="1966432"/>
                  </a:lnTo>
                  <a:lnTo>
                    <a:pt x="1046006" y="2066332"/>
                  </a:lnTo>
                  <a:lnTo>
                    <a:pt x="1122639" y="2160313"/>
                  </a:lnTo>
                  <a:lnTo>
                    <a:pt x="1199272" y="2248726"/>
                  </a:lnTo>
                  <a:lnTo>
                    <a:pt x="1275904" y="2331901"/>
                  </a:lnTo>
                  <a:lnTo>
                    <a:pt x="1352537" y="2410148"/>
                  </a:lnTo>
                  <a:lnTo>
                    <a:pt x="1429169" y="2483760"/>
                  </a:lnTo>
                  <a:lnTo>
                    <a:pt x="1505802" y="2553010"/>
                  </a:lnTo>
                  <a:lnTo>
                    <a:pt x="1582434" y="2618158"/>
                  </a:lnTo>
                  <a:lnTo>
                    <a:pt x="1659067" y="2679446"/>
                  </a:lnTo>
                  <a:lnTo>
                    <a:pt x="1735699" y="2737103"/>
                  </a:lnTo>
                  <a:lnTo>
                    <a:pt x="1812332" y="2791344"/>
                  </a:lnTo>
                  <a:lnTo>
                    <a:pt x="1888964" y="2842372"/>
                  </a:lnTo>
                  <a:lnTo>
                    <a:pt x="1965597" y="2890377"/>
                  </a:lnTo>
                  <a:lnTo>
                    <a:pt x="2042230" y="2935537"/>
                  </a:lnTo>
                  <a:lnTo>
                    <a:pt x="2118862" y="2978022"/>
                  </a:lnTo>
                  <a:lnTo>
                    <a:pt x="2195495" y="3017990"/>
                  </a:lnTo>
                  <a:lnTo>
                    <a:pt x="2272127" y="3055590"/>
                  </a:lnTo>
                  <a:lnTo>
                    <a:pt x="2348760" y="3090962"/>
                  </a:lnTo>
                  <a:lnTo>
                    <a:pt x="2425392" y="3124239"/>
                  </a:lnTo>
                  <a:lnTo>
                    <a:pt x="2502025" y="3155544"/>
                  </a:lnTo>
                  <a:lnTo>
                    <a:pt x="2578657" y="3184995"/>
                  </a:lnTo>
                  <a:lnTo>
                    <a:pt x="2655290" y="3212701"/>
                  </a:lnTo>
                  <a:lnTo>
                    <a:pt x="2731923" y="3238765"/>
                  </a:lnTo>
                  <a:lnTo>
                    <a:pt x="2808555" y="3263285"/>
                  </a:lnTo>
                  <a:lnTo>
                    <a:pt x="2885188" y="3286353"/>
                  </a:lnTo>
                  <a:lnTo>
                    <a:pt x="2961820" y="3308054"/>
                  </a:lnTo>
                  <a:lnTo>
                    <a:pt x="3038453" y="3328469"/>
                  </a:lnTo>
                  <a:lnTo>
                    <a:pt x="3115085" y="3347675"/>
                  </a:lnTo>
                  <a:lnTo>
                    <a:pt x="3191718" y="3365743"/>
                  </a:lnTo>
                  <a:lnTo>
                    <a:pt x="3268350" y="3382740"/>
                  </a:lnTo>
                  <a:lnTo>
                    <a:pt x="3344983" y="3398730"/>
                  </a:lnTo>
                  <a:lnTo>
                    <a:pt x="3421615" y="3413773"/>
                  </a:lnTo>
                  <a:lnTo>
                    <a:pt x="3498248" y="3427925"/>
                  </a:lnTo>
                  <a:lnTo>
                    <a:pt x="3574881" y="3441239"/>
                  </a:lnTo>
                  <a:lnTo>
                    <a:pt x="3651513" y="3453763"/>
                  </a:lnTo>
                  <a:lnTo>
                    <a:pt x="3728146" y="3465546"/>
                  </a:lnTo>
                  <a:lnTo>
                    <a:pt x="3804778" y="3476631"/>
                  </a:lnTo>
                  <a:lnTo>
                    <a:pt x="3881411" y="3487058"/>
                  </a:lnTo>
                  <a:lnTo>
                    <a:pt x="3958043" y="3496868"/>
                  </a:lnTo>
                  <a:lnTo>
                    <a:pt x="4034676" y="3506097"/>
                  </a:lnTo>
                  <a:lnTo>
                    <a:pt x="4111308" y="3514779"/>
                  </a:lnTo>
                  <a:lnTo>
                    <a:pt x="4187941" y="3522947"/>
                  </a:lnTo>
                  <a:lnTo>
                    <a:pt x="4264573" y="3530631"/>
                  </a:lnTo>
                  <a:lnTo>
                    <a:pt x="4341206" y="3537860"/>
                  </a:lnTo>
                  <a:lnTo>
                    <a:pt x="4417839" y="3544660"/>
                  </a:lnTo>
                  <a:lnTo>
                    <a:pt x="4494471" y="3551057"/>
                  </a:lnTo>
                  <a:lnTo>
                    <a:pt x="4571104" y="3557076"/>
                  </a:lnTo>
                  <a:lnTo>
                    <a:pt x="4647736" y="3562738"/>
                  </a:lnTo>
                  <a:lnTo>
                    <a:pt x="4724369" y="3568064"/>
                  </a:lnTo>
                  <a:lnTo>
                    <a:pt x="4801001" y="3573075"/>
                  </a:lnTo>
                  <a:lnTo>
                    <a:pt x="4877634" y="3577789"/>
                  </a:lnTo>
                  <a:lnTo>
                    <a:pt x="4954266" y="3582224"/>
                  </a:lnTo>
                  <a:lnTo>
                    <a:pt x="5030899" y="3586396"/>
                  </a:lnTo>
                  <a:lnTo>
                    <a:pt x="5107532" y="3590321"/>
                  </a:lnTo>
                  <a:lnTo>
                    <a:pt x="5184164" y="3594013"/>
                  </a:lnTo>
                  <a:lnTo>
                    <a:pt x="5260797" y="3597487"/>
                  </a:lnTo>
                  <a:lnTo>
                    <a:pt x="5337429" y="3600754"/>
                  </a:lnTo>
                  <a:lnTo>
                    <a:pt x="5414062" y="3603828"/>
                  </a:lnTo>
                  <a:lnTo>
                    <a:pt x="5490694" y="3606721"/>
                  </a:lnTo>
                  <a:lnTo>
                    <a:pt x="5567327" y="3609441"/>
                  </a:lnTo>
                  <a:lnTo>
                    <a:pt x="5643959" y="3612001"/>
                  </a:lnTo>
                  <a:lnTo>
                    <a:pt x="5720592" y="3614409"/>
                  </a:lnTo>
                  <a:lnTo>
                    <a:pt x="5797224" y="361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2026-05-27T10:03:50Z</dcterms:modified>
  <cp:category/>
</cp:coreProperties>
</file>