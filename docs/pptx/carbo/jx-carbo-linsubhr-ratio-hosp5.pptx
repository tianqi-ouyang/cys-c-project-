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78086"/>
            </a:xfrm>
            <a:custGeom>
              <a:avLst/>
              <a:pathLst>
                <a:path w="7090630" h="3478086">
                  <a:moveTo>
                    <a:pt x="2280424" y="0"/>
                  </a:moveTo>
                  <a:lnTo>
                    <a:pt x="2291920" y="55219"/>
                  </a:lnTo>
                  <a:lnTo>
                    <a:pt x="2363543" y="367861"/>
                  </a:lnTo>
                  <a:lnTo>
                    <a:pt x="2435165" y="651994"/>
                  </a:lnTo>
                  <a:lnTo>
                    <a:pt x="2506788" y="910217"/>
                  </a:lnTo>
                  <a:lnTo>
                    <a:pt x="2578410" y="1144893"/>
                  </a:lnTo>
                  <a:lnTo>
                    <a:pt x="2650033" y="1358170"/>
                  </a:lnTo>
                  <a:lnTo>
                    <a:pt x="2721655" y="1551998"/>
                  </a:lnTo>
                  <a:lnTo>
                    <a:pt x="2793278" y="1728151"/>
                  </a:lnTo>
                  <a:lnTo>
                    <a:pt x="2864901" y="1888241"/>
                  </a:lnTo>
                  <a:lnTo>
                    <a:pt x="2936523" y="2033733"/>
                  </a:lnTo>
                  <a:lnTo>
                    <a:pt x="3008146" y="2165957"/>
                  </a:lnTo>
                  <a:lnTo>
                    <a:pt x="3079768" y="2286124"/>
                  </a:lnTo>
                  <a:lnTo>
                    <a:pt x="3151391" y="2395334"/>
                  </a:lnTo>
                  <a:lnTo>
                    <a:pt x="3223013" y="2494584"/>
                  </a:lnTo>
                  <a:lnTo>
                    <a:pt x="3294636" y="2584784"/>
                  </a:lnTo>
                  <a:lnTo>
                    <a:pt x="3366258" y="2657763"/>
                  </a:lnTo>
                  <a:lnTo>
                    <a:pt x="3437881" y="2679386"/>
                  </a:lnTo>
                  <a:lnTo>
                    <a:pt x="3509503" y="2700444"/>
                  </a:lnTo>
                  <a:lnTo>
                    <a:pt x="3581126" y="2720949"/>
                  </a:lnTo>
                  <a:lnTo>
                    <a:pt x="3652748" y="2740918"/>
                  </a:lnTo>
                  <a:lnTo>
                    <a:pt x="3724371" y="2760365"/>
                  </a:lnTo>
                  <a:lnTo>
                    <a:pt x="3795993" y="2779302"/>
                  </a:lnTo>
                  <a:lnTo>
                    <a:pt x="3867616" y="2797743"/>
                  </a:lnTo>
                  <a:lnTo>
                    <a:pt x="3939238" y="2815702"/>
                  </a:lnTo>
                  <a:lnTo>
                    <a:pt x="4010861" y="2833191"/>
                  </a:lnTo>
                  <a:lnTo>
                    <a:pt x="4082483" y="2850221"/>
                  </a:lnTo>
                  <a:lnTo>
                    <a:pt x="4154106" y="2866806"/>
                  </a:lnTo>
                  <a:lnTo>
                    <a:pt x="4225729" y="2882957"/>
                  </a:lnTo>
                  <a:lnTo>
                    <a:pt x="4297351" y="2898685"/>
                  </a:lnTo>
                  <a:lnTo>
                    <a:pt x="4368974" y="2914001"/>
                  </a:lnTo>
                  <a:lnTo>
                    <a:pt x="4440596" y="2928916"/>
                  </a:lnTo>
                  <a:lnTo>
                    <a:pt x="4512219" y="2943441"/>
                  </a:lnTo>
                  <a:lnTo>
                    <a:pt x="4583841" y="2957586"/>
                  </a:lnTo>
                  <a:lnTo>
                    <a:pt x="4655464" y="2971360"/>
                  </a:lnTo>
                  <a:lnTo>
                    <a:pt x="4727086" y="2984773"/>
                  </a:lnTo>
                  <a:lnTo>
                    <a:pt x="4798709" y="2997836"/>
                  </a:lnTo>
                  <a:lnTo>
                    <a:pt x="4870331" y="3010556"/>
                  </a:lnTo>
                  <a:lnTo>
                    <a:pt x="4941954" y="3022944"/>
                  </a:lnTo>
                  <a:lnTo>
                    <a:pt x="5013576" y="3035007"/>
                  </a:lnTo>
                  <a:lnTo>
                    <a:pt x="5085199" y="3046755"/>
                  </a:lnTo>
                  <a:lnTo>
                    <a:pt x="5156821" y="3058195"/>
                  </a:lnTo>
                  <a:lnTo>
                    <a:pt x="5228444" y="3069335"/>
                  </a:lnTo>
                  <a:lnTo>
                    <a:pt x="5300066" y="3080184"/>
                  </a:lnTo>
                  <a:lnTo>
                    <a:pt x="5371689" y="3090748"/>
                  </a:lnTo>
                  <a:lnTo>
                    <a:pt x="5443311" y="3101037"/>
                  </a:lnTo>
                  <a:lnTo>
                    <a:pt x="5514934" y="3111055"/>
                  </a:lnTo>
                  <a:lnTo>
                    <a:pt x="5586557" y="3120812"/>
                  </a:lnTo>
                  <a:lnTo>
                    <a:pt x="5658179" y="3130313"/>
                  </a:lnTo>
                  <a:lnTo>
                    <a:pt x="5729802" y="3139566"/>
                  </a:lnTo>
                  <a:lnTo>
                    <a:pt x="5801424" y="3148576"/>
                  </a:lnTo>
                  <a:lnTo>
                    <a:pt x="5873047" y="3157350"/>
                  </a:lnTo>
                  <a:lnTo>
                    <a:pt x="5944669" y="3165895"/>
                  </a:lnTo>
                  <a:lnTo>
                    <a:pt x="6016292" y="3174216"/>
                  </a:lnTo>
                  <a:lnTo>
                    <a:pt x="6087914" y="3182319"/>
                  </a:lnTo>
                  <a:lnTo>
                    <a:pt x="6159537" y="3190210"/>
                  </a:lnTo>
                  <a:lnTo>
                    <a:pt x="6231159" y="3197894"/>
                  </a:lnTo>
                  <a:lnTo>
                    <a:pt x="6302782" y="3205378"/>
                  </a:lnTo>
                  <a:lnTo>
                    <a:pt x="6374404" y="3212665"/>
                  </a:lnTo>
                  <a:lnTo>
                    <a:pt x="6446027" y="3219761"/>
                  </a:lnTo>
                  <a:lnTo>
                    <a:pt x="6517649" y="3226672"/>
                  </a:lnTo>
                  <a:lnTo>
                    <a:pt x="6589272" y="3233402"/>
                  </a:lnTo>
                  <a:lnTo>
                    <a:pt x="6660894" y="3239956"/>
                  </a:lnTo>
                  <a:lnTo>
                    <a:pt x="6732517" y="3246338"/>
                  </a:lnTo>
                  <a:lnTo>
                    <a:pt x="6804139" y="3252553"/>
                  </a:lnTo>
                  <a:lnTo>
                    <a:pt x="6875762" y="3258605"/>
                  </a:lnTo>
                  <a:lnTo>
                    <a:pt x="6947385" y="3264499"/>
                  </a:lnTo>
                  <a:lnTo>
                    <a:pt x="7019007" y="3270239"/>
                  </a:lnTo>
                  <a:lnTo>
                    <a:pt x="7090630" y="3275828"/>
                  </a:lnTo>
                  <a:lnTo>
                    <a:pt x="7090630" y="3478086"/>
                  </a:lnTo>
                  <a:lnTo>
                    <a:pt x="7019007" y="3477518"/>
                  </a:lnTo>
                  <a:lnTo>
                    <a:pt x="6947385" y="3476893"/>
                  </a:lnTo>
                  <a:lnTo>
                    <a:pt x="6875762" y="3476205"/>
                  </a:lnTo>
                  <a:lnTo>
                    <a:pt x="6804139" y="3475449"/>
                  </a:lnTo>
                  <a:lnTo>
                    <a:pt x="6732517" y="3474616"/>
                  </a:lnTo>
                  <a:lnTo>
                    <a:pt x="6660894" y="3473700"/>
                  </a:lnTo>
                  <a:lnTo>
                    <a:pt x="6589272" y="3472692"/>
                  </a:lnTo>
                  <a:lnTo>
                    <a:pt x="6517649" y="3471583"/>
                  </a:lnTo>
                  <a:lnTo>
                    <a:pt x="6446027" y="3470362"/>
                  </a:lnTo>
                  <a:lnTo>
                    <a:pt x="6374404" y="3469019"/>
                  </a:lnTo>
                  <a:lnTo>
                    <a:pt x="6302782" y="3467542"/>
                  </a:lnTo>
                  <a:lnTo>
                    <a:pt x="6231159" y="3465916"/>
                  </a:lnTo>
                  <a:lnTo>
                    <a:pt x="6159537" y="3464127"/>
                  </a:lnTo>
                  <a:lnTo>
                    <a:pt x="6087914" y="3462158"/>
                  </a:lnTo>
                  <a:lnTo>
                    <a:pt x="6016292" y="3459992"/>
                  </a:lnTo>
                  <a:lnTo>
                    <a:pt x="5944669" y="3457608"/>
                  </a:lnTo>
                  <a:lnTo>
                    <a:pt x="5873047" y="3454986"/>
                  </a:lnTo>
                  <a:lnTo>
                    <a:pt x="5801424" y="3452100"/>
                  </a:lnTo>
                  <a:lnTo>
                    <a:pt x="5729802" y="3448925"/>
                  </a:lnTo>
                  <a:lnTo>
                    <a:pt x="5658179" y="3445431"/>
                  </a:lnTo>
                  <a:lnTo>
                    <a:pt x="5586557" y="3441586"/>
                  </a:lnTo>
                  <a:lnTo>
                    <a:pt x="5514934" y="3437356"/>
                  </a:lnTo>
                  <a:lnTo>
                    <a:pt x="5443311" y="3432701"/>
                  </a:lnTo>
                  <a:lnTo>
                    <a:pt x="5371689" y="3427579"/>
                  </a:lnTo>
                  <a:lnTo>
                    <a:pt x="5300066" y="3421944"/>
                  </a:lnTo>
                  <a:lnTo>
                    <a:pt x="5228444" y="3415742"/>
                  </a:lnTo>
                  <a:lnTo>
                    <a:pt x="5156821" y="3408919"/>
                  </a:lnTo>
                  <a:lnTo>
                    <a:pt x="5085199" y="3401411"/>
                  </a:lnTo>
                  <a:lnTo>
                    <a:pt x="5013576" y="3393149"/>
                  </a:lnTo>
                  <a:lnTo>
                    <a:pt x="4941954" y="3384059"/>
                  </a:lnTo>
                  <a:lnTo>
                    <a:pt x="4870331" y="3374057"/>
                  </a:lnTo>
                  <a:lnTo>
                    <a:pt x="4798709" y="3363051"/>
                  </a:lnTo>
                  <a:lnTo>
                    <a:pt x="4727086" y="3350940"/>
                  </a:lnTo>
                  <a:lnTo>
                    <a:pt x="4655464" y="3337615"/>
                  </a:lnTo>
                  <a:lnTo>
                    <a:pt x="4583841" y="3322952"/>
                  </a:lnTo>
                  <a:lnTo>
                    <a:pt x="4512219" y="3306818"/>
                  </a:lnTo>
                  <a:lnTo>
                    <a:pt x="4440596" y="3289066"/>
                  </a:lnTo>
                  <a:lnTo>
                    <a:pt x="4368974" y="3269532"/>
                  </a:lnTo>
                  <a:lnTo>
                    <a:pt x="4297351" y="3248038"/>
                  </a:lnTo>
                  <a:lnTo>
                    <a:pt x="4225729" y="3224387"/>
                  </a:lnTo>
                  <a:lnTo>
                    <a:pt x="4154106" y="3198364"/>
                  </a:lnTo>
                  <a:lnTo>
                    <a:pt x="4082483" y="3169729"/>
                  </a:lnTo>
                  <a:lnTo>
                    <a:pt x="4010861" y="3138221"/>
                  </a:lnTo>
                  <a:lnTo>
                    <a:pt x="3939238" y="3103552"/>
                  </a:lnTo>
                  <a:lnTo>
                    <a:pt x="3867616" y="3065404"/>
                  </a:lnTo>
                  <a:lnTo>
                    <a:pt x="3795993" y="3023428"/>
                  </a:lnTo>
                  <a:lnTo>
                    <a:pt x="3724371" y="2977241"/>
                  </a:lnTo>
                  <a:lnTo>
                    <a:pt x="3652748" y="2926419"/>
                  </a:lnTo>
                  <a:lnTo>
                    <a:pt x="3581126" y="2870498"/>
                  </a:lnTo>
                  <a:lnTo>
                    <a:pt x="3509503" y="2808965"/>
                  </a:lnTo>
                  <a:lnTo>
                    <a:pt x="3437881" y="2741259"/>
                  </a:lnTo>
                  <a:lnTo>
                    <a:pt x="3366258" y="2666759"/>
                  </a:lnTo>
                  <a:lnTo>
                    <a:pt x="3294636" y="2635559"/>
                  </a:lnTo>
                  <a:lnTo>
                    <a:pt x="3223013" y="2612757"/>
                  </a:lnTo>
                  <a:lnTo>
                    <a:pt x="3151391" y="2589343"/>
                  </a:lnTo>
                  <a:lnTo>
                    <a:pt x="3079768" y="2565299"/>
                  </a:lnTo>
                  <a:lnTo>
                    <a:pt x="3008146" y="2540609"/>
                  </a:lnTo>
                  <a:lnTo>
                    <a:pt x="2936523" y="2515255"/>
                  </a:lnTo>
                  <a:lnTo>
                    <a:pt x="2864901" y="2489220"/>
                  </a:lnTo>
                  <a:lnTo>
                    <a:pt x="2793278" y="2462484"/>
                  </a:lnTo>
                  <a:lnTo>
                    <a:pt x="2721655" y="2435030"/>
                  </a:lnTo>
                  <a:lnTo>
                    <a:pt x="2650033" y="2406838"/>
                  </a:lnTo>
                  <a:lnTo>
                    <a:pt x="2578410" y="2377888"/>
                  </a:lnTo>
                  <a:lnTo>
                    <a:pt x="2506788" y="2348160"/>
                  </a:lnTo>
                  <a:lnTo>
                    <a:pt x="2435165" y="2317633"/>
                  </a:lnTo>
                  <a:lnTo>
                    <a:pt x="2363543" y="2286285"/>
                  </a:lnTo>
                  <a:lnTo>
                    <a:pt x="2291920" y="2254094"/>
                  </a:lnTo>
                  <a:lnTo>
                    <a:pt x="2220298" y="2221038"/>
                  </a:lnTo>
                  <a:lnTo>
                    <a:pt x="2148675" y="2187093"/>
                  </a:lnTo>
                  <a:lnTo>
                    <a:pt x="2077053" y="2152236"/>
                  </a:lnTo>
                  <a:lnTo>
                    <a:pt x="2005430" y="2116441"/>
                  </a:lnTo>
                  <a:lnTo>
                    <a:pt x="1933808" y="2079685"/>
                  </a:lnTo>
                  <a:lnTo>
                    <a:pt x="1862185" y="2041940"/>
                  </a:lnTo>
                  <a:lnTo>
                    <a:pt x="1790563" y="2003181"/>
                  </a:lnTo>
                  <a:lnTo>
                    <a:pt x="1718940" y="1963380"/>
                  </a:lnTo>
                  <a:lnTo>
                    <a:pt x="1647318" y="1922508"/>
                  </a:lnTo>
                  <a:lnTo>
                    <a:pt x="1575695" y="1880538"/>
                  </a:lnTo>
                  <a:lnTo>
                    <a:pt x="1504073" y="1837440"/>
                  </a:lnTo>
                  <a:lnTo>
                    <a:pt x="1432450" y="1793183"/>
                  </a:lnTo>
                  <a:lnTo>
                    <a:pt x="1360827" y="1747737"/>
                  </a:lnTo>
                  <a:lnTo>
                    <a:pt x="1289205" y="1701069"/>
                  </a:lnTo>
                  <a:lnTo>
                    <a:pt x="1217582" y="1653146"/>
                  </a:lnTo>
                  <a:lnTo>
                    <a:pt x="1145960" y="1603935"/>
                  </a:lnTo>
                  <a:lnTo>
                    <a:pt x="1074337" y="1553401"/>
                  </a:lnTo>
                  <a:lnTo>
                    <a:pt x="1002715" y="1501508"/>
                  </a:lnTo>
                  <a:lnTo>
                    <a:pt x="931092" y="1448221"/>
                  </a:lnTo>
                  <a:lnTo>
                    <a:pt x="859470" y="1393501"/>
                  </a:lnTo>
                  <a:lnTo>
                    <a:pt x="787847" y="1337310"/>
                  </a:lnTo>
                  <a:lnTo>
                    <a:pt x="716225" y="1279608"/>
                  </a:lnTo>
                  <a:lnTo>
                    <a:pt x="644602" y="1220355"/>
                  </a:lnTo>
                  <a:lnTo>
                    <a:pt x="572980" y="1159510"/>
                  </a:lnTo>
                  <a:lnTo>
                    <a:pt x="501357" y="1097029"/>
                  </a:lnTo>
                  <a:lnTo>
                    <a:pt x="429735" y="1032868"/>
                  </a:lnTo>
                  <a:lnTo>
                    <a:pt x="358112" y="966982"/>
                  </a:lnTo>
                  <a:lnTo>
                    <a:pt x="286490" y="899325"/>
                  </a:lnTo>
                  <a:lnTo>
                    <a:pt x="214867" y="829849"/>
                  </a:lnTo>
                  <a:lnTo>
                    <a:pt x="143245" y="758506"/>
                  </a:lnTo>
                  <a:lnTo>
                    <a:pt x="71622" y="685245"/>
                  </a:lnTo>
                  <a:lnTo>
                    <a:pt x="0" y="610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452473" y="2073503"/>
              <a:ext cx="4810205" cy="3275828"/>
            </a:xfrm>
            <a:custGeom>
              <a:avLst/>
              <a:pathLst>
                <a:path w="4810205" h="3275828">
                  <a:moveTo>
                    <a:pt x="0" y="0"/>
                  </a:moveTo>
                  <a:lnTo>
                    <a:pt x="11496" y="55219"/>
                  </a:lnTo>
                  <a:lnTo>
                    <a:pt x="83119" y="367861"/>
                  </a:lnTo>
                  <a:lnTo>
                    <a:pt x="154741" y="651994"/>
                  </a:lnTo>
                  <a:lnTo>
                    <a:pt x="226364" y="910217"/>
                  </a:lnTo>
                  <a:lnTo>
                    <a:pt x="297986" y="1144893"/>
                  </a:lnTo>
                  <a:lnTo>
                    <a:pt x="369609" y="1358170"/>
                  </a:lnTo>
                  <a:lnTo>
                    <a:pt x="441231" y="1551998"/>
                  </a:lnTo>
                  <a:lnTo>
                    <a:pt x="512854" y="1728151"/>
                  </a:lnTo>
                  <a:lnTo>
                    <a:pt x="584476" y="1888241"/>
                  </a:lnTo>
                  <a:lnTo>
                    <a:pt x="656099" y="2033733"/>
                  </a:lnTo>
                  <a:lnTo>
                    <a:pt x="727721" y="2165957"/>
                  </a:lnTo>
                  <a:lnTo>
                    <a:pt x="799344" y="2286124"/>
                  </a:lnTo>
                  <a:lnTo>
                    <a:pt x="870966" y="2395334"/>
                  </a:lnTo>
                  <a:lnTo>
                    <a:pt x="942589" y="2494584"/>
                  </a:lnTo>
                  <a:lnTo>
                    <a:pt x="1014212" y="2584784"/>
                  </a:lnTo>
                  <a:lnTo>
                    <a:pt x="1085834" y="2657763"/>
                  </a:lnTo>
                  <a:lnTo>
                    <a:pt x="1157457" y="2679386"/>
                  </a:lnTo>
                  <a:lnTo>
                    <a:pt x="1229079" y="2700444"/>
                  </a:lnTo>
                  <a:lnTo>
                    <a:pt x="1300702" y="2720949"/>
                  </a:lnTo>
                  <a:lnTo>
                    <a:pt x="1372324" y="2740918"/>
                  </a:lnTo>
                  <a:lnTo>
                    <a:pt x="1443947" y="2760365"/>
                  </a:lnTo>
                  <a:lnTo>
                    <a:pt x="1515569" y="2779302"/>
                  </a:lnTo>
                  <a:lnTo>
                    <a:pt x="1587192" y="2797743"/>
                  </a:lnTo>
                  <a:lnTo>
                    <a:pt x="1658814" y="2815702"/>
                  </a:lnTo>
                  <a:lnTo>
                    <a:pt x="1730437" y="2833191"/>
                  </a:lnTo>
                  <a:lnTo>
                    <a:pt x="1802059" y="2850221"/>
                  </a:lnTo>
                  <a:lnTo>
                    <a:pt x="1873682" y="2866806"/>
                  </a:lnTo>
                  <a:lnTo>
                    <a:pt x="1945304" y="2882957"/>
                  </a:lnTo>
                  <a:lnTo>
                    <a:pt x="2016927" y="2898685"/>
                  </a:lnTo>
                  <a:lnTo>
                    <a:pt x="2088549" y="2914001"/>
                  </a:lnTo>
                  <a:lnTo>
                    <a:pt x="2160172" y="2928916"/>
                  </a:lnTo>
                  <a:lnTo>
                    <a:pt x="2231794" y="2943441"/>
                  </a:lnTo>
                  <a:lnTo>
                    <a:pt x="2303417" y="2957586"/>
                  </a:lnTo>
                  <a:lnTo>
                    <a:pt x="2375040" y="2971360"/>
                  </a:lnTo>
                  <a:lnTo>
                    <a:pt x="2446662" y="2984773"/>
                  </a:lnTo>
                  <a:lnTo>
                    <a:pt x="2518285" y="2997836"/>
                  </a:lnTo>
                  <a:lnTo>
                    <a:pt x="2589907" y="3010556"/>
                  </a:lnTo>
                  <a:lnTo>
                    <a:pt x="2661530" y="3022944"/>
                  </a:lnTo>
                  <a:lnTo>
                    <a:pt x="2733152" y="3035007"/>
                  </a:lnTo>
                  <a:lnTo>
                    <a:pt x="2804775" y="3046755"/>
                  </a:lnTo>
                  <a:lnTo>
                    <a:pt x="2876397" y="3058195"/>
                  </a:lnTo>
                  <a:lnTo>
                    <a:pt x="2948020" y="3069335"/>
                  </a:lnTo>
                  <a:lnTo>
                    <a:pt x="3019642" y="3080184"/>
                  </a:lnTo>
                  <a:lnTo>
                    <a:pt x="3091265" y="3090748"/>
                  </a:lnTo>
                  <a:lnTo>
                    <a:pt x="3162887" y="3101037"/>
                  </a:lnTo>
                  <a:lnTo>
                    <a:pt x="3234510" y="3111055"/>
                  </a:lnTo>
                  <a:lnTo>
                    <a:pt x="3306132" y="3120812"/>
                  </a:lnTo>
                  <a:lnTo>
                    <a:pt x="3377755" y="3130313"/>
                  </a:lnTo>
                  <a:lnTo>
                    <a:pt x="3449377" y="3139566"/>
                  </a:lnTo>
                  <a:lnTo>
                    <a:pt x="3521000" y="3148576"/>
                  </a:lnTo>
                  <a:lnTo>
                    <a:pt x="3592622" y="3157350"/>
                  </a:lnTo>
                  <a:lnTo>
                    <a:pt x="3664245" y="3165895"/>
                  </a:lnTo>
                  <a:lnTo>
                    <a:pt x="3735868" y="3174216"/>
                  </a:lnTo>
                  <a:lnTo>
                    <a:pt x="3807490" y="3182319"/>
                  </a:lnTo>
                  <a:lnTo>
                    <a:pt x="3879113" y="3190210"/>
                  </a:lnTo>
                  <a:lnTo>
                    <a:pt x="3950735" y="3197894"/>
                  </a:lnTo>
                  <a:lnTo>
                    <a:pt x="4022358" y="3205378"/>
                  </a:lnTo>
                  <a:lnTo>
                    <a:pt x="4093980" y="3212665"/>
                  </a:lnTo>
                  <a:lnTo>
                    <a:pt x="4165603" y="3219761"/>
                  </a:lnTo>
                  <a:lnTo>
                    <a:pt x="4237225" y="3226672"/>
                  </a:lnTo>
                  <a:lnTo>
                    <a:pt x="4308848" y="3233402"/>
                  </a:lnTo>
                  <a:lnTo>
                    <a:pt x="4380470" y="3239956"/>
                  </a:lnTo>
                  <a:lnTo>
                    <a:pt x="4452093" y="3246338"/>
                  </a:lnTo>
                  <a:lnTo>
                    <a:pt x="4523715" y="3252553"/>
                  </a:lnTo>
                  <a:lnTo>
                    <a:pt x="4595338" y="3258605"/>
                  </a:lnTo>
                  <a:lnTo>
                    <a:pt x="4666960" y="3264499"/>
                  </a:lnTo>
                  <a:lnTo>
                    <a:pt x="4738583" y="3270239"/>
                  </a:lnTo>
                  <a:lnTo>
                    <a:pt x="4810205" y="32758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683517"/>
              <a:ext cx="7090630" cy="2868071"/>
            </a:xfrm>
            <a:custGeom>
              <a:avLst/>
              <a:pathLst>
                <a:path w="7090630" h="2868071">
                  <a:moveTo>
                    <a:pt x="7090630" y="2868071"/>
                  </a:moveTo>
                  <a:lnTo>
                    <a:pt x="7019007" y="2867503"/>
                  </a:lnTo>
                  <a:lnTo>
                    <a:pt x="6947385" y="2866878"/>
                  </a:lnTo>
                  <a:lnTo>
                    <a:pt x="6875762" y="2866191"/>
                  </a:lnTo>
                  <a:lnTo>
                    <a:pt x="6804139" y="2865434"/>
                  </a:lnTo>
                  <a:lnTo>
                    <a:pt x="6732517" y="2864601"/>
                  </a:lnTo>
                  <a:lnTo>
                    <a:pt x="6660894" y="2863685"/>
                  </a:lnTo>
                  <a:lnTo>
                    <a:pt x="6589272" y="2862677"/>
                  </a:lnTo>
                  <a:lnTo>
                    <a:pt x="6517649" y="2861568"/>
                  </a:lnTo>
                  <a:lnTo>
                    <a:pt x="6446027" y="2860348"/>
                  </a:lnTo>
                  <a:lnTo>
                    <a:pt x="6374404" y="2859005"/>
                  </a:lnTo>
                  <a:lnTo>
                    <a:pt x="6302782" y="2857527"/>
                  </a:lnTo>
                  <a:lnTo>
                    <a:pt x="6231159" y="2855901"/>
                  </a:lnTo>
                  <a:lnTo>
                    <a:pt x="6159537" y="2854112"/>
                  </a:lnTo>
                  <a:lnTo>
                    <a:pt x="6087914" y="2852143"/>
                  </a:lnTo>
                  <a:lnTo>
                    <a:pt x="6016292" y="2849977"/>
                  </a:lnTo>
                  <a:lnTo>
                    <a:pt x="5944669" y="2847594"/>
                  </a:lnTo>
                  <a:lnTo>
                    <a:pt x="5873047" y="2844971"/>
                  </a:lnTo>
                  <a:lnTo>
                    <a:pt x="5801424" y="2842085"/>
                  </a:lnTo>
                  <a:lnTo>
                    <a:pt x="5729802" y="2838910"/>
                  </a:lnTo>
                  <a:lnTo>
                    <a:pt x="5658179" y="2835416"/>
                  </a:lnTo>
                  <a:lnTo>
                    <a:pt x="5586557" y="2831571"/>
                  </a:lnTo>
                  <a:lnTo>
                    <a:pt x="5514934" y="2827341"/>
                  </a:lnTo>
                  <a:lnTo>
                    <a:pt x="5443311" y="2822686"/>
                  </a:lnTo>
                  <a:lnTo>
                    <a:pt x="5371689" y="2817564"/>
                  </a:lnTo>
                  <a:lnTo>
                    <a:pt x="5300066" y="2811929"/>
                  </a:lnTo>
                  <a:lnTo>
                    <a:pt x="5228444" y="2805728"/>
                  </a:lnTo>
                  <a:lnTo>
                    <a:pt x="5156821" y="2798904"/>
                  </a:lnTo>
                  <a:lnTo>
                    <a:pt x="5085199" y="2791396"/>
                  </a:lnTo>
                  <a:lnTo>
                    <a:pt x="5013576" y="2783135"/>
                  </a:lnTo>
                  <a:lnTo>
                    <a:pt x="4941954" y="2774044"/>
                  </a:lnTo>
                  <a:lnTo>
                    <a:pt x="4870331" y="2764042"/>
                  </a:lnTo>
                  <a:lnTo>
                    <a:pt x="4798709" y="2753036"/>
                  </a:lnTo>
                  <a:lnTo>
                    <a:pt x="4727086" y="2740926"/>
                  </a:lnTo>
                  <a:lnTo>
                    <a:pt x="4655464" y="2727600"/>
                  </a:lnTo>
                  <a:lnTo>
                    <a:pt x="4583841" y="2712937"/>
                  </a:lnTo>
                  <a:lnTo>
                    <a:pt x="4512219" y="2696804"/>
                  </a:lnTo>
                  <a:lnTo>
                    <a:pt x="4440596" y="2679051"/>
                  </a:lnTo>
                  <a:lnTo>
                    <a:pt x="4368974" y="2659517"/>
                  </a:lnTo>
                  <a:lnTo>
                    <a:pt x="4297351" y="2638023"/>
                  </a:lnTo>
                  <a:lnTo>
                    <a:pt x="4225729" y="2614373"/>
                  </a:lnTo>
                  <a:lnTo>
                    <a:pt x="4154106" y="2588349"/>
                  </a:lnTo>
                  <a:lnTo>
                    <a:pt x="4082483" y="2559714"/>
                  </a:lnTo>
                  <a:lnTo>
                    <a:pt x="4010861" y="2528206"/>
                  </a:lnTo>
                  <a:lnTo>
                    <a:pt x="3939238" y="2493537"/>
                  </a:lnTo>
                  <a:lnTo>
                    <a:pt x="3867616" y="2455389"/>
                  </a:lnTo>
                  <a:lnTo>
                    <a:pt x="3795993" y="2413413"/>
                  </a:lnTo>
                  <a:lnTo>
                    <a:pt x="3724371" y="2367226"/>
                  </a:lnTo>
                  <a:lnTo>
                    <a:pt x="3652748" y="2316404"/>
                  </a:lnTo>
                  <a:lnTo>
                    <a:pt x="3581126" y="2260483"/>
                  </a:lnTo>
                  <a:lnTo>
                    <a:pt x="3509503" y="2198951"/>
                  </a:lnTo>
                  <a:lnTo>
                    <a:pt x="3437881" y="2131244"/>
                  </a:lnTo>
                  <a:lnTo>
                    <a:pt x="3366258" y="2056745"/>
                  </a:lnTo>
                  <a:lnTo>
                    <a:pt x="3294636" y="2025544"/>
                  </a:lnTo>
                  <a:lnTo>
                    <a:pt x="3223013" y="2002743"/>
                  </a:lnTo>
                  <a:lnTo>
                    <a:pt x="3151391" y="1979328"/>
                  </a:lnTo>
                  <a:lnTo>
                    <a:pt x="3079768" y="1955284"/>
                  </a:lnTo>
                  <a:lnTo>
                    <a:pt x="3008146" y="1930594"/>
                  </a:lnTo>
                  <a:lnTo>
                    <a:pt x="2936523" y="1905240"/>
                  </a:lnTo>
                  <a:lnTo>
                    <a:pt x="2864901" y="1879205"/>
                  </a:lnTo>
                  <a:lnTo>
                    <a:pt x="2793278" y="1852470"/>
                  </a:lnTo>
                  <a:lnTo>
                    <a:pt x="2721655" y="1825016"/>
                  </a:lnTo>
                  <a:lnTo>
                    <a:pt x="2650033" y="1796824"/>
                  </a:lnTo>
                  <a:lnTo>
                    <a:pt x="2578410" y="1767874"/>
                  </a:lnTo>
                  <a:lnTo>
                    <a:pt x="2506788" y="1738145"/>
                  </a:lnTo>
                  <a:lnTo>
                    <a:pt x="2435165" y="1707618"/>
                  </a:lnTo>
                  <a:lnTo>
                    <a:pt x="2363543" y="1676270"/>
                  </a:lnTo>
                  <a:lnTo>
                    <a:pt x="2291920" y="1644079"/>
                  </a:lnTo>
                  <a:lnTo>
                    <a:pt x="2220298" y="1611023"/>
                  </a:lnTo>
                  <a:lnTo>
                    <a:pt x="2148675" y="1577078"/>
                  </a:lnTo>
                  <a:lnTo>
                    <a:pt x="2077053" y="1542221"/>
                  </a:lnTo>
                  <a:lnTo>
                    <a:pt x="2005430" y="1506427"/>
                  </a:lnTo>
                  <a:lnTo>
                    <a:pt x="1933808" y="1469670"/>
                  </a:lnTo>
                  <a:lnTo>
                    <a:pt x="1862185" y="1431925"/>
                  </a:lnTo>
                  <a:lnTo>
                    <a:pt x="1790563" y="1393166"/>
                  </a:lnTo>
                  <a:lnTo>
                    <a:pt x="1718940" y="1353365"/>
                  </a:lnTo>
                  <a:lnTo>
                    <a:pt x="1647318" y="1312494"/>
                  </a:lnTo>
                  <a:lnTo>
                    <a:pt x="1575695" y="1270524"/>
                  </a:lnTo>
                  <a:lnTo>
                    <a:pt x="1504073" y="1227425"/>
                  </a:lnTo>
                  <a:lnTo>
                    <a:pt x="1432450" y="1183169"/>
                  </a:lnTo>
                  <a:lnTo>
                    <a:pt x="1360827" y="1137722"/>
                  </a:lnTo>
                  <a:lnTo>
                    <a:pt x="1289205" y="1091054"/>
                  </a:lnTo>
                  <a:lnTo>
                    <a:pt x="1217582" y="1043131"/>
                  </a:lnTo>
                  <a:lnTo>
                    <a:pt x="1145960" y="993920"/>
                  </a:lnTo>
                  <a:lnTo>
                    <a:pt x="1074337" y="943386"/>
                  </a:lnTo>
                  <a:lnTo>
                    <a:pt x="1002715" y="891493"/>
                  </a:lnTo>
                  <a:lnTo>
                    <a:pt x="931092" y="838206"/>
                  </a:lnTo>
                  <a:lnTo>
                    <a:pt x="859470" y="783486"/>
                  </a:lnTo>
                  <a:lnTo>
                    <a:pt x="787847" y="727295"/>
                  </a:lnTo>
                  <a:lnTo>
                    <a:pt x="716225" y="669593"/>
                  </a:lnTo>
                  <a:lnTo>
                    <a:pt x="644602" y="610341"/>
                  </a:lnTo>
                  <a:lnTo>
                    <a:pt x="572980" y="549495"/>
                  </a:lnTo>
                  <a:lnTo>
                    <a:pt x="501357" y="487014"/>
                  </a:lnTo>
                  <a:lnTo>
                    <a:pt x="429735" y="422853"/>
                  </a:lnTo>
                  <a:lnTo>
                    <a:pt x="358112" y="356967"/>
                  </a:lnTo>
                  <a:lnTo>
                    <a:pt x="286490" y="289310"/>
                  </a:lnTo>
                  <a:lnTo>
                    <a:pt x="214867" y="219835"/>
                  </a:lnTo>
                  <a:lnTo>
                    <a:pt x="143245" y="148491"/>
                  </a:lnTo>
                  <a:lnTo>
                    <a:pt x="71622" y="752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844460" y="2073503"/>
              <a:ext cx="5418218" cy="3449440"/>
            </a:xfrm>
            <a:custGeom>
              <a:avLst/>
              <a:pathLst>
                <a:path w="5418218" h="3449440">
                  <a:moveTo>
                    <a:pt x="0" y="0"/>
                  </a:moveTo>
                  <a:lnTo>
                    <a:pt x="46529" y="136924"/>
                  </a:lnTo>
                  <a:lnTo>
                    <a:pt x="118151" y="335207"/>
                  </a:lnTo>
                  <a:lnTo>
                    <a:pt x="189774" y="521742"/>
                  </a:lnTo>
                  <a:lnTo>
                    <a:pt x="261396" y="697226"/>
                  </a:lnTo>
                  <a:lnTo>
                    <a:pt x="333019" y="862313"/>
                  </a:lnTo>
                  <a:lnTo>
                    <a:pt x="404641" y="1017620"/>
                  </a:lnTo>
                  <a:lnTo>
                    <a:pt x="476264" y="1163725"/>
                  </a:lnTo>
                  <a:lnTo>
                    <a:pt x="547886" y="1301175"/>
                  </a:lnTo>
                  <a:lnTo>
                    <a:pt x="619509" y="1430481"/>
                  </a:lnTo>
                  <a:lnTo>
                    <a:pt x="691131" y="1552127"/>
                  </a:lnTo>
                  <a:lnTo>
                    <a:pt x="762754" y="1666566"/>
                  </a:lnTo>
                  <a:lnTo>
                    <a:pt x="834376" y="1774225"/>
                  </a:lnTo>
                  <a:lnTo>
                    <a:pt x="905999" y="1875505"/>
                  </a:lnTo>
                  <a:lnTo>
                    <a:pt x="977621" y="1970785"/>
                  </a:lnTo>
                  <a:lnTo>
                    <a:pt x="1049244" y="2060421"/>
                  </a:lnTo>
                  <a:lnTo>
                    <a:pt x="1120866" y="2144746"/>
                  </a:lnTo>
                  <a:lnTo>
                    <a:pt x="1192489" y="2224075"/>
                  </a:lnTo>
                  <a:lnTo>
                    <a:pt x="1264112" y="2298704"/>
                  </a:lnTo>
                  <a:lnTo>
                    <a:pt x="1335734" y="2368912"/>
                  </a:lnTo>
                  <a:lnTo>
                    <a:pt x="1407357" y="2434960"/>
                  </a:lnTo>
                  <a:lnTo>
                    <a:pt x="1478979" y="2497095"/>
                  </a:lnTo>
                  <a:lnTo>
                    <a:pt x="1550602" y="2555550"/>
                  </a:lnTo>
                  <a:lnTo>
                    <a:pt x="1622224" y="2610541"/>
                  </a:lnTo>
                  <a:lnTo>
                    <a:pt x="1693847" y="2662274"/>
                  </a:lnTo>
                  <a:lnTo>
                    <a:pt x="1765469" y="2710942"/>
                  </a:lnTo>
                  <a:lnTo>
                    <a:pt x="1837092" y="2756727"/>
                  </a:lnTo>
                  <a:lnTo>
                    <a:pt x="1908714" y="2799799"/>
                  </a:lnTo>
                  <a:lnTo>
                    <a:pt x="1980337" y="2840319"/>
                  </a:lnTo>
                  <a:lnTo>
                    <a:pt x="2051959" y="2878439"/>
                  </a:lnTo>
                  <a:lnTo>
                    <a:pt x="2123582" y="2914301"/>
                  </a:lnTo>
                  <a:lnTo>
                    <a:pt x="2195204" y="2948037"/>
                  </a:lnTo>
                  <a:lnTo>
                    <a:pt x="2266827" y="2979775"/>
                  </a:lnTo>
                  <a:lnTo>
                    <a:pt x="2338449" y="3009633"/>
                  </a:lnTo>
                  <a:lnTo>
                    <a:pt x="2410072" y="3037722"/>
                  </a:lnTo>
                  <a:lnTo>
                    <a:pt x="2481694" y="3064147"/>
                  </a:lnTo>
                  <a:lnTo>
                    <a:pt x="2553317" y="3089006"/>
                  </a:lnTo>
                  <a:lnTo>
                    <a:pt x="2624940" y="3112392"/>
                  </a:lnTo>
                  <a:lnTo>
                    <a:pt x="2696562" y="3134393"/>
                  </a:lnTo>
                  <a:lnTo>
                    <a:pt x="2768185" y="3155091"/>
                  </a:lnTo>
                  <a:lnTo>
                    <a:pt x="2839807" y="3174562"/>
                  </a:lnTo>
                  <a:lnTo>
                    <a:pt x="2911430" y="3192879"/>
                  </a:lnTo>
                  <a:lnTo>
                    <a:pt x="2983052" y="3210112"/>
                  </a:lnTo>
                  <a:lnTo>
                    <a:pt x="3054675" y="3226323"/>
                  </a:lnTo>
                  <a:lnTo>
                    <a:pt x="3126297" y="3241574"/>
                  </a:lnTo>
                  <a:lnTo>
                    <a:pt x="3197920" y="3255922"/>
                  </a:lnTo>
                  <a:lnTo>
                    <a:pt x="3269542" y="3269419"/>
                  </a:lnTo>
                  <a:lnTo>
                    <a:pt x="3341165" y="3282117"/>
                  </a:lnTo>
                  <a:lnTo>
                    <a:pt x="3412787" y="3294063"/>
                  </a:lnTo>
                  <a:lnTo>
                    <a:pt x="3484410" y="3305300"/>
                  </a:lnTo>
                  <a:lnTo>
                    <a:pt x="3556032" y="3315872"/>
                  </a:lnTo>
                  <a:lnTo>
                    <a:pt x="3627655" y="3325818"/>
                  </a:lnTo>
                  <a:lnTo>
                    <a:pt x="3699277" y="3335175"/>
                  </a:lnTo>
                  <a:lnTo>
                    <a:pt x="3770900" y="3343977"/>
                  </a:lnTo>
                  <a:lnTo>
                    <a:pt x="3842522" y="3352257"/>
                  </a:lnTo>
                  <a:lnTo>
                    <a:pt x="3914145" y="3360047"/>
                  </a:lnTo>
                  <a:lnTo>
                    <a:pt x="3985768" y="3367376"/>
                  </a:lnTo>
                  <a:lnTo>
                    <a:pt x="4057390" y="3374270"/>
                  </a:lnTo>
                  <a:lnTo>
                    <a:pt x="4129013" y="3380756"/>
                  </a:lnTo>
                  <a:lnTo>
                    <a:pt x="4200635" y="3386858"/>
                  </a:lnTo>
                  <a:lnTo>
                    <a:pt x="4272258" y="3392598"/>
                  </a:lnTo>
                  <a:lnTo>
                    <a:pt x="4343880" y="3397998"/>
                  </a:lnTo>
                  <a:lnTo>
                    <a:pt x="4415503" y="3403078"/>
                  </a:lnTo>
                  <a:lnTo>
                    <a:pt x="4487125" y="3407857"/>
                  </a:lnTo>
                  <a:lnTo>
                    <a:pt x="4558748" y="3412354"/>
                  </a:lnTo>
                  <a:lnTo>
                    <a:pt x="4630370" y="3416583"/>
                  </a:lnTo>
                  <a:lnTo>
                    <a:pt x="4701993" y="3420562"/>
                  </a:lnTo>
                  <a:lnTo>
                    <a:pt x="4773615" y="3424306"/>
                  </a:lnTo>
                  <a:lnTo>
                    <a:pt x="4845238" y="3427827"/>
                  </a:lnTo>
                  <a:lnTo>
                    <a:pt x="4916860" y="3431140"/>
                  </a:lnTo>
                  <a:lnTo>
                    <a:pt x="4988483" y="3434257"/>
                  </a:lnTo>
                  <a:lnTo>
                    <a:pt x="5060105" y="3437189"/>
                  </a:lnTo>
                  <a:lnTo>
                    <a:pt x="5131728" y="3439947"/>
                  </a:lnTo>
                  <a:lnTo>
                    <a:pt x="5203350" y="3442542"/>
                  </a:lnTo>
                  <a:lnTo>
                    <a:pt x="5274973" y="3444983"/>
                  </a:lnTo>
                  <a:lnTo>
                    <a:pt x="5346595" y="3447280"/>
                  </a:lnTo>
                  <a:lnTo>
                    <a:pt x="5418218" y="344944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4519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2.03 (1.36-3.02), p = &lt;0.001  |  per IQR decline (Δ = 29.9 %): 8.27 (2.50-27.34)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7692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2026-09-28T16:51:15Z</dcterms:modified>
  <cp:category/>
</cp:coreProperties>
</file>