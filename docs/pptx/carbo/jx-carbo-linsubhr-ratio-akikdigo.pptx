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6487"/>
            </a:xfrm>
            <a:custGeom>
              <a:avLst/>
              <a:pathLst>
                <a:path w="7403783" h="3376487">
                  <a:moveTo>
                    <a:pt x="602816" y="0"/>
                  </a:moveTo>
                  <a:lnTo>
                    <a:pt x="660118" y="101165"/>
                  </a:lnTo>
                  <a:lnTo>
                    <a:pt x="736751" y="231254"/>
                  </a:lnTo>
                  <a:lnTo>
                    <a:pt x="813384" y="356340"/>
                  </a:lnTo>
                  <a:lnTo>
                    <a:pt x="890016" y="476615"/>
                  </a:lnTo>
                  <a:lnTo>
                    <a:pt x="966649" y="592265"/>
                  </a:lnTo>
                  <a:lnTo>
                    <a:pt x="1043281" y="703467"/>
                  </a:lnTo>
                  <a:lnTo>
                    <a:pt x="1119914" y="810392"/>
                  </a:lnTo>
                  <a:lnTo>
                    <a:pt x="1196546" y="913205"/>
                  </a:lnTo>
                  <a:lnTo>
                    <a:pt x="1273179" y="1012065"/>
                  </a:lnTo>
                  <a:lnTo>
                    <a:pt x="1349811" y="1107122"/>
                  </a:lnTo>
                  <a:lnTo>
                    <a:pt x="1426444" y="1198523"/>
                  </a:lnTo>
                  <a:lnTo>
                    <a:pt x="1503076" y="1286409"/>
                  </a:lnTo>
                  <a:lnTo>
                    <a:pt x="1579709" y="1370916"/>
                  </a:lnTo>
                  <a:lnTo>
                    <a:pt x="1656342" y="1452172"/>
                  </a:lnTo>
                  <a:lnTo>
                    <a:pt x="1732974" y="1530303"/>
                  </a:lnTo>
                  <a:lnTo>
                    <a:pt x="1809607" y="1605430"/>
                  </a:lnTo>
                  <a:lnTo>
                    <a:pt x="1886239" y="1677667"/>
                  </a:lnTo>
                  <a:lnTo>
                    <a:pt x="1962872" y="1747126"/>
                  </a:lnTo>
                  <a:lnTo>
                    <a:pt x="2039504" y="1813914"/>
                  </a:lnTo>
                  <a:lnTo>
                    <a:pt x="2116137" y="1878133"/>
                  </a:lnTo>
                  <a:lnTo>
                    <a:pt x="2192769" y="1939882"/>
                  </a:lnTo>
                  <a:lnTo>
                    <a:pt x="2269402" y="1999257"/>
                  </a:lnTo>
                  <a:lnTo>
                    <a:pt x="2346034" y="2056348"/>
                  </a:lnTo>
                  <a:lnTo>
                    <a:pt x="2422667" y="2111244"/>
                  </a:lnTo>
                  <a:lnTo>
                    <a:pt x="2499300" y="2164028"/>
                  </a:lnTo>
                  <a:lnTo>
                    <a:pt x="2575932" y="2214783"/>
                  </a:lnTo>
                  <a:lnTo>
                    <a:pt x="2652565" y="2263585"/>
                  </a:lnTo>
                  <a:lnTo>
                    <a:pt x="2729197" y="2310511"/>
                  </a:lnTo>
                  <a:lnTo>
                    <a:pt x="2805830" y="2355632"/>
                  </a:lnTo>
                  <a:lnTo>
                    <a:pt x="2882462" y="2399017"/>
                  </a:lnTo>
                  <a:lnTo>
                    <a:pt x="2959095" y="2440734"/>
                  </a:lnTo>
                  <a:lnTo>
                    <a:pt x="3035727" y="2480847"/>
                  </a:lnTo>
                  <a:lnTo>
                    <a:pt x="3112360" y="2519417"/>
                  </a:lnTo>
                  <a:lnTo>
                    <a:pt x="3188993" y="2556503"/>
                  </a:lnTo>
                  <a:lnTo>
                    <a:pt x="3265625" y="2592164"/>
                  </a:lnTo>
                  <a:lnTo>
                    <a:pt x="3342258" y="2626453"/>
                  </a:lnTo>
                  <a:lnTo>
                    <a:pt x="3418890" y="2654952"/>
                  </a:lnTo>
                  <a:lnTo>
                    <a:pt x="3495523" y="2659162"/>
                  </a:lnTo>
                  <a:lnTo>
                    <a:pt x="3572155" y="2663351"/>
                  </a:lnTo>
                  <a:lnTo>
                    <a:pt x="3648788" y="2667518"/>
                  </a:lnTo>
                  <a:lnTo>
                    <a:pt x="3725420" y="2671664"/>
                  </a:lnTo>
                  <a:lnTo>
                    <a:pt x="3802053" y="2675789"/>
                  </a:lnTo>
                  <a:lnTo>
                    <a:pt x="3878685" y="2679894"/>
                  </a:lnTo>
                  <a:lnTo>
                    <a:pt x="3955318" y="2683977"/>
                  </a:lnTo>
                  <a:lnTo>
                    <a:pt x="4031951" y="2688039"/>
                  </a:lnTo>
                  <a:lnTo>
                    <a:pt x="4108583" y="2692081"/>
                  </a:lnTo>
                  <a:lnTo>
                    <a:pt x="4185216" y="2696103"/>
                  </a:lnTo>
                  <a:lnTo>
                    <a:pt x="4261848" y="2700104"/>
                  </a:lnTo>
                  <a:lnTo>
                    <a:pt x="4338481" y="2704084"/>
                  </a:lnTo>
                  <a:lnTo>
                    <a:pt x="4415113" y="2708045"/>
                  </a:lnTo>
                  <a:lnTo>
                    <a:pt x="4491746" y="2711985"/>
                  </a:lnTo>
                  <a:lnTo>
                    <a:pt x="4568378" y="2715905"/>
                  </a:lnTo>
                  <a:lnTo>
                    <a:pt x="4645011" y="2719806"/>
                  </a:lnTo>
                  <a:lnTo>
                    <a:pt x="4721644" y="2723686"/>
                  </a:lnTo>
                  <a:lnTo>
                    <a:pt x="4798276" y="2727547"/>
                  </a:lnTo>
                  <a:lnTo>
                    <a:pt x="4874909" y="2731388"/>
                  </a:lnTo>
                  <a:lnTo>
                    <a:pt x="4951541" y="2735210"/>
                  </a:lnTo>
                  <a:lnTo>
                    <a:pt x="5028174" y="2739012"/>
                  </a:lnTo>
                  <a:lnTo>
                    <a:pt x="5104806" y="2742795"/>
                  </a:lnTo>
                  <a:lnTo>
                    <a:pt x="5181439" y="2746559"/>
                  </a:lnTo>
                  <a:lnTo>
                    <a:pt x="5258071" y="2750304"/>
                  </a:lnTo>
                  <a:lnTo>
                    <a:pt x="5334704" y="2754030"/>
                  </a:lnTo>
                  <a:lnTo>
                    <a:pt x="5411336" y="2757736"/>
                  </a:lnTo>
                  <a:lnTo>
                    <a:pt x="5487969" y="2761424"/>
                  </a:lnTo>
                  <a:lnTo>
                    <a:pt x="5564602" y="2765093"/>
                  </a:lnTo>
                  <a:lnTo>
                    <a:pt x="5641234" y="2768744"/>
                  </a:lnTo>
                  <a:lnTo>
                    <a:pt x="5717867" y="2772376"/>
                  </a:lnTo>
                  <a:lnTo>
                    <a:pt x="5794499" y="2775989"/>
                  </a:lnTo>
                  <a:lnTo>
                    <a:pt x="5871132" y="2779584"/>
                  </a:lnTo>
                  <a:lnTo>
                    <a:pt x="5947764" y="2783161"/>
                  </a:lnTo>
                  <a:lnTo>
                    <a:pt x="6024397" y="2786720"/>
                  </a:lnTo>
                  <a:lnTo>
                    <a:pt x="6101029" y="2790261"/>
                  </a:lnTo>
                  <a:lnTo>
                    <a:pt x="6177662" y="2793783"/>
                  </a:lnTo>
                  <a:lnTo>
                    <a:pt x="6254294" y="2797288"/>
                  </a:lnTo>
                  <a:lnTo>
                    <a:pt x="6330927" y="2800775"/>
                  </a:lnTo>
                  <a:lnTo>
                    <a:pt x="6407560" y="2804245"/>
                  </a:lnTo>
                  <a:lnTo>
                    <a:pt x="6484192" y="2807696"/>
                  </a:lnTo>
                  <a:lnTo>
                    <a:pt x="6560825" y="2811130"/>
                  </a:lnTo>
                  <a:lnTo>
                    <a:pt x="6637457" y="2814547"/>
                  </a:lnTo>
                  <a:lnTo>
                    <a:pt x="6714090" y="2817946"/>
                  </a:lnTo>
                  <a:lnTo>
                    <a:pt x="6790722" y="2821328"/>
                  </a:lnTo>
                  <a:lnTo>
                    <a:pt x="6867355" y="2824693"/>
                  </a:lnTo>
                  <a:lnTo>
                    <a:pt x="6943987" y="2828041"/>
                  </a:lnTo>
                  <a:lnTo>
                    <a:pt x="7020620" y="2831372"/>
                  </a:lnTo>
                  <a:lnTo>
                    <a:pt x="7097253" y="2834686"/>
                  </a:lnTo>
                  <a:lnTo>
                    <a:pt x="7173885" y="2837983"/>
                  </a:lnTo>
                  <a:lnTo>
                    <a:pt x="7250518" y="2841263"/>
                  </a:lnTo>
                  <a:lnTo>
                    <a:pt x="7327150" y="2844526"/>
                  </a:lnTo>
                  <a:lnTo>
                    <a:pt x="7403783" y="2847773"/>
                  </a:lnTo>
                  <a:lnTo>
                    <a:pt x="7403783" y="3376487"/>
                  </a:lnTo>
                  <a:lnTo>
                    <a:pt x="7327150" y="3372197"/>
                  </a:lnTo>
                  <a:lnTo>
                    <a:pt x="7250518" y="3367735"/>
                  </a:lnTo>
                  <a:lnTo>
                    <a:pt x="7173885" y="3363095"/>
                  </a:lnTo>
                  <a:lnTo>
                    <a:pt x="7097253" y="3358270"/>
                  </a:lnTo>
                  <a:lnTo>
                    <a:pt x="7020620" y="3353251"/>
                  </a:lnTo>
                  <a:lnTo>
                    <a:pt x="6943987" y="3348032"/>
                  </a:lnTo>
                  <a:lnTo>
                    <a:pt x="6867355" y="3342603"/>
                  </a:lnTo>
                  <a:lnTo>
                    <a:pt x="6790722" y="3336958"/>
                  </a:lnTo>
                  <a:lnTo>
                    <a:pt x="6714090" y="3331087"/>
                  </a:lnTo>
                  <a:lnTo>
                    <a:pt x="6637457" y="3324981"/>
                  </a:lnTo>
                  <a:lnTo>
                    <a:pt x="6560825" y="3318631"/>
                  </a:lnTo>
                  <a:lnTo>
                    <a:pt x="6484192" y="3312027"/>
                  </a:lnTo>
                  <a:lnTo>
                    <a:pt x="6407560" y="3305159"/>
                  </a:lnTo>
                  <a:lnTo>
                    <a:pt x="6330927" y="3298016"/>
                  </a:lnTo>
                  <a:lnTo>
                    <a:pt x="6254294" y="3290587"/>
                  </a:lnTo>
                  <a:lnTo>
                    <a:pt x="6177662" y="3282862"/>
                  </a:lnTo>
                  <a:lnTo>
                    <a:pt x="6101029" y="3274827"/>
                  </a:lnTo>
                  <a:lnTo>
                    <a:pt x="6024397" y="3266471"/>
                  </a:lnTo>
                  <a:lnTo>
                    <a:pt x="5947764" y="3257781"/>
                  </a:lnTo>
                  <a:lnTo>
                    <a:pt x="5871132" y="3248743"/>
                  </a:lnTo>
                  <a:lnTo>
                    <a:pt x="5794499" y="3239343"/>
                  </a:lnTo>
                  <a:lnTo>
                    <a:pt x="5717867" y="3229568"/>
                  </a:lnTo>
                  <a:lnTo>
                    <a:pt x="5641234" y="3219402"/>
                  </a:lnTo>
                  <a:lnTo>
                    <a:pt x="5564602" y="3208829"/>
                  </a:lnTo>
                  <a:lnTo>
                    <a:pt x="5487969" y="3197833"/>
                  </a:lnTo>
                  <a:lnTo>
                    <a:pt x="5411336" y="3186397"/>
                  </a:lnTo>
                  <a:lnTo>
                    <a:pt x="5334704" y="3174504"/>
                  </a:lnTo>
                  <a:lnTo>
                    <a:pt x="5258071" y="3162136"/>
                  </a:lnTo>
                  <a:lnTo>
                    <a:pt x="5181439" y="3149272"/>
                  </a:lnTo>
                  <a:lnTo>
                    <a:pt x="5104806" y="3135894"/>
                  </a:lnTo>
                  <a:lnTo>
                    <a:pt x="5028174" y="3121981"/>
                  </a:lnTo>
                  <a:lnTo>
                    <a:pt x="4951541" y="3107512"/>
                  </a:lnTo>
                  <a:lnTo>
                    <a:pt x="4874909" y="3092464"/>
                  </a:lnTo>
                  <a:lnTo>
                    <a:pt x="4798276" y="3076814"/>
                  </a:lnTo>
                  <a:lnTo>
                    <a:pt x="4721644" y="3060538"/>
                  </a:lnTo>
                  <a:lnTo>
                    <a:pt x="4645011" y="3043611"/>
                  </a:lnTo>
                  <a:lnTo>
                    <a:pt x="4568378" y="3026007"/>
                  </a:lnTo>
                  <a:lnTo>
                    <a:pt x="4491746" y="3007699"/>
                  </a:lnTo>
                  <a:lnTo>
                    <a:pt x="4415113" y="2988659"/>
                  </a:lnTo>
                  <a:lnTo>
                    <a:pt x="4338481" y="2968857"/>
                  </a:lnTo>
                  <a:lnTo>
                    <a:pt x="4261848" y="2948263"/>
                  </a:lnTo>
                  <a:lnTo>
                    <a:pt x="4185216" y="2926845"/>
                  </a:lnTo>
                  <a:lnTo>
                    <a:pt x="4108583" y="2904571"/>
                  </a:lnTo>
                  <a:lnTo>
                    <a:pt x="4031951" y="2881406"/>
                  </a:lnTo>
                  <a:lnTo>
                    <a:pt x="3955318" y="2857314"/>
                  </a:lnTo>
                  <a:lnTo>
                    <a:pt x="3878685" y="2832259"/>
                  </a:lnTo>
                  <a:lnTo>
                    <a:pt x="3802053" y="2806202"/>
                  </a:lnTo>
                  <a:lnTo>
                    <a:pt x="3725420" y="2779102"/>
                  </a:lnTo>
                  <a:lnTo>
                    <a:pt x="3648788" y="2750919"/>
                  </a:lnTo>
                  <a:lnTo>
                    <a:pt x="3572155" y="2721608"/>
                  </a:lnTo>
                  <a:lnTo>
                    <a:pt x="3495523" y="2691125"/>
                  </a:lnTo>
                  <a:lnTo>
                    <a:pt x="3418890" y="2659423"/>
                  </a:lnTo>
                  <a:lnTo>
                    <a:pt x="3342258" y="2650721"/>
                  </a:lnTo>
                  <a:lnTo>
                    <a:pt x="3265625" y="2646468"/>
                  </a:lnTo>
                  <a:lnTo>
                    <a:pt x="3188993" y="2642193"/>
                  </a:lnTo>
                  <a:lnTo>
                    <a:pt x="3112360" y="2637896"/>
                  </a:lnTo>
                  <a:lnTo>
                    <a:pt x="3035727" y="2633578"/>
                  </a:lnTo>
                  <a:lnTo>
                    <a:pt x="2959095" y="2629237"/>
                  </a:lnTo>
                  <a:lnTo>
                    <a:pt x="2882462" y="2624874"/>
                  </a:lnTo>
                  <a:lnTo>
                    <a:pt x="2805830" y="2620489"/>
                  </a:lnTo>
                  <a:lnTo>
                    <a:pt x="2729197" y="2616082"/>
                  </a:lnTo>
                  <a:lnTo>
                    <a:pt x="2652565" y="2611652"/>
                  </a:lnTo>
                  <a:lnTo>
                    <a:pt x="2575932" y="2607199"/>
                  </a:lnTo>
                  <a:lnTo>
                    <a:pt x="2499300" y="2602724"/>
                  </a:lnTo>
                  <a:lnTo>
                    <a:pt x="2422667" y="2598226"/>
                  </a:lnTo>
                  <a:lnTo>
                    <a:pt x="2346034" y="2593705"/>
                  </a:lnTo>
                  <a:lnTo>
                    <a:pt x="2269402" y="2589160"/>
                  </a:lnTo>
                  <a:lnTo>
                    <a:pt x="2192769" y="2584593"/>
                  </a:lnTo>
                  <a:lnTo>
                    <a:pt x="2116137" y="2580002"/>
                  </a:lnTo>
                  <a:lnTo>
                    <a:pt x="2039504" y="2575388"/>
                  </a:lnTo>
                  <a:lnTo>
                    <a:pt x="1962872" y="2570750"/>
                  </a:lnTo>
                  <a:lnTo>
                    <a:pt x="1886239" y="2566089"/>
                  </a:lnTo>
                  <a:lnTo>
                    <a:pt x="1809607" y="2561404"/>
                  </a:lnTo>
                  <a:lnTo>
                    <a:pt x="1732974" y="2556695"/>
                  </a:lnTo>
                  <a:lnTo>
                    <a:pt x="1656342" y="2551961"/>
                  </a:lnTo>
                  <a:lnTo>
                    <a:pt x="1579709" y="2547204"/>
                  </a:lnTo>
                  <a:lnTo>
                    <a:pt x="1503076" y="2542422"/>
                  </a:lnTo>
                  <a:lnTo>
                    <a:pt x="1426444" y="2537616"/>
                  </a:lnTo>
                  <a:lnTo>
                    <a:pt x="1349811" y="2532786"/>
                  </a:lnTo>
                  <a:lnTo>
                    <a:pt x="1273179" y="2527931"/>
                  </a:lnTo>
                  <a:lnTo>
                    <a:pt x="1196546" y="2523051"/>
                  </a:lnTo>
                  <a:lnTo>
                    <a:pt x="1119914" y="2518146"/>
                  </a:lnTo>
                  <a:lnTo>
                    <a:pt x="1043281" y="2513216"/>
                  </a:lnTo>
                  <a:lnTo>
                    <a:pt x="966649" y="2508261"/>
                  </a:lnTo>
                  <a:lnTo>
                    <a:pt x="890016" y="2503280"/>
                  </a:lnTo>
                  <a:lnTo>
                    <a:pt x="813384" y="2498274"/>
                  </a:lnTo>
                  <a:lnTo>
                    <a:pt x="736751" y="2493243"/>
                  </a:lnTo>
                  <a:lnTo>
                    <a:pt x="660118" y="2488186"/>
                  </a:lnTo>
                  <a:lnTo>
                    <a:pt x="583486" y="2483103"/>
                  </a:lnTo>
                  <a:lnTo>
                    <a:pt x="506853" y="2477994"/>
                  </a:lnTo>
                  <a:lnTo>
                    <a:pt x="430221" y="2472859"/>
                  </a:lnTo>
                  <a:lnTo>
                    <a:pt x="353588" y="2467698"/>
                  </a:lnTo>
                  <a:lnTo>
                    <a:pt x="276956" y="2462510"/>
                  </a:lnTo>
                  <a:lnTo>
                    <a:pt x="200323" y="2457296"/>
                  </a:lnTo>
                  <a:lnTo>
                    <a:pt x="123691" y="2452056"/>
                  </a:lnTo>
                  <a:lnTo>
                    <a:pt x="47058" y="2446788"/>
                  </a:lnTo>
                  <a:lnTo>
                    <a:pt x="0" y="2443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334" y="2073503"/>
              <a:ext cx="6800966" cy="2847773"/>
            </a:xfrm>
            <a:custGeom>
              <a:avLst/>
              <a:pathLst>
                <a:path w="6800966" h="2847773">
                  <a:moveTo>
                    <a:pt x="0" y="0"/>
                  </a:moveTo>
                  <a:lnTo>
                    <a:pt x="57302" y="101165"/>
                  </a:lnTo>
                  <a:lnTo>
                    <a:pt x="133934" y="231254"/>
                  </a:lnTo>
                  <a:lnTo>
                    <a:pt x="210567" y="356340"/>
                  </a:lnTo>
                  <a:lnTo>
                    <a:pt x="287200" y="476615"/>
                  </a:lnTo>
                  <a:lnTo>
                    <a:pt x="363832" y="592265"/>
                  </a:lnTo>
                  <a:lnTo>
                    <a:pt x="440465" y="703467"/>
                  </a:lnTo>
                  <a:lnTo>
                    <a:pt x="517097" y="810392"/>
                  </a:lnTo>
                  <a:lnTo>
                    <a:pt x="593730" y="913205"/>
                  </a:lnTo>
                  <a:lnTo>
                    <a:pt x="670362" y="1012065"/>
                  </a:lnTo>
                  <a:lnTo>
                    <a:pt x="746995" y="1107122"/>
                  </a:lnTo>
                  <a:lnTo>
                    <a:pt x="823627" y="1198523"/>
                  </a:lnTo>
                  <a:lnTo>
                    <a:pt x="900260" y="1286409"/>
                  </a:lnTo>
                  <a:lnTo>
                    <a:pt x="976893" y="1370916"/>
                  </a:lnTo>
                  <a:lnTo>
                    <a:pt x="1053525" y="1452172"/>
                  </a:lnTo>
                  <a:lnTo>
                    <a:pt x="1130158" y="1530303"/>
                  </a:lnTo>
                  <a:lnTo>
                    <a:pt x="1206790" y="1605430"/>
                  </a:lnTo>
                  <a:lnTo>
                    <a:pt x="1283423" y="1677667"/>
                  </a:lnTo>
                  <a:lnTo>
                    <a:pt x="1360055" y="1747126"/>
                  </a:lnTo>
                  <a:lnTo>
                    <a:pt x="1436688" y="1813914"/>
                  </a:lnTo>
                  <a:lnTo>
                    <a:pt x="1513320" y="1878133"/>
                  </a:lnTo>
                  <a:lnTo>
                    <a:pt x="1589953" y="1939882"/>
                  </a:lnTo>
                  <a:lnTo>
                    <a:pt x="1666585" y="1999257"/>
                  </a:lnTo>
                  <a:lnTo>
                    <a:pt x="1743218" y="2056348"/>
                  </a:lnTo>
                  <a:lnTo>
                    <a:pt x="1819851" y="2111244"/>
                  </a:lnTo>
                  <a:lnTo>
                    <a:pt x="1896483" y="2164028"/>
                  </a:lnTo>
                  <a:lnTo>
                    <a:pt x="1973116" y="2214783"/>
                  </a:lnTo>
                  <a:lnTo>
                    <a:pt x="2049748" y="2263585"/>
                  </a:lnTo>
                  <a:lnTo>
                    <a:pt x="2126381" y="2310511"/>
                  </a:lnTo>
                  <a:lnTo>
                    <a:pt x="2203013" y="2355632"/>
                  </a:lnTo>
                  <a:lnTo>
                    <a:pt x="2279646" y="2399017"/>
                  </a:lnTo>
                  <a:lnTo>
                    <a:pt x="2356278" y="2440734"/>
                  </a:lnTo>
                  <a:lnTo>
                    <a:pt x="2432911" y="2480847"/>
                  </a:lnTo>
                  <a:lnTo>
                    <a:pt x="2509544" y="2519417"/>
                  </a:lnTo>
                  <a:lnTo>
                    <a:pt x="2586176" y="2556503"/>
                  </a:lnTo>
                  <a:lnTo>
                    <a:pt x="2662809" y="2592164"/>
                  </a:lnTo>
                  <a:lnTo>
                    <a:pt x="2739441" y="2626453"/>
                  </a:lnTo>
                  <a:lnTo>
                    <a:pt x="2816074" y="2654952"/>
                  </a:lnTo>
                  <a:lnTo>
                    <a:pt x="2892706" y="2659162"/>
                  </a:lnTo>
                  <a:lnTo>
                    <a:pt x="2969339" y="2663351"/>
                  </a:lnTo>
                  <a:lnTo>
                    <a:pt x="3045971" y="2667518"/>
                  </a:lnTo>
                  <a:lnTo>
                    <a:pt x="3122604" y="2671664"/>
                  </a:lnTo>
                  <a:lnTo>
                    <a:pt x="3199236" y="2675789"/>
                  </a:lnTo>
                  <a:lnTo>
                    <a:pt x="3275869" y="2679894"/>
                  </a:lnTo>
                  <a:lnTo>
                    <a:pt x="3352502" y="2683977"/>
                  </a:lnTo>
                  <a:lnTo>
                    <a:pt x="3429134" y="2688039"/>
                  </a:lnTo>
                  <a:lnTo>
                    <a:pt x="3505767" y="2692081"/>
                  </a:lnTo>
                  <a:lnTo>
                    <a:pt x="3582399" y="2696103"/>
                  </a:lnTo>
                  <a:lnTo>
                    <a:pt x="3659032" y="2700104"/>
                  </a:lnTo>
                  <a:lnTo>
                    <a:pt x="3735664" y="2704084"/>
                  </a:lnTo>
                  <a:lnTo>
                    <a:pt x="3812297" y="2708045"/>
                  </a:lnTo>
                  <a:lnTo>
                    <a:pt x="3888929" y="2711985"/>
                  </a:lnTo>
                  <a:lnTo>
                    <a:pt x="3965562" y="2715905"/>
                  </a:lnTo>
                  <a:lnTo>
                    <a:pt x="4042194" y="2719806"/>
                  </a:lnTo>
                  <a:lnTo>
                    <a:pt x="4118827" y="2723686"/>
                  </a:lnTo>
                  <a:lnTo>
                    <a:pt x="4195460" y="2727547"/>
                  </a:lnTo>
                  <a:lnTo>
                    <a:pt x="4272092" y="2731388"/>
                  </a:lnTo>
                  <a:lnTo>
                    <a:pt x="4348725" y="2735210"/>
                  </a:lnTo>
                  <a:lnTo>
                    <a:pt x="4425357" y="2739012"/>
                  </a:lnTo>
                  <a:lnTo>
                    <a:pt x="4501990" y="2742795"/>
                  </a:lnTo>
                  <a:lnTo>
                    <a:pt x="4578622" y="2746559"/>
                  </a:lnTo>
                  <a:lnTo>
                    <a:pt x="4655255" y="2750304"/>
                  </a:lnTo>
                  <a:lnTo>
                    <a:pt x="4731887" y="2754030"/>
                  </a:lnTo>
                  <a:lnTo>
                    <a:pt x="4808520" y="2757736"/>
                  </a:lnTo>
                  <a:lnTo>
                    <a:pt x="4885153" y="2761424"/>
                  </a:lnTo>
                  <a:lnTo>
                    <a:pt x="4961785" y="2765093"/>
                  </a:lnTo>
                  <a:lnTo>
                    <a:pt x="5038418" y="2768744"/>
                  </a:lnTo>
                  <a:lnTo>
                    <a:pt x="5115050" y="2772376"/>
                  </a:lnTo>
                  <a:lnTo>
                    <a:pt x="5191683" y="2775989"/>
                  </a:lnTo>
                  <a:lnTo>
                    <a:pt x="5268315" y="2779584"/>
                  </a:lnTo>
                  <a:lnTo>
                    <a:pt x="5344948" y="2783161"/>
                  </a:lnTo>
                  <a:lnTo>
                    <a:pt x="5421580" y="2786720"/>
                  </a:lnTo>
                  <a:lnTo>
                    <a:pt x="5498213" y="2790261"/>
                  </a:lnTo>
                  <a:lnTo>
                    <a:pt x="5574845" y="2793783"/>
                  </a:lnTo>
                  <a:lnTo>
                    <a:pt x="5651478" y="2797288"/>
                  </a:lnTo>
                  <a:lnTo>
                    <a:pt x="5728111" y="2800775"/>
                  </a:lnTo>
                  <a:lnTo>
                    <a:pt x="5804743" y="2804245"/>
                  </a:lnTo>
                  <a:lnTo>
                    <a:pt x="5881376" y="2807696"/>
                  </a:lnTo>
                  <a:lnTo>
                    <a:pt x="5958008" y="2811130"/>
                  </a:lnTo>
                  <a:lnTo>
                    <a:pt x="6034641" y="2814547"/>
                  </a:lnTo>
                  <a:lnTo>
                    <a:pt x="6111273" y="2817946"/>
                  </a:lnTo>
                  <a:lnTo>
                    <a:pt x="6187906" y="2821328"/>
                  </a:lnTo>
                  <a:lnTo>
                    <a:pt x="6264538" y="2824693"/>
                  </a:lnTo>
                  <a:lnTo>
                    <a:pt x="6341171" y="2828041"/>
                  </a:lnTo>
                  <a:lnTo>
                    <a:pt x="6417804" y="2831372"/>
                  </a:lnTo>
                  <a:lnTo>
                    <a:pt x="6494436" y="2834686"/>
                  </a:lnTo>
                  <a:lnTo>
                    <a:pt x="6571069" y="2837983"/>
                  </a:lnTo>
                  <a:lnTo>
                    <a:pt x="6647701" y="2841263"/>
                  </a:lnTo>
                  <a:lnTo>
                    <a:pt x="6724334" y="2844526"/>
                  </a:lnTo>
                  <a:lnTo>
                    <a:pt x="6800966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17040"/>
              <a:ext cx="7403783" cy="932949"/>
            </a:xfrm>
            <a:custGeom>
              <a:avLst/>
              <a:pathLst>
                <a:path w="7403783" h="932949">
                  <a:moveTo>
                    <a:pt x="7403783" y="932949"/>
                  </a:moveTo>
                  <a:lnTo>
                    <a:pt x="7327150" y="928659"/>
                  </a:lnTo>
                  <a:lnTo>
                    <a:pt x="7250518" y="924198"/>
                  </a:lnTo>
                  <a:lnTo>
                    <a:pt x="7173885" y="919558"/>
                  </a:lnTo>
                  <a:lnTo>
                    <a:pt x="7097253" y="914732"/>
                  </a:lnTo>
                  <a:lnTo>
                    <a:pt x="7020620" y="909713"/>
                  </a:lnTo>
                  <a:lnTo>
                    <a:pt x="6943987" y="904494"/>
                  </a:lnTo>
                  <a:lnTo>
                    <a:pt x="6867355" y="899066"/>
                  </a:lnTo>
                  <a:lnTo>
                    <a:pt x="6790722" y="893421"/>
                  </a:lnTo>
                  <a:lnTo>
                    <a:pt x="6714090" y="887550"/>
                  </a:lnTo>
                  <a:lnTo>
                    <a:pt x="6637457" y="881444"/>
                  </a:lnTo>
                  <a:lnTo>
                    <a:pt x="6560825" y="875094"/>
                  </a:lnTo>
                  <a:lnTo>
                    <a:pt x="6484192" y="868490"/>
                  </a:lnTo>
                  <a:lnTo>
                    <a:pt x="6407560" y="861621"/>
                  </a:lnTo>
                  <a:lnTo>
                    <a:pt x="6330927" y="854478"/>
                  </a:lnTo>
                  <a:lnTo>
                    <a:pt x="6254294" y="847050"/>
                  </a:lnTo>
                  <a:lnTo>
                    <a:pt x="6177662" y="839324"/>
                  </a:lnTo>
                  <a:lnTo>
                    <a:pt x="6101029" y="831289"/>
                  </a:lnTo>
                  <a:lnTo>
                    <a:pt x="6024397" y="822933"/>
                  </a:lnTo>
                  <a:lnTo>
                    <a:pt x="5947764" y="814243"/>
                  </a:lnTo>
                  <a:lnTo>
                    <a:pt x="5871132" y="805205"/>
                  </a:lnTo>
                  <a:lnTo>
                    <a:pt x="5794499" y="795806"/>
                  </a:lnTo>
                  <a:lnTo>
                    <a:pt x="5717867" y="786030"/>
                  </a:lnTo>
                  <a:lnTo>
                    <a:pt x="5641234" y="775864"/>
                  </a:lnTo>
                  <a:lnTo>
                    <a:pt x="5564602" y="765291"/>
                  </a:lnTo>
                  <a:lnTo>
                    <a:pt x="5487969" y="754295"/>
                  </a:lnTo>
                  <a:lnTo>
                    <a:pt x="5411336" y="742860"/>
                  </a:lnTo>
                  <a:lnTo>
                    <a:pt x="5334704" y="730967"/>
                  </a:lnTo>
                  <a:lnTo>
                    <a:pt x="5258071" y="718598"/>
                  </a:lnTo>
                  <a:lnTo>
                    <a:pt x="5181439" y="705735"/>
                  </a:lnTo>
                  <a:lnTo>
                    <a:pt x="5104806" y="692357"/>
                  </a:lnTo>
                  <a:lnTo>
                    <a:pt x="5028174" y="678444"/>
                  </a:lnTo>
                  <a:lnTo>
                    <a:pt x="4951541" y="663975"/>
                  </a:lnTo>
                  <a:lnTo>
                    <a:pt x="4874909" y="648926"/>
                  </a:lnTo>
                  <a:lnTo>
                    <a:pt x="4798276" y="633276"/>
                  </a:lnTo>
                  <a:lnTo>
                    <a:pt x="4721644" y="617000"/>
                  </a:lnTo>
                  <a:lnTo>
                    <a:pt x="4645011" y="600074"/>
                  </a:lnTo>
                  <a:lnTo>
                    <a:pt x="4568378" y="582470"/>
                  </a:lnTo>
                  <a:lnTo>
                    <a:pt x="4491746" y="564162"/>
                  </a:lnTo>
                  <a:lnTo>
                    <a:pt x="4415113" y="545121"/>
                  </a:lnTo>
                  <a:lnTo>
                    <a:pt x="4338481" y="525319"/>
                  </a:lnTo>
                  <a:lnTo>
                    <a:pt x="4261848" y="504725"/>
                  </a:lnTo>
                  <a:lnTo>
                    <a:pt x="4185216" y="483308"/>
                  </a:lnTo>
                  <a:lnTo>
                    <a:pt x="4108583" y="461034"/>
                  </a:lnTo>
                  <a:lnTo>
                    <a:pt x="4031951" y="437869"/>
                  </a:lnTo>
                  <a:lnTo>
                    <a:pt x="3955318" y="413777"/>
                  </a:lnTo>
                  <a:lnTo>
                    <a:pt x="3878685" y="388722"/>
                  </a:lnTo>
                  <a:lnTo>
                    <a:pt x="3802053" y="362664"/>
                  </a:lnTo>
                  <a:lnTo>
                    <a:pt x="3725420" y="335565"/>
                  </a:lnTo>
                  <a:lnTo>
                    <a:pt x="3648788" y="307381"/>
                  </a:lnTo>
                  <a:lnTo>
                    <a:pt x="3572155" y="278071"/>
                  </a:lnTo>
                  <a:lnTo>
                    <a:pt x="3495523" y="247588"/>
                  </a:lnTo>
                  <a:lnTo>
                    <a:pt x="3418890" y="215885"/>
                  </a:lnTo>
                  <a:lnTo>
                    <a:pt x="3342258" y="207183"/>
                  </a:lnTo>
                  <a:lnTo>
                    <a:pt x="3265625" y="202930"/>
                  </a:lnTo>
                  <a:lnTo>
                    <a:pt x="3188993" y="198655"/>
                  </a:lnTo>
                  <a:lnTo>
                    <a:pt x="3112360" y="194359"/>
                  </a:lnTo>
                  <a:lnTo>
                    <a:pt x="3035727" y="190040"/>
                  </a:lnTo>
                  <a:lnTo>
                    <a:pt x="2959095" y="185699"/>
                  </a:lnTo>
                  <a:lnTo>
                    <a:pt x="2882462" y="181337"/>
                  </a:lnTo>
                  <a:lnTo>
                    <a:pt x="2805830" y="176952"/>
                  </a:lnTo>
                  <a:lnTo>
                    <a:pt x="2729197" y="172544"/>
                  </a:lnTo>
                  <a:lnTo>
                    <a:pt x="2652565" y="168114"/>
                  </a:lnTo>
                  <a:lnTo>
                    <a:pt x="2575932" y="163662"/>
                  </a:lnTo>
                  <a:lnTo>
                    <a:pt x="2499300" y="159186"/>
                  </a:lnTo>
                  <a:lnTo>
                    <a:pt x="2422667" y="154688"/>
                  </a:lnTo>
                  <a:lnTo>
                    <a:pt x="2346034" y="150167"/>
                  </a:lnTo>
                  <a:lnTo>
                    <a:pt x="2269402" y="145623"/>
                  </a:lnTo>
                  <a:lnTo>
                    <a:pt x="2192769" y="141055"/>
                  </a:lnTo>
                  <a:lnTo>
                    <a:pt x="2116137" y="136465"/>
                  </a:lnTo>
                  <a:lnTo>
                    <a:pt x="2039504" y="131850"/>
                  </a:lnTo>
                  <a:lnTo>
                    <a:pt x="1962872" y="127213"/>
                  </a:lnTo>
                  <a:lnTo>
                    <a:pt x="1886239" y="122551"/>
                  </a:lnTo>
                  <a:lnTo>
                    <a:pt x="1809607" y="117866"/>
                  </a:lnTo>
                  <a:lnTo>
                    <a:pt x="1732974" y="113157"/>
                  </a:lnTo>
                  <a:lnTo>
                    <a:pt x="1656342" y="108424"/>
                  </a:lnTo>
                  <a:lnTo>
                    <a:pt x="1579709" y="103667"/>
                  </a:lnTo>
                  <a:lnTo>
                    <a:pt x="1503076" y="98885"/>
                  </a:lnTo>
                  <a:lnTo>
                    <a:pt x="1426444" y="94079"/>
                  </a:lnTo>
                  <a:lnTo>
                    <a:pt x="1349811" y="89248"/>
                  </a:lnTo>
                  <a:lnTo>
                    <a:pt x="1273179" y="84393"/>
                  </a:lnTo>
                  <a:lnTo>
                    <a:pt x="1196546" y="79513"/>
                  </a:lnTo>
                  <a:lnTo>
                    <a:pt x="1119914" y="74608"/>
                  </a:lnTo>
                  <a:lnTo>
                    <a:pt x="1043281" y="69678"/>
                  </a:lnTo>
                  <a:lnTo>
                    <a:pt x="966649" y="64723"/>
                  </a:lnTo>
                  <a:lnTo>
                    <a:pt x="890016" y="59743"/>
                  </a:lnTo>
                  <a:lnTo>
                    <a:pt x="813384" y="54737"/>
                  </a:lnTo>
                  <a:lnTo>
                    <a:pt x="736751" y="49705"/>
                  </a:lnTo>
                  <a:lnTo>
                    <a:pt x="660118" y="44648"/>
                  </a:lnTo>
                  <a:lnTo>
                    <a:pt x="583486" y="39565"/>
                  </a:lnTo>
                  <a:lnTo>
                    <a:pt x="506853" y="34456"/>
                  </a:lnTo>
                  <a:lnTo>
                    <a:pt x="430221" y="29321"/>
                  </a:lnTo>
                  <a:lnTo>
                    <a:pt x="353588" y="24160"/>
                  </a:lnTo>
                  <a:lnTo>
                    <a:pt x="276956" y="18973"/>
                  </a:lnTo>
                  <a:lnTo>
                    <a:pt x="200323" y="13759"/>
                  </a:lnTo>
                  <a:lnTo>
                    <a:pt x="123691" y="8518"/>
                  </a:lnTo>
                  <a:lnTo>
                    <a:pt x="47058" y="3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36158"/>
              <a:ext cx="7403783" cy="1959912"/>
            </a:xfrm>
            <a:custGeom>
              <a:avLst/>
              <a:pathLst>
                <a:path w="7403783" h="1959912">
                  <a:moveTo>
                    <a:pt x="0" y="0"/>
                  </a:moveTo>
                  <a:lnTo>
                    <a:pt x="47058" y="30140"/>
                  </a:lnTo>
                  <a:lnTo>
                    <a:pt x="123691" y="78147"/>
                  </a:lnTo>
                  <a:lnTo>
                    <a:pt x="200323" y="125102"/>
                  </a:lnTo>
                  <a:lnTo>
                    <a:pt x="276956" y="171028"/>
                  </a:lnTo>
                  <a:lnTo>
                    <a:pt x="353588" y="215948"/>
                  </a:lnTo>
                  <a:lnTo>
                    <a:pt x="430221" y="259884"/>
                  </a:lnTo>
                  <a:lnTo>
                    <a:pt x="506853" y="302856"/>
                  </a:lnTo>
                  <a:lnTo>
                    <a:pt x="583486" y="344888"/>
                  </a:lnTo>
                  <a:lnTo>
                    <a:pt x="660118" y="385998"/>
                  </a:lnTo>
                  <a:lnTo>
                    <a:pt x="736751" y="426208"/>
                  </a:lnTo>
                  <a:lnTo>
                    <a:pt x="813384" y="465536"/>
                  </a:lnTo>
                  <a:lnTo>
                    <a:pt x="890016" y="504003"/>
                  </a:lnTo>
                  <a:lnTo>
                    <a:pt x="966649" y="541627"/>
                  </a:lnTo>
                  <a:lnTo>
                    <a:pt x="1043281" y="578426"/>
                  </a:lnTo>
                  <a:lnTo>
                    <a:pt x="1119914" y="614420"/>
                  </a:lnTo>
                  <a:lnTo>
                    <a:pt x="1196546" y="649624"/>
                  </a:lnTo>
                  <a:lnTo>
                    <a:pt x="1273179" y="684057"/>
                  </a:lnTo>
                  <a:lnTo>
                    <a:pt x="1349811" y="717736"/>
                  </a:lnTo>
                  <a:lnTo>
                    <a:pt x="1426444" y="750676"/>
                  </a:lnTo>
                  <a:lnTo>
                    <a:pt x="1503076" y="782895"/>
                  </a:lnTo>
                  <a:lnTo>
                    <a:pt x="1579709" y="814408"/>
                  </a:lnTo>
                  <a:lnTo>
                    <a:pt x="1656342" y="845231"/>
                  </a:lnTo>
                  <a:lnTo>
                    <a:pt x="1732974" y="875378"/>
                  </a:lnTo>
                  <a:lnTo>
                    <a:pt x="1809607" y="904864"/>
                  </a:lnTo>
                  <a:lnTo>
                    <a:pt x="1886239" y="933705"/>
                  </a:lnTo>
                  <a:lnTo>
                    <a:pt x="1962872" y="961913"/>
                  </a:lnTo>
                  <a:lnTo>
                    <a:pt x="2039504" y="989504"/>
                  </a:lnTo>
                  <a:lnTo>
                    <a:pt x="2116137" y="1016490"/>
                  </a:lnTo>
                  <a:lnTo>
                    <a:pt x="2192769" y="1042884"/>
                  </a:lnTo>
                  <a:lnTo>
                    <a:pt x="2269402" y="1068700"/>
                  </a:lnTo>
                  <a:lnTo>
                    <a:pt x="2346034" y="1093951"/>
                  </a:lnTo>
                  <a:lnTo>
                    <a:pt x="2422667" y="1118648"/>
                  </a:lnTo>
                  <a:lnTo>
                    <a:pt x="2499300" y="1142804"/>
                  </a:lnTo>
                  <a:lnTo>
                    <a:pt x="2575932" y="1166431"/>
                  </a:lnTo>
                  <a:lnTo>
                    <a:pt x="2652565" y="1189540"/>
                  </a:lnTo>
                  <a:lnTo>
                    <a:pt x="2729197" y="1212143"/>
                  </a:lnTo>
                  <a:lnTo>
                    <a:pt x="2805830" y="1234251"/>
                  </a:lnTo>
                  <a:lnTo>
                    <a:pt x="2882462" y="1255874"/>
                  </a:lnTo>
                  <a:lnTo>
                    <a:pt x="2959095" y="1277023"/>
                  </a:lnTo>
                  <a:lnTo>
                    <a:pt x="3035727" y="1297709"/>
                  </a:lnTo>
                  <a:lnTo>
                    <a:pt x="3112360" y="1317942"/>
                  </a:lnTo>
                  <a:lnTo>
                    <a:pt x="3188993" y="1337731"/>
                  </a:lnTo>
                  <a:lnTo>
                    <a:pt x="3265625" y="1357087"/>
                  </a:lnTo>
                  <a:lnTo>
                    <a:pt x="3342258" y="1376018"/>
                  </a:lnTo>
                  <a:lnTo>
                    <a:pt x="3418890" y="1394535"/>
                  </a:lnTo>
                  <a:lnTo>
                    <a:pt x="3495523" y="1412646"/>
                  </a:lnTo>
                  <a:lnTo>
                    <a:pt x="3572155" y="1430360"/>
                  </a:lnTo>
                  <a:lnTo>
                    <a:pt x="3648788" y="1447686"/>
                  </a:lnTo>
                  <a:lnTo>
                    <a:pt x="3725420" y="1464633"/>
                  </a:lnTo>
                  <a:lnTo>
                    <a:pt x="3802053" y="1481208"/>
                  </a:lnTo>
                  <a:lnTo>
                    <a:pt x="3878685" y="1497420"/>
                  </a:lnTo>
                  <a:lnTo>
                    <a:pt x="3955318" y="1513276"/>
                  </a:lnTo>
                  <a:lnTo>
                    <a:pt x="4031951" y="1528786"/>
                  </a:lnTo>
                  <a:lnTo>
                    <a:pt x="4108583" y="1543955"/>
                  </a:lnTo>
                  <a:lnTo>
                    <a:pt x="4185216" y="1558792"/>
                  </a:lnTo>
                  <a:lnTo>
                    <a:pt x="4261848" y="1573304"/>
                  </a:lnTo>
                  <a:lnTo>
                    <a:pt x="4338481" y="1587498"/>
                  </a:lnTo>
                  <a:lnTo>
                    <a:pt x="4415113" y="1601381"/>
                  </a:lnTo>
                  <a:lnTo>
                    <a:pt x="4491746" y="1614960"/>
                  </a:lnTo>
                  <a:lnTo>
                    <a:pt x="4568378" y="1628241"/>
                  </a:lnTo>
                  <a:lnTo>
                    <a:pt x="4645011" y="1641231"/>
                  </a:lnTo>
                  <a:lnTo>
                    <a:pt x="4721644" y="1653937"/>
                  </a:lnTo>
                  <a:lnTo>
                    <a:pt x="4798276" y="1666364"/>
                  </a:lnTo>
                  <a:lnTo>
                    <a:pt x="4874909" y="1678519"/>
                  </a:lnTo>
                  <a:lnTo>
                    <a:pt x="4951541" y="1690407"/>
                  </a:lnTo>
                  <a:lnTo>
                    <a:pt x="5028174" y="1702035"/>
                  </a:lnTo>
                  <a:lnTo>
                    <a:pt x="5104806" y="1713409"/>
                  </a:lnTo>
                  <a:lnTo>
                    <a:pt x="5181439" y="1724533"/>
                  </a:lnTo>
                  <a:lnTo>
                    <a:pt x="5258071" y="1735413"/>
                  </a:lnTo>
                  <a:lnTo>
                    <a:pt x="5334704" y="1746055"/>
                  </a:lnTo>
                  <a:lnTo>
                    <a:pt x="5411336" y="1756464"/>
                  </a:lnTo>
                  <a:lnTo>
                    <a:pt x="5487969" y="1766644"/>
                  </a:lnTo>
                  <a:lnTo>
                    <a:pt x="5564602" y="1776602"/>
                  </a:lnTo>
                  <a:lnTo>
                    <a:pt x="5641234" y="1786341"/>
                  </a:lnTo>
                  <a:lnTo>
                    <a:pt x="5717867" y="1795867"/>
                  </a:lnTo>
                  <a:lnTo>
                    <a:pt x="5794499" y="1805184"/>
                  </a:lnTo>
                  <a:lnTo>
                    <a:pt x="5871132" y="1814298"/>
                  </a:lnTo>
                  <a:lnTo>
                    <a:pt x="5947764" y="1823211"/>
                  </a:lnTo>
                  <a:lnTo>
                    <a:pt x="6024397" y="1831929"/>
                  </a:lnTo>
                  <a:lnTo>
                    <a:pt x="6101029" y="1840456"/>
                  </a:lnTo>
                  <a:lnTo>
                    <a:pt x="6177662" y="1848796"/>
                  </a:lnTo>
                  <a:lnTo>
                    <a:pt x="6254294" y="1856954"/>
                  </a:lnTo>
                  <a:lnTo>
                    <a:pt x="6330927" y="1864933"/>
                  </a:lnTo>
                  <a:lnTo>
                    <a:pt x="6407560" y="1872737"/>
                  </a:lnTo>
                  <a:lnTo>
                    <a:pt x="6484192" y="1880370"/>
                  </a:lnTo>
                  <a:lnTo>
                    <a:pt x="6560825" y="1887835"/>
                  </a:lnTo>
                  <a:lnTo>
                    <a:pt x="6637457" y="1895137"/>
                  </a:lnTo>
                  <a:lnTo>
                    <a:pt x="6714090" y="1902280"/>
                  </a:lnTo>
                  <a:lnTo>
                    <a:pt x="6790722" y="1909265"/>
                  </a:lnTo>
                  <a:lnTo>
                    <a:pt x="6867355" y="1916098"/>
                  </a:lnTo>
                  <a:lnTo>
                    <a:pt x="6943987" y="1922781"/>
                  </a:lnTo>
                  <a:lnTo>
                    <a:pt x="7020620" y="1929317"/>
                  </a:lnTo>
                  <a:lnTo>
                    <a:pt x="7097253" y="1935710"/>
                  </a:lnTo>
                  <a:lnTo>
                    <a:pt x="7173885" y="1941963"/>
                  </a:lnTo>
                  <a:lnTo>
                    <a:pt x="7250518" y="1948079"/>
                  </a:lnTo>
                  <a:lnTo>
                    <a:pt x="7327150" y="1954061"/>
                  </a:lnTo>
                  <a:lnTo>
                    <a:pt x="7403783" y="19599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(1.06-1.57), p_Bonf = 0.066 (n = 6)  |  per IQR decline (Δ = 0.30): 2.15 (1.19-3.88)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2026-07-01T09:33:49Z</dcterms:modified>
  <cp:category/>
</cp:coreProperties>
</file>