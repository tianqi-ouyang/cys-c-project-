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18494"/>
            </a:xfrm>
            <a:custGeom>
              <a:avLst/>
              <a:pathLst>
                <a:path w="6964104" h="1218494">
                  <a:moveTo>
                    <a:pt x="721188" y="0"/>
                  </a:moveTo>
                  <a:lnTo>
                    <a:pt x="773789" y="36508"/>
                  </a:lnTo>
                  <a:lnTo>
                    <a:pt x="844133" y="83454"/>
                  </a:lnTo>
                  <a:lnTo>
                    <a:pt x="914478" y="128594"/>
                  </a:lnTo>
                  <a:lnTo>
                    <a:pt x="984822" y="171999"/>
                  </a:lnTo>
                  <a:lnTo>
                    <a:pt x="1055167" y="213734"/>
                  </a:lnTo>
                  <a:lnTo>
                    <a:pt x="1125511" y="253864"/>
                  </a:lnTo>
                  <a:lnTo>
                    <a:pt x="1195856" y="292451"/>
                  </a:lnTo>
                  <a:lnTo>
                    <a:pt x="1266200" y="329554"/>
                  </a:lnTo>
                  <a:lnTo>
                    <a:pt x="1336545" y="365230"/>
                  </a:lnTo>
                  <a:lnTo>
                    <a:pt x="1406889" y="399534"/>
                  </a:lnTo>
                  <a:lnTo>
                    <a:pt x="1477234" y="432518"/>
                  </a:lnTo>
                  <a:lnTo>
                    <a:pt x="1547578" y="464235"/>
                  </a:lnTo>
                  <a:lnTo>
                    <a:pt x="1617923" y="494731"/>
                  </a:lnTo>
                  <a:lnTo>
                    <a:pt x="1688267" y="524054"/>
                  </a:lnTo>
                  <a:lnTo>
                    <a:pt x="1758612" y="552250"/>
                  </a:lnTo>
                  <a:lnTo>
                    <a:pt x="1828956" y="579361"/>
                  </a:lnTo>
                  <a:lnTo>
                    <a:pt x="1899301" y="605430"/>
                  </a:lnTo>
                  <a:lnTo>
                    <a:pt x="1969645" y="630496"/>
                  </a:lnTo>
                  <a:lnTo>
                    <a:pt x="2039990" y="654598"/>
                  </a:lnTo>
                  <a:lnTo>
                    <a:pt x="2110334" y="677774"/>
                  </a:lnTo>
                  <a:lnTo>
                    <a:pt x="2180679" y="700058"/>
                  </a:lnTo>
                  <a:lnTo>
                    <a:pt x="2251023" y="721485"/>
                  </a:lnTo>
                  <a:lnTo>
                    <a:pt x="2321368" y="742087"/>
                  </a:lnTo>
                  <a:lnTo>
                    <a:pt x="2391712" y="761898"/>
                  </a:lnTo>
                  <a:lnTo>
                    <a:pt x="2462057" y="780947"/>
                  </a:lnTo>
                  <a:lnTo>
                    <a:pt x="2532401" y="799263"/>
                  </a:lnTo>
                  <a:lnTo>
                    <a:pt x="2602746" y="816874"/>
                  </a:lnTo>
                  <a:lnTo>
                    <a:pt x="2673090" y="833809"/>
                  </a:lnTo>
                  <a:lnTo>
                    <a:pt x="2743435" y="850092"/>
                  </a:lnTo>
                  <a:lnTo>
                    <a:pt x="2813779" y="865749"/>
                  </a:lnTo>
                  <a:lnTo>
                    <a:pt x="2884124" y="880803"/>
                  </a:lnTo>
                  <a:lnTo>
                    <a:pt x="2954468" y="895279"/>
                  </a:lnTo>
                  <a:lnTo>
                    <a:pt x="3024813" y="909198"/>
                  </a:lnTo>
                  <a:lnTo>
                    <a:pt x="3095157" y="922582"/>
                  </a:lnTo>
                  <a:lnTo>
                    <a:pt x="3165502" y="935451"/>
                  </a:lnTo>
                  <a:lnTo>
                    <a:pt x="3235846" y="947825"/>
                  </a:lnTo>
                  <a:lnTo>
                    <a:pt x="3306191" y="958109"/>
                  </a:lnTo>
                  <a:lnTo>
                    <a:pt x="3376535" y="959629"/>
                  </a:lnTo>
                  <a:lnTo>
                    <a:pt x="3446880" y="961140"/>
                  </a:lnTo>
                  <a:lnTo>
                    <a:pt x="3517224" y="962644"/>
                  </a:lnTo>
                  <a:lnTo>
                    <a:pt x="3587569" y="964140"/>
                  </a:lnTo>
                  <a:lnTo>
                    <a:pt x="3657913" y="965629"/>
                  </a:lnTo>
                  <a:lnTo>
                    <a:pt x="3728257" y="967110"/>
                  </a:lnTo>
                  <a:lnTo>
                    <a:pt x="3798602" y="968584"/>
                  </a:lnTo>
                  <a:lnTo>
                    <a:pt x="3868946" y="970050"/>
                  </a:lnTo>
                  <a:lnTo>
                    <a:pt x="3939291" y="971508"/>
                  </a:lnTo>
                  <a:lnTo>
                    <a:pt x="4009635" y="972960"/>
                  </a:lnTo>
                  <a:lnTo>
                    <a:pt x="4079980" y="974404"/>
                  </a:lnTo>
                  <a:lnTo>
                    <a:pt x="4150324" y="975840"/>
                  </a:lnTo>
                  <a:lnTo>
                    <a:pt x="4220669" y="977269"/>
                  </a:lnTo>
                  <a:lnTo>
                    <a:pt x="4291013" y="978691"/>
                  </a:lnTo>
                  <a:lnTo>
                    <a:pt x="4361358" y="980106"/>
                  </a:lnTo>
                  <a:lnTo>
                    <a:pt x="4431702" y="981514"/>
                  </a:lnTo>
                  <a:lnTo>
                    <a:pt x="4502047" y="982914"/>
                  </a:lnTo>
                  <a:lnTo>
                    <a:pt x="4572391" y="984307"/>
                  </a:lnTo>
                  <a:lnTo>
                    <a:pt x="4642736" y="985693"/>
                  </a:lnTo>
                  <a:lnTo>
                    <a:pt x="4713080" y="987073"/>
                  </a:lnTo>
                  <a:lnTo>
                    <a:pt x="4783425" y="988445"/>
                  </a:lnTo>
                  <a:lnTo>
                    <a:pt x="4853769" y="989810"/>
                  </a:lnTo>
                  <a:lnTo>
                    <a:pt x="4924114" y="991168"/>
                  </a:lnTo>
                  <a:lnTo>
                    <a:pt x="4994458" y="992520"/>
                  </a:lnTo>
                  <a:lnTo>
                    <a:pt x="5064803" y="993864"/>
                  </a:lnTo>
                  <a:lnTo>
                    <a:pt x="5135147" y="995202"/>
                  </a:lnTo>
                  <a:lnTo>
                    <a:pt x="5205492" y="996533"/>
                  </a:lnTo>
                  <a:lnTo>
                    <a:pt x="5275836" y="997857"/>
                  </a:lnTo>
                  <a:lnTo>
                    <a:pt x="5346181" y="999174"/>
                  </a:lnTo>
                  <a:lnTo>
                    <a:pt x="5416525" y="1000485"/>
                  </a:lnTo>
                  <a:lnTo>
                    <a:pt x="5486870" y="1001789"/>
                  </a:lnTo>
                  <a:lnTo>
                    <a:pt x="5557214" y="1003086"/>
                  </a:lnTo>
                  <a:lnTo>
                    <a:pt x="5627559" y="1004377"/>
                  </a:lnTo>
                  <a:lnTo>
                    <a:pt x="5697903" y="1005661"/>
                  </a:lnTo>
                  <a:lnTo>
                    <a:pt x="5768248" y="1006939"/>
                  </a:lnTo>
                  <a:lnTo>
                    <a:pt x="5838592" y="1008210"/>
                  </a:lnTo>
                  <a:lnTo>
                    <a:pt x="5908937" y="1009475"/>
                  </a:lnTo>
                  <a:lnTo>
                    <a:pt x="5979281" y="1010734"/>
                  </a:lnTo>
                  <a:lnTo>
                    <a:pt x="6049626" y="1011986"/>
                  </a:lnTo>
                  <a:lnTo>
                    <a:pt x="6119970" y="1013231"/>
                  </a:lnTo>
                  <a:lnTo>
                    <a:pt x="6190315" y="1014470"/>
                  </a:lnTo>
                  <a:lnTo>
                    <a:pt x="6260659" y="1015703"/>
                  </a:lnTo>
                  <a:lnTo>
                    <a:pt x="6331004" y="1016930"/>
                  </a:lnTo>
                  <a:lnTo>
                    <a:pt x="6401348" y="1018151"/>
                  </a:lnTo>
                  <a:lnTo>
                    <a:pt x="6471693" y="1019365"/>
                  </a:lnTo>
                  <a:lnTo>
                    <a:pt x="6542037" y="1020573"/>
                  </a:lnTo>
                  <a:lnTo>
                    <a:pt x="6612382" y="1021775"/>
                  </a:lnTo>
                  <a:lnTo>
                    <a:pt x="6682726" y="1022971"/>
                  </a:lnTo>
                  <a:lnTo>
                    <a:pt x="6753071" y="1024161"/>
                  </a:lnTo>
                  <a:lnTo>
                    <a:pt x="6823415" y="1025345"/>
                  </a:lnTo>
                  <a:lnTo>
                    <a:pt x="6893760" y="1026522"/>
                  </a:lnTo>
                  <a:lnTo>
                    <a:pt x="6964104" y="1027694"/>
                  </a:lnTo>
                  <a:lnTo>
                    <a:pt x="6964104" y="1218494"/>
                  </a:lnTo>
                  <a:lnTo>
                    <a:pt x="6893760" y="1216946"/>
                  </a:lnTo>
                  <a:lnTo>
                    <a:pt x="6823415" y="1215336"/>
                  </a:lnTo>
                  <a:lnTo>
                    <a:pt x="6753071" y="1213662"/>
                  </a:lnTo>
                  <a:lnTo>
                    <a:pt x="6682726" y="1211920"/>
                  </a:lnTo>
                  <a:lnTo>
                    <a:pt x="6612382" y="1210109"/>
                  </a:lnTo>
                  <a:lnTo>
                    <a:pt x="6542037" y="1208226"/>
                  </a:lnTo>
                  <a:lnTo>
                    <a:pt x="6471693" y="1206267"/>
                  </a:lnTo>
                  <a:lnTo>
                    <a:pt x="6401348" y="1204229"/>
                  </a:lnTo>
                  <a:lnTo>
                    <a:pt x="6331004" y="1202111"/>
                  </a:lnTo>
                  <a:lnTo>
                    <a:pt x="6260659" y="1199907"/>
                  </a:lnTo>
                  <a:lnTo>
                    <a:pt x="6190315" y="1197616"/>
                  </a:lnTo>
                  <a:lnTo>
                    <a:pt x="6119970" y="1195232"/>
                  </a:lnTo>
                  <a:lnTo>
                    <a:pt x="6049626" y="1192754"/>
                  </a:lnTo>
                  <a:lnTo>
                    <a:pt x="5979281" y="1190176"/>
                  </a:lnTo>
                  <a:lnTo>
                    <a:pt x="5908937" y="1187495"/>
                  </a:lnTo>
                  <a:lnTo>
                    <a:pt x="5838592" y="1184707"/>
                  </a:lnTo>
                  <a:lnTo>
                    <a:pt x="5768248" y="1181808"/>
                  </a:lnTo>
                  <a:lnTo>
                    <a:pt x="5697903" y="1178792"/>
                  </a:lnTo>
                  <a:lnTo>
                    <a:pt x="5627559" y="1175656"/>
                  </a:lnTo>
                  <a:lnTo>
                    <a:pt x="5557214" y="1172394"/>
                  </a:lnTo>
                  <a:lnTo>
                    <a:pt x="5486870" y="1169002"/>
                  </a:lnTo>
                  <a:lnTo>
                    <a:pt x="5416525" y="1165475"/>
                  </a:lnTo>
                  <a:lnTo>
                    <a:pt x="5346181" y="1161806"/>
                  </a:lnTo>
                  <a:lnTo>
                    <a:pt x="5275836" y="1157990"/>
                  </a:lnTo>
                  <a:lnTo>
                    <a:pt x="5205492" y="1154022"/>
                  </a:lnTo>
                  <a:lnTo>
                    <a:pt x="5135147" y="1149896"/>
                  </a:lnTo>
                  <a:lnTo>
                    <a:pt x="5064803" y="1145604"/>
                  </a:lnTo>
                  <a:lnTo>
                    <a:pt x="4994458" y="1141140"/>
                  </a:lnTo>
                  <a:lnTo>
                    <a:pt x="4924114" y="1136498"/>
                  </a:lnTo>
                  <a:lnTo>
                    <a:pt x="4853769" y="1131670"/>
                  </a:lnTo>
                  <a:lnTo>
                    <a:pt x="4783425" y="1126649"/>
                  </a:lnTo>
                  <a:lnTo>
                    <a:pt x="4713080" y="1121428"/>
                  </a:lnTo>
                  <a:lnTo>
                    <a:pt x="4642736" y="1115997"/>
                  </a:lnTo>
                  <a:lnTo>
                    <a:pt x="4572391" y="1110349"/>
                  </a:lnTo>
                  <a:lnTo>
                    <a:pt x="4502047" y="1104476"/>
                  </a:lnTo>
                  <a:lnTo>
                    <a:pt x="4431702" y="1098367"/>
                  </a:lnTo>
                  <a:lnTo>
                    <a:pt x="4361358" y="1092014"/>
                  </a:lnTo>
                  <a:lnTo>
                    <a:pt x="4291013" y="1085408"/>
                  </a:lnTo>
                  <a:lnTo>
                    <a:pt x="4220669" y="1078536"/>
                  </a:lnTo>
                  <a:lnTo>
                    <a:pt x="4150324" y="1071390"/>
                  </a:lnTo>
                  <a:lnTo>
                    <a:pt x="4079980" y="1063958"/>
                  </a:lnTo>
                  <a:lnTo>
                    <a:pt x="4009635" y="1056229"/>
                  </a:lnTo>
                  <a:lnTo>
                    <a:pt x="3939291" y="1048191"/>
                  </a:lnTo>
                  <a:lnTo>
                    <a:pt x="3868946" y="1039831"/>
                  </a:lnTo>
                  <a:lnTo>
                    <a:pt x="3798602" y="1031137"/>
                  </a:lnTo>
                  <a:lnTo>
                    <a:pt x="3728257" y="1022095"/>
                  </a:lnTo>
                  <a:lnTo>
                    <a:pt x="3657913" y="1012692"/>
                  </a:lnTo>
                  <a:lnTo>
                    <a:pt x="3587569" y="1002912"/>
                  </a:lnTo>
                  <a:lnTo>
                    <a:pt x="3517224" y="992742"/>
                  </a:lnTo>
                  <a:lnTo>
                    <a:pt x="3446880" y="982164"/>
                  </a:lnTo>
                  <a:lnTo>
                    <a:pt x="3376535" y="971163"/>
                  </a:lnTo>
                  <a:lnTo>
                    <a:pt x="3306191" y="959723"/>
                  </a:lnTo>
                  <a:lnTo>
                    <a:pt x="3235846" y="956582"/>
                  </a:lnTo>
                  <a:lnTo>
                    <a:pt x="3165502" y="955048"/>
                  </a:lnTo>
                  <a:lnTo>
                    <a:pt x="3095157" y="953505"/>
                  </a:lnTo>
                  <a:lnTo>
                    <a:pt x="3024813" y="951954"/>
                  </a:lnTo>
                  <a:lnTo>
                    <a:pt x="2954468" y="950396"/>
                  </a:lnTo>
                  <a:lnTo>
                    <a:pt x="2884124" y="948829"/>
                  </a:lnTo>
                  <a:lnTo>
                    <a:pt x="2813779" y="947255"/>
                  </a:lnTo>
                  <a:lnTo>
                    <a:pt x="2743435" y="945673"/>
                  </a:lnTo>
                  <a:lnTo>
                    <a:pt x="2673090" y="944082"/>
                  </a:lnTo>
                  <a:lnTo>
                    <a:pt x="2602746" y="942483"/>
                  </a:lnTo>
                  <a:lnTo>
                    <a:pt x="2532401" y="940876"/>
                  </a:lnTo>
                  <a:lnTo>
                    <a:pt x="2462057" y="939261"/>
                  </a:lnTo>
                  <a:lnTo>
                    <a:pt x="2391712" y="937638"/>
                  </a:lnTo>
                  <a:lnTo>
                    <a:pt x="2321368" y="936007"/>
                  </a:lnTo>
                  <a:lnTo>
                    <a:pt x="2251023" y="934367"/>
                  </a:lnTo>
                  <a:lnTo>
                    <a:pt x="2180679" y="932718"/>
                  </a:lnTo>
                  <a:lnTo>
                    <a:pt x="2110334" y="931062"/>
                  </a:lnTo>
                  <a:lnTo>
                    <a:pt x="2039990" y="929397"/>
                  </a:lnTo>
                  <a:lnTo>
                    <a:pt x="1969645" y="927723"/>
                  </a:lnTo>
                  <a:lnTo>
                    <a:pt x="1899301" y="926041"/>
                  </a:lnTo>
                  <a:lnTo>
                    <a:pt x="1828956" y="924350"/>
                  </a:lnTo>
                  <a:lnTo>
                    <a:pt x="1758612" y="922651"/>
                  </a:lnTo>
                  <a:lnTo>
                    <a:pt x="1688267" y="920943"/>
                  </a:lnTo>
                  <a:lnTo>
                    <a:pt x="1617923" y="919226"/>
                  </a:lnTo>
                  <a:lnTo>
                    <a:pt x="1547578" y="917500"/>
                  </a:lnTo>
                  <a:lnTo>
                    <a:pt x="1477234" y="915766"/>
                  </a:lnTo>
                  <a:lnTo>
                    <a:pt x="1406889" y="914023"/>
                  </a:lnTo>
                  <a:lnTo>
                    <a:pt x="1336545" y="912270"/>
                  </a:lnTo>
                  <a:lnTo>
                    <a:pt x="1266200" y="910509"/>
                  </a:lnTo>
                  <a:lnTo>
                    <a:pt x="1195856" y="908739"/>
                  </a:lnTo>
                  <a:lnTo>
                    <a:pt x="1125511" y="906960"/>
                  </a:lnTo>
                  <a:lnTo>
                    <a:pt x="1055167" y="905172"/>
                  </a:lnTo>
                  <a:lnTo>
                    <a:pt x="984822" y="903375"/>
                  </a:lnTo>
                  <a:lnTo>
                    <a:pt x="914478" y="901568"/>
                  </a:lnTo>
                  <a:lnTo>
                    <a:pt x="844133" y="899752"/>
                  </a:lnTo>
                  <a:lnTo>
                    <a:pt x="773789" y="897927"/>
                  </a:lnTo>
                  <a:lnTo>
                    <a:pt x="703444" y="896093"/>
                  </a:lnTo>
                  <a:lnTo>
                    <a:pt x="633100" y="894249"/>
                  </a:lnTo>
                  <a:lnTo>
                    <a:pt x="562755" y="892396"/>
                  </a:lnTo>
                  <a:lnTo>
                    <a:pt x="492411" y="890534"/>
                  </a:lnTo>
                  <a:lnTo>
                    <a:pt x="422066" y="888662"/>
                  </a:lnTo>
                  <a:lnTo>
                    <a:pt x="351722" y="886780"/>
                  </a:lnTo>
                  <a:lnTo>
                    <a:pt x="281377" y="884889"/>
                  </a:lnTo>
                  <a:lnTo>
                    <a:pt x="211033" y="882988"/>
                  </a:lnTo>
                  <a:lnTo>
                    <a:pt x="140688" y="881077"/>
                  </a:lnTo>
                  <a:lnTo>
                    <a:pt x="70344" y="879157"/>
                  </a:lnTo>
                  <a:lnTo>
                    <a:pt x="0" y="8772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56501" y="2143092"/>
              <a:ext cx="6242915" cy="1027694"/>
            </a:xfrm>
            <a:custGeom>
              <a:avLst/>
              <a:pathLst>
                <a:path w="6242915" h="1027694">
                  <a:moveTo>
                    <a:pt x="0" y="0"/>
                  </a:moveTo>
                  <a:lnTo>
                    <a:pt x="52600" y="36508"/>
                  </a:lnTo>
                  <a:lnTo>
                    <a:pt x="122944" y="83454"/>
                  </a:lnTo>
                  <a:lnTo>
                    <a:pt x="193289" y="128594"/>
                  </a:lnTo>
                  <a:lnTo>
                    <a:pt x="263633" y="171999"/>
                  </a:lnTo>
                  <a:lnTo>
                    <a:pt x="333978" y="213734"/>
                  </a:lnTo>
                  <a:lnTo>
                    <a:pt x="404322" y="253864"/>
                  </a:lnTo>
                  <a:lnTo>
                    <a:pt x="474667" y="292451"/>
                  </a:lnTo>
                  <a:lnTo>
                    <a:pt x="545011" y="329554"/>
                  </a:lnTo>
                  <a:lnTo>
                    <a:pt x="615356" y="365230"/>
                  </a:lnTo>
                  <a:lnTo>
                    <a:pt x="685700" y="399534"/>
                  </a:lnTo>
                  <a:lnTo>
                    <a:pt x="756045" y="432518"/>
                  </a:lnTo>
                  <a:lnTo>
                    <a:pt x="826389" y="464235"/>
                  </a:lnTo>
                  <a:lnTo>
                    <a:pt x="896734" y="494731"/>
                  </a:lnTo>
                  <a:lnTo>
                    <a:pt x="967078" y="524054"/>
                  </a:lnTo>
                  <a:lnTo>
                    <a:pt x="1037423" y="552250"/>
                  </a:lnTo>
                  <a:lnTo>
                    <a:pt x="1107767" y="579361"/>
                  </a:lnTo>
                  <a:lnTo>
                    <a:pt x="1178112" y="605430"/>
                  </a:lnTo>
                  <a:lnTo>
                    <a:pt x="1248456" y="630496"/>
                  </a:lnTo>
                  <a:lnTo>
                    <a:pt x="1318801" y="654598"/>
                  </a:lnTo>
                  <a:lnTo>
                    <a:pt x="1389145" y="677774"/>
                  </a:lnTo>
                  <a:lnTo>
                    <a:pt x="1459490" y="700058"/>
                  </a:lnTo>
                  <a:lnTo>
                    <a:pt x="1529834" y="721485"/>
                  </a:lnTo>
                  <a:lnTo>
                    <a:pt x="1600179" y="742087"/>
                  </a:lnTo>
                  <a:lnTo>
                    <a:pt x="1670523" y="761898"/>
                  </a:lnTo>
                  <a:lnTo>
                    <a:pt x="1740868" y="780947"/>
                  </a:lnTo>
                  <a:lnTo>
                    <a:pt x="1811212" y="799263"/>
                  </a:lnTo>
                  <a:lnTo>
                    <a:pt x="1881557" y="816874"/>
                  </a:lnTo>
                  <a:lnTo>
                    <a:pt x="1951901" y="833809"/>
                  </a:lnTo>
                  <a:lnTo>
                    <a:pt x="2022246" y="850092"/>
                  </a:lnTo>
                  <a:lnTo>
                    <a:pt x="2092590" y="865749"/>
                  </a:lnTo>
                  <a:lnTo>
                    <a:pt x="2162935" y="880803"/>
                  </a:lnTo>
                  <a:lnTo>
                    <a:pt x="2233279" y="895279"/>
                  </a:lnTo>
                  <a:lnTo>
                    <a:pt x="2303624" y="909198"/>
                  </a:lnTo>
                  <a:lnTo>
                    <a:pt x="2373968" y="922582"/>
                  </a:lnTo>
                  <a:lnTo>
                    <a:pt x="2444313" y="935451"/>
                  </a:lnTo>
                  <a:lnTo>
                    <a:pt x="2514657" y="947825"/>
                  </a:lnTo>
                  <a:lnTo>
                    <a:pt x="2585002" y="958109"/>
                  </a:lnTo>
                  <a:lnTo>
                    <a:pt x="2655346" y="959629"/>
                  </a:lnTo>
                  <a:lnTo>
                    <a:pt x="2725691" y="961140"/>
                  </a:lnTo>
                  <a:lnTo>
                    <a:pt x="2796035" y="962644"/>
                  </a:lnTo>
                  <a:lnTo>
                    <a:pt x="2866380" y="964140"/>
                  </a:lnTo>
                  <a:lnTo>
                    <a:pt x="2936724" y="965629"/>
                  </a:lnTo>
                  <a:lnTo>
                    <a:pt x="3007069" y="967110"/>
                  </a:lnTo>
                  <a:lnTo>
                    <a:pt x="3077413" y="968584"/>
                  </a:lnTo>
                  <a:lnTo>
                    <a:pt x="3147758" y="970050"/>
                  </a:lnTo>
                  <a:lnTo>
                    <a:pt x="3218102" y="971508"/>
                  </a:lnTo>
                  <a:lnTo>
                    <a:pt x="3288447" y="972960"/>
                  </a:lnTo>
                  <a:lnTo>
                    <a:pt x="3358791" y="974404"/>
                  </a:lnTo>
                  <a:lnTo>
                    <a:pt x="3429136" y="975840"/>
                  </a:lnTo>
                  <a:lnTo>
                    <a:pt x="3499480" y="977269"/>
                  </a:lnTo>
                  <a:lnTo>
                    <a:pt x="3569825" y="978691"/>
                  </a:lnTo>
                  <a:lnTo>
                    <a:pt x="3640169" y="980106"/>
                  </a:lnTo>
                  <a:lnTo>
                    <a:pt x="3710514" y="981514"/>
                  </a:lnTo>
                  <a:lnTo>
                    <a:pt x="3780858" y="982914"/>
                  </a:lnTo>
                  <a:lnTo>
                    <a:pt x="3851202" y="984307"/>
                  </a:lnTo>
                  <a:lnTo>
                    <a:pt x="3921547" y="985693"/>
                  </a:lnTo>
                  <a:lnTo>
                    <a:pt x="3991891" y="987073"/>
                  </a:lnTo>
                  <a:lnTo>
                    <a:pt x="4062236" y="988445"/>
                  </a:lnTo>
                  <a:lnTo>
                    <a:pt x="4132580" y="989810"/>
                  </a:lnTo>
                  <a:lnTo>
                    <a:pt x="4202925" y="991168"/>
                  </a:lnTo>
                  <a:lnTo>
                    <a:pt x="4273269" y="992520"/>
                  </a:lnTo>
                  <a:lnTo>
                    <a:pt x="4343614" y="993864"/>
                  </a:lnTo>
                  <a:lnTo>
                    <a:pt x="4413958" y="995202"/>
                  </a:lnTo>
                  <a:lnTo>
                    <a:pt x="4484303" y="996533"/>
                  </a:lnTo>
                  <a:lnTo>
                    <a:pt x="4554647" y="997857"/>
                  </a:lnTo>
                  <a:lnTo>
                    <a:pt x="4624992" y="999174"/>
                  </a:lnTo>
                  <a:lnTo>
                    <a:pt x="4695336" y="1000485"/>
                  </a:lnTo>
                  <a:lnTo>
                    <a:pt x="4765681" y="1001789"/>
                  </a:lnTo>
                  <a:lnTo>
                    <a:pt x="4836025" y="1003086"/>
                  </a:lnTo>
                  <a:lnTo>
                    <a:pt x="4906370" y="1004377"/>
                  </a:lnTo>
                  <a:lnTo>
                    <a:pt x="4976714" y="1005661"/>
                  </a:lnTo>
                  <a:lnTo>
                    <a:pt x="5047059" y="1006939"/>
                  </a:lnTo>
                  <a:lnTo>
                    <a:pt x="5117403" y="1008210"/>
                  </a:lnTo>
                  <a:lnTo>
                    <a:pt x="5187748" y="1009475"/>
                  </a:lnTo>
                  <a:lnTo>
                    <a:pt x="5258092" y="1010734"/>
                  </a:lnTo>
                  <a:lnTo>
                    <a:pt x="5328437" y="1011986"/>
                  </a:lnTo>
                  <a:lnTo>
                    <a:pt x="5398781" y="1013231"/>
                  </a:lnTo>
                  <a:lnTo>
                    <a:pt x="5469126" y="1014470"/>
                  </a:lnTo>
                  <a:lnTo>
                    <a:pt x="5539470" y="1015703"/>
                  </a:lnTo>
                  <a:lnTo>
                    <a:pt x="5609815" y="1016930"/>
                  </a:lnTo>
                  <a:lnTo>
                    <a:pt x="5680159" y="1018151"/>
                  </a:lnTo>
                  <a:lnTo>
                    <a:pt x="5750504" y="1019365"/>
                  </a:lnTo>
                  <a:lnTo>
                    <a:pt x="5820848" y="1020573"/>
                  </a:lnTo>
                  <a:lnTo>
                    <a:pt x="5891193" y="1021775"/>
                  </a:lnTo>
                  <a:lnTo>
                    <a:pt x="5961537" y="1022971"/>
                  </a:lnTo>
                  <a:lnTo>
                    <a:pt x="6031882" y="1024161"/>
                  </a:lnTo>
                  <a:lnTo>
                    <a:pt x="6102226" y="1025345"/>
                  </a:lnTo>
                  <a:lnTo>
                    <a:pt x="6172571" y="1026522"/>
                  </a:lnTo>
                  <a:lnTo>
                    <a:pt x="6242915" y="1027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020319"/>
              <a:ext cx="6964104" cy="341267"/>
            </a:xfrm>
            <a:custGeom>
              <a:avLst/>
              <a:pathLst>
                <a:path w="6964104" h="341267">
                  <a:moveTo>
                    <a:pt x="6964104" y="341267"/>
                  </a:moveTo>
                  <a:lnTo>
                    <a:pt x="6893760" y="339719"/>
                  </a:lnTo>
                  <a:lnTo>
                    <a:pt x="6823415" y="338109"/>
                  </a:lnTo>
                  <a:lnTo>
                    <a:pt x="6753071" y="336434"/>
                  </a:lnTo>
                  <a:lnTo>
                    <a:pt x="6682726" y="334693"/>
                  </a:lnTo>
                  <a:lnTo>
                    <a:pt x="6612382" y="332882"/>
                  </a:lnTo>
                  <a:lnTo>
                    <a:pt x="6542037" y="330998"/>
                  </a:lnTo>
                  <a:lnTo>
                    <a:pt x="6471693" y="329039"/>
                  </a:lnTo>
                  <a:lnTo>
                    <a:pt x="6401348" y="327002"/>
                  </a:lnTo>
                  <a:lnTo>
                    <a:pt x="6331004" y="324883"/>
                  </a:lnTo>
                  <a:lnTo>
                    <a:pt x="6260659" y="322680"/>
                  </a:lnTo>
                  <a:lnTo>
                    <a:pt x="6190315" y="320388"/>
                  </a:lnTo>
                  <a:lnTo>
                    <a:pt x="6119970" y="318005"/>
                  </a:lnTo>
                  <a:lnTo>
                    <a:pt x="6049626" y="315526"/>
                  </a:lnTo>
                  <a:lnTo>
                    <a:pt x="5979281" y="312949"/>
                  </a:lnTo>
                  <a:lnTo>
                    <a:pt x="5908937" y="310268"/>
                  </a:lnTo>
                  <a:lnTo>
                    <a:pt x="5838592" y="307480"/>
                  </a:lnTo>
                  <a:lnTo>
                    <a:pt x="5768248" y="304580"/>
                  </a:lnTo>
                  <a:lnTo>
                    <a:pt x="5697903" y="301565"/>
                  </a:lnTo>
                  <a:lnTo>
                    <a:pt x="5627559" y="298429"/>
                  </a:lnTo>
                  <a:lnTo>
                    <a:pt x="5557214" y="295167"/>
                  </a:lnTo>
                  <a:lnTo>
                    <a:pt x="5486870" y="291775"/>
                  </a:lnTo>
                  <a:lnTo>
                    <a:pt x="5416525" y="288247"/>
                  </a:lnTo>
                  <a:lnTo>
                    <a:pt x="5346181" y="284579"/>
                  </a:lnTo>
                  <a:lnTo>
                    <a:pt x="5275836" y="280763"/>
                  </a:lnTo>
                  <a:lnTo>
                    <a:pt x="5205492" y="276795"/>
                  </a:lnTo>
                  <a:lnTo>
                    <a:pt x="5135147" y="272668"/>
                  </a:lnTo>
                  <a:lnTo>
                    <a:pt x="5064803" y="268376"/>
                  </a:lnTo>
                  <a:lnTo>
                    <a:pt x="4994458" y="263913"/>
                  </a:lnTo>
                  <a:lnTo>
                    <a:pt x="4924114" y="259271"/>
                  </a:lnTo>
                  <a:lnTo>
                    <a:pt x="4853769" y="254443"/>
                  </a:lnTo>
                  <a:lnTo>
                    <a:pt x="4783425" y="249422"/>
                  </a:lnTo>
                  <a:lnTo>
                    <a:pt x="4713080" y="244200"/>
                  </a:lnTo>
                  <a:lnTo>
                    <a:pt x="4642736" y="238770"/>
                  </a:lnTo>
                  <a:lnTo>
                    <a:pt x="4572391" y="233122"/>
                  </a:lnTo>
                  <a:lnTo>
                    <a:pt x="4502047" y="227248"/>
                  </a:lnTo>
                  <a:lnTo>
                    <a:pt x="4431702" y="221140"/>
                  </a:lnTo>
                  <a:lnTo>
                    <a:pt x="4361358" y="214787"/>
                  </a:lnTo>
                  <a:lnTo>
                    <a:pt x="4291013" y="208180"/>
                  </a:lnTo>
                  <a:lnTo>
                    <a:pt x="4220669" y="201309"/>
                  </a:lnTo>
                  <a:lnTo>
                    <a:pt x="4150324" y="194163"/>
                  </a:lnTo>
                  <a:lnTo>
                    <a:pt x="4079980" y="186731"/>
                  </a:lnTo>
                  <a:lnTo>
                    <a:pt x="4009635" y="179002"/>
                  </a:lnTo>
                  <a:lnTo>
                    <a:pt x="3939291" y="170964"/>
                  </a:lnTo>
                  <a:lnTo>
                    <a:pt x="3868946" y="162604"/>
                  </a:lnTo>
                  <a:lnTo>
                    <a:pt x="3798602" y="153910"/>
                  </a:lnTo>
                  <a:lnTo>
                    <a:pt x="3728257" y="144868"/>
                  </a:lnTo>
                  <a:lnTo>
                    <a:pt x="3657913" y="135465"/>
                  </a:lnTo>
                  <a:lnTo>
                    <a:pt x="3587569" y="125685"/>
                  </a:lnTo>
                  <a:lnTo>
                    <a:pt x="3517224" y="115514"/>
                  </a:lnTo>
                  <a:lnTo>
                    <a:pt x="3446880" y="104937"/>
                  </a:lnTo>
                  <a:lnTo>
                    <a:pt x="3376535" y="93936"/>
                  </a:lnTo>
                  <a:lnTo>
                    <a:pt x="3306191" y="82495"/>
                  </a:lnTo>
                  <a:lnTo>
                    <a:pt x="3235846" y="79355"/>
                  </a:lnTo>
                  <a:lnTo>
                    <a:pt x="3165502" y="77820"/>
                  </a:lnTo>
                  <a:lnTo>
                    <a:pt x="3095157" y="76277"/>
                  </a:lnTo>
                  <a:lnTo>
                    <a:pt x="3024813" y="74727"/>
                  </a:lnTo>
                  <a:lnTo>
                    <a:pt x="2954468" y="73168"/>
                  </a:lnTo>
                  <a:lnTo>
                    <a:pt x="2884124" y="71602"/>
                  </a:lnTo>
                  <a:lnTo>
                    <a:pt x="2813779" y="70028"/>
                  </a:lnTo>
                  <a:lnTo>
                    <a:pt x="2743435" y="68445"/>
                  </a:lnTo>
                  <a:lnTo>
                    <a:pt x="2673090" y="66855"/>
                  </a:lnTo>
                  <a:lnTo>
                    <a:pt x="2602746" y="65256"/>
                  </a:lnTo>
                  <a:lnTo>
                    <a:pt x="2532401" y="63649"/>
                  </a:lnTo>
                  <a:lnTo>
                    <a:pt x="2462057" y="62034"/>
                  </a:lnTo>
                  <a:lnTo>
                    <a:pt x="2391712" y="60411"/>
                  </a:lnTo>
                  <a:lnTo>
                    <a:pt x="2321368" y="58779"/>
                  </a:lnTo>
                  <a:lnTo>
                    <a:pt x="2251023" y="57139"/>
                  </a:lnTo>
                  <a:lnTo>
                    <a:pt x="2180679" y="55491"/>
                  </a:lnTo>
                  <a:lnTo>
                    <a:pt x="2110334" y="53834"/>
                  </a:lnTo>
                  <a:lnTo>
                    <a:pt x="2039990" y="52169"/>
                  </a:lnTo>
                  <a:lnTo>
                    <a:pt x="1969645" y="50496"/>
                  </a:lnTo>
                  <a:lnTo>
                    <a:pt x="1899301" y="48813"/>
                  </a:lnTo>
                  <a:lnTo>
                    <a:pt x="1828956" y="47123"/>
                  </a:lnTo>
                  <a:lnTo>
                    <a:pt x="1758612" y="45423"/>
                  </a:lnTo>
                  <a:lnTo>
                    <a:pt x="1688267" y="43715"/>
                  </a:lnTo>
                  <a:lnTo>
                    <a:pt x="1617923" y="41998"/>
                  </a:lnTo>
                  <a:lnTo>
                    <a:pt x="1547578" y="40273"/>
                  </a:lnTo>
                  <a:lnTo>
                    <a:pt x="1477234" y="38538"/>
                  </a:lnTo>
                  <a:lnTo>
                    <a:pt x="1406889" y="36795"/>
                  </a:lnTo>
                  <a:lnTo>
                    <a:pt x="1336545" y="35043"/>
                  </a:lnTo>
                  <a:lnTo>
                    <a:pt x="1266200" y="33282"/>
                  </a:lnTo>
                  <a:lnTo>
                    <a:pt x="1195856" y="31512"/>
                  </a:lnTo>
                  <a:lnTo>
                    <a:pt x="1125511" y="29733"/>
                  </a:lnTo>
                  <a:lnTo>
                    <a:pt x="1055167" y="27945"/>
                  </a:lnTo>
                  <a:lnTo>
                    <a:pt x="984822" y="26147"/>
                  </a:lnTo>
                  <a:lnTo>
                    <a:pt x="914478" y="24341"/>
                  </a:lnTo>
                  <a:lnTo>
                    <a:pt x="844133" y="22525"/>
                  </a:lnTo>
                  <a:lnTo>
                    <a:pt x="773789" y="20700"/>
                  </a:lnTo>
                  <a:lnTo>
                    <a:pt x="703444" y="18866"/>
                  </a:lnTo>
                  <a:lnTo>
                    <a:pt x="633100" y="17022"/>
                  </a:lnTo>
                  <a:lnTo>
                    <a:pt x="562755" y="15169"/>
                  </a:lnTo>
                  <a:lnTo>
                    <a:pt x="492411" y="13306"/>
                  </a:lnTo>
                  <a:lnTo>
                    <a:pt x="422066" y="11434"/>
                  </a:lnTo>
                  <a:lnTo>
                    <a:pt x="351722" y="9553"/>
                  </a:lnTo>
                  <a:lnTo>
                    <a:pt x="281377" y="7661"/>
                  </a:lnTo>
                  <a:lnTo>
                    <a:pt x="211033" y="5761"/>
                  </a:lnTo>
                  <a:lnTo>
                    <a:pt x="140688" y="3850"/>
                  </a:lnTo>
                  <a:lnTo>
                    <a:pt x="70344" y="19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555294"/>
              <a:ext cx="6964104" cy="750746"/>
            </a:xfrm>
            <a:custGeom>
              <a:avLst/>
              <a:pathLst>
                <a:path w="6964104" h="750746">
                  <a:moveTo>
                    <a:pt x="0" y="0"/>
                  </a:moveTo>
                  <a:lnTo>
                    <a:pt x="70344" y="18515"/>
                  </a:lnTo>
                  <a:lnTo>
                    <a:pt x="140688" y="36624"/>
                  </a:lnTo>
                  <a:lnTo>
                    <a:pt x="211033" y="54337"/>
                  </a:lnTo>
                  <a:lnTo>
                    <a:pt x="281377" y="71661"/>
                  </a:lnTo>
                  <a:lnTo>
                    <a:pt x="351722" y="88606"/>
                  </a:lnTo>
                  <a:lnTo>
                    <a:pt x="422066" y="105180"/>
                  </a:lnTo>
                  <a:lnTo>
                    <a:pt x="492411" y="121391"/>
                  </a:lnTo>
                  <a:lnTo>
                    <a:pt x="562755" y="137246"/>
                  </a:lnTo>
                  <a:lnTo>
                    <a:pt x="633100" y="152754"/>
                  </a:lnTo>
                  <a:lnTo>
                    <a:pt x="703444" y="167922"/>
                  </a:lnTo>
                  <a:lnTo>
                    <a:pt x="773789" y="182758"/>
                  </a:lnTo>
                  <a:lnTo>
                    <a:pt x="844133" y="197268"/>
                  </a:lnTo>
                  <a:lnTo>
                    <a:pt x="914478" y="211461"/>
                  </a:lnTo>
                  <a:lnTo>
                    <a:pt x="984822" y="225343"/>
                  </a:lnTo>
                  <a:lnTo>
                    <a:pt x="1055167" y="238920"/>
                  </a:lnTo>
                  <a:lnTo>
                    <a:pt x="1125511" y="252200"/>
                  </a:lnTo>
                  <a:lnTo>
                    <a:pt x="1195856" y="265190"/>
                  </a:lnTo>
                  <a:lnTo>
                    <a:pt x="1266200" y="277894"/>
                  </a:lnTo>
                  <a:lnTo>
                    <a:pt x="1336545" y="290320"/>
                  </a:lnTo>
                  <a:lnTo>
                    <a:pt x="1406889" y="302474"/>
                  </a:lnTo>
                  <a:lnTo>
                    <a:pt x="1477234" y="314362"/>
                  </a:lnTo>
                  <a:lnTo>
                    <a:pt x="1547578" y="325989"/>
                  </a:lnTo>
                  <a:lnTo>
                    <a:pt x="1617923" y="337361"/>
                  </a:lnTo>
                  <a:lnTo>
                    <a:pt x="1688267" y="348484"/>
                  </a:lnTo>
                  <a:lnTo>
                    <a:pt x="1758612" y="359363"/>
                  </a:lnTo>
                  <a:lnTo>
                    <a:pt x="1828956" y="370004"/>
                  </a:lnTo>
                  <a:lnTo>
                    <a:pt x="1899301" y="380412"/>
                  </a:lnTo>
                  <a:lnTo>
                    <a:pt x="1969645" y="390592"/>
                  </a:lnTo>
                  <a:lnTo>
                    <a:pt x="2039990" y="400549"/>
                  </a:lnTo>
                  <a:lnTo>
                    <a:pt x="2110334" y="410287"/>
                  </a:lnTo>
                  <a:lnTo>
                    <a:pt x="2180679" y="419812"/>
                  </a:lnTo>
                  <a:lnTo>
                    <a:pt x="2251023" y="429129"/>
                  </a:lnTo>
                  <a:lnTo>
                    <a:pt x="2321368" y="438241"/>
                  </a:lnTo>
                  <a:lnTo>
                    <a:pt x="2391712" y="447154"/>
                  </a:lnTo>
                  <a:lnTo>
                    <a:pt x="2462057" y="455871"/>
                  </a:lnTo>
                  <a:lnTo>
                    <a:pt x="2532401" y="464398"/>
                  </a:lnTo>
                  <a:lnTo>
                    <a:pt x="2602746" y="472737"/>
                  </a:lnTo>
                  <a:lnTo>
                    <a:pt x="2673090" y="480894"/>
                  </a:lnTo>
                  <a:lnTo>
                    <a:pt x="2743435" y="488872"/>
                  </a:lnTo>
                  <a:lnTo>
                    <a:pt x="2813779" y="496675"/>
                  </a:lnTo>
                  <a:lnTo>
                    <a:pt x="2884124" y="504308"/>
                  </a:lnTo>
                  <a:lnTo>
                    <a:pt x="2954468" y="511773"/>
                  </a:lnTo>
                  <a:lnTo>
                    <a:pt x="3024813" y="519074"/>
                  </a:lnTo>
                  <a:lnTo>
                    <a:pt x="3095157" y="526216"/>
                  </a:lnTo>
                  <a:lnTo>
                    <a:pt x="3165502" y="533201"/>
                  </a:lnTo>
                  <a:lnTo>
                    <a:pt x="3235846" y="540033"/>
                  </a:lnTo>
                  <a:lnTo>
                    <a:pt x="3306191" y="546715"/>
                  </a:lnTo>
                  <a:lnTo>
                    <a:pt x="3376535" y="553251"/>
                  </a:lnTo>
                  <a:lnTo>
                    <a:pt x="3446880" y="559643"/>
                  </a:lnTo>
                  <a:lnTo>
                    <a:pt x="3517224" y="565896"/>
                  </a:lnTo>
                  <a:lnTo>
                    <a:pt x="3587569" y="572011"/>
                  </a:lnTo>
                  <a:lnTo>
                    <a:pt x="3657913" y="577993"/>
                  </a:lnTo>
                  <a:lnTo>
                    <a:pt x="3728257" y="583844"/>
                  </a:lnTo>
                  <a:lnTo>
                    <a:pt x="3798602" y="589566"/>
                  </a:lnTo>
                  <a:lnTo>
                    <a:pt x="3868946" y="595163"/>
                  </a:lnTo>
                  <a:lnTo>
                    <a:pt x="3939291" y="600637"/>
                  </a:lnTo>
                  <a:lnTo>
                    <a:pt x="4009635" y="605991"/>
                  </a:lnTo>
                  <a:lnTo>
                    <a:pt x="4079980" y="611228"/>
                  </a:lnTo>
                  <a:lnTo>
                    <a:pt x="4150324" y="616351"/>
                  </a:lnTo>
                  <a:lnTo>
                    <a:pt x="4220669" y="621361"/>
                  </a:lnTo>
                  <a:lnTo>
                    <a:pt x="4291013" y="626261"/>
                  </a:lnTo>
                  <a:lnTo>
                    <a:pt x="4361358" y="631054"/>
                  </a:lnTo>
                  <a:lnTo>
                    <a:pt x="4431702" y="635742"/>
                  </a:lnTo>
                  <a:lnTo>
                    <a:pt x="4502047" y="640327"/>
                  </a:lnTo>
                  <a:lnTo>
                    <a:pt x="4572391" y="644812"/>
                  </a:lnTo>
                  <a:lnTo>
                    <a:pt x="4642736" y="649198"/>
                  </a:lnTo>
                  <a:lnTo>
                    <a:pt x="4713080" y="653488"/>
                  </a:lnTo>
                  <a:lnTo>
                    <a:pt x="4783425" y="657685"/>
                  </a:lnTo>
                  <a:lnTo>
                    <a:pt x="4853769" y="661789"/>
                  </a:lnTo>
                  <a:lnTo>
                    <a:pt x="4924114" y="665803"/>
                  </a:lnTo>
                  <a:lnTo>
                    <a:pt x="4994458" y="669730"/>
                  </a:lnTo>
                  <a:lnTo>
                    <a:pt x="5064803" y="673570"/>
                  </a:lnTo>
                  <a:lnTo>
                    <a:pt x="5135147" y="677326"/>
                  </a:lnTo>
                  <a:lnTo>
                    <a:pt x="5205492" y="681000"/>
                  </a:lnTo>
                  <a:lnTo>
                    <a:pt x="5275836" y="684594"/>
                  </a:lnTo>
                  <a:lnTo>
                    <a:pt x="5346181" y="688109"/>
                  </a:lnTo>
                  <a:lnTo>
                    <a:pt x="5416525" y="691546"/>
                  </a:lnTo>
                  <a:lnTo>
                    <a:pt x="5486870" y="694909"/>
                  </a:lnTo>
                  <a:lnTo>
                    <a:pt x="5557214" y="698197"/>
                  </a:lnTo>
                  <a:lnTo>
                    <a:pt x="5627559" y="701414"/>
                  </a:lnTo>
                  <a:lnTo>
                    <a:pt x="5697903" y="704560"/>
                  </a:lnTo>
                  <a:lnTo>
                    <a:pt x="5768248" y="707637"/>
                  </a:lnTo>
                  <a:lnTo>
                    <a:pt x="5838592" y="710647"/>
                  </a:lnTo>
                  <a:lnTo>
                    <a:pt x="5908937" y="713591"/>
                  </a:lnTo>
                  <a:lnTo>
                    <a:pt x="5979281" y="716470"/>
                  </a:lnTo>
                  <a:lnTo>
                    <a:pt x="6049626" y="719287"/>
                  </a:lnTo>
                  <a:lnTo>
                    <a:pt x="6119970" y="722041"/>
                  </a:lnTo>
                  <a:lnTo>
                    <a:pt x="6190315" y="724735"/>
                  </a:lnTo>
                  <a:lnTo>
                    <a:pt x="6260659" y="727371"/>
                  </a:lnTo>
                  <a:lnTo>
                    <a:pt x="6331004" y="729948"/>
                  </a:lnTo>
                  <a:lnTo>
                    <a:pt x="6401348" y="732469"/>
                  </a:lnTo>
                  <a:lnTo>
                    <a:pt x="6471693" y="734935"/>
                  </a:lnTo>
                  <a:lnTo>
                    <a:pt x="6542037" y="737346"/>
                  </a:lnTo>
                  <a:lnTo>
                    <a:pt x="6612382" y="739705"/>
                  </a:lnTo>
                  <a:lnTo>
                    <a:pt x="6682726" y="742012"/>
                  </a:lnTo>
                  <a:lnTo>
                    <a:pt x="6753071" y="744269"/>
                  </a:lnTo>
                  <a:lnTo>
                    <a:pt x="6823415" y="746476"/>
                  </a:lnTo>
                  <a:lnTo>
                    <a:pt x="6893760" y="748635"/>
                  </a:lnTo>
                  <a:lnTo>
                    <a:pt x="6964104" y="75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(1.06-1.57), p_Bonf = 0.066 (n = 6)  |  per IQR decline (Δ = 29.9 %): 2.15 (1.19-3.88)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18494"/>
            </a:xfrm>
            <a:custGeom>
              <a:avLst/>
              <a:pathLst>
                <a:path w="6964104" h="1218494">
                  <a:moveTo>
                    <a:pt x="721188" y="0"/>
                  </a:moveTo>
                  <a:lnTo>
                    <a:pt x="773789" y="36508"/>
                  </a:lnTo>
                  <a:lnTo>
                    <a:pt x="844133" y="83454"/>
                  </a:lnTo>
                  <a:lnTo>
                    <a:pt x="914478" y="128594"/>
                  </a:lnTo>
                  <a:lnTo>
                    <a:pt x="984822" y="171999"/>
                  </a:lnTo>
                  <a:lnTo>
                    <a:pt x="1055167" y="213734"/>
                  </a:lnTo>
                  <a:lnTo>
                    <a:pt x="1125511" y="253864"/>
                  </a:lnTo>
                  <a:lnTo>
                    <a:pt x="1195856" y="292451"/>
                  </a:lnTo>
                  <a:lnTo>
                    <a:pt x="1266200" y="329554"/>
                  </a:lnTo>
                  <a:lnTo>
                    <a:pt x="1336545" y="365230"/>
                  </a:lnTo>
                  <a:lnTo>
                    <a:pt x="1406889" y="399534"/>
                  </a:lnTo>
                  <a:lnTo>
                    <a:pt x="1477234" y="432518"/>
                  </a:lnTo>
                  <a:lnTo>
                    <a:pt x="1547578" y="464235"/>
                  </a:lnTo>
                  <a:lnTo>
                    <a:pt x="1617923" y="494731"/>
                  </a:lnTo>
                  <a:lnTo>
                    <a:pt x="1688267" y="524054"/>
                  </a:lnTo>
                  <a:lnTo>
                    <a:pt x="1758612" y="552250"/>
                  </a:lnTo>
                  <a:lnTo>
                    <a:pt x="1828956" y="579361"/>
                  </a:lnTo>
                  <a:lnTo>
                    <a:pt x="1899301" y="605430"/>
                  </a:lnTo>
                  <a:lnTo>
                    <a:pt x="1969645" y="630496"/>
                  </a:lnTo>
                  <a:lnTo>
                    <a:pt x="2039990" y="654598"/>
                  </a:lnTo>
                  <a:lnTo>
                    <a:pt x="2110334" y="677774"/>
                  </a:lnTo>
                  <a:lnTo>
                    <a:pt x="2180679" y="700058"/>
                  </a:lnTo>
                  <a:lnTo>
                    <a:pt x="2251023" y="721485"/>
                  </a:lnTo>
                  <a:lnTo>
                    <a:pt x="2321368" y="742087"/>
                  </a:lnTo>
                  <a:lnTo>
                    <a:pt x="2391712" y="761898"/>
                  </a:lnTo>
                  <a:lnTo>
                    <a:pt x="2462057" y="780947"/>
                  </a:lnTo>
                  <a:lnTo>
                    <a:pt x="2532401" y="799263"/>
                  </a:lnTo>
                  <a:lnTo>
                    <a:pt x="2602746" y="816874"/>
                  </a:lnTo>
                  <a:lnTo>
                    <a:pt x="2673090" y="833809"/>
                  </a:lnTo>
                  <a:lnTo>
                    <a:pt x="2743435" y="850092"/>
                  </a:lnTo>
                  <a:lnTo>
                    <a:pt x="2813779" y="865749"/>
                  </a:lnTo>
                  <a:lnTo>
                    <a:pt x="2884124" y="880803"/>
                  </a:lnTo>
                  <a:lnTo>
                    <a:pt x="2954468" y="895279"/>
                  </a:lnTo>
                  <a:lnTo>
                    <a:pt x="3024813" y="909198"/>
                  </a:lnTo>
                  <a:lnTo>
                    <a:pt x="3095157" y="922582"/>
                  </a:lnTo>
                  <a:lnTo>
                    <a:pt x="3165502" y="935451"/>
                  </a:lnTo>
                  <a:lnTo>
                    <a:pt x="3235846" y="947825"/>
                  </a:lnTo>
                  <a:lnTo>
                    <a:pt x="3306191" y="958109"/>
                  </a:lnTo>
                  <a:lnTo>
                    <a:pt x="3376535" y="959629"/>
                  </a:lnTo>
                  <a:lnTo>
                    <a:pt x="3446880" y="961140"/>
                  </a:lnTo>
                  <a:lnTo>
                    <a:pt x="3517224" y="962644"/>
                  </a:lnTo>
                  <a:lnTo>
                    <a:pt x="3587569" y="964140"/>
                  </a:lnTo>
                  <a:lnTo>
                    <a:pt x="3657913" y="965629"/>
                  </a:lnTo>
                  <a:lnTo>
                    <a:pt x="3728257" y="967110"/>
                  </a:lnTo>
                  <a:lnTo>
                    <a:pt x="3798602" y="968584"/>
                  </a:lnTo>
                  <a:lnTo>
                    <a:pt x="3868946" y="970050"/>
                  </a:lnTo>
                  <a:lnTo>
                    <a:pt x="3939291" y="971508"/>
                  </a:lnTo>
                  <a:lnTo>
                    <a:pt x="4009635" y="972960"/>
                  </a:lnTo>
                  <a:lnTo>
                    <a:pt x="4079980" y="974404"/>
                  </a:lnTo>
                  <a:lnTo>
                    <a:pt x="4150324" y="975840"/>
                  </a:lnTo>
                  <a:lnTo>
                    <a:pt x="4220669" y="977269"/>
                  </a:lnTo>
                  <a:lnTo>
                    <a:pt x="4291013" y="978691"/>
                  </a:lnTo>
                  <a:lnTo>
                    <a:pt x="4361358" y="980106"/>
                  </a:lnTo>
                  <a:lnTo>
                    <a:pt x="4431702" y="981514"/>
                  </a:lnTo>
                  <a:lnTo>
                    <a:pt x="4502047" y="982914"/>
                  </a:lnTo>
                  <a:lnTo>
                    <a:pt x="4572391" y="984307"/>
                  </a:lnTo>
                  <a:lnTo>
                    <a:pt x="4642736" y="985693"/>
                  </a:lnTo>
                  <a:lnTo>
                    <a:pt x="4713080" y="987073"/>
                  </a:lnTo>
                  <a:lnTo>
                    <a:pt x="4783425" y="988445"/>
                  </a:lnTo>
                  <a:lnTo>
                    <a:pt x="4853769" y="989810"/>
                  </a:lnTo>
                  <a:lnTo>
                    <a:pt x="4924114" y="991168"/>
                  </a:lnTo>
                  <a:lnTo>
                    <a:pt x="4994458" y="992520"/>
                  </a:lnTo>
                  <a:lnTo>
                    <a:pt x="5064803" y="993864"/>
                  </a:lnTo>
                  <a:lnTo>
                    <a:pt x="5135147" y="995202"/>
                  </a:lnTo>
                  <a:lnTo>
                    <a:pt x="5205492" y="996533"/>
                  </a:lnTo>
                  <a:lnTo>
                    <a:pt x="5275836" y="997857"/>
                  </a:lnTo>
                  <a:lnTo>
                    <a:pt x="5346181" y="999174"/>
                  </a:lnTo>
                  <a:lnTo>
                    <a:pt x="5416525" y="1000485"/>
                  </a:lnTo>
                  <a:lnTo>
                    <a:pt x="5486870" y="1001789"/>
                  </a:lnTo>
                  <a:lnTo>
                    <a:pt x="5557214" y="1003086"/>
                  </a:lnTo>
                  <a:lnTo>
                    <a:pt x="5627559" y="1004377"/>
                  </a:lnTo>
                  <a:lnTo>
                    <a:pt x="5697903" y="1005661"/>
                  </a:lnTo>
                  <a:lnTo>
                    <a:pt x="5768248" y="1006939"/>
                  </a:lnTo>
                  <a:lnTo>
                    <a:pt x="5838592" y="1008210"/>
                  </a:lnTo>
                  <a:lnTo>
                    <a:pt x="5908937" y="1009475"/>
                  </a:lnTo>
                  <a:lnTo>
                    <a:pt x="5979281" y="1010734"/>
                  </a:lnTo>
                  <a:lnTo>
                    <a:pt x="6049626" y="1011986"/>
                  </a:lnTo>
                  <a:lnTo>
                    <a:pt x="6119970" y="1013231"/>
                  </a:lnTo>
                  <a:lnTo>
                    <a:pt x="6190315" y="1014470"/>
                  </a:lnTo>
                  <a:lnTo>
                    <a:pt x="6260659" y="1015703"/>
                  </a:lnTo>
                  <a:lnTo>
                    <a:pt x="6331004" y="1016930"/>
                  </a:lnTo>
                  <a:lnTo>
                    <a:pt x="6401348" y="1018151"/>
                  </a:lnTo>
                  <a:lnTo>
                    <a:pt x="6471693" y="1019365"/>
                  </a:lnTo>
                  <a:lnTo>
                    <a:pt x="6542037" y="1020573"/>
                  </a:lnTo>
                  <a:lnTo>
                    <a:pt x="6612382" y="1021775"/>
                  </a:lnTo>
                  <a:lnTo>
                    <a:pt x="6682726" y="1022971"/>
                  </a:lnTo>
                  <a:lnTo>
                    <a:pt x="6753071" y="1024161"/>
                  </a:lnTo>
                  <a:lnTo>
                    <a:pt x="6823415" y="1025345"/>
                  </a:lnTo>
                  <a:lnTo>
                    <a:pt x="6893760" y="1026522"/>
                  </a:lnTo>
                  <a:lnTo>
                    <a:pt x="6964104" y="1027694"/>
                  </a:lnTo>
                  <a:lnTo>
                    <a:pt x="6964104" y="1218494"/>
                  </a:lnTo>
                  <a:lnTo>
                    <a:pt x="6893760" y="1216946"/>
                  </a:lnTo>
                  <a:lnTo>
                    <a:pt x="6823415" y="1215336"/>
                  </a:lnTo>
                  <a:lnTo>
                    <a:pt x="6753071" y="1213662"/>
                  </a:lnTo>
                  <a:lnTo>
                    <a:pt x="6682726" y="1211920"/>
                  </a:lnTo>
                  <a:lnTo>
                    <a:pt x="6612382" y="1210109"/>
                  </a:lnTo>
                  <a:lnTo>
                    <a:pt x="6542037" y="1208226"/>
                  </a:lnTo>
                  <a:lnTo>
                    <a:pt x="6471693" y="1206267"/>
                  </a:lnTo>
                  <a:lnTo>
                    <a:pt x="6401348" y="1204229"/>
                  </a:lnTo>
                  <a:lnTo>
                    <a:pt x="6331004" y="1202111"/>
                  </a:lnTo>
                  <a:lnTo>
                    <a:pt x="6260659" y="1199907"/>
                  </a:lnTo>
                  <a:lnTo>
                    <a:pt x="6190315" y="1197616"/>
                  </a:lnTo>
                  <a:lnTo>
                    <a:pt x="6119970" y="1195232"/>
                  </a:lnTo>
                  <a:lnTo>
                    <a:pt x="6049626" y="1192754"/>
                  </a:lnTo>
                  <a:lnTo>
                    <a:pt x="5979281" y="1190176"/>
                  </a:lnTo>
                  <a:lnTo>
                    <a:pt x="5908937" y="1187495"/>
                  </a:lnTo>
                  <a:lnTo>
                    <a:pt x="5838592" y="1184707"/>
                  </a:lnTo>
                  <a:lnTo>
                    <a:pt x="5768248" y="1181808"/>
                  </a:lnTo>
                  <a:lnTo>
                    <a:pt x="5697903" y="1178792"/>
                  </a:lnTo>
                  <a:lnTo>
                    <a:pt x="5627559" y="1175656"/>
                  </a:lnTo>
                  <a:lnTo>
                    <a:pt x="5557214" y="1172394"/>
                  </a:lnTo>
                  <a:lnTo>
                    <a:pt x="5486870" y="1169002"/>
                  </a:lnTo>
                  <a:lnTo>
                    <a:pt x="5416525" y="1165475"/>
                  </a:lnTo>
                  <a:lnTo>
                    <a:pt x="5346181" y="1161806"/>
                  </a:lnTo>
                  <a:lnTo>
                    <a:pt x="5275836" y="1157990"/>
                  </a:lnTo>
                  <a:lnTo>
                    <a:pt x="5205492" y="1154022"/>
                  </a:lnTo>
                  <a:lnTo>
                    <a:pt x="5135147" y="1149896"/>
                  </a:lnTo>
                  <a:lnTo>
                    <a:pt x="5064803" y="1145604"/>
                  </a:lnTo>
                  <a:lnTo>
                    <a:pt x="4994458" y="1141140"/>
                  </a:lnTo>
                  <a:lnTo>
                    <a:pt x="4924114" y="1136498"/>
                  </a:lnTo>
                  <a:lnTo>
                    <a:pt x="4853769" y="1131670"/>
                  </a:lnTo>
                  <a:lnTo>
                    <a:pt x="4783425" y="1126649"/>
                  </a:lnTo>
                  <a:lnTo>
                    <a:pt x="4713080" y="1121428"/>
                  </a:lnTo>
                  <a:lnTo>
                    <a:pt x="4642736" y="1115997"/>
                  </a:lnTo>
                  <a:lnTo>
                    <a:pt x="4572391" y="1110349"/>
                  </a:lnTo>
                  <a:lnTo>
                    <a:pt x="4502047" y="1104476"/>
                  </a:lnTo>
                  <a:lnTo>
                    <a:pt x="4431702" y="1098367"/>
                  </a:lnTo>
                  <a:lnTo>
                    <a:pt x="4361358" y="1092014"/>
                  </a:lnTo>
                  <a:lnTo>
                    <a:pt x="4291013" y="1085408"/>
                  </a:lnTo>
                  <a:lnTo>
                    <a:pt x="4220669" y="1078536"/>
                  </a:lnTo>
                  <a:lnTo>
                    <a:pt x="4150324" y="1071390"/>
                  </a:lnTo>
                  <a:lnTo>
                    <a:pt x="4079980" y="1063958"/>
                  </a:lnTo>
                  <a:lnTo>
                    <a:pt x="4009635" y="1056229"/>
                  </a:lnTo>
                  <a:lnTo>
                    <a:pt x="3939291" y="1048191"/>
                  </a:lnTo>
                  <a:lnTo>
                    <a:pt x="3868946" y="1039831"/>
                  </a:lnTo>
                  <a:lnTo>
                    <a:pt x="3798602" y="1031137"/>
                  </a:lnTo>
                  <a:lnTo>
                    <a:pt x="3728257" y="1022095"/>
                  </a:lnTo>
                  <a:lnTo>
                    <a:pt x="3657913" y="1012692"/>
                  </a:lnTo>
                  <a:lnTo>
                    <a:pt x="3587569" y="1002912"/>
                  </a:lnTo>
                  <a:lnTo>
                    <a:pt x="3517224" y="992742"/>
                  </a:lnTo>
                  <a:lnTo>
                    <a:pt x="3446880" y="982164"/>
                  </a:lnTo>
                  <a:lnTo>
                    <a:pt x="3376535" y="971163"/>
                  </a:lnTo>
                  <a:lnTo>
                    <a:pt x="3306191" y="959723"/>
                  </a:lnTo>
                  <a:lnTo>
                    <a:pt x="3235846" y="956582"/>
                  </a:lnTo>
                  <a:lnTo>
                    <a:pt x="3165502" y="955048"/>
                  </a:lnTo>
                  <a:lnTo>
                    <a:pt x="3095157" y="953505"/>
                  </a:lnTo>
                  <a:lnTo>
                    <a:pt x="3024813" y="951954"/>
                  </a:lnTo>
                  <a:lnTo>
                    <a:pt x="2954468" y="950396"/>
                  </a:lnTo>
                  <a:lnTo>
                    <a:pt x="2884124" y="948829"/>
                  </a:lnTo>
                  <a:lnTo>
                    <a:pt x="2813779" y="947255"/>
                  </a:lnTo>
                  <a:lnTo>
                    <a:pt x="2743435" y="945673"/>
                  </a:lnTo>
                  <a:lnTo>
                    <a:pt x="2673090" y="944082"/>
                  </a:lnTo>
                  <a:lnTo>
                    <a:pt x="2602746" y="942483"/>
                  </a:lnTo>
                  <a:lnTo>
                    <a:pt x="2532401" y="940876"/>
                  </a:lnTo>
                  <a:lnTo>
                    <a:pt x="2462057" y="939261"/>
                  </a:lnTo>
                  <a:lnTo>
                    <a:pt x="2391712" y="937638"/>
                  </a:lnTo>
                  <a:lnTo>
                    <a:pt x="2321368" y="936007"/>
                  </a:lnTo>
                  <a:lnTo>
                    <a:pt x="2251023" y="934367"/>
                  </a:lnTo>
                  <a:lnTo>
                    <a:pt x="2180679" y="932718"/>
                  </a:lnTo>
                  <a:lnTo>
                    <a:pt x="2110334" y="931062"/>
                  </a:lnTo>
                  <a:lnTo>
                    <a:pt x="2039990" y="929397"/>
                  </a:lnTo>
                  <a:lnTo>
                    <a:pt x="1969645" y="927723"/>
                  </a:lnTo>
                  <a:lnTo>
                    <a:pt x="1899301" y="926041"/>
                  </a:lnTo>
                  <a:lnTo>
                    <a:pt x="1828956" y="924350"/>
                  </a:lnTo>
                  <a:lnTo>
                    <a:pt x="1758612" y="922651"/>
                  </a:lnTo>
                  <a:lnTo>
                    <a:pt x="1688267" y="920943"/>
                  </a:lnTo>
                  <a:lnTo>
                    <a:pt x="1617923" y="919226"/>
                  </a:lnTo>
                  <a:lnTo>
                    <a:pt x="1547578" y="917500"/>
                  </a:lnTo>
                  <a:lnTo>
                    <a:pt x="1477234" y="915766"/>
                  </a:lnTo>
                  <a:lnTo>
                    <a:pt x="1406889" y="914023"/>
                  </a:lnTo>
                  <a:lnTo>
                    <a:pt x="1336545" y="912270"/>
                  </a:lnTo>
                  <a:lnTo>
                    <a:pt x="1266200" y="910509"/>
                  </a:lnTo>
                  <a:lnTo>
                    <a:pt x="1195856" y="908739"/>
                  </a:lnTo>
                  <a:lnTo>
                    <a:pt x="1125511" y="906960"/>
                  </a:lnTo>
                  <a:lnTo>
                    <a:pt x="1055167" y="905172"/>
                  </a:lnTo>
                  <a:lnTo>
                    <a:pt x="984822" y="903375"/>
                  </a:lnTo>
                  <a:lnTo>
                    <a:pt x="914478" y="901568"/>
                  </a:lnTo>
                  <a:lnTo>
                    <a:pt x="844133" y="899752"/>
                  </a:lnTo>
                  <a:lnTo>
                    <a:pt x="773789" y="897927"/>
                  </a:lnTo>
                  <a:lnTo>
                    <a:pt x="703444" y="896093"/>
                  </a:lnTo>
                  <a:lnTo>
                    <a:pt x="633100" y="894249"/>
                  </a:lnTo>
                  <a:lnTo>
                    <a:pt x="562755" y="892396"/>
                  </a:lnTo>
                  <a:lnTo>
                    <a:pt x="492411" y="890534"/>
                  </a:lnTo>
                  <a:lnTo>
                    <a:pt x="422066" y="888662"/>
                  </a:lnTo>
                  <a:lnTo>
                    <a:pt x="351722" y="886780"/>
                  </a:lnTo>
                  <a:lnTo>
                    <a:pt x="281377" y="884889"/>
                  </a:lnTo>
                  <a:lnTo>
                    <a:pt x="211033" y="882988"/>
                  </a:lnTo>
                  <a:lnTo>
                    <a:pt x="140688" y="881077"/>
                  </a:lnTo>
                  <a:lnTo>
                    <a:pt x="70344" y="879157"/>
                  </a:lnTo>
                  <a:lnTo>
                    <a:pt x="0" y="8772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56501" y="4336484"/>
              <a:ext cx="6242915" cy="1027694"/>
            </a:xfrm>
            <a:custGeom>
              <a:avLst/>
              <a:pathLst>
                <a:path w="6242915" h="1027694">
                  <a:moveTo>
                    <a:pt x="0" y="0"/>
                  </a:moveTo>
                  <a:lnTo>
                    <a:pt x="52600" y="36508"/>
                  </a:lnTo>
                  <a:lnTo>
                    <a:pt x="122944" y="83454"/>
                  </a:lnTo>
                  <a:lnTo>
                    <a:pt x="193289" y="128594"/>
                  </a:lnTo>
                  <a:lnTo>
                    <a:pt x="263633" y="171999"/>
                  </a:lnTo>
                  <a:lnTo>
                    <a:pt x="333978" y="213734"/>
                  </a:lnTo>
                  <a:lnTo>
                    <a:pt x="404322" y="253864"/>
                  </a:lnTo>
                  <a:lnTo>
                    <a:pt x="474667" y="292451"/>
                  </a:lnTo>
                  <a:lnTo>
                    <a:pt x="545011" y="329554"/>
                  </a:lnTo>
                  <a:lnTo>
                    <a:pt x="615356" y="365230"/>
                  </a:lnTo>
                  <a:lnTo>
                    <a:pt x="685700" y="399534"/>
                  </a:lnTo>
                  <a:lnTo>
                    <a:pt x="756045" y="432518"/>
                  </a:lnTo>
                  <a:lnTo>
                    <a:pt x="826389" y="464235"/>
                  </a:lnTo>
                  <a:lnTo>
                    <a:pt x="896734" y="494731"/>
                  </a:lnTo>
                  <a:lnTo>
                    <a:pt x="967078" y="524054"/>
                  </a:lnTo>
                  <a:lnTo>
                    <a:pt x="1037423" y="552250"/>
                  </a:lnTo>
                  <a:lnTo>
                    <a:pt x="1107767" y="579361"/>
                  </a:lnTo>
                  <a:lnTo>
                    <a:pt x="1178112" y="605430"/>
                  </a:lnTo>
                  <a:lnTo>
                    <a:pt x="1248456" y="630496"/>
                  </a:lnTo>
                  <a:lnTo>
                    <a:pt x="1318801" y="654598"/>
                  </a:lnTo>
                  <a:lnTo>
                    <a:pt x="1389145" y="677774"/>
                  </a:lnTo>
                  <a:lnTo>
                    <a:pt x="1459490" y="700058"/>
                  </a:lnTo>
                  <a:lnTo>
                    <a:pt x="1529834" y="721485"/>
                  </a:lnTo>
                  <a:lnTo>
                    <a:pt x="1600179" y="742087"/>
                  </a:lnTo>
                  <a:lnTo>
                    <a:pt x="1670523" y="761898"/>
                  </a:lnTo>
                  <a:lnTo>
                    <a:pt x="1740868" y="780947"/>
                  </a:lnTo>
                  <a:lnTo>
                    <a:pt x="1811212" y="799263"/>
                  </a:lnTo>
                  <a:lnTo>
                    <a:pt x="1881557" y="816874"/>
                  </a:lnTo>
                  <a:lnTo>
                    <a:pt x="1951901" y="833809"/>
                  </a:lnTo>
                  <a:lnTo>
                    <a:pt x="2022246" y="850092"/>
                  </a:lnTo>
                  <a:lnTo>
                    <a:pt x="2092590" y="865749"/>
                  </a:lnTo>
                  <a:lnTo>
                    <a:pt x="2162935" y="880803"/>
                  </a:lnTo>
                  <a:lnTo>
                    <a:pt x="2233279" y="895279"/>
                  </a:lnTo>
                  <a:lnTo>
                    <a:pt x="2303624" y="909198"/>
                  </a:lnTo>
                  <a:lnTo>
                    <a:pt x="2373968" y="922582"/>
                  </a:lnTo>
                  <a:lnTo>
                    <a:pt x="2444313" y="935451"/>
                  </a:lnTo>
                  <a:lnTo>
                    <a:pt x="2514657" y="947825"/>
                  </a:lnTo>
                  <a:lnTo>
                    <a:pt x="2585002" y="958109"/>
                  </a:lnTo>
                  <a:lnTo>
                    <a:pt x="2655346" y="959629"/>
                  </a:lnTo>
                  <a:lnTo>
                    <a:pt x="2725691" y="961140"/>
                  </a:lnTo>
                  <a:lnTo>
                    <a:pt x="2796035" y="962644"/>
                  </a:lnTo>
                  <a:lnTo>
                    <a:pt x="2866380" y="964140"/>
                  </a:lnTo>
                  <a:lnTo>
                    <a:pt x="2936724" y="965629"/>
                  </a:lnTo>
                  <a:lnTo>
                    <a:pt x="3007069" y="967110"/>
                  </a:lnTo>
                  <a:lnTo>
                    <a:pt x="3077413" y="968584"/>
                  </a:lnTo>
                  <a:lnTo>
                    <a:pt x="3147758" y="970050"/>
                  </a:lnTo>
                  <a:lnTo>
                    <a:pt x="3218102" y="971508"/>
                  </a:lnTo>
                  <a:lnTo>
                    <a:pt x="3288447" y="972960"/>
                  </a:lnTo>
                  <a:lnTo>
                    <a:pt x="3358791" y="974404"/>
                  </a:lnTo>
                  <a:lnTo>
                    <a:pt x="3429136" y="975840"/>
                  </a:lnTo>
                  <a:lnTo>
                    <a:pt x="3499480" y="977269"/>
                  </a:lnTo>
                  <a:lnTo>
                    <a:pt x="3569825" y="978691"/>
                  </a:lnTo>
                  <a:lnTo>
                    <a:pt x="3640169" y="980106"/>
                  </a:lnTo>
                  <a:lnTo>
                    <a:pt x="3710514" y="981514"/>
                  </a:lnTo>
                  <a:lnTo>
                    <a:pt x="3780858" y="982914"/>
                  </a:lnTo>
                  <a:lnTo>
                    <a:pt x="3851202" y="984307"/>
                  </a:lnTo>
                  <a:lnTo>
                    <a:pt x="3921547" y="985693"/>
                  </a:lnTo>
                  <a:lnTo>
                    <a:pt x="3991891" y="987073"/>
                  </a:lnTo>
                  <a:lnTo>
                    <a:pt x="4062236" y="988445"/>
                  </a:lnTo>
                  <a:lnTo>
                    <a:pt x="4132580" y="989810"/>
                  </a:lnTo>
                  <a:lnTo>
                    <a:pt x="4202925" y="991168"/>
                  </a:lnTo>
                  <a:lnTo>
                    <a:pt x="4273269" y="992520"/>
                  </a:lnTo>
                  <a:lnTo>
                    <a:pt x="4343614" y="993864"/>
                  </a:lnTo>
                  <a:lnTo>
                    <a:pt x="4413958" y="995202"/>
                  </a:lnTo>
                  <a:lnTo>
                    <a:pt x="4484303" y="996533"/>
                  </a:lnTo>
                  <a:lnTo>
                    <a:pt x="4554647" y="997857"/>
                  </a:lnTo>
                  <a:lnTo>
                    <a:pt x="4624992" y="999174"/>
                  </a:lnTo>
                  <a:lnTo>
                    <a:pt x="4695336" y="1000485"/>
                  </a:lnTo>
                  <a:lnTo>
                    <a:pt x="4765681" y="1001789"/>
                  </a:lnTo>
                  <a:lnTo>
                    <a:pt x="4836025" y="1003086"/>
                  </a:lnTo>
                  <a:lnTo>
                    <a:pt x="4906370" y="1004377"/>
                  </a:lnTo>
                  <a:lnTo>
                    <a:pt x="4976714" y="1005661"/>
                  </a:lnTo>
                  <a:lnTo>
                    <a:pt x="5047059" y="1006939"/>
                  </a:lnTo>
                  <a:lnTo>
                    <a:pt x="5117403" y="1008210"/>
                  </a:lnTo>
                  <a:lnTo>
                    <a:pt x="5187748" y="1009475"/>
                  </a:lnTo>
                  <a:lnTo>
                    <a:pt x="5258092" y="1010734"/>
                  </a:lnTo>
                  <a:lnTo>
                    <a:pt x="5328437" y="1011986"/>
                  </a:lnTo>
                  <a:lnTo>
                    <a:pt x="5398781" y="1013231"/>
                  </a:lnTo>
                  <a:lnTo>
                    <a:pt x="5469126" y="1014470"/>
                  </a:lnTo>
                  <a:lnTo>
                    <a:pt x="5539470" y="1015703"/>
                  </a:lnTo>
                  <a:lnTo>
                    <a:pt x="5609815" y="1016930"/>
                  </a:lnTo>
                  <a:lnTo>
                    <a:pt x="5680159" y="1018151"/>
                  </a:lnTo>
                  <a:lnTo>
                    <a:pt x="5750504" y="1019365"/>
                  </a:lnTo>
                  <a:lnTo>
                    <a:pt x="5820848" y="1020573"/>
                  </a:lnTo>
                  <a:lnTo>
                    <a:pt x="5891193" y="1021775"/>
                  </a:lnTo>
                  <a:lnTo>
                    <a:pt x="5961537" y="1022971"/>
                  </a:lnTo>
                  <a:lnTo>
                    <a:pt x="6031882" y="1024161"/>
                  </a:lnTo>
                  <a:lnTo>
                    <a:pt x="6102226" y="1025345"/>
                  </a:lnTo>
                  <a:lnTo>
                    <a:pt x="6172571" y="1026522"/>
                  </a:lnTo>
                  <a:lnTo>
                    <a:pt x="6242915" y="1027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13711"/>
              <a:ext cx="6964104" cy="341267"/>
            </a:xfrm>
            <a:custGeom>
              <a:avLst/>
              <a:pathLst>
                <a:path w="6964104" h="341267">
                  <a:moveTo>
                    <a:pt x="6964104" y="341267"/>
                  </a:moveTo>
                  <a:lnTo>
                    <a:pt x="6893760" y="339719"/>
                  </a:lnTo>
                  <a:lnTo>
                    <a:pt x="6823415" y="338109"/>
                  </a:lnTo>
                  <a:lnTo>
                    <a:pt x="6753071" y="336434"/>
                  </a:lnTo>
                  <a:lnTo>
                    <a:pt x="6682726" y="334693"/>
                  </a:lnTo>
                  <a:lnTo>
                    <a:pt x="6612382" y="332882"/>
                  </a:lnTo>
                  <a:lnTo>
                    <a:pt x="6542037" y="330998"/>
                  </a:lnTo>
                  <a:lnTo>
                    <a:pt x="6471693" y="329039"/>
                  </a:lnTo>
                  <a:lnTo>
                    <a:pt x="6401348" y="327002"/>
                  </a:lnTo>
                  <a:lnTo>
                    <a:pt x="6331004" y="324883"/>
                  </a:lnTo>
                  <a:lnTo>
                    <a:pt x="6260659" y="322680"/>
                  </a:lnTo>
                  <a:lnTo>
                    <a:pt x="6190315" y="320388"/>
                  </a:lnTo>
                  <a:lnTo>
                    <a:pt x="6119970" y="318005"/>
                  </a:lnTo>
                  <a:lnTo>
                    <a:pt x="6049626" y="315526"/>
                  </a:lnTo>
                  <a:lnTo>
                    <a:pt x="5979281" y="312949"/>
                  </a:lnTo>
                  <a:lnTo>
                    <a:pt x="5908937" y="310268"/>
                  </a:lnTo>
                  <a:lnTo>
                    <a:pt x="5838592" y="307480"/>
                  </a:lnTo>
                  <a:lnTo>
                    <a:pt x="5768248" y="304580"/>
                  </a:lnTo>
                  <a:lnTo>
                    <a:pt x="5697903" y="301565"/>
                  </a:lnTo>
                  <a:lnTo>
                    <a:pt x="5627559" y="298429"/>
                  </a:lnTo>
                  <a:lnTo>
                    <a:pt x="5557214" y="295167"/>
                  </a:lnTo>
                  <a:lnTo>
                    <a:pt x="5486870" y="291775"/>
                  </a:lnTo>
                  <a:lnTo>
                    <a:pt x="5416525" y="288247"/>
                  </a:lnTo>
                  <a:lnTo>
                    <a:pt x="5346181" y="284579"/>
                  </a:lnTo>
                  <a:lnTo>
                    <a:pt x="5275836" y="280763"/>
                  </a:lnTo>
                  <a:lnTo>
                    <a:pt x="5205492" y="276795"/>
                  </a:lnTo>
                  <a:lnTo>
                    <a:pt x="5135147" y="272668"/>
                  </a:lnTo>
                  <a:lnTo>
                    <a:pt x="5064803" y="268376"/>
                  </a:lnTo>
                  <a:lnTo>
                    <a:pt x="4994458" y="263913"/>
                  </a:lnTo>
                  <a:lnTo>
                    <a:pt x="4924114" y="259271"/>
                  </a:lnTo>
                  <a:lnTo>
                    <a:pt x="4853769" y="254443"/>
                  </a:lnTo>
                  <a:lnTo>
                    <a:pt x="4783425" y="249422"/>
                  </a:lnTo>
                  <a:lnTo>
                    <a:pt x="4713080" y="244200"/>
                  </a:lnTo>
                  <a:lnTo>
                    <a:pt x="4642736" y="238770"/>
                  </a:lnTo>
                  <a:lnTo>
                    <a:pt x="4572391" y="233122"/>
                  </a:lnTo>
                  <a:lnTo>
                    <a:pt x="4502047" y="227248"/>
                  </a:lnTo>
                  <a:lnTo>
                    <a:pt x="4431702" y="221140"/>
                  </a:lnTo>
                  <a:lnTo>
                    <a:pt x="4361358" y="214787"/>
                  </a:lnTo>
                  <a:lnTo>
                    <a:pt x="4291013" y="208180"/>
                  </a:lnTo>
                  <a:lnTo>
                    <a:pt x="4220669" y="201309"/>
                  </a:lnTo>
                  <a:lnTo>
                    <a:pt x="4150324" y="194163"/>
                  </a:lnTo>
                  <a:lnTo>
                    <a:pt x="4079980" y="186731"/>
                  </a:lnTo>
                  <a:lnTo>
                    <a:pt x="4009635" y="179002"/>
                  </a:lnTo>
                  <a:lnTo>
                    <a:pt x="3939291" y="170964"/>
                  </a:lnTo>
                  <a:lnTo>
                    <a:pt x="3868946" y="162604"/>
                  </a:lnTo>
                  <a:lnTo>
                    <a:pt x="3798602" y="153910"/>
                  </a:lnTo>
                  <a:lnTo>
                    <a:pt x="3728257" y="144868"/>
                  </a:lnTo>
                  <a:lnTo>
                    <a:pt x="3657913" y="135465"/>
                  </a:lnTo>
                  <a:lnTo>
                    <a:pt x="3587569" y="125685"/>
                  </a:lnTo>
                  <a:lnTo>
                    <a:pt x="3517224" y="115514"/>
                  </a:lnTo>
                  <a:lnTo>
                    <a:pt x="3446880" y="104937"/>
                  </a:lnTo>
                  <a:lnTo>
                    <a:pt x="3376535" y="93936"/>
                  </a:lnTo>
                  <a:lnTo>
                    <a:pt x="3306191" y="82495"/>
                  </a:lnTo>
                  <a:lnTo>
                    <a:pt x="3235846" y="79355"/>
                  </a:lnTo>
                  <a:lnTo>
                    <a:pt x="3165502" y="77820"/>
                  </a:lnTo>
                  <a:lnTo>
                    <a:pt x="3095157" y="76277"/>
                  </a:lnTo>
                  <a:lnTo>
                    <a:pt x="3024813" y="74727"/>
                  </a:lnTo>
                  <a:lnTo>
                    <a:pt x="2954468" y="73168"/>
                  </a:lnTo>
                  <a:lnTo>
                    <a:pt x="2884124" y="71602"/>
                  </a:lnTo>
                  <a:lnTo>
                    <a:pt x="2813779" y="70028"/>
                  </a:lnTo>
                  <a:lnTo>
                    <a:pt x="2743435" y="68445"/>
                  </a:lnTo>
                  <a:lnTo>
                    <a:pt x="2673090" y="66855"/>
                  </a:lnTo>
                  <a:lnTo>
                    <a:pt x="2602746" y="65256"/>
                  </a:lnTo>
                  <a:lnTo>
                    <a:pt x="2532401" y="63649"/>
                  </a:lnTo>
                  <a:lnTo>
                    <a:pt x="2462057" y="62034"/>
                  </a:lnTo>
                  <a:lnTo>
                    <a:pt x="2391712" y="60411"/>
                  </a:lnTo>
                  <a:lnTo>
                    <a:pt x="2321368" y="58779"/>
                  </a:lnTo>
                  <a:lnTo>
                    <a:pt x="2251023" y="57139"/>
                  </a:lnTo>
                  <a:lnTo>
                    <a:pt x="2180679" y="55491"/>
                  </a:lnTo>
                  <a:lnTo>
                    <a:pt x="2110334" y="53834"/>
                  </a:lnTo>
                  <a:lnTo>
                    <a:pt x="2039990" y="52169"/>
                  </a:lnTo>
                  <a:lnTo>
                    <a:pt x="1969645" y="50496"/>
                  </a:lnTo>
                  <a:lnTo>
                    <a:pt x="1899301" y="48813"/>
                  </a:lnTo>
                  <a:lnTo>
                    <a:pt x="1828956" y="47123"/>
                  </a:lnTo>
                  <a:lnTo>
                    <a:pt x="1758612" y="45423"/>
                  </a:lnTo>
                  <a:lnTo>
                    <a:pt x="1688267" y="43715"/>
                  </a:lnTo>
                  <a:lnTo>
                    <a:pt x="1617923" y="41998"/>
                  </a:lnTo>
                  <a:lnTo>
                    <a:pt x="1547578" y="40273"/>
                  </a:lnTo>
                  <a:lnTo>
                    <a:pt x="1477234" y="38538"/>
                  </a:lnTo>
                  <a:lnTo>
                    <a:pt x="1406889" y="36795"/>
                  </a:lnTo>
                  <a:lnTo>
                    <a:pt x="1336545" y="35043"/>
                  </a:lnTo>
                  <a:lnTo>
                    <a:pt x="1266200" y="33282"/>
                  </a:lnTo>
                  <a:lnTo>
                    <a:pt x="1195856" y="31512"/>
                  </a:lnTo>
                  <a:lnTo>
                    <a:pt x="1125511" y="29733"/>
                  </a:lnTo>
                  <a:lnTo>
                    <a:pt x="1055167" y="27945"/>
                  </a:lnTo>
                  <a:lnTo>
                    <a:pt x="984822" y="26147"/>
                  </a:lnTo>
                  <a:lnTo>
                    <a:pt x="914478" y="24341"/>
                  </a:lnTo>
                  <a:lnTo>
                    <a:pt x="844133" y="22525"/>
                  </a:lnTo>
                  <a:lnTo>
                    <a:pt x="773789" y="20700"/>
                  </a:lnTo>
                  <a:lnTo>
                    <a:pt x="703444" y="18866"/>
                  </a:lnTo>
                  <a:lnTo>
                    <a:pt x="633100" y="17022"/>
                  </a:lnTo>
                  <a:lnTo>
                    <a:pt x="562755" y="15169"/>
                  </a:lnTo>
                  <a:lnTo>
                    <a:pt x="492411" y="13306"/>
                  </a:lnTo>
                  <a:lnTo>
                    <a:pt x="422066" y="11434"/>
                  </a:lnTo>
                  <a:lnTo>
                    <a:pt x="351722" y="9553"/>
                  </a:lnTo>
                  <a:lnTo>
                    <a:pt x="281377" y="7661"/>
                  </a:lnTo>
                  <a:lnTo>
                    <a:pt x="211033" y="5761"/>
                  </a:lnTo>
                  <a:lnTo>
                    <a:pt x="140688" y="3850"/>
                  </a:lnTo>
                  <a:lnTo>
                    <a:pt x="70344" y="19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748686"/>
              <a:ext cx="6964104" cy="750746"/>
            </a:xfrm>
            <a:custGeom>
              <a:avLst/>
              <a:pathLst>
                <a:path w="6964104" h="750746">
                  <a:moveTo>
                    <a:pt x="0" y="0"/>
                  </a:moveTo>
                  <a:lnTo>
                    <a:pt x="70344" y="18515"/>
                  </a:lnTo>
                  <a:lnTo>
                    <a:pt x="140688" y="36624"/>
                  </a:lnTo>
                  <a:lnTo>
                    <a:pt x="211033" y="54337"/>
                  </a:lnTo>
                  <a:lnTo>
                    <a:pt x="281377" y="71661"/>
                  </a:lnTo>
                  <a:lnTo>
                    <a:pt x="351722" y="88606"/>
                  </a:lnTo>
                  <a:lnTo>
                    <a:pt x="422066" y="105180"/>
                  </a:lnTo>
                  <a:lnTo>
                    <a:pt x="492411" y="121391"/>
                  </a:lnTo>
                  <a:lnTo>
                    <a:pt x="562755" y="137246"/>
                  </a:lnTo>
                  <a:lnTo>
                    <a:pt x="633100" y="152754"/>
                  </a:lnTo>
                  <a:lnTo>
                    <a:pt x="703444" y="167922"/>
                  </a:lnTo>
                  <a:lnTo>
                    <a:pt x="773789" y="182758"/>
                  </a:lnTo>
                  <a:lnTo>
                    <a:pt x="844133" y="197268"/>
                  </a:lnTo>
                  <a:lnTo>
                    <a:pt x="914478" y="211461"/>
                  </a:lnTo>
                  <a:lnTo>
                    <a:pt x="984822" y="225343"/>
                  </a:lnTo>
                  <a:lnTo>
                    <a:pt x="1055167" y="238920"/>
                  </a:lnTo>
                  <a:lnTo>
                    <a:pt x="1125511" y="252200"/>
                  </a:lnTo>
                  <a:lnTo>
                    <a:pt x="1195856" y="265190"/>
                  </a:lnTo>
                  <a:lnTo>
                    <a:pt x="1266200" y="277894"/>
                  </a:lnTo>
                  <a:lnTo>
                    <a:pt x="1336545" y="290320"/>
                  </a:lnTo>
                  <a:lnTo>
                    <a:pt x="1406889" y="302474"/>
                  </a:lnTo>
                  <a:lnTo>
                    <a:pt x="1477234" y="314362"/>
                  </a:lnTo>
                  <a:lnTo>
                    <a:pt x="1547578" y="325989"/>
                  </a:lnTo>
                  <a:lnTo>
                    <a:pt x="1617923" y="337361"/>
                  </a:lnTo>
                  <a:lnTo>
                    <a:pt x="1688267" y="348484"/>
                  </a:lnTo>
                  <a:lnTo>
                    <a:pt x="1758612" y="359363"/>
                  </a:lnTo>
                  <a:lnTo>
                    <a:pt x="1828956" y="370004"/>
                  </a:lnTo>
                  <a:lnTo>
                    <a:pt x="1899301" y="380412"/>
                  </a:lnTo>
                  <a:lnTo>
                    <a:pt x="1969645" y="390592"/>
                  </a:lnTo>
                  <a:lnTo>
                    <a:pt x="2039990" y="400549"/>
                  </a:lnTo>
                  <a:lnTo>
                    <a:pt x="2110334" y="410287"/>
                  </a:lnTo>
                  <a:lnTo>
                    <a:pt x="2180679" y="419812"/>
                  </a:lnTo>
                  <a:lnTo>
                    <a:pt x="2251023" y="429129"/>
                  </a:lnTo>
                  <a:lnTo>
                    <a:pt x="2321368" y="438241"/>
                  </a:lnTo>
                  <a:lnTo>
                    <a:pt x="2391712" y="447154"/>
                  </a:lnTo>
                  <a:lnTo>
                    <a:pt x="2462057" y="455871"/>
                  </a:lnTo>
                  <a:lnTo>
                    <a:pt x="2532401" y="464398"/>
                  </a:lnTo>
                  <a:lnTo>
                    <a:pt x="2602746" y="472737"/>
                  </a:lnTo>
                  <a:lnTo>
                    <a:pt x="2673090" y="480894"/>
                  </a:lnTo>
                  <a:lnTo>
                    <a:pt x="2743435" y="488872"/>
                  </a:lnTo>
                  <a:lnTo>
                    <a:pt x="2813779" y="496675"/>
                  </a:lnTo>
                  <a:lnTo>
                    <a:pt x="2884124" y="504308"/>
                  </a:lnTo>
                  <a:lnTo>
                    <a:pt x="2954468" y="511773"/>
                  </a:lnTo>
                  <a:lnTo>
                    <a:pt x="3024813" y="519074"/>
                  </a:lnTo>
                  <a:lnTo>
                    <a:pt x="3095157" y="526216"/>
                  </a:lnTo>
                  <a:lnTo>
                    <a:pt x="3165502" y="533201"/>
                  </a:lnTo>
                  <a:lnTo>
                    <a:pt x="3235846" y="540033"/>
                  </a:lnTo>
                  <a:lnTo>
                    <a:pt x="3306191" y="546715"/>
                  </a:lnTo>
                  <a:lnTo>
                    <a:pt x="3376535" y="553251"/>
                  </a:lnTo>
                  <a:lnTo>
                    <a:pt x="3446880" y="559643"/>
                  </a:lnTo>
                  <a:lnTo>
                    <a:pt x="3517224" y="565896"/>
                  </a:lnTo>
                  <a:lnTo>
                    <a:pt x="3587569" y="572011"/>
                  </a:lnTo>
                  <a:lnTo>
                    <a:pt x="3657913" y="577993"/>
                  </a:lnTo>
                  <a:lnTo>
                    <a:pt x="3728257" y="583844"/>
                  </a:lnTo>
                  <a:lnTo>
                    <a:pt x="3798602" y="589566"/>
                  </a:lnTo>
                  <a:lnTo>
                    <a:pt x="3868946" y="595163"/>
                  </a:lnTo>
                  <a:lnTo>
                    <a:pt x="3939291" y="600637"/>
                  </a:lnTo>
                  <a:lnTo>
                    <a:pt x="4009635" y="605991"/>
                  </a:lnTo>
                  <a:lnTo>
                    <a:pt x="4079980" y="611228"/>
                  </a:lnTo>
                  <a:lnTo>
                    <a:pt x="4150324" y="616351"/>
                  </a:lnTo>
                  <a:lnTo>
                    <a:pt x="4220669" y="621361"/>
                  </a:lnTo>
                  <a:lnTo>
                    <a:pt x="4291013" y="626261"/>
                  </a:lnTo>
                  <a:lnTo>
                    <a:pt x="4361358" y="631054"/>
                  </a:lnTo>
                  <a:lnTo>
                    <a:pt x="4431702" y="635742"/>
                  </a:lnTo>
                  <a:lnTo>
                    <a:pt x="4502047" y="640327"/>
                  </a:lnTo>
                  <a:lnTo>
                    <a:pt x="4572391" y="644812"/>
                  </a:lnTo>
                  <a:lnTo>
                    <a:pt x="4642736" y="649198"/>
                  </a:lnTo>
                  <a:lnTo>
                    <a:pt x="4713080" y="653488"/>
                  </a:lnTo>
                  <a:lnTo>
                    <a:pt x="4783425" y="657685"/>
                  </a:lnTo>
                  <a:lnTo>
                    <a:pt x="4853769" y="661789"/>
                  </a:lnTo>
                  <a:lnTo>
                    <a:pt x="4924114" y="665803"/>
                  </a:lnTo>
                  <a:lnTo>
                    <a:pt x="4994458" y="669730"/>
                  </a:lnTo>
                  <a:lnTo>
                    <a:pt x="5064803" y="673570"/>
                  </a:lnTo>
                  <a:lnTo>
                    <a:pt x="5135147" y="677326"/>
                  </a:lnTo>
                  <a:lnTo>
                    <a:pt x="5205492" y="681000"/>
                  </a:lnTo>
                  <a:lnTo>
                    <a:pt x="5275836" y="684594"/>
                  </a:lnTo>
                  <a:lnTo>
                    <a:pt x="5346181" y="688109"/>
                  </a:lnTo>
                  <a:lnTo>
                    <a:pt x="5416525" y="691546"/>
                  </a:lnTo>
                  <a:lnTo>
                    <a:pt x="5486870" y="694909"/>
                  </a:lnTo>
                  <a:lnTo>
                    <a:pt x="5557214" y="698197"/>
                  </a:lnTo>
                  <a:lnTo>
                    <a:pt x="5627559" y="701414"/>
                  </a:lnTo>
                  <a:lnTo>
                    <a:pt x="5697903" y="704560"/>
                  </a:lnTo>
                  <a:lnTo>
                    <a:pt x="5768248" y="707637"/>
                  </a:lnTo>
                  <a:lnTo>
                    <a:pt x="5838592" y="710647"/>
                  </a:lnTo>
                  <a:lnTo>
                    <a:pt x="5908937" y="713591"/>
                  </a:lnTo>
                  <a:lnTo>
                    <a:pt x="5979281" y="716470"/>
                  </a:lnTo>
                  <a:lnTo>
                    <a:pt x="6049626" y="719287"/>
                  </a:lnTo>
                  <a:lnTo>
                    <a:pt x="6119970" y="722041"/>
                  </a:lnTo>
                  <a:lnTo>
                    <a:pt x="6190315" y="724735"/>
                  </a:lnTo>
                  <a:lnTo>
                    <a:pt x="6260659" y="727371"/>
                  </a:lnTo>
                  <a:lnTo>
                    <a:pt x="6331004" y="729948"/>
                  </a:lnTo>
                  <a:lnTo>
                    <a:pt x="6401348" y="732469"/>
                  </a:lnTo>
                  <a:lnTo>
                    <a:pt x="6471693" y="734935"/>
                  </a:lnTo>
                  <a:lnTo>
                    <a:pt x="6542037" y="737346"/>
                  </a:lnTo>
                  <a:lnTo>
                    <a:pt x="6612382" y="739705"/>
                  </a:lnTo>
                  <a:lnTo>
                    <a:pt x="6682726" y="742012"/>
                  </a:lnTo>
                  <a:lnTo>
                    <a:pt x="6753071" y="744269"/>
                  </a:lnTo>
                  <a:lnTo>
                    <a:pt x="6823415" y="746476"/>
                  </a:lnTo>
                  <a:lnTo>
                    <a:pt x="6893760" y="748635"/>
                  </a:lnTo>
                  <a:lnTo>
                    <a:pt x="6964104" y="75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(1.06-1.57), p_Bonf = 0.066 (n = 6)  |  per IQR decline (Δ = 29.9 %): 2.15 (1.19-3.88)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2026-07-22T07:57:17Z</dcterms:modified>
  <cp:category/>
</cp:coreProperties>
</file>