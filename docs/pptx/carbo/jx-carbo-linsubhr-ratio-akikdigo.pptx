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40184"/>
            </a:xfrm>
            <a:custGeom>
              <a:avLst/>
              <a:pathLst>
                <a:path w="7403783" h="3540184">
                  <a:moveTo>
                    <a:pt x="602816" y="0"/>
                  </a:moveTo>
                  <a:lnTo>
                    <a:pt x="660118" y="106070"/>
                  </a:lnTo>
                  <a:lnTo>
                    <a:pt x="736751" y="242465"/>
                  </a:lnTo>
                  <a:lnTo>
                    <a:pt x="813384" y="373616"/>
                  </a:lnTo>
                  <a:lnTo>
                    <a:pt x="890016" y="499722"/>
                  </a:lnTo>
                  <a:lnTo>
                    <a:pt x="966649" y="620979"/>
                  </a:lnTo>
                  <a:lnTo>
                    <a:pt x="1043281" y="737572"/>
                  </a:lnTo>
                  <a:lnTo>
                    <a:pt x="1119914" y="849681"/>
                  </a:lnTo>
                  <a:lnTo>
                    <a:pt x="1196546" y="957479"/>
                  </a:lnTo>
                  <a:lnTo>
                    <a:pt x="1273179" y="1061131"/>
                  </a:lnTo>
                  <a:lnTo>
                    <a:pt x="1349811" y="1160797"/>
                  </a:lnTo>
                  <a:lnTo>
                    <a:pt x="1426444" y="1256629"/>
                  </a:lnTo>
                  <a:lnTo>
                    <a:pt x="1503076" y="1348776"/>
                  </a:lnTo>
                  <a:lnTo>
                    <a:pt x="1579709" y="1437380"/>
                  </a:lnTo>
                  <a:lnTo>
                    <a:pt x="1656342" y="1522575"/>
                  </a:lnTo>
                  <a:lnTo>
                    <a:pt x="1732974" y="1604494"/>
                  </a:lnTo>
                  <a:lnTo>
                    <a:pt x="1809607" y="1683263"/>
                  </a:lnTo>
                  <a:lnTo>
                    <a:pt x="1886239" y="1759003"/>
                  </a:lnTo>
                  <a:lnTo>
                    <a:pt x="1962872" y="1831829"/>
                  </a:lnTo>
                  <a:lnTo>
                    <a:pt x="2039504" y="1901855"/>
                  </a:lnTo>
                  <a:lnTo>
                    <a:pt x="2116137" y="1969188"/>
                  </a:lnTo>
                  <a:lnTo>
                    <a:pt x="2192769" y="2033931"/>
                  </a:lnTo>
                  <a:lnTo>
                    <a:pt x="2269402" y="2096184"/>
                  </a:lnTo>
                  <a:lnTo>
                    <a:pt x="2346034" y="2156043"/>
                  </a:lnTo>
                  <a:lnTo>
                    <a:pt x="2422667" y="2213600"/>
                  </a:lnTo>
                  <a:lnTo>
                    <a:pt x="2499300" y="2268943"/>
                  </a:lnTo>
                  <a:lnTo>
                    <a:pt x="2575932" y="2322158"/>
                  </a:lnTo>
                  <a:lnTo>
                    <a:pt x="2652565" y="2373327"/>
                  </a:lnTo>
                  <a:lnTo>
                    <a:pt x="2729197" y="2422527"/>
                  </a:lnTo>
                  <a:lnTo>
                    <a:pt x="2805830" y="2469836"/>
                  </a:lnTo>
                  <a:lnTo>
                    <a:pt x="2882462" y="2515325"/>
                  </a:lnTo>
                  <a:lnTo>
                    <a:pt x="2959095" y="2559064"/>
                  </a:lnTo>
                  <a:lnTo>
                    <a:pt x="3035727" y="2601122"/>
                  </a:lnTo>
                  <a:lnTo>
                    <a:pt x="3112360" y="2641562"/>
                  </a:lnTo>
                  <a:lnTo>
                    <a:pt x="3188993" y="2680446"/>
                  </a:lnTo>
                  <a:lnTo>
                    <a:pt x="3265625" y="2717836"/>
                  </a:lnTo>
                  <a:lnTo>
                    <a:pt x="3342258" y="2753787"/>
                  </a:lnTo>
                  <a:lnTo>
                    <a:pt x="3418890" y="2783668"/>
                  </a:lnTo>
                  <a:lnTo>
                    <a:pt x="3495523" y="2788082"/>
                  </a:lnTo>
                  <a:lnTo>
                    <a:pt x="3572155" y="2792474"/>
                  </a:lnTo>
                  <a:lnTo>
                    <a:pt x="3648788" y="2796843"/>
                  </a:lnTo>
                  <a:lnTo>
                    <a:pt x="3725420" y="2801190"/>
                  </a:lnTo>
                  <a:lnTo>
                    <a:pt x="3802053" y="2805515"/>
                  </a:lnTo>
                  <a:lnTo>
                    <a:pt x="3878685" y="2809819"/>
                  </a:lnTo>
                  <a:lnTo>
                    <a:pt x="3955318" y="2814100"/>
                  </a:lnTo>
                  <a:lnTo>
                    <a:pt x="4031951" y="2818359"/>
                  </a:lnTo>
                  <a:lnTo>
                    <a:pt x="4108583" y="2822597"/>
                  </a:lnTo>
                  <a:lnTo>
                    <a:pt x="4185216" y="2826814"/>
                  </a:lnTo>
                  <a:lnTo>
                    <a:pt x="4261848" y="2831008"/>
                  </a:lnTo>
                  <a:lnTo>
                    <a:pt x="4338481" y="2835182"/>
                  </a:lnTo>
                  <a:lnTo>
                    <a:pt x="4415113" y="2839335"/>
                  </a:lnTo>
                  <a:lnTo>
                    <a:pt x="4491746" y="2843466"/>
                  </a:lnTo>
                  <a:lnTo>
                    <a:pt x="4568378" y="2847576"/>
                  </a:lnTo>
                  <a:lnTo>
                    <a:pt x="4645011" y="2851666"/>
                  </a:lnTo>
                  <a:lnTo>
                    <a:pt x="4721644" y="2855734"/>
                  </a:lnTo>
                  <a:lnTo>
                    <a:pt x="4798276" y="2859782"/>
                  </a:lnTo>
                  <a:lnTo>
                    <a:pt x="4874909" y="2863810"/>
                  </a:lnTo>
                  <a:lnTo>
                    <a:pt x="4951541" y="2867817"/>
                  </a:lnTo>
                  <a:lnTo>
                    <a:pt x="5028174" y="2871804"/>
                  </a:lnTo>
                  <a:lnTo>
                    <a:pt x="5104806" y="2875770"/>
                  </a:lnTo>
                  <a:lnTo>
                    <a:pt x="5181439" y="2879716"/>
                  </a:lnTo>
                  <a:lnTo>
                    <a:pt x="5258071" y="2883642"/>
                  </a:lnTo>
                  <a:lnTo>
                    <a:pt x="5334704" y="2887549"/>
                  </a:lnTo>
                  <a:lnTo>
                    <a:pt x="5411336" y="2891435"/>
                  </a:lnTo>
                  <a:lnTo>
                    <a:pt x="5487969" y="2895302"/>
                  </a:lnTo>
                  <a:lnTo>
                    <a:pt x="5564602" y="2899149"/>
                  </a:lnTo>
                  <a:lnTo>
                    <a:pt x="5641234" y="2902976"/>
                  </a:lnTo>
                  <a:lnTo>
                    <a:pt x="5717867" y="2906784"/>
                  </a:lnTo>
                  <a:lnTo>
                    <a:pt x="5794499" y="2910573"/>
                  </a:lnTo>
                  <a:lnTo>
                    <a:pt x="5871132" y="2914343"/>
                  </a:lnTo>
                  <a:lnTo>
                    <a:pt x="5947764" y="2918093"/>
                  </a:lnTo>
                  <a:lnTo>
                    <a:pt x="6024397" y="2921824"/>
                  </a:lnTo>
                  <a:lnTo>
                    <a:pt x="6101029" y="2925537"/>
                  </a:lnTo>
                  <a:lnTo>
                    <a:pt x="6177662" y="2929230"/>
                  </a:lnTo>
                  <a:lnTo>
                    <a:pt x="6254294" y="2932905"/>
                  </a:lnTo>
                  <a:lnTo>
                    <a:pt x="6330927" y="2936561"/>
                  </a:lnTo>
                  <a:lnTo>
                    <a:pt x="6407560" y="2940198"/>
                  </a:lnTo>
                  <a:lnTo>
                    <a:pt x="6484192" y="2943817"/>
                  </a:lnTo>
                  <a:lnTo>
                    <a:pt x="6560825" y="2947418"/>
                  </a:lnTo>
                  <a:lnTo>
                    <a:pt x="6637457" y="2951000"/>
                  </a:lnTo>
                  <a:lnTo>
                    <a:pt x="6714090" y="2954564"/>
                  </a:lnTo>
                  <a:lnTo>
                    <a:pt x="6790722" y="2958110"/>
                  </a:lnTo>
                  <a:lnTo>
                    <a:pt x="6867355" y="2961638"/>
                  </a:lnTo>
                  <a:lnTo>
                    <a:pt x="6943987" y="2965148"/>
                  </a:lnTo>
                  <a:lnTo>
                    <a:pt x="7020620" y="2968641"/>
                  </a:lnTo>
                  <a:lnTo>
                    <a:pt x="7097253" y="2972115"/>
                  </a:lnTo>
                  <a:lnTo>
                    <a:pt x="7173885" y="2975572"/>
                  </a:lnTo>
                  <a:lnTo>
                    <a:pt x="7250518" y="2979011"/>
                  </a:lnTo>
                  <a:lnTo>
                    <a:pt x="7327150" y="2982433"/>
                  </a:lnTo>
                  <a:lnTo>
                    <a:pt x="7403783" y="2985837"/>
                  </a:lnTo>
                  <a:lnTo>
                    <a:pt x="7403783" y="3540184"/>
                  </a:lnTo>
                  <a:lnTo>
                    <a:pt x="7327150" y="3535686"/>
                  </a:lnTo>
                  <a:lnTo>
                    <a:pt x="7250518" y="3531008"/>
                  </a:lnTo>
                  <a:lnTo>
                    <a:pt x="7173885" y="3526143"/>
                  </a:lnTo>
                  <a:lnTo>
                    <a:pt x="7097253" y="3521083"/>
                  </a:lnTo>
                  <a:lnTo>
                    <a:pt x="7020620" y="3515821"/>
                  </a:lnTo>
                  <a:lnTo>
                    <a:pt x="6943987" y="3510349"/>
                  </a:lnTo>
                  <a:lnTo>
                    <a:pt x="6867355" y="3504657"/>
                  </a:lnTo>
                  <a:lnTo>
                    <a:pt x="6790722" y="3498739"/>
                  </a:lnTo>
                  <a:lnTo>
                    <a:pt x="6714090" y="3492583"/>
                  </a:lnTo>
                  <a:lnTo>
                    <a:pt x="6637457" y="3486181"/>
                  </a:lnTo>
                  <a:lnTo>
                    <a:pt x="6560825" y="3479523"/>
                  </a:lnTo>
                  <a:lnTo>
                    <a:pt x="6484192" y="3472599"/>
                  </a:lnTo>
                  <a:lnTo>
                    <a:pt x="6407560" y="3465398"/>
                  </a:lnTo>
                  <a:lnTo>
                    <a:pt x="6330927" y="3457908"/>
                  </a:lnTo>
                  <a:lnTo>
                    <a:pt x="6254294" y="3450120"/>
                  </a:lnTo>
                  <a:lnTo>
                    <a:pt x="6177662" y="3442019"/>
                  </a:lnTo>
                  <a:lnTo>
                    <a:pt x="6101029" y="3433595"/>
                  </a:lnTo>
                  <a:lnTo>
                    <a:pt x="6024397" y="3424834"/>
                  </a:lnTo>
                  <a:lnTo>
                    <a:pt x="5947764" y="3415722"/>
                  </a:lnTo>
                  <a:lnTo>
                    <a:pt x="5871132" y="3406246"/>
                  </a:lnTo>
                  <a:lnTo>
                    <a:pt x="5794499" y="3396391"/>
                  </a:lnTo>
                  <a:lnTo>
                    <a:pt x="5717867" y="3386142"/>
                  </a:lnTo>
                  <a:lnTo>
                    <a:pt x="5641234" y="3375483"/>
                  </a:lnTo>
                  <a:lnTo>
                    <a:pt x="5564602" y="3364397"/>
                  </a:lnTo>
                  <a:lnTo>
                    <a:pt x="5487969" y="3352868"/>
                  </a:lnTo>
                  <a:lnTo>
                    <a:pt x="5411336" y="3340878"/>
                  </a:lnTo>
                  <a:lnTo>
                    <a:pt x="5334704" y="3328409"/>
                  </a:lnTo>
                  <a:lnTo>
                    <a:pt x="5258071" y="3315440"/>
                  </a:lnTo>
                  <a:lnTo>
                    <a:pt x="5181439" y="3301953"/>
                  </a:lnTo>
                  <a:lnTo>
                    <a:pt x="5104806" y="3287927"/>
                  </a:lnTo>
                  <a:lnTo>
                    <a:pt x="5028174" y="3273340"/>
                  </a:lnTo>
                  <a:lnTo>
                    <a:pt x="4951541" y="3258169"/>
                  </a:lnTo>
                  <a:lnTo>
                    <a:pt x="4874909" y="3242391"/>
                  </a:lnTo>
                  <a:lnTo>
                    <a:pt x="4798276" y="3225982"/>
                  </a:lnTo>
                  <a:lnTo>
                    <a:pt x="4721644" y="3208917"/>
                  </a:lnTo>
                  <a:lnTo>
                    <a:pt x="4645011" y="3191170"/>
                  </a:lnTo>
                  <a:lnTo>
                    <a:pt x="4568378" y="3172712"/>
                  </a:lnTo>
                  <a:lnTo>
                    <a:pt x="4491746" y="3153516"/>
                  </a:lnTo>
                  <a:lnTo>
                    <a:pt x="4415113" y="3133553"/>
                  </a:lnTo>
                  <a:lnTo>
                    <a:pt x="4338481" y="3112791"/>
                  </a:lnTo>
                  <a:lnTo>
                    <a:pt x="4261848" y="3091199"/>
                  </a:lnTo>
                  <a:lnTo>
                    <a:pt x="4185216" y="3068743"/>
                  </a:lnTo>
                  <a:lnTo>
                    <a:pt x="4108583" y="3045389"/>
                  </a:lnTo>
                  <a:lnTo>
                    <a:pt x="4031951" y="3021101"/>
                  </a:lnTo>
                  <a:lnTo>
                    <a:pt x="3955318" y="2995841"/>
                  </a:lnTo>
                  <a:lnTo>
                    <a:pt x="3878685" y="2969571"/>
                  </a:lnTo>
                  <a:lnTo>
                    <a:pt x="3802053" y="2942250"/>
                  </a:lnTo>
                  <a:lnTo>
                    <a:pt x="3725420" y="2913837"/>
                  </a:lnTo>
                  <a:lnTo>
                    <a:pt x="3648788" y="2884287"/>
                  </a:lnTo>
                  <a:lnTo>
                    <a:pt x="3572155" y="2853556"/>
                  </a:lnTo>
                  <a:lnTo>
                    <a:pt x="3495523" y="2821595"/>
                  </a:lnTo>
                  <a:lnTo>
                    <a:pt x="3418890" y="2788356"/>
                  </a:lnTo>
                  <a:lnTo>
                    <a:pt x="3342258" y="2779231"/>
                  </a:lnTo>
                  <a:lnTo>
                    <a:pt x="3265625" y="2774772"/>
                  </a:lnTo>
                  <a:lnTo>
                    <a:pt x="3188993" y="2770290"/>
                  </a:lnTo>
                  <a:lnTo>
                    <a:pt x="3112360" y="2765785"/>
                  </a:lnTo>
                  <a:lnTo>
                    <a:pt x="3035727" y="2761257"/>
                  </a:lnTo>
                  <a:lnTo>
                    <a:pt x="2959095" y="2756706"/>
                  </a:lnTo>
                  <a:lnTo>
                    <a:pt x="2882462" y="2752132"/>
                  </a:lnTo>
                  <a:lnTo>
                    <a:pt x="2805830" y="2747534"/>
                  </a:lnTo>
                  <a:lnTo>
                    <a:pt x="2729197" y="2742913"/>
                  </a:lnTo>
                  <a:lnTo>
                    <a:pt x="2652565" y="2738268"/>
                  </a:lnTo>
                  <a:lnTo>
                    <a:pt x="2575932" y="2733600"/>
                  </a:lnTo>
                  <a:lnTo>
                    <a:pt x="2499300" y="2728907"/>
                  </a:lnTo>
                  <a:lnTo>
                    <a:pt x="2422667" y="2724191"/>
                  </a:lnTo>
                  <a:lnTo>
                    <a:pt x="2346034" y="2719451"/>
                  </a:lnTo>
                  <a:lnTo>
                    <a:pt x="2269402" y="2714686"/>
                  </a:lnTo>
                  <a:lnTo>
                    <a:pt x="2192769" y="2709898"/>
                  </a:lnTo>
                  <a:lnTo>
                    <a:pt x="2116137" y="2705084"/>
                  </a:lnTo>
                  <a:lnTo>
                    <a:pt x="2039504" y="2700246"/>
                  </a:lnTo>
                  <a:lnTo>
                    <a:pt x="1962872" y="2695384"/>
                  </a:lnTo>
                  <a:lnTo>
                    <a:pt x="1886239" y="2690496"/>
                  </a:lnTo>
                  <a:lnTo>
                    <a:pt x="1809607" y="2685584"/>
                  </a:lnTo>
                  <a:lnTo>
                    <a:pt x="1732974" y="2680647"/>
                  </a:lnTo>
                  <a:lnTo>
                    <a:pt x="1656342" y="2675684"/>
                  </a:lnTo>
                  <a:lnTo>
                    <a:pt x="1579709" y="2670696"/>
                  </a:lnTo>
                  <a:lnTo>
                    <a:pt x="1503076" y="2665683"/>
                  </a:lnTo>
                  <a:lnTo>
                    <a:pt x="1426444" y="2660644"/>
                  </a:lnTo>
                  <a:lnTo>
                    <a:pt x="1349811" y="2655579"/>
                  </a:lnTo>
                  <a:lnTo>
                    <a:pt x="1273179" y="2650488"/>
                  </a:lnTo>
                  <a:lnTo>
                    <a:pt x="1196546" y="2645372"/>
                  </a:lnTo>
                  <a:lnTo>
                    <a:pt x="1119914" y="2640229"/>
                  </a:lnTo>
                  <a:lnTo>
                    <a:pt x="1043281" y="2635060"/>
                  </a:lnTo>
                  <a:lnTo>
                    <a:pt x="966649" y="2629865"/>
                  </a:lnTo>
                  <a:lnTo>
                    <a:pt x="890016" y="2624643"/>
                  </a:lnTo>
                  <a:lnTo>
                    <a:pt x="813384" y="2619394"/>
                  </a:lnTo>
                  <a:lnTo>
                    <a:pt x="736751" y="2614119"/>
                  </a:lnTo>
                  <a:lnTo>
                    <a:pt x="660118" y="2608816"/>
                  </a:lnTo>
                  <a:lnTo>
                    <a:pt x="583486" y="2603487"/>
                  </a:lnTo>
                  <a:lnTo>
                    <a:pt x="506853" y="2598131"/>
                  </a:lnTo>
                  <a:lnTo>
                    <a:pt x="430221" y="2592747"/>
                  </a:lnTo>
                  <a:lnTo>
                    <a:pt x="353588" y="2587335"/>
                  </a:lnTo>
                  <a:lnTo>
                    <a:pt x="276956" y="2581896"/>
                  </a:lnTo>
                  <a:lnTo>
                    <a:pt x="200323" y="2576429"/>
                  </a:lnTo>
                  <a:lnTo>
                    <a:pt x="123691" y="2570935"/>
                  </a:lnTo>
                  <a:lnTo>
                    <a:pt x="47058" y="2565412"/>
                  </a:lnTo>
                  <a:lnTo>
                    <a:pt x="0" y="25620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1896563"/>
              <a:ext cx="6800966" cy="2985837"/>
            </a:xfrm>
            <a:custGeom>
              <a:avLst/>
              <a:pathLst>
                <a:path w="6800966" h="2985837">
                  <a:moveTo>
                    <a:pt x="0" y="0"/>
                  </a:moveTo>
                  <a:lnTo>
                    <a:pt x="57302" y="106070"/>
                  </a:lnTo>
                  <a:lnTo>
                    <a:pt x="133934" y="242465"/>
                  </a:lnTo>
                  <a:lnTo>
                    <a:pt x="210567" y="373616"/>
                  </a:lnTo>
                  <a:lnTo>
                    <a:pt x="287200" y="499722"/>
                  </a:lnTo>
                  <a:lnTo>
                    <a:pt x="363832" y="620979"/>
                  </a:lnTo>
                  <a:lnTo>
                    <a:pt x="440465" y="737572"/>
                  </a:lnTo>
                  <a:lnTo>
                    <a:pt x="517097" y="849681"/>
                  </a:lnTo>
                  <a:lnTo>
                    <a:pt x="593730" y="957479"/>
                  </a:lnTo>
                  <a:lnTo>
                    <a:pt x="670362" y="1061131"/>
                  </a:lnTo>
                  <a:lnTo>
                    <a:pt x="746995" y="1160797"/>
                  </a:lnTo>
                  <a:lnTo>
                    <a:pt x="823627" y="1256629"/>
                  </a:lnTo>
                  <a:lnTo>
                    <a:pt x="900260" y="1348776"/>
                  </a:lnTo>
                  <a:lnTo>
                    <a:pt x="976893" y="1437380"/>
                  </a:lnTo>
                  <a:lnTo>
                    <a:pt x="1053525" y="1522575"/>
                  </a:lnTo>
                  <a:lnTo>
                    <a:pt x="1130158" y="1604494"/>
                  </a:lnTo>
                  <a:lnTo>
                    <a:pt x="1206790" y="1683263"/>
                  </a:lnTo>
                  <a:lnTo>
                    <a:pt x="1283423" y="1759003"/>
                  </a:lnTo>
                  <a:lnTo>
                    <a:pt x="1360055" y="1831829"/>
                  </a:lnTo>
                  <a:lnTo>
                    <a:pt x="1436688" y="1901855"/>
                  </a:lnTo>
                  <a:lnTo>
                    <a:pt x="1513320" y="1969188"/>
                  </a:lnTo>
                  <a:lnTo>
                    <a:pt x="1589953" y="2033931"/>
                  </a:lnTo>
                  <a:lnTo>
                    <a:pt x="1666585" y="2096184"/>
                  </a:lnTo>
                  <a:lnTo>
                    <a:pt x="1743218" y="2156043"/>
                  </a:lnTo>
                  <a:lnTo>
                    <a:pt x="1819851" y="2213600"/>
                  </a:lnTo>
                  <a:lnTo>
                    <a:pt x="1896483" y="2268943"/>
                  </a:lnTo>
                  <a:lnTo>
                    <a:pt x="1973116" y="2322158"/>
                  </a:lnTo>
                  <a:lnTo>
                    <a:pt x="2049748" y="2373327"/>
                  </a:lnTo>
                  <a:lnTo>
                    <a:pt x="2126381" y="2422527"/>
                  </a:lnTo>
                  <a:lnTo>
                    <a:pt x="2203013" y="2469836"/>
                  </a:lnTo>
                  <a:lnTo>
                    <a:pt x="2279646" y="2515325"/>
                  </a:lnTo>
                  <a:lnTo>
                    <a:pt x="2356278" y="2559064"/>
                  </a:lnTo>
                  <a:lnTo>
                    <a:pt x="2432911" y="2601122"/>
                  </a:lnTo>
                  <a:lnTo>
                    <a:pt x="2509544" y="2641562"/>
                  </a:lnTo>
                  <a:lnTo>
                    <a:pt x="2586176" y="2680446"/>
                  </a:lnTo>
                  <a:lnTo>
                    <a:pt x="2662809" y="2717836"/>
                  </a:lnTo>
                  <a:lnTo>
                    <a:pt x="2739441" y="2753787"/>
                  </a:lnTo>
                  <a:lnTo>
                    <a:pt x="2816074" y="2783668"/>
                  </a:lnTo>
                  <a:lnTo>
                    <a:pt x="2892706" y="2788082"/>
                  </a:lnTo>
                  <a:lnTo>
                    <a:pt x="2969339" y="2792474"/>
                  </a:lnTo>
                  <a:lnTo>
                    <a:pt x="3045971" y="2796843"/>
                  </a:lnTo>
                  <a:lnTo>
                    <a:pt x="3122604" y="2801190"/>
                  </a:lnTo>
                  <a:lnTo>
                    <a:pt x="3199236" y="2805515"/>
                  </a:lnTo>
                  <a:lnTo>
                    <a:pt x="3275869" y="2809819"/>
                  </a:lnTo>
                  <a:lnTo>
                    <a:pt x="3352502" y="2814100"/>
                  </a:lnTo>
                  <a:lnTo>
                    <a:pt x="3429134" y="2818359"/>
                  </a:lnTo>
                  <a:lnTo>
                    <a:pt x="3505767" y="2822597"/>
                  </a:lnTo>
                  <a:lnTo>
                    <a:pt x="3582399" y="2826814"/>
                  </a:lnTo>
                  <a:lnTo>
                    <a:pt x="3659032" y="2831008"/>
                  </a:lnTo>
                  <a:lnTo>
                    <a:pt x="3735664" y="2835182"/>
                  </a:lnTo>
                  <a:lnTo>
                    <a:pt x="3812297" y="2839335"/>
                  </a:lnTo>
                  <a:lnTo>
                    <a:pt x="3888929" y="2843466"/>
                  </a:lnTo>
                  <a:lnTo>
                    <a:pt x="3965562" y="2847576"/>
                  </a:lnTo>
                  <a:lnTo>
                    <a:pt x="4042194" y="2851666"/>
                  </a:lnTo>
                  <a:lnTo>
                    <a:pt x="4118827" y="2855734"/>
                  </a:lnTo>
                  <a:lnTo>
                    <a:pt x="4195460" y="2859782"/>
                  </a:lnTo>
                  <a:lnTo>
                    <a:pt x="4272092" y="2863810"/>
                  </a:lnTo>
                  <a:lnTo>
                    <a:pt x="4348725" y="2867817"/>
                  </a:lnTo>
                  <a:lnTo>
                    <a:pt x="4425357" y="2871804"/>
                  </a:lnTo>
                  <a:lnTo>
                    <a:pt x="4501990" y="2875770"/>
                  </a:lnTo>
                  <a:lnTo>
                    <a:pt x="4578622" y="2879716"/>
                  </a:lnTo>
                  <a:lnTo>
                    <a:pt x="4655255" y="2883642"/>
                  </a:lnTo>
                  <a:lnTo>
                    <a:pt x="4731887" y="2887549"/>
                  </a:lnTo>
                  <a:lnTo>
                    <a:pt x="4808520" y="2891435"/>
                  </a:lnTo>
                  <a:lnTo>
                    <a:pt x="4885153" y="2895302"/>
                  </a:lnTo>
                  <a:lnTo>
                    <a:pt x="4961785" y="2899149"/>
                  </a:lnTo>
                  <a:lnTo>
                    <a:pt x="5038418" y="2902976"/>
                  </a:lnTo>
                  <a:lnTo>
                    <a:pt x="5115050" y="2906784"/>
                  </a:lnTo>
                  <a:lnTo>
                    <a:pt x="5191683" y="2910573"/>
                  </a:lnTo>
                  <a:lnTo>
                    <a:pt x="5268315" y="2914343"/>
                  </a:lnTo>
                  <a:lnTo>
                    <a:pt x="5344948" y="2918093"/>
                  </a:lnTo>
                  <a:lnTo>
                    <a:pt x="5421580" y="2921824"/>
                  </a:lnTo>
                  <a:lnTo>
                    <a:pt x="5498213" y="2925537"/>
                  </a:lnTo>
                  <a:lnTo>
                    <a:pt x="5574845" y="2929230"/>
                  </a:lnTo>
                  <a:lnTo>
                    <a:pt x="5651478" y="2932905"/>
                  </a:lnTo>
                  <a:lnTo>
                    <a:pt x="5728111" y="2936561"/>
                  </a:lnTo>
                  <a:lnTo>
                    <a:pt x="5804743" y="2940198"/>
                  </a:lnTo>
                  <a:lnTo>
                    <a:pt x="5881376" y="2943817"/>
                  </a:lnTo>
                  <a:lnTo>
                    <a:pt x="5958008" y="2947418"/>
                  </a:lnTo>
                  <a:lnTo>
                    <a:pt x="6034641" y="2951000"/>
                  </a:lnTo>
                  <a:lnTo>
                    <a:pt x="6111273" y="2954564"/>
                  </a:lnTo>
                  <a:lnTo>
                    <a:pt x="6187906" y="2958110"/>
                  </a:lnTo>
                  <a:lnTo>
                    <a:pt x="6264538" y="2961638"/>
                  </a:lnTo>
                  <a:lnTo>
                    <a:pt x="6341171" y="2965148"/>
                  </a:lnTo>
                  <a:lnTo>
                    <a:pt x="6417804" y="2968641"/>
                  </a:lnTo>
                  <a:lnTo>
                    <a:pt x="6494436" y="2972115"/>
                  </a:lnTo>
                  <a:lnTo>
                    <a:pt x="6571069" y="2975572"/>
                  </a:lnTo>
                  <a:lnTo>
                    <a:pt x="6647701" y="2979011"/>
                  </a:lnTo>
                  <a:lnTo>
                    <a:pt x="6724334" y="2982433"/>
                  </a:lnTo>
                  <a:lnTo>
                    <a:pt x="6800966" y="298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58567"/>
              <a:ext cx="7403783" cy="978180"/>
            </a:xfrm>
            <a:custGeom>
              <a:avLst/>
              <a:pathLst>
                <a:path w="7403783" h="978180">
                  <a:moveTo>
                    <a:pt x="7403783" y="978180"/>
                  </a:moveTo>
                  <a:lnTo>
                    <a:pt x="7327150" y="973682"/>
                  </a:lnTo>
                  <a:lnTo>
                    <a:pt x="7250518" y="969004"/>
                  </a:lnTo>
                  <a:lnTo>
                    <a:pt x="7173885" y="964139"/>
                  </a:lnTo>
                  <a:lnTo>
                    <a:pt x="7097253" y="959080"/>
                  </a:lnTo>
                  <a:lnTo>
                    <a:pt x="7020620" y="953818"/>
                  </a:lnTo>
                  <a:lnTo>
                    <a:pt x="6943987" y="948345"/>
                  </a:lnTo>
                  <a:lnTo>
                    <a:pt x="6867355" y="942654"/>
                  </a:lnTo>
                  <a:lnTo>
                    <a:pt x="6790722" y="936735"/>
                  </a:lnTo>
                  <a:lnTo>
                    <a:pt x="6714090" y="930579"/>
                  </a:lnTo>
                  <a:lnTo>
                    <a:pt x="6637457" y="924177"/>
                  </a:lnTo>
                  <a:lnTo>
                    <a:pt x="6560825" y="917519"/>
                  </a:lnTo>
                  <a:lnTo>
                    <a:pt x="6484192" y="910595"/>
                  </a:lnTo>
                  <a:lnTo>
                    <a:pt x="6407560" y="903394"/>
                  </a:lnTo>
                  <a:lnTo>
                    <a:pt x="6330927" y="895905"/>
                  </a:lnTo>
                  <a:lnTo>
                    <a:pt x="6254294" y="888116"/>
                  </a:lnTo>
                  <a:lnTo>
                    <a:pt x="6177662" y="880016"/>
                  </a:lnTo>
                  <a:lnTo>
                    <a:pt x="6101029" y="871591"/>
                  </a:lnTo>
                  <a:lnTo>
                    <a:pt x="6024397" y="862830"/>
                  </a:lnTo>
                  <a:lnTo>
                    <a:pt x="5947764" y="853719"/>
                  </a:lnTo>
                  <a:lnTo>
                    <a:pt x="5871132" y="844243"/>
                  </a:lnTo>
                  <a:lnTo>
                    <a:pt x="5794499" y="834388"/>
                  </a:lnTo>
                  <a:lnTo>
                    <a:pt x="5717867" y="824138"/>
                  </a:lnTo>
                  <a:lnTo>
                    <a:pt x="5641234" y="813479"/>
                  </a:lnTo>
                  <a:lnTo>
                    <a:pt x="5564602" y="802394"/>
                  </a:lnTo>
                  <a:lnTo>
                    <a:pt x="5487969" y="790865"/>
                  </a:lnTo>
                  <a:lnTo>
                    <a:pt x="5411336" y="778875"/>
                  </a:lnTo>
                  <a:lnTo>
                    <a:pt x="5334704" y="766405"/>
                  </a:lnTo>
                  <a:lnTo>
                    <a:pt x="5258071" y="753437"/>
                  </a:lnTo>
                  <a:lnTo>
                    <a:pt x="5181439" y="739950"/>
                  </a:lnTo>
                  <a:lnTo>
                    <a:pt x="5104806" y="725923"/>
                  </a:lnTo>
                  <a:lnTo>
                    <a:pt x="5028174" y="711336"/>
                  </a:lnTo>
                  <a:lnTo>
                    <a:pt x="4951541" y="696165"/>
                  </a:lnTo>
                  <a:lnTo>
                    <a:pt x="4874909" y="680387"/>
                  </a:lnTo>
                  <a:lnTo>
                    <a:pt x="4798276" y="663979"/>
                  </a:lnTo>
                  <a:lnTo>
                    <a:pt x="4721644" y="646914"/>
                  </a:lnTo>
                  <a:lnTo>
                    <a:pt x="4645011" y="629166"/>
                  </a:lnTo>
                  <a:lnTo>
                    <a:pt x="4568378" y="610709"/>
                  </a:lnTo>
                  <a:lnTo>
                    <a:pt x="4491746" y="591513"/>
                  </a:lnTo>
                  <a:lnTo>
                    <a:pt x="4415113" y="571549"/>
                  </a:lnTo>
                  <a:lnTo>
                    <a:pt x="4338481" y="550788"/>
                  </a:lnTo>
                  <a:lnTo>
                    <a:pt x="4261848" y="529195"/>
                  </a:lnTo>
                  <a:lnTo>
                    <a:pt x="4185216" y="506739"/>
                  </a:lnTo>
                  <a:lnTo>
                    <a:pt x="4108583" y="483385"/>
                  </a:lnTo>
                  <a:lnTo>
                    <a:pt x="4031951" y="459097"/>
                  </a:lnTo>
                  <a:lnTo>
                    <a:pt x="3955318" y="433837"/>
                  </a:lnTo>
                  <a:lnTo>
                    <a:pt x="3878685" y="407568"/>
                  </a:lnTo>
                  <a:lnTo>
                    <a:pt x="3802053" y="380247"/>
                  </a:lnTo>
                  <a:lnTo>
                    <a:pt x="3725420" y="351833"/>
                  </a:lnTo>
                  <a:lnTo>
                    <a:pt x="3648788" y="322284"/>
                  </a:lnTo>
                  <a:lnTo>
                    <a:pt x="3572155" y="291552"/>
                  </a:lnTo>
                  <a:lnTo>
                    <a:pt x="3495523" y="259591"/>
                  </a:lnTo>
                  <a:lnTo>
                    <a:pt x="3418890" y="226352"/>
                  </a:lnTo>
                  <a:lnTo>
                    <a:pt x="3342258" y="217228"/>
                  </a:lnTo>
                  <a:lnTo>
                    <a:pt x="3265625" y="212768"/>
                  </a:lnTo>
                  <a:lnTo>
                    <a:pt x="3188993" y="208286"/>
                  </a:lnTo>
                  <a:lnTo>
                    <a:pt x="3112360" y="203781"/>
                  </a:lnTo>
                  <a:lnTo>
                    <a:pt x="3035727" y="199253"/>
                  </a:lnTo>
                  <a:lnTo>
                    <a:pt x="2959095" y="194702"/>
                  </a:lnTo>
                  <a:lnTo>
                    <a:pt x="2882462" y="190128"/>
                  </a:lnTo>
                  <a:lnTo>
                    <a:pt x="2805830" y="185530"/>
                  </a:lnTo>
                  <a:lnTo>
                    <a:pt x="2729197" y="180909"/>
                  </a:lnTo>
                  <a:lnTo>
                    <a:pt x="2652565" y="176265"/>
                  </a:lnTo>
                  <a:lnTo>
                    <a:pt x="2575932" y="171596"/>
                  </a:lnTo>
                  <a:lnTo>
                    <a:pt x="2499300" y="166904"/>
                  </a:lnTo>
                  <a:lnTo>
                    <a:pt x="2422667" y="162188"/>
                  </a:lnTo>
                  <a:lnTo>
                    <a:pt x="2346034" y="157447"/>
                  </a:lnTo>
                  <a:lnTo>
                    <a:pt x="2269402" y="152683"/>
                  </a:lnTo>
                  <a:lnTo>
                    <a:pt x="2192769" y="147894"/>
                  </a:lnTo>
                  <a:lnTo>
                    <a:pt x="2116137" y="143081"/>
                  </a:lnTo>
                  <a:lnTo>
                    <a:pt x="2039504" y="138243"/>
                  </a:lnTo>
                  <a:lnTo>
                    <a:pt x="1962872" y="133380"/>
                  </a:lnTo>
                  <a:lnTo>
                    <a:pt x="1886239" y="128493"/>
                  </a:lnTo>
                  <a:lnTo>
                    <a:pt x="1809607" y="123581"/>
                  </a:lnTo>
                  <a:lnTo>
                    <a:pt x="1732974" y="118643"/>
                  </a:lnTo>
                  <a:lnTo>
                    <a:pt x="1656342" y="113680"/>
                  </a:lnTo>
                  <a:lnTo>
                    <a:pt x="1579709" y="108693"/>
                  </a:lnTo>
                  <a:lnTo>
                    <a:pt x="1503076" y="103679"/>
                  </a:lnTo>
                  <a:lnTo>
                    <a:pt x="1426444" y="98640"/>
                  </a:lnTo>
                  <a:lnTo>
                    <a:pt x="1349811" y="93575"/>
                  </a:lnTo>
                  <a:lnTo>
                    <a:pt x="1273179" y="88485"/>
                  </a:lnTo>
                  <a:lnTo>
                    <a:pt x="1196546" y="83368"/>
                  </a:lnTo>
                  <a:lnTo>
                    <a:pt x="1119914" y="78225"/>
                  </a:lnTo>
                  <a:lnTo>
                    <a:pt x="1043281" y="73056"/>
                  </a:lnTo>
                  <a:lnTo>
                    <a:pt x="966649" y="67861"/>
                  </a:lnTo>
                  <a:lnTo>
                    <a:pt x="890016" y="62639"/>
                  </a:lnTo>
                  <a:lnTo>
                    <a:pt x="813384" y="57391"/>
                  </a:lnTo>
                  <a:lnTo>
                    <a:pt x="736751" y="52115"/>
                  </a:lnTo>
                  <a:lnTo>
                    <a:pt x="660118" y="46813"/>
                  </a:lnTo>
                  <a:lnTo>
                    <a:pt x="583486" y="41483"/>
                  </a:lnTo>
                  <a:lnTo>
                    <a:pt x="506853" y="36127"/>
                  </a:lnTo>
                  <a:lnTo>
                    <a:pt x="430221" y="30743"/>
                  </a:lnTo>
                  <a:lnTo>
                    <a:pt x="353588" y="25332"/>
                  </a:lnTo>
                  <a:lnTo>
                    <a:pt x="276956" y="19893"/>
                  </a:lnTo>
                  <a:lnTo>
                    <a:pt x="200323" y="14426"/>
                  </a:lnTo>
                  <a:lnTo>
                    <a:pt x="123691" y="8931"/>
                  </a:lnTo>
                  <a:lnTo>
                    <a:pt x="47058" y="3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20434"/>
              <a:ext cx="7403783" cy="2054932"/>
            </a:xfrm>
            <a:custGeom>
              <a:avLst/>
              <a:pathLst>
                <a:path w="7403783" h="2054932">
                  <a:moveTo>
                    <a:pt x="0" y="0"/>
                  </a:moveTo>
                  <a:lnTo>
                    <a:pt x="47058" y="31601"/>
                  </a:lnTo>
                  <a:lnTo>
                    <a:pt x="123691" y="81936"/>
                  </a:lnTo>
                  <a:lnTo>
                    <a:pt x="200323" y="131167"/>
                  </a:lnTo>
                  <a:lnTo>
                    <a:pt x="276956" y="179320"/>
                  </a:lnTo>
                  <a:lnTo>
                    <a:pt x="353588" y="226417"/>
                  </a:lnTo>
                  <a:lnTo>
                    <a:pt x="430221" y="272483"/>
                  </a:lnTo>
                  <a:lnTo>
                    <a:pt x="506853" y="317539"/>
                  </a:lnTo>
                  <a:lnTo>
                    <a:pt x="583486" y="361608"/>
                  </a:lnTo>
                  <a:lnTo>
                    <a:pt x="660118" y="404712"/>
                  </a:lnTo>
                  <a:lnTo>
                    <a:pt x="736751" y="446871"/>
                  </a:lnTo>
                  <a:lnTo>
                    <a:pt x="813384" y="488106"/>
                  </a:lnTo>
                  <a:lnTo>
                    <a:pt x="890016" y="528438"/>
                  </a:lnTo>
                  <a:lnTo>
                    <a:pt x="966649" y="567886"/>
                  </a:lnTo>
                  <a:lnTo>
                    <a:pt x="1043281" y="606469"/>
                  </a:lnTo>
                  <a:lnTo>
                    <a:pt x="1119914" y="644207"/>
                  </a:lnTo>
                  <a:lnTo>
                    <a:pt x="1196546" y="681119"/>
                  </a:lnTo>
                  <a:lnTo>
                    <a:pt x="1273179" y="717221"/>
                  </a:lnTo>
                  <a:lnTo>
                    <a:pt x="1349811" y="752533"/>
                  </a:lnTo>
                  <a:lnTo>
                    <a:pt x="1426444" y="787070"/>
                  </a:lnTo>
                  <a:lnTo>
                    <a:pt x="1503076" y="820851"/>
                  </a:lnTo>
                  <a:lnTo>
                    <a:pt x="1579709" y="853892"/>
                  </a:lnTo>
                  <a:lnTo>
                    <a:pt x="1656342" y="886209"/>
                  </a:lnTo>
                  <a:lnTo>
                    <a:pt x="1732974" y="917817"/>
                  </a:lnTo>
                  <a:lnTo>
                    <a:pt x="1809607" y="948734"/>
                  </a:lnTo>
                  <a:lnTo>
                    <a:pt x="1886239" y="978972"/>
                  </a:lnTo>
                  <a:lnTo>
                    <a:pt x="1962872" y="1008548"/>
                  </a:lnTo>
                  <a:lnTo>
                    <a:pt x="2039504" y="1037476"/>
                  </a:lnTo>
                  <a:lnTo>
                    <a:pt x="2116137" y="1065771"/>
                  </a:lnTo>
                  <a:lnTo>
                    <a:pt x="2192769" y="1093445"/>
                  </a:lnTo>
                  <a:lnTo>
                    <a:pt x="2269402" y="1120513"/>
                  </a:lnTo>
                  <a:lnTo>
                    <a:pt x="2346034" y="1146987"/>
                  </a:lnTo>
                  <a:lnTo>
                    <a:pt x="2422667" y="1172882"/>
                  </a:lnTo>
                  <a:lnTo>
                    <a:pt x="2499300" y="1198209"/>
                  </a:lnTo>
                  <a:lnTo>
                    <a:pt x="2575932" y="1222981"/>
                  </a:lnTo>
                  <a:lnTo>
                    <a:pt x="2652565" y="1247211"/>
                  </a:lnTo>
                  <a:lnTo>
                    <a:pt x="2729197" y="1270910"/>
                  </a:lnTo>
                  <a:lnTo>
                    <a:pt x="2805830" y="1294089"/>
                  </a:lnTo>
                  <a:lnTo>
                    <a:pt x="2882462" y="1316760"/>
                  </a:lnTo>
                  <a:lnTo>
                    <a:pt x="2959095" y="1338935"/>
                  </a:lnTo>
                  <a:lnTo>
                    <a:pt x="3035727" y="1360624"/>
                  </a:lnTo>
                  <a:lnTo>
                    <a:pt x="3112360" y="1381837"/>
                  </a:lnTo>
                  <a:lnTo>
                    <a:pt x="3188993" y="1402586"/>
                  </a:lnTo>
                  <a:lnTo>
                    <a:pt x="3265625" y="1422880"/>
                  </a:lnTo>
                  <a:lnTo>
                    <a:pt x="3342258" y="1442729"/>
                  </a:lnTo>
                  <a:lnTo>
                    <a:pt x="3418890" y="1462144"/>
                  </a:lnTo>
                  <a:lnTo>
                    <a:pt x="3495523" y="1481133"/>
                  </a:lnTo>
                  <a:lnTo>
                    <a:pt x="3572155" y="1499706"/>
                  </a:lnTo>
                  <a:lnTo>
                    <a:pt x="3648788" y="1517872"/>
                  </a:lnTo>
                  <a:lnTo>
                    <a:pt x="3725420" y="1535640"/>
                  </a:lnTo>
                  <a:lnTo>
                    <a:pt x="3802053" y="1553019"/>
                  </a:lnTo>
                  <a:lnTo>
                    <a:pt x="3878685" y="1570017"/>
                  </a:lnTo>
                  <a:lnTo>
                    <a:pt x="3955318" y="1586642"/>
                  </a:lnTo>
                  <a:lnTo>
                    <a:pt x="4031951" y="1602903"/>
                  </a:lnTo>
                  <a:lnTo>
                    <a:pt x="4108583" y="1618808"/>
                  </a:lnTo>
                  <a:lnTo>
                    <a:pt x="4185216" y="1634364"/>
                  </a:lnTo>
                  <a:lnTo>
                    <a:pt x="4261848" y="1649580"/>
                  </a:lnTo>
                  <a:lnTo>
                    <a:pt x="4338481" y="1664462"/>
                  </a:lnTo>
                  <a:lnTo>
                    <a:pt x="4415113" y="1679018"/>
                  </a:lnTo>
                  <a:lnTo>
                    <a:pt x="4491746" y="1693255"/>
                  </a:lnTo>
                  <a:lnTo>
                    <a:pt x="4568378" y="1707180"/>
                  </a:lnTo>
                  <a:lnTo>
                    <a:pt x="4645011" y="1720800"/>
                  </a:lnTo>
                  <a:lnTo>
                    <a:pt x="4721644" y="1734122"/>
                  </a:lnTo>
                  <a:lnTo>
                    <a:pt x="4798276" y="1747151"/>
                  </a:lnTo>
                  <a:lnTo>
                    <a:pt x="4874909" y="1759896"/>
                  </a:lnTo>
                  <a:lnTo>
                    <a:pt x="4951541" y="1772361"/>
                  </a:lnTo>
                  <a:lnTo>
                    <a:pt x="5028174" y="1784552"/>
                  </a:lnTo>
                  <a:lnTo>
                    <a:pt x="5104806" y="1796477"/>
                  </a:lnTo>
                  <a:lnTo>
                    <a:pt x="5181439" y="1808140"/>
                  </a:lnTo>
                  <a:lnTo>
                    <a:pt x="5258071" y="1819548"/>
                  </a:lnTo>
                  <a:lnTo>
                    <a:pt x="5334704" y="1830706"/>
                  </a:lnTo>
                  <a:lnTo>
                    <a:pt x="5411336" y="1841619"/>
                  </a:lnTo>
                  <a:lnTo>
                    <a:pt x="5487969" y="1852294"/>
                  </a:lnTo>
                  <a:lnTo>
                    <a:pt x="5564602" y="1862734"/>
                  </a:lnTo>
                  <a:lnTo>
                    <a:pt x="5641234" y="1872946"/>
                  </a:lnTo>
                  <a:lnTo>
                    <a:pt x="5717867" y="1882933"/>
                  </a:lnTo>
                  <a:lnTo>
                    <a:pt x="5794499" y="1892702"/>
                  </a:lnTo>
                  <a:lnTo>
                    <a:pt x="5871132" y="1902257"/>
                  </a:lnTo>
                  <a:lnTo>
                    <a:pt x="5947764" y="1911603"/>
                  </a:lnTo>
                  <a:lnTo>
                    <a:pt x="6024397" y="1920744"/>
                  </a:lnTo>
                  <a:lnTo>
                    <a:pt x="6101029" y="1929684"/>
                  </a:lnTo>
                  <a:lnTo>
                    <a:pt x="6177662" y="1938429"/>
                  </a:lnTo>
                  <a:lnTo>
                    <a:pt x="6254294" y="1946982"/>
                  </a:lnTo>
                  <a:lnTo>
                    <a:pt x="6330927" y="1955347"/>
                  </a:lnTo>
                  <a:lnTo>
                    <a:pt x="6407560" y="1963530"/>
                  </a:lnTo>
                  <a:lnTo>
                    <a:pt x="6484192" y="1971533"/>
                  </a:lnTo>
                  <a:lnTo>
                    <a:pt x="6560825" y="1979360"/>
                  </a:lnTo>
                  <a:lnTo>
                    <a:pt x="6637457" y="1987016"/>
                  </a:lnTo>
                  <a:lnTo>
                    <a:pt x="6714090" y="1994505"/>
                  </a:lnTo>
                  <a:lnTo>
                    <a:pt x="6790722" y="2001829"/>
                  </a:lnTo>
                  <a:lnTo>
                    <a:pt x="6867355" y="2008993"/>
                  </a:lnTo>
                  <a:lnTo>
                    <a:pt x="6943987" y="2016000"/>
                  </a:lnTo>
                  <a:lnTo>
                    <a:pt x="7020620" y="2022853"/>
                  </a:lnTo>
                  <a:lnTo>
                    <a:pt x="7097253" y="2029556"/>
                  </a:lnTo>
                  <a:lnTo>
                    <a:pt x="7173885" y="2036112"/>
                  </a:lnTo>
                  <a:lnTo>
                    <a:pt x="7250518" y="2042525"/>
                  </a:lnTo>
                  <a:lnTo>
                    <a:pt x="7327150" y="2048797"/>
                  </a:lnTo>
                  <a:lnTo>
                    <a:pt x="7403783" y="2054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2026-05-21T09:04:04Z</dcterms:modified>
  <cp:category/>
</cp:coreProperties>
</file>